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ee14a00354a71" /><Relationship Type="http://schemas.openxmlformats.org/officeDocument/2006/relationships/extended-properties" Target="/docProps/app.xml" Id="Rb7ab49d05d444f5d" /><Relationship Type="http://schemas.openxmlformats.org/officeDocument/2006/relationships/officeDocument" Target="/ppt/presentation.xml" Id="R0414e5608151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58489d426e4413"/>
  </p:sldMasterIdLst>
  <p:notesMasterIdLst>
    <p:notesMasterId xmlns:r="http://schemas.openxmlformats.org/officeDocument/2006/relationships" r:id="R58410f2d2d9c48a9"/>
  </p:notesMasterIdLst>
  <p:sldIdLst>
    <p:sldId xmlns:r="http://schemas.openxmlformats.org/officeDocument/2006/relationships" id="256" r:id="Rab242b55ab344d51"/>
    <p:sldId xmlns:r="http://schemas.openxmlformats.org/officeDocument/2006/relationships" id="257" r:id="Re8585e553e3a44c7"/>
    <p:sldId xmlns:r="http://schemas.openxmlformats.org/officeDocument/2006/relationships" id="258" r:id="R57ee6dc7e93d4075"/>
    <p:sldId xmlns:r="http://schemas.openxmlformats.org/officeDocument/2006/relationships" id="259" r:id="R3654445cc6e243fd"/>
    <p:sldId xmlns:r="http://schemas.openxmlformats.org/officeDocument/2006/relationships" id="260" r:id="Rc415e6328552496c"/>
    <p:sldId xmlns:r="http://schemas.openxmlformats.org/officeDocument/2006/relationships" id="261" r:id="Rbab9993ea29a4bf7"/>
    <p:sldId xmlns:r="http://schemas.openxmlformats.org/officeDocument/2006/relationships" id="262" r:id="R2e586af8b0ad46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ffc77ce0f4a37" /><Relationship Type="http://schemas.openxmlformats.org/officeDocument/2006/relationships/slideMaster" Target="/ppt/slideMasters/slideMaster1.xml" Id="R0458489d426e4413" /><Relationship Type="http://schemas.openxmlformats.org/officeDocument/2006/relationships/notesMaster" Target="/ppt/notesMasters/notesMaster1.xml" Id="R58410f2d2d9c48a9" /><Relationship Type="http://schemas.openxmlformats.org/officeDocument/2006/relationships/presProps" Target="/ppt/presProps.xml" Id="R74332fc7c86f443d" /><Relationship Type="http://schemas.openxmlformats.org/officeDocument/2006/relationships/tableStyles" Target="/ppt/tableStyles.xml" Id="R18907ad0b7fc4714" /><Relationship Type="http://schemas.openxmlformats.org/officeDocument/2006/relationships/slide" Target="/ppt/slides/slide1.xml" Id="Rab242b55ab344d51" /><Relationship Type="http://schemas.openxmlformats.org/officeDocument/2006/relationships/slide" Target="/ppt/slides/slide2.xml" Id="Re8585e553e3a44c7" /><Relationship Type="http://schemas.openxmlformats.org/officeDocument/2006/relationships/slide" Target="/ppt/slides/slide3.xml" Id="R57ee6dc7e93d4075" /><Relationship Type="http://schemas.openxmlformats.org/officeDocument/2006/relationships/slide" Target="/ppt/slides/slide4.xml" Id="R3654445cc6e243fd" /><Relationship Type="http://schemas.openxmlformats.org/officeDocument/2006/relationships/slide" Target="/ppt/slides/slide5.xml" Id="Rc415e6328552496c" /><Relationship Type="http://schemas.openxmlformats.org/officeDocument/2006/relationships/slide" Target="/ppt/slides/slide6.xml" Id="Rbab9993ea29a4bf7" /><Relationship Type="http://schemas.openxmlformats.org/officeDocument/2006/relationships/slide" Target="/ppt/slides/slide7.xml" Id="R2e586af8b0ad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d718134ac46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fc7f3740c4d06" /><Relationship Type="http://schemas.openxmlformats.org/officeDocument/2006/relationships/notesMaster" Target="/ppt/notesMasters/notesMaster1.xml" Id="Rda176464061f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892308dcee4fdb" /><Relationship Type="http://schemas.openxmlformats.org/officeDocument/2006/relationships/notesMaster" Target="/ppt/notesMasters/notesMaster1.xml" Id="R5ff5c9361dc5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ff74acbbf4b39" /><Relationship Type="http://schemas.openxmlformats.org/officeDocument/2006/relationships/notesMaster" Target="/ppt/notesMasters/notesMaster1.xml" Id="R9666efcc224745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1d55cb8ac4ff2" /><Relationship Type="http://schemas.openxmlformats.org/officeDocument/2006/relationships/notesMaster" Target="/ppt/notesMasters/notesMaster1.xml" Id="R0efe2ed35f86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6345316164a83" /><Relationship Type="http://schemas.openxmlformats.org/officeDocument/2006/relationships/notesMaster" Target="/ppt/notesMasters/notesMaster1.xml" Id="R9963d49be281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9f58765644881" /><Relationship Type="http://schemas.openxmlformats.org/officeDocument/2006/relationships/notesMaster" Target="/ppt/notesMasters/notesMaster1.xml" Id="R9568f0ee22d0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abb71307341e9" /><Relationship Type="http://schemas.openxmlformats.org/officeDocument/2006/relationships/notesMaster" Target="/ppt/notesMasters/notesMaster1.xml" Id="Rb102e5888da24f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수업용 합성 프로젝트. 일정과 진행률은 연습 데이터이며 실제 회사 운영 현황이 아닙니다.</a:t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findings.json의 결정적 fixture를 재현한 사례입니다. 이번 보고서에서 새로 모델을 호출하거나 실제 PR에 게시하지 않았습니다.</a:t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수업용 합성 프로젝트. 실제 회사 운영 현황이 아닙니다.</a:t>
            </a:r>
          </a:p>
          <a:p xmlns:a="http://schemas.openxmlformats.org/drawingml/2006/main">
            <a:r>
              <a:t>입력 출처: labs/day4/office_lab/sheets/wbs_tasks.json, labs/day4/pr_review_lab/fixtures/findings.json</a:t>
            </a:r>
          </a:p>
          <a:p xmlns:a="http://schemas.openxmlformats.org/drawingml/2006/main">
            <a:r>
              <a:t>계산 기준일 2026-09-25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73bae0cc9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2458224724614" /><Relationship Type="http://schemas.openxmlformats.org/officeDocument/2006/relationships/slideLayout" Target="/ppt/slideLayouts/slideLayout1.xml" Id="R712da2c69de3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2da2c69de3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2e6694641487e" /><Relationship Type="http://schemas.openxmlformats.org/officeDocument/2006/relationships/notesSlide" Target="/ppt/notesSlides/notesSlide1.xml" Id="R647b619cbaae46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0549bacce4ab1" /><Relationship Type="http://schemas.openxmlformats.org/officeDocument/2006/relationships/notesSlide" Target="/ppt/notesSlides/notesSlide2.xml" Id="Rdbe137310a59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7bdbc16bc4bf4" /><Relationship Type="http://schemas.openxmlformats.org/officeDocument/2006/relationships/notesSlide" Target="/ppt/notesSlides/notesSlide3.xml" Id="Rae671bb0c82a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7ee09bf064a50" /><Relationship Type="http://schemas.openxmlformats.org/officeDocument/2006/relationships/notesSlide" Target="/ppt/notesSlides/notesSlide4.xml" Id="R05d39d5741844a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ee7a254434b83" /><Relationship Type="http://schemas.openxmlformats.org/officeDocument/2006/relationships/notesSlide" Target="/ppt/notesSlides/notesSlide5.xml" Id="R44f9ca408152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2dbdc71e54b19" /><Relationship Type="http://schemas.openxmlformats.org/officeDocument/2006/relationships/notesSlide" Target="/ppt/notesSlides/notesSlide6.xml" Id="R1c02b14a4fd649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1321a5d344d22" /><Relationship Type="http://schemas.openxmlformats.org/officeDocument/2006/relationships/notesSlide" Target="/ppt/notesSlides/notesSlide7.xml" Id="Rdf699f4a56c7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C9B18-A6F6-422E-80C9-0D5E6ECE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1049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6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 리뷰와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6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문서 자동화 도입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97B5-3860-4061-AF4A-8D53F6A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진행 현황 보고  2026-09-25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895FE-5AC0-4347-9798-D27C836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2026년 9월 14일 ~ 10월 9일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수업용 프로젝트</a:t>
            </a:r>
          </a:p>
        </p:txBody>
      </p:sp>
    </p:spTree>
    <p:extLst>
      <p:ext uri="{BB962C8B-B14F-4D97-AF65-F5344CB8AC3E}">
        <p14:creationId xmlns:p14="http://schemas.microsoft.com/office/powerpoint/2010/main" val="1608244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CEDA1-ECEF-4899-8308-0519169C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일정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950A8-CA72-4D7E-98B8-FD4AA83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전체 14개 업무  기준일 2026-09-25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06680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09750"/>
                <a:gridCol w="6762750"/>
              </a:tblGrid>
              <a:tr h="82296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상태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업무 수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사항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4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결과 파일과 검증 기록 확인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진행 중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마감일까지 잔여 작업 확인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지연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종료일 경과 및 미완료 업무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6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선행 작업과 착수 조건 확인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825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10DF1-7C49-4581-A2B4-3239D0B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개발 작업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04B6-CBB0-45FB-A8B4-85988307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리뷰 수집부터 승인과 Word 템플릿까지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06680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0"/>
                <a:gridCol w="2343150"/>
                <a:gridCol w="1581150"/>
                <a:gridCol w="1714500"/>
              </a:tblGrid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업무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기간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상태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완료율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W01 요구사항·완료 기준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09-14 ~ 09-15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W02 리뷰 정책·금지 행동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09-16 ~ 09-17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W03 PR diff 수집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09-16 ~ 09-18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W04 Codex 리뷰 초안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09-21 ~ 09-23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지연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80%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W05 단위 테스트·실패 사례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09-21 ~ 09-24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지연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60%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W06 사람 승인·게시 중복 방지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09-24 ~ 09-28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진행 중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30%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W07 Word 문서 템플릿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09-18 ~ 09-22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412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18E64-639A-48BB-B88D-778035FB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문서 자동화와 출시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3CA5D-B3B5-40F8-B0DE-82CE57F2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Excel 및 PPT 제작과 출시 점검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06680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0"/>
                <a:gridCol w="2343150"/>
                <a:gridCol w="1581150"/>
                <a:gridCol w="1714500"/>
              </a:tblGrid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업무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기간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상태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완료율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W08 WBS·채점 Excel 템플릿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09-23 ~ 09-25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진행 중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70%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W09 PPT 보고서 생성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09-28 ~ 09-30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W10 문서 품질 자동 검사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10-01 ~ 10-02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W11 로컬 통합 화면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09-29 ~ 10-02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W12 개인정보·권한 검토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10-05 ~ 10-06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W13 사용자 테스트·수정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10-07 ~ 10-08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W14 사용 안내·릴리스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10-09 ~ 10-09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756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EE861-A91E-4956-8E30-0874249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코드 리뷰 확인 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6930A-5929-460C-B94F-F3F64B9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checkout.py 수업용 PR의 재현 가능한 오류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0668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5524500"/>
              </a:tblGrid>
              <a:tr h="11620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등급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오류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최소 수정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</a:tr>
              <a:tr h="1162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P1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초과 쿠폰의 음수 결제액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입력 검사 후 반환값을 max(0, ...)으로 제한합니다.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P2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잘못된 수량과 음수 입력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price &lt; 0, quantity &lt; 1, coupon &lt; 0이면 ValueError를 발생시킵니다.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141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51358-80A2-43E9-9022-D15D6AF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산출물 검토 기준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06680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00500"/>
                <a:gridCol w="4381500"/>
              </a:tblGrid>
              <a:tr h="82296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산출물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코드 검사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사람 확인</a:t>
                      </a:r>
                    </a:p>
                  </a:txBody>
                  <a:tcPr marL="133350" marR="133350" marT="95250" marB="95250" anchor="ctr">
                    <a:solidFill>
                      <a:srgbClr val="11111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리뷰 코멘트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파일 및 변경 줄 일치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영향과 수정 제안 타당성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Word 이력서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새 수치 및 원본 보존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경력 사실과 표현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Excel WBS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수식 및 날짜 입력 검증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일정과 담당 Role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PPT 보고서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원본 수치와 표 일치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가독성과 의사결정 맥락</a:t>
                      </a:r>
                    </a:p>
                  </a:txBody>
                  <a:tcPr marL="133350" marR="133350" marT="95250" marB="9525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20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575F8-5B68-4AF3-ABC1-9495017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3450" b="1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다음 작업과 승인 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E2DE7-6D39-4DA2-94FA-FB7E7CBA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111111"/>
                </a:solidFill>
                <a:latin typeface="NanumGothic"/>
                <a:ea typeface="NanumGothic"/>
                <a:cs typeface="NanumGothic"/>
              </a:rPr>
              <a:t>미완료 업무의 일정 조정과 게시 전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1721F-C22D-4085-A7EB-8A6A2563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04800" indent="-139700">
              <a:spcAft>
                <a:spcPts val="2500"/>
              </a:spcAft>
              <a:buChar char="•"/>
              <a:defRPr sz="2550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t>W04 리뷰 초안과 W05 테스트 작업의 지연 원인 확인</a:t>
            </a:r>
          </a:p>
          <a:p xmlns:a="http://schemas.openxmlformats.org/drawingml/2006/main">
            <a:pPr marL="304800" indent="-139700">
              <a:spcAft>
                <a:spcPts val="2500"/>
              </a:spcAft>
              <a:buChar char="•"/>
              <a:defRPr sz="2550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t>W06 사람 승인 절차와 중복 게시 방지 점검</a:t>
            </a:r>
          </a:p>
          <a:p xmlns:a="http://schemas.openxmlformats.org/drawingml/2006/main">
            <a:pPr marL="304800" indent="-139700">
              <a:spcAft>
                <a:spcPts val="2500"/>
              </a:spcAft>
              <a:buChar char="•"/>
              <a:defRPr sz="2550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t>W08 Excel 입력을 수정한 뒤 보고서 재생성</a:t>
            </a:r>
          </a:p>
          <a:p xmlns:a="http://schemas.openxmlformats.org/drawingml/2006/main">
            <a:pPr marL="304800" indent="-139700">
              <a:spcAft>
                <a:spcPts val="2500"/>
              </a:spcAft>
              <a:buChar char="•"/>
              <a:defRPr sz="2550" b="0">
                <a:solidFill>
                  <a:srgbClr val="111111"/>
                </a:solidFill>
                <a:latin typeface="NanumGothic"/>
                <a:ea typeface="NanumGothic"/>
                <a:cs typeface="NanumGothic"/>
              </a:defRPr>
            </a:pPr>
            <a:r>
              <a:t>외부 게시와 배포는 담당자 확인 후 별도 진행</a:t>
            </a:r>
          </a:p>
        </p:txBody>
      </p:sp>
    </p:spTree>
    <p:extLst>
      <p:ext uri="{BB962C8B-B14F-4D97-AF65-F5344CB8AC3E}">
        <p14:creationId xmlns:p14="http://schemas.microsoft.com/office/powerpoint/2010/main" val="176992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2026-09-11T23:53:00.6290000Z</dcterms:created>
  <dcterms:modified xsi:type="dcterms:W3CDTF">2026-09-11T23:53:00.6290000Z</dcterms:modified>
</coreProperties>
</file>