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수업용 합성 프로젝트. 일정과 진행률은 연습 데이터이며 실제 회사 운영 현황이 아닙니다.,출처: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findings.json의 결정적 fixture를 재현한 사례입니다. 이번 보고서에서 새로 모델을 호출하거나 실제 PR에 게시하지 않았습니다.,출처: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,출처: labs/day4/office_lab/sheets/wbs_tasks.json, labs/day4/pr_review_lab/fixtures/findings.json,수업용 합성 프로젝트. 실제 회사 보고서가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 리뷰와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문서 자동화 도입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진행 현황 보고  2026-09-25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수업용 프로젝트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일정 현황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전체 14개 업무  기준일 2026-09-25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7315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업무 수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확인 사항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4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결과 파일과 검증 기록 확인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진행 중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마감일까지 잔여 작업 확인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지연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종료일 경과 및 미완료 업무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선행 작업과 착수 조건 확인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개발 작업 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리뷰 수집부터 승인과 Word 템플릿까지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535424"/>
        </p:xfrm>
        <a:graphic>
          <a:graphicData uri="http://schemas.openxmlformats.org/drawingml/2006/table">
            <a:tbl>
              <a:tblPr/>
              <a:tblGrid>
                <a:gridCol w="4846320"/>
                <a:gridCol w="219456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업무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기간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완료율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W01 요구사항·완료 기준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09-14 ~ 09-15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W02 리뷰 정책·금지 행동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09-16 ~ 09-17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W03 PR diff 수집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09-16 ~ 09-18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W04 Codex 리뷰 초안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09-21 ~ 09-23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지연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80%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W05 단위 테스트·실패 사례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09-21 ~ 09-24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지연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60%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W06 사람 승인·게시 중복 방지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09-24 ~ 09-28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진행 중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30%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W07 Word 문서 템플릿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09-18 ~ 09-22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문서 자동화와 출시 일정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Excel 및 PPT 제작과 출시 점검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535424"/>
        </p:xfrm>
        <a:graphic>
          <a:graphicData uri="http://schemas.openxmlformats.org/drawingml/2006/table">
            <a:tbl>
              <a:tblPr/>
              <a:tblGrid>
                <a:gridCol w="4846320"/>
                <a:gridCol w="2194560"/>
                <a:gridCol w="155448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업무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기간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완료율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W08 WBS·채점 Excel 템플릿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09-23 ~ 09-25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진행 중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70%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W09 PPT 보고서 생성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09-28 ~ 09-30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W10 문서 품질 자동 검사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10-01 ~ 10-02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W11 로컬 통합 화면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09-29 ~ 10-02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W12 개인정보·권한 검토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10-05 ~ 10-06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W13 사용자 테스트·수정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10-07 ~ 10-08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W14 사용 안내·릴리스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10-09 ~ 10-09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0%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코드 리뷰 확인 사항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checkout.py 수업용 PR의 재현 가능한 오류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383280"/>
        </p:xfrm>
        <a:graphic>
          <a:graphicData uri="http://schemas.openxmlformats.org/drawingml/2006/table">
            <a:tbl>
              <a:tblPr/>
              <a:tblGrid>
                <a:gridCol w="1005840"/>
                <a:gridCol w="411480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등급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오류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최소 수정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P1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초과 쿠폰의 음수 결제액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 검사 후 반환값을 max(0, ...)으로 제한합니다.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P2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잘못된 수량과 음수 입력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price &lt; 0, quantity &lt; 1, coupon &lt; 0이면 ValueError를 발생시킵니다.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산출물 검토 기준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38328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산출물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코드 검사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사람 확인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리뷰 코멘트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파일 및 변경 줄 일치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영향과 수정 제안 타당성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Word 이력서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새 수치 및 원본 보존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경력 사실과 표현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Excel WBS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수식 및 날짜 입력 검증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일정과 담당 Role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PPT 보고서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원본 수치와 표 일치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11111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가독성과 의사결정 맥락</a:t>
                      </a:r>
                      <a:endParaRPr lang="en-US" sz="2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</a:rPr>
              <a:t>다음 작업과 승인 사항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미완료 업무의 일정 조정과 게시 전 검토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92100" indent="-292100">
              <a:buSzPct val="100000"/>
              <a:buChar char="•"/>
            </a:pPr>
            <a:r>
              <a:rPr lang="en-US" sz="2500" dirty="0">
                <a:solidFill>
                  <a:srgbClr val="111111"/>
                </a:solidFill>
              </a:rPr>
              <a:t>W04 리뷰 초안과 W05 테스트 작업의 지연 원인 확인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92100" indent="-292100">
              <a:buSzPct val="100000"/>
              <a:buChar char="•"/>
            </a:pPr>
            <a:r>
              <a:rPr lang="en-US" sz="2500" dirty="0">
                <a:solidFill>
                  <a:srgbClr val="111111"/>
                </a:solidFill>
              </a:rPr>
              <a:t>W06 사람 승인 절차와 중복 게시 방지 점검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92100" indent="-292100">
              <a:buSzPct val="100000"/>
              <a:buChar char="•"/>
            </a:pPr>
            <a:r>
              <a:rPr lang="en-US" sz="2500" dirty="0">
                <a:solidFill>
                  <a:srgbClr val="111111"/>
                </a:solidFill>
              </a:rPr>
              <a:t>W08 Excel 입력을 수정한 뒤 보고서 재생성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92100" indent="-292100">
              <a:buSzPct val="100000"/>
              <a:buChar char="•"/>
            </a:pPr>
            <a:r>
              <a:rPr lang="en-US" sz="2500" dirty="0">
                <a:solidFill>
                  <a:srgbClr val="111111"/>
                </a:solidFill>
              </a:rPr>
              <a:t>외부 게시와 배포는 담당자 확인 후 별도 진행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리뷰와 문서 자동화 도입</dc:title>
  <dc:subject>PR 리뷰와 문서 자동화 도입</dc:subject>
  <dc:creator/>
  <cp:lastModifiedBy/>
  <cp:revision>1</cp:revision>
  <dcterms:created xsi:type="dcterms:W3CDTF">2026-09-11T23:55:00Z</dcterms:created>
  <dcterms:modified xsi:type="dcterms:W3CDTF">2026-09-11T23:55:00Z</dcterms:modified>
</cp:coreProperties>
</file>