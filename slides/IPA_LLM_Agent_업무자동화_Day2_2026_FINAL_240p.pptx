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6ded0efe74ea9" /><Relationship Type="http://schemas.openxmlformats.org/officeDocument/2006/relationships/extended-properties" Target="/docProps/app.xml" Id="Rb93c5774032b4168" /><Relationship Type="http://schemas.openxmlformats.org/officeDocument/2006/relationships/officeDocument" Target="/ppt/presentation.xml" Id="R5987196f0df74d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b85149d1e45e0"/>
  </p:sldMasterIdLst>
  <p:notesMasterIdLst>
    <p:notesMasterId xmlns:r="http://schemas.openxmlformats.org/officeDocument/2006/relationships" r:id="Raa51b85ed1b64339"/>
  </p:notesMasterIdLst>
  <p:sldIdLst>
    <p:sldId xmlns:r="http://schemas.openxmlformats.org/officeDocument/2006/relationships" id="256" r:id="R36ee00d4d4444096"/>
    <p:sldId xmlns:r="http://schemas.openxmlformats.org/officeDocument/2006/relationships" id="257" r:id="R6b49090e01404315"/>
    <p:sldId xmlns:r="http://schemas.openxmlformats.org/officeDocument/2006/relationships" id="258" r:id="R0dc85bd91a054864"/>
    <p:sldId xmlns:r="http://schemas.openxmlformats.org/officeDocument/2006/relationships" id="259" r:id="R1a526a5ce41b48b6"/>
    <p:sldId xmlns:r="http://schemas.openxmlformats.org/officeDocument/2006/relationships" id="260" r:id="Rbeb2629d4d8f4e6b"/>
    <p:sldId xmlns:r="http://schemas.openxmlformats.org/officeDocument/2006/relationships" id="261" r:id="Re7c50c0e8ee34549"/>
    <p:sldId xmlns:r="http://schemas.openxmlformats.org/officeDocument/2006/relationships" id="262" r:id="Rafceea15f18d414e"/>
    <p:sldId xmlns:r="http://schemas.openxmlformats.org/officeDocument/2006/relationships" id="263" r:id="R6dd842f995954997"/>
    <p:sldId xmlns:r="http://schemas.openxmlformats.org/officeDocument/2006/relationships" id="264" r:id="R7d580057508a45c6"/>
    <p:sldId xmlns:r="http://schemas.openxmlformats.org/officeDocument/2006/relationships" id="265" r:id="Rebfffe0bee764b0a"/>
    <p:sldId xmlns:r="http://schemas.openxmlformats.org/officeDocument/2006/relationships" id="266" r:id="R21ff75762f0e422a"/>
    <p:sldId xmlns:r="http://schemas.openxmlformats.org/officeDocument/2006/relationships" id="267" r:id="R5fa8e6e284974ca6"/>
    <p:sldId xmlns:r="http://schemas.openxmlformats.org/officeDocument/2006/relationships" id="268" r:id="R3ea9becc5f2441dd"/>
    <p:sldId xmlns:r="http://schemas.openxmlformats.org/officeDocument/2006/relationships" id="269" r:id="Rc596aa13334d4819"/>
    <p:sldId xmlns:r="http://schemas.openxmlformats.org/officeDocument/2006/relationships" id="270" r:id="R8cea5f7367404a36"/>
    <p:sldId xmlns:r="http://schemas.openxmlformats.org/officeDocument/2006/relationships" id="271" r:id="R1f444946a7844f8c"/>
    <p:sldId xmlns:r="http://schemas.openxmlformats.org/officeDocument/2006/relationships" id="272" r:id="R23c8c8991b8a4b5d"/>
    <p:sldId xmlns:r="http://schemas.openxmlformats.org/officeDocument/2006/relationships" id="273" r:id="R49a4dbfae3f5498d"/>
    <p:sldId xmlns:r="http://schemas.openxmlformats.org/officeDocument/2006/relationships" id="274" r:id="Ra6329be1902e4014"/>
    <p:sldId xmlns:r="http://schemas.openxmlformats.org/officeDocument/2006/relationships" id="275" r:id="Raafa46628efb4b7b"/>
    <p:sldId xmlns:r="http://schemas.openxmlformats.org/officeDocument/2006/relationships" id="276" r:id="R695a61e2b29b4eaf"/>
    <p:sldId xmlns:r="http://schemas.openxmlformats.org/officeDocument/2006/relationships" id="277" r:id="R2668faedfb414b6c"/>
    <p:sldId xmlns:r="http://schemas.openxmlformats.org/officeDocument/2006/relationships" id="278" r:id="R391ddd3579d247ce"/>
    <p:sldId xmlns:r="http://schemas.openxmlformats.org/officeDocument/2006/relationships" id="279" r:id="R0f2832183d524a40"/>
    <p:sldId xmlns:r="http://schemas.openxmlformats.org/officeDocument/2006/relationships" id="280" r:id="Rc66c08076656462f"/>
    <p:sldId xmlns:r="http://schemas.openxmlformats.org/officeDocument/2006/relationships" id="281" r:id="R56b1e254161540bc"/>
    <p:sldId xmlns:r="http://schemas.openxmlformats.org/officeDocument/2006/relationships" id="282" r:id="R1a88960bd5be46e3"/>
    <p:sldId xmlns:r="http://schemas.openxmlformats.org/officeDocument/2006/relationships" id="283" r:id="Recb25a03ff5245a0"/>
    <p:sldId xmlns:r="http://schemas.openxmlformats.org/officeDocument/2006/relationships" id="284" r:id="Rb9dab8b0ff1e4be7"/>
    <p:sldId xmlns:r="http://schemas.openxmlformats.org/officeDocument/2006/relationships" id="285" r:id="Rf889af1fd85145f4"/>
    <p:sldId xmlns:r="http://schemas.openxmlformats.org/officeDocument/2006/relationships" id="286" r:id="R97eb0719549549a7"/>
    <p:sldId xmlns:r="http://schemas.openxmlformats.org/officeDocument/2006/relationships" id="287" r:id="R9af14d04ab764b4e"/>
    <p:sldId xmlns:r="http://schemas.openxmlformats.org/officeDocument/2006/relationships" id="288" r:id="Rd61c70bdf2fa41ea"/>
    <p:sldId xmlns:r="http://schemas.openxmlformats.org/officeDocument/2006/relationships" id="289" r:id="R127ec73dad9b4fad"/>
    <p:sldId xmlns:r="http://schemas.openxmlformats.org/officeDocument/2006/relationships" id="290" r:id="Reedf7c1651b643ff"/>
    <p:sldId xmlns:r="http://schemas.openxmlformats.org/officeDocument/2006/relationships" id="291" r:id="R8afeec5b05f045e1"/>
    <p:sldId xmlns:r="http://schemas.openxmlformats.org/officeDocument/2006/relationships" id="292" r:id="Rc2500be62ae2420f"/>
    <p:sldId xmlns:r="http://schemas.openxmlformats.org/officeDocument/2006/relationships" id="293" r:id="R1497ce1259ce4a5e"/>
    <p:sldId xmlns:r="http://schemas.openxmlformats.org/officeDocument/2006/relationships" id="294" r:id="R0dd672bc88c240d3"/>
    <p:sldId xmlns:r="http://schemas.openxmlformats.org/officeDocument/2006/relationships" id="295" r:id="R3909ac89756e4cab"/>
    <p:sldId xmlns:r="http://schemas.openxmlformats.org/officeDocument/2006/relationships" id="296" r:id="Rbef431f5d049403d"/>
    <p:sldId xmlns:r="http://schemas.openxmlformats.org/officeDocument/2006/relationships" id="297" r:id="R8f62f0fa6bb04a6e"/>
    <p:sldId xmlns:r="http://schemas.openxmlformats.org/officeDocument/2006/relationships" id="298" r:id="Re3910e43a8ef4ad5"/>
    <p:sldId xmlns:r="http://schemas.openxmlformats.org/officeDocument/2006/relationships" id="299" r:id="R36139f51bf4c45a5"/>
    <p:sldId xmlns:r="http://schemas.openxmlformats.org/officeDocument/2006/relationships" id="300" r:id="R485d15dbb3be4fb9"/>
    <p:sldId xmlns:r="http://schemas.openxmlformats.org/officeDocument/2006/relationships" id="301" r:id="R89e6c216c9044ec1"/>
    <p:sldId xmlns:r="http://schemas.openxmlformats.org/officeDocument/2006/relationships" id="302" r:id="Rfc157c4ef3da4612"/>
    <p:sldId xmlns:r="http://schemas.openxmlformats.org/officeDocument/2006/relationships" id="303" r:id="R01d328546dd849c8"/>
    <p:sldId xmlns:r="http://schemas.openxmlformats.org/officeDocument/2006/relationships" id="304" r:id="Red8f3786beaf4ff8"/>
    <p:sldId xmlns:r="http://schemas.openxmlformats.org/officeDocument/2006/relationships" id="305" r:id="Rb70d9ea20cd34524"/>
    <p:sldId xmlns:r="http://schemas.openxmlformats.org/officeDocument/2006/relationships" id="306" r:id="R355d10ad30904e54"/>
    <p:sldId xmlns:r="http://schemas.openxmlformats.org/officeDocument/2006/relationships" id="307" r:id="R2530a3eef81948b6"/>
    <p:sldId xmlns:r="http://schemas.openxmlformats.org/officeDocument/2006/relationships" id="308" r:id="Ra9aa93da53894556"/>
    <p:sldId xmlns:r="http://schemas.openxmlformats.org/officeDocument/2006/relationships" id="309" r:id="R8416e3cb20bc4c14"/>
    <p:sldId xmlns:r="http://schemas.openxmlformats.org/officeDocument/2006/relationships" id="310" r:id="R0604e94e533d4d9b"/>
    <p:sldId xmlns:r="http://schemas.openxmlformats.org/officeDocument/2006/relationships" id="311" r:id="R1ca4e5c9d2ec4647"/>
    <p:sldId xmlns:r="http://schemas.openxmlformats.org/officeDocument/2006/relationships" id="312" r:id="R7b1ae850c4b2461a"/>
    <p:sldId xmlns:r="http://schemas.openxmlformats.org/officeDocument/2006/relationships" id="313" r:id="R52a4f3060c2f4f34"/>
    <p:sldId xmlns:r="http://schemas.openxmlformats.org/officeDocument/2006/relationships" id="314" r:id="R06f3f4fa4e204903"/>
    <p:sldId xmlns:r="http://schemas.openxmlformats.org/officeDocument/2006/relationships" id="315" r:id="Rdc36a7cef42b44ae"/>
    <p:sldId xmlns:r="http://schemas.openxmlformats.org/officeDocument/2006/relationships" id="316" r:id="R987e990d40774184"/>
    <p:sldId xmlns:r="http://schemas.openxmlformats.org/officeDocument/2006/relationships" id="317" r:id="R8e91e8571a524fa5"/>
    <p:sldId xmlns:r="http://schemas.openxmlformats.org/officeDocument/2006/relationships" id="318" r:id="R2802f342ba5b4d2d"/>
    <p:sldId xmlns:r="http://schemas.openxmlformats.org/officeDocument/2006/relationships" id="319" r:id="Ra1279f0b8dd441d5"/>
    <p:sldId xmlns:r="http://schemas.openxmlformats.org/officeDocument/2006/relationships" id="320" r:id="R28cc661d8fc844f5"/>
    <p:sldId xmlns:r="http://schemas.openxmlformats.org/officeDocument/2006/relationships" id="321" r:id="R62915229c48d4025"/>
    <p:sldId xmlns:r="http://schemas.openxmlformats.org/officeDocument/2006/relationships" id="322" r:id="R691b4f8194a349ea"/>
    <p:sldId xmlns:r="http://schemas.openxmlformats.org/officeDocument/2006/relationships" id="323" r:id="R861fbe6418664856"/>
    <p:sldId xmlns:r="http://schemas.openxmlformats.org/officeDocument/2006/relationships" id="324" r:id="Ra2fa0a81d33646be"/>
    <p:sldId xmlns:r="http://schemas.openxmlformats.org/officeDocument/2006/relationships" id="325" r:id="R96642265424447c3"/>
    <p:sldId xmlns:r="http://schemas.openxmlformats.org/officeDocument/2006/relationships" id="326" r:id="R5eeba3c24ae843c2"/>
    <p:sldId xmlns:r="http://schemas.openxmlformats.org/officeDocument/2006/relationships" id="327" r:id="R00c334cd70c94b46"/>
    <p:sldId xmlns:r="http://schemas.openxmlformats.org/officeDocument/2006/relationships" id="328" r:id="R31d5f3a738464c0c"/>
    <p:sldId xmlns:r="http://schemas.openxmlformats.org/officeDocument/2006/relationships" id="329" r:id="R63f4a5f898034013"/>
    <p:sldId xmlns:r="http://schemas.openxmlformats.org/officeDocument/2006/relationships" id="330" r:id="R0aea72f9217e45bd"/>
    <p:sldId xmlns:r="http://schemas.openxmlformats.org/officeDocument/2006/relationships" id="331" r:id="Rdfcb02aa3bd549b2"/>
    <p:sldId xmlns:r="http://schemas.openxmlformats.org/officeDocument/2006/relationships" id="332" r:id="R1b5b879e8ad84514"/>
    <p:sldId xmlns:r="http://schemas.openxmlformats.org/officeDocument/2006/relationships" id="333" r:id="Ra4e7406becf4416c"/>
    <p:sldId xmlns:r="http://schemas.openxmlformats.org/officeDocument/2006/relationships" id="334" r:id="Rc47fb16f0e5541ac"/>
    <p:sldId xmlns:r="http://schemas.openxmlformats.org/officeDocument/2006/relationships" id="335" r:id="R2e48a6e865ef41c8"/>
    <p:sldId xmlns:r="http://schemas.openxmlformats.org/officeDocument/2006/relationships" id="336" r:id="Rf5563742b7df432f"/>
    <p:sldId xmlns:r="http://schemas.openxmlformats.org/officeDocument/2006/relationships" id="337" r:id="R5042b61a69ec4594"/>
    <p:sldId xmlns:r="http://schemas.openxmlformats.org/officeDocument/2006/relationships" id="338" r:id="R3ca0ef6f73434632"/>
    <p:sldId xmlns:r="http://schemas.openxmlformats.org/officeDocument/2006/relationships" id="339" r:id="R31c165aa1f5d4953"/>
    <p:sldId xmlns:r="http://schemas.openxmlformats.org/officeDocument/2006/relationships" id="340" r:id="R1c8d7e3dde65458c"/>
    <p:sldId xmlns:r="http://schemas.openxmlformats.org/officeDocument/2006/relationships" id="341" r:id="R827b8f2e3796477d"/>
    <p:sldId xmlns:r="http://schemas.openxmlformats.org/officeDocument/2006/relationships" id="342" r:id="R4fb4ad81adc0409e"/>
    <p:sldId xmlns:r="http://schemas.openxmlformats.org/officeDocument/2006/relationships" id="343" r:id="Rf49e0aec31d340f9"/>
    <p:sldId xmlns:r="http://schemas.openxmlformats.org/officeDocument/2006/relationships" id="344" r:id="R7dfbee6fbce548e3"/>
    <p:sldId xmlns:r="http://schemas.openxmlformats.org/officeDocument/2006/relationships" id="345" r:id="R4d79b851aafd4143"/>
    <p:sldId xmlns:r="http://schemas.openxmlformats.org/officeDocument/2006/relationships" id="346" r:id="R29148e603e66451e"/>
    <p:sldId xmlns:r="http://schemas.openxmlformats.org/officeDocument/2006/relationships" id="347" r:id="Rd029c26f7f834399"/>
    <p:sldId xmlns:r="http://schemas.openxmlformats.org/officeDocument/2006/relationships" id="348" r:id="R66c68b9986fd4451"/>
    <p:sldId xmlns:r="http://schemas.openxmlformats.org/officeDocument/2006/relationships" id="349" r:id="R6de325df6a9a43b1"/>
    <p:sldId xmlns:r="http://schemas.openxmlformats.org/officeDocument/2006/relationships" id="350" r:id="Rf5b9372bb7e84627"/>
    <p:sldId xmlns:r="http://schemas.openxmlformats.org/officeDocument/2006/relationships" id="351" r:id="R3870d1fe6a81436e"/>
    <p:sldId xmlns:r="http://schemas.openxmlformats.org/officeDocument/2006/relationships" id="352" r:id="R8b16d6c3305e499c"/>
    <p:sldId xmlns:r="http://schemas.openxmlformats.org/officeDocument/2006/relationships" id="353" r:id="Re91ef14f010546e9"/>
    <p:sldId xmlns:r="http://schemas.openxmlformats.org/officeDocument/2006/relationships" id="354" r:id="Rcaec8bb6621b4b29"/>
    <p:sldId xmlns:r="http://schemas.openxmlformats.org/officeDocument/2006/relationships" id="355" r:id="Rad2a87a9437640c0"/>
    <p:sldId xmlns:r="http://schemas.openxmlformats.org/officeDocument/2006/relationships" id="356" r:id="R2e390cb2e2174323"/>
    <p:sldId xmlns:r="http://schemas.openxmlformats.org/officeDocument/2006/relationships" id="357" r:id="Re7e756818e5a44ab"/>
    <p:sldId xmlns:r="http://schemas.openxmlformats.org/officeDocument/2006/relationships" id="358" r:id="R28af629544ae487b"/>
    <p:sldId xmlns:r="http://schemas.openxmlformats.org/officeDocument/2006/relationships" id="359" r:id="Rba1ba4b46ff943e6"/>
    <p:sldId xmlns:r="http://schemas.openxmlformats.org/officeDocument/2006/relationships" id="360" r:id="R9624db6f68454fec"/>
    <p:sldId xmlns:r="http://schemas.openxmlformats.org/officeDocument/2006/relationships" id="361" r:id="R09084914d057494d"/>
    <p:sldId xmlns:r="http://schemas.openxmlformats.org/officeDocument/2006/relationships" id="362" r:id="R1d6c790a88734036"/>
    <p:sldId xmlns:r="http://schemas.openxmlformats.org/officeDocument/2006/relationships" id="363" r:id="R8c5043cfb298423c"/>
    <p:sldId xmlns:r="http://schemas.openxmlformats.org/officeDocument/2006/relationships" id="364" r:id="R03ba7c86f61649ce"/>
    <p:sldId xmlns:r="http://schemas.openxmlformats.org/officeDocument/2006/relationships" id="365" r:id="Rb5143934873d45c3"/>
    <p:sldId xmlns:r="http://schemas.openxmlformats.org/officeDocument/2006/relationships" id="366" r:id="R0c420d158006439d"/>
    <p:sldId xmlns:r="http://schemas.openxmlformats.org/officeDocument/2006/relationships" id="367" r:id="R288ab0a1aac7490d"/>
    <p:sldId xmlns:r="http://schemas.openxmlformats.org/officeDocument/2006/relationships" id="368" r:id="Rd128f2a71d994708"/>
    <p:sldId xmlns:r="http://schemas.openxmlformats.org/officeDocument/2006/relationships" id="369" r:id="R38e6b4e1452d42a0"/>
    <p:sldId xmlns:r="http://schemas.openxmlformats.org/officeDocument/2006/relationships" id="370" r:id="Rd5d3cfcdcea74b76"/>
    <p:sldId xmlns:r="http://schemas.openxmlformats.org/officeDocument/2006/relationships" id="371" r:id="R344786d3a2de4339"/>
    <p:sldId xmlns:r="http://schemas.openxmlformats.org/officeDocument/2006/relationships" id="372" r:id="Rc44d32ef2f7d40b0"/>
    <p:sldId xmlns:r="http://schemas.openxmlformats.org/officeDocument/2006/relationships" id="373" r:id="R87949639f2424443"/>
    <p:sldId xmlns:r="http://schemas.openxmlformats.org/officeDocument/2006/relationships" id="374" r:id="R46c26c4b7f3344df"/>
    <p:sldId xmlns:r="http://schemas.openxmlformats.org/officeDocument/2006/relationships" id="375" r:id="R7450471876734190"/>
    <p:sldId xmlns:r="http://schemas.openxmlformats.org/officeDocument/2006/relationships" id="376" r:id="R0b7dbe3bddb54a2f"/>
    <p:sldId xmlns:r="http://schemas.openxmlformats.org/officeDocument/2006/relationships" id="377" r:id="Rc780762373894913"/>
    <p:sldId xmlns:r="http://schemas.openxmlformats.org/officeDocument/2006/relationships" id="378" r:id="R7ca4e2d587134e98"/>
    <p:sldId xmlns:r="http://schemas.openxmlformats.org/officeDocument/2006/relationships" id="379" r:id="Re6939fe769f746d9"/>
    <p:sldId xmlns:r="http://schemas.openxmlformats.org/officeDocument/2006/relationships" id="380" r:id="R9d9c65bef5494bdd"/>
    <p:sldId xmlns:r="http://schemas.openxmlformats.org/officeDocument/2006/relationships" id="381" r:id="Reb28845d72244fbb"/>
    <p:sldId xmlns:r="http://schemas.openxmlformats.org/officeDocument/2006/relationships" id="382" r:id="Rb4e3c9b23bd34519"/>
    <p:sldId xmlns:r="http://schemas.openxmlformats.org/officeDocument/2006/relationships" id="383" r:id="R8bb4e47eecd44842"/>
    <p:sldId xmlns:r="http://schemas.openxmlformats.org/officeDocument/2006/relationships" id="384" r:id="R88ff7cbfed22414e"/>
    <p:sldId xmlns:r="http://schemas.openxmlformats.org/officeDocument/2006/relationships" id="385" r:id="Rde595c5a868740dd"/>
    <p:sldId xmlns:r="http://schemas.openxmlformats.org/officeDocument/2006/relationships" id="386" r:id="R93adb70bfb044031"/>
    <p:sldId xmlns:r="http://schemas.openxmlformats.org/officeDocument/2006/relationships" id="387" r:id="R9977e638518b494a"/>
    <p:sldId xmlns:r="http://schemas.openxmlformats.org/officeDocument/2006/relationships" id="388" r:id="R6ff2154f6dc3421c"/>
    <p:sldId xmlns:r="http://schemas.openxmlformats.org/officeDocument/2006/relationships" id="389" r:id="R97d2b4c56a8944e9"/>
    <p:sldId xmlns:r="http://schemas.openxmlformats.org/officeDocument/2006/relationships" id="390" r:id="Rf71c8bbe12494e46"/>
    <p:sldId xmlns:r="http://schemas.openxmlformats.org/officeDocument/2006/relationships" id="391" r:id="Ra5c4c36b980f45c8"/>
    <p:sldId xmlns:r="http://schemas.openxmlformats.org/officeDocument/2006/relationships" id="392" r:id="Rd3199377625144ac"/>
    <p:sldId xmlns:r="http://schemas.openxmlformats.org/officeDocument/2006/relationships" id="393" r:id="Rf114370531cd4b5d"/>
    <p:sldId xmlns:r="http://schemas.openxmlformats.org/officeDocument/2006/relationships" id="394" r:id="R83cfc4da6d204fae"/>
    <p:sldId xmlns:r="http://schemas.openxmlformats.org/officeDocument/2006/relationships" id="395" r:id="Rd917ffc8115149de"/>
    <p:sldId xmlns:r="http://schemas.openxmlformats.org/officeDocument/2006/relationships" id="396" r:id="Rd25d023e6791460d"/>
    <p:sldId xmlns:r="http://schemas.openxmlformats.org/officeDocument/2006/relationships" id="397" r:id="R9b02285c06114aaf"/>
    <p:sldId xmlns:r="http://schemas.openxmlformats.org/officeDocument/2006/relationships" id="398" r:id="Ref3e22281d144b9d"/>
    <p:sldId xmlns:r="http://schemas.openxmlformats.org/officeDocument/2006/relationships" id="399" r:id="R0e06bb4a75a948f7"/>
    <p:sldId xmlns:r="http://schemas.openxmlformats.org/officeDocument/2006/relationships" id="400" r:id="Rca07096e8a694cd0"/>
    <p:sldId xmlns:r="http://schemas.openxmlformats.org/officeDocument/2006/relationships" id="401" r:id="Rf0bc4c79accc4d52"/>
    <p:sldId xmlns:r="http://schemas.openxmlformats.org/officeDocument/2006/relationships" id="402" r:id="Ra451fe6b26774157"/>
    <p:sldId xmlns:r="http://schemas.openxmlformats.org/officeDocument/2006/relationships" id="403" r:id="R1a1dda0d25114b93"/>
    <p:sldId xmlns:r="http://schemas.openxmlformats.org/officeDocument/2006/relationships" id="404" r:id="R21cdf0b94b2444a3"/>
    <p:sldId xmlns:r="http://schemas.openxmlformats.org/officeDocument/2006/relationships" id="405" r:id="Re924e58fdb884a5c"/>
    <p:sldId xmlns:r="http://schemas.openxmlformats.org/officeDocument/2006/relationships" id="406" r:id="R3fff2a94737940dd"/>
    <p:sldId xmlns:r="http://schemas.openxmlformats.org/officeDocument/2006/relationships" id="407" r:id="R0571f0f684474d5a"/>
    <p:sldId xmlns:r="http://schemas.openxmlformats.org/officeDocument/2006/relationships" id="408" r:id="R0e15bc6472364c57"/>
    <p:sldId xmlns:r="http://schemas.openxmlformats.org/officeDocument/2006/relationships" id="409" r:id="R247b51d7d262419a"/>
    <p:sldId xmlns:r="http://schemas.openxmlformats.org/officeDocument/2006/relationships" id="410" r:id="Red4c4ecb458d4164"/>
    <p:sldId xmlns:r="http://schemas.openxmlformats.org/officeDocument/2006/relationships" id="411" r:id="Re869b53b3f094a4d"/>
    <p:sldId xmlns:r="http://schemas.openxmlformats.org/officeDocument/2006/relationships" id="412" r:id="R017dc637a3564e76"/>
    <p:sldId xmlns:r="http://schemas.openxmlformats.org/officeDocument/2006/relationships" id="413" r:id="Rbac464f71069490f"/>
    <p:sldId xmlns:r="http://schemas.openxmlformats.org/officeDocument/2006/relationships" id="414" r:id="R2f88eb15f1464481"/>
    <p:sldId xmlns:r="http://schemas.openxmlformats.org/officeDocument/2006/relationships" id="415" r:id="R73d996988f5a4e4d"/>
    <p:sldId xmlns:r="http://schemas.openxmlformats.org/officeDocument/2006/relationships" id="416" r:id="R2237586ab0394aba"/>
    <p:sldId xmlns:r="http://schemas.openxmlformats.org/officeDocument/2006/relationships" id="417" r:id="R544b3565bfe046ef"/>
    <p:sldId xmlns:r="http://schemas.openxmlformats.org/officeDocument/2006/relationships" id="418" r:id="R3b5f880f0a3341af"/>
    <p:sldId xmlns:r="http://schemas.openxmlformats.org/officeDocument/2006/relationships" id="419" r:id="R08f832cf1de04642"/>
    <p:sldId xmlns:r="http://schemas.openxmlformats.org/officeDocument/2006/relationships" id="420" r:id="R070e10854d724e3c"/>
    <p:sldId xmlns:r="http://schemas.openxmlformats.org/officeDocument/2006/relationships" id="421" r:id="R64a2f50973434f6c"/>
    <p:sldId xmlns:r="http://schemas.openxmlformats.org/officeDocument/2006/relationships" id="422" r:id="R766f7b5c56d04483"/>
    <p:sldId xmlns:r="http://schemas.openxmlformats.org/officeDocument/2006/relationships" id="423" r:id="Rdd888a7d51e840ef"/>
    <p:sldId xmlns:r="http://schemas.openxmlformats.org/officeDocument/2006/relationships" id="424" r:id="Rf0b6ee4add3546e6"/>
    <p:sldId xmlns:r="http://schemas.openxmlformats.org/officeDocument/2006/relationships" id="425" r:id="R7f9969ad3fe5499b"/>
    <p:sldId xmlns:r="http://schemas.openxmlformats.org/officeDocument/2006/relationships" id="426" r:id="R38f139a8bd964e20"/>
    <p:sldId xmlns:r="http://schemas.openxmlformats.org/officeDocument/2006/relationships" id="427" r:id="R3d1008134ef747a2"/>
    <p:sldId xmlns:r="http://schemas.openxmlformats.org/officeDocument/2006/relationships" id="428" r:id="Rcd9a6d4de9c54247"/>
    <p:sldId xmlns:r="http://schemas.openxmlformats.org/officeDocument/2006/relationships" id="429" r:id="Rcb47bf4cf2814526"/>
    <p:sldId xmlns:r="http://schemas.openxmlformats.org/officeDocument/2006/relationships" id="430" r:id="R25fdf2cfd3f24763"/>
    <p:sldId xmlns:r="http://schemas.openxmlformats.org/officeDocument/2006/relationships" id="431" r:id="Rd6fae31ab2ff4545"/>
    <p:sldId xmlns:r="http://schemas.openxmlformats.org/officeDocument/2006/relationships" id="432" r:id="R33dbc845b6584f0b"/>
    <p:sldId xmlns:r="http://schemas.openxmlformats.org/officeDocument/2006/relationships" id="433" r:id="Rba0e5aa136bc4153"/>
    <p:sldId xmlns:r="http://schemas.openxmlformats.org/officeDocument/2006/relationships" id="434" r:id="R9f635b7c88fa45ac"/>
    <p:sldId xmlns:r="http://schemas.openxmlformats.org/officeDocument/2006/relationships" id="435" r:id="R695199dc2c3945c3"/>
    <p:sldId xmlns:r="http://schemas.openxmlformats.org/officeDocument/2006/relationships" id="436" r:id="Rb14f0adae28d481d"/>
    <p:sldId xmlns:r="http://schemas.openxmlformats.org/officeDocument/2006/relationships" id="437" r:id="R41fa280b31cb469a"/>
    <p:sldId xmlns:r="http://schemas.openxmlformats.org/officeDocument/2006/relationships" id="438" r:id="R933212da0e9740b3"/>
    <p:sldId xmlns:r="http://schemas.openxmlformats.org/officeDocument/2006/relationships" id="439" r:id="Rd05d51e26ca14e48"/>
    <p:sldId xmlns:r="http://schemas.openxmlformats.org/officeDocument/2006/relationships" id="440" r:id="Rb2adb1278d6542d8"/>
    <p:sldId xmlns:r="http://schemas.openxmlformats.org/officeDocument/2006/relationships" id="441" r:id="R934f3d4fc2894a73"/>
    <p:sldId xmlns:r="http://schemas.openxmlformats.org/officeDocument/2006/relationships" id="442" r:id="R02cbaa2417a54fa1"/>
    <p:sldId xmlns:r="http://schemas.openxmlformats.org/officeDocument/2006/relationships" id="443" r:id="Rb55603de6eb14e86"/>
    <p:sldId xmlns:r="http://schemas.openxmlformats.org/officeDocument/2006/relationships" id="444" r:id="R6db0e8f7755849d0"/>
    <p:sldId xmlns:r="http://schemas.openxmlformats.org/officeDocument/2006/relationships" id="445" r:id="R157c60e640324582"/>
    <p:sldId xmlns:r="http://schemas.openxmlformats.org/officeDocument/2006/relationships" id="446" r:id="R33666b9756a540f7"/>
    <p:sldId xmlns:r="http://schemas.openxmlformats.org/officeDocument/2006/relationships" id="447" r:id="R4bc7e60393084f7f"/>
    <p:sldId xmlns:r="http://schemas.openxmlformats.org/officeDocument/2006/relationships" id="448" r:id="R1eaf62b6213c4b78"/>
    <p:sldId xmlns:r="http://schemas.openxmlformats.org/officeDocument/2006/relationships" id="449" r:id="R07f595de5a0a4a2a"/>
    <p:sldId xmlns:r="http://schemas.openxmlformats.org/officeDocument/2006/relationships" id="450" r:id="R274e0597e72b4186"/>
    <p:sldId xmlns:r="http://schemas.openxmlformats.org/officeDocument/2006/relationships" id="451" r:id="R12cbca85daa24bde"/>
    <p:sldId xmlns:r="http://schemas.openxmlformats.org/officeDocument/2006/relationships" id="452" r:id="Rab3be5dae174464e"/>
    <p:sldId xmlns:r="http://schemas.openxmlformats.org/officeDocument/2006/relationships" id="453" r:id="R5e699bd09ff848c3"/>
    <p:sldId xmlns:r="http://schemas.openxmlformats.org/officeDocument/2006/relationships" id="454" r:id="R8932fde7528b4c08"/>
    <p:sldId xmlns:r="http://schemas.openxmlformats.org/officeDocument/2006/relationships" id="455" r:id="Rdffa303bd8df4a08"/>
    <p:sldId xmlns:r="http://schemas.openxmlformats.org/officeDocument/2006/relationships" id="456" r:id="R665452435cb74450"/>
    <p:sldId xmlns:r="http://schemas.openxmlformats.org/officeDocument/2006/relationships" id="457" r:id="R6e2a2c903b2148e3"/>
    <p:sldId xmlns:r="http://schemas.openxmlformats.org/officeDocument/2006/relationships" id="458" r:id="R70816cce29fb415c"/>
    <p:sldId xmlns:r="http://schemas.openxmlformats.org/officeDocument/2006/relationships" id="459" r:id="R987eda2555804a27"/>
    <p:sldId xmlns:r="http://schemas.openxmlformats.org/officeDocument/2006/relationships" id="460" r:id="Rc9ed6a2704d54fb4"/>
    <p:sldId xmlns:r="http://schemas.openxmlformats.org/officeDocument/2006/relationships" id="461" r:id="Ra359015bd0904ce3"/>
    <p:sldId xmlns:r="http://schemas.openxmlformats.org/officeDocument/2006/relationships" id="462" r:id="R967a023dc85d4eb8"/>
    <p:sldId xmlns:r="http://schemas.openxmlformats.org/officeDocument/2006/relationships" id="463" r:id="R365f92e25a2a4bc7"/>
    <p:sldId xmlns:r="http://schemas.openxmlformats.org/officeDocument/2006/relationships" id="464" r:id="Rc21d16795f5546db"/>
    <p:sldId xmlns:r="http://schemas.openxmlformats.org/officeDocument/2006/relationships" id="465" r:id="R9a817e50edee48dd"/>
    <p:sldId xmlns:r="http://schemas.openxmlformats.org/officeDocument/2006/relationships" id="466" r:id="R4a736168ed22471c"/>
    <p:sldId xmlns:r="http://schemas.openxmlformats.org/officeDocument/2006/relationships" id="467" r:id="Re94cbba2af7043fe"/>
    <p:sldId xmlns:r="http://schemas.openxmlformats.org/officeDocument/2006/relationships" id="468" r:id="R8923e97c9fc7457b"/>
    <p:sldId xmlns:r="http://schemas.openxmlformats.org/officeDocument/2006/relationships" id="469" r:id="R5c98edb8e85440eb"/>
    <p:sldId xmlns:r="http://schemas.openxmlformats.org/officeDocument/2006/relationships" id="470" r:id="Rb81787f8b958469a"/>
    <p:sldId xmlns:r="http://schemas.openxmlformats.org/officeDocument/2006/relationships" id="471" r:id="R75a852644c6d4baa"/>
    <p:sldId xmlns:r="http://schemas.openxmlformats.org/officeDocument/2006/relationships" id="472" r:id="Rb8e0857897a74f49"/>
    <p:sldId xmlns:r="http://schemas.openxmlformats.org/officeDocument/2006/relationships" id="473" r:id="R68b916adb1824219"/>
    <p:sldId xmlns:r="http://schemas.openxmlformats.org/officeDocument/2006/relationships" id="474" r:id="R2f7da4291f774ce0"/>
    <p:sldId xmlns:r="http://schemas.openxmlformats.org/officeDocument/2006/relationships" id="475" r:id="Rd29b8d8199b84d04"/>
    <p:sldId xmlns:r="http://schemas.openxmlformats.org/officeDocument/2006/relationships" id="476" r:id="R46b4f3cf0589470d"/>
    <p:sldId xmlns:r="http://schemas.openxmlformats.org/officeDocument/2006/relationships" id="477" r:id="R1e30ca92f58446b8"/>
    <p:sldId xmlns:r="http://schemas.openxmlformats.org/officeDocument/2006/relationships" id="478" r:id="R382404eef6de4c0c"/>
    <p:sldId xmlns:r="http://schemas.openxmlformats.org/officeDocument/2006/relationships" id="479" r:id="R006ee23e977c4fb7"/>
    <p:sldId xmlns:r="http://schemas.openxmlformats.org/officeDocument/2006/relationships" id="480" r:id="R143f2f3745324e97"/>
    <p:sldId xmlns:r="http://schemas.openxmlformats.org/officeDocument/2006/relationships" id="481" r:id="Rba651a8de3b8425b"/>
    <p:sldId xmlns:r="http://schemas.openxmlformats.org/officeDocument/2006/relationships" id="482" r:id="R5edb3e1d2a934cac"/>
    <p:sldId xmlns:r="http://schemas.openxmlformats.org/officeDocument/2006/relationships" id="483" r:id="Rb2e0d341fb964938"/>
    <p:sldId xmlns:r="http://schemas.openxmlformats.org/officeDocument/2006/relationships" id="484" r:id="R41b8f0a5624c4cf2"/>
    <p:sldId xmlns:r="http://schemas.openxmlformats.org/officeDocument/2006/relationships" id="485" r:id="R8dfe6b91341043ff"/>
    <p:sldId xmlns:r="http://schemas.openxmlformats.org/officeDocument/2006/relationships" id="486" r:id="R90b7a57f638a4005"/>
    <p:sldId xmlns:r="http://schemas.openxmlformats.org/officeDocument/2006/relationships" id="487" r:id="R84aa7ffd14674cbf"/>
    <p:sldId xmlns:r="http://schemas.openxmlformats.org/officeDocument/2006/relationships" id="488" r:id="Rc2d4df7e123c4791"/>
    <p:sldId xmlns:r="http://schemas.openxmlformats.org/officeDocument/2006/relationships" id="489" r:id="R717096d4177b44da"/>
    <p:sldId xmlns:r="http://schemas.openxmlformats.org/officeDocument/2006/relationships" id="490" r:id="Rd8d7980fd29943d9"/>
    <p:sldId xmlns:r="http://schemas.openxmlformats.org/officeDocument/2006/relationships" id="491" r:id="Re681212ccee54aca"/>
    <p:sldId xmlns:r="http://schemas.openxmlformats.org/officeDocument/2006/relationships" id="492" r:id="R579e497a9f994be3"/>
    <p:sldId xmlns:r="http://schemas.openxmlformats.org/officeDocument/2006/relationships" id="493" r:id="R18751270c2614f68"/>
    <p:sldId xmlns:r="http://schemas.openxmlformats.org/officeDocument/2006/relationships" id="494" r:id="Rbaa78cca5af84319"/>
    <p:sldId xmlns:r="http://schemas.openxmlformats.org/officeDocument/2006/relationships" id="495" r:id="R19df28b8606e44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aee8fba4034de2" /><Relationship Type="http://schemas.openxmlformats.org/officeDocument/2006/relationships/slideMaster" Target="/ppt/slideMasters/slideMaster1.xml" Id="R1ceb85149d1e45e0" /><Relationship Type="http://schemas.openxmlformats.org/officeDocument/2006/relationships/notesMaster" Target="/ppt/notesMasters/notesMaster1.xml" Id="Raa51b85ed1b64339" /><Relationship Type="http://schemas.openxmlformats.org/officeDocument/2006/relationships/presProps" Target="/ppt/presProps.xml" Id="R83dd2086d72a4a6b" /><Relationship Type="http://schemas.openxmlformats.org/officeDocument/2006/relationships/tableStyles" Target="/ppt/tableStyles.xml" Id="R9d79aced60104c09" /><Relationship Type="http://schemas.openxmlformats.org/officeDocument/2006/relationships/slide" Target="/ppt/slides/slide1.xml" Id="R36ee00d4d4444096" /><Relationship Type="http://schemas.openxmlformats.org/officeDocument/2006/relationships/slide" Target="/ppt/slides/slide2.xml" Id="R6b49090e01404315" /><Relationship Type="http://schemas.openxmlformats.org/officeDocument/2006/relationships/slide" Target="/ppt/slides/slide3.xml" Id="R0dc85bd91a054864" /><Relationship Type="http://schemas.openxmlformats.org/officeDocument/2006/relationships/slide" Target="/ppt/slides/slide4.xml" Id="R1a526a5ce41b48b6" /><Relationship Type="http://schemas.openxmlformats.org/officeDocument/2006/relationships/slide" Target="/ppt/slides/slide5.xml" Id="Rbeb2629d4d8f4e6b" /><Relationship Type="http://schemas.openxmlformats.org/officeDocument/2006/relationships/slide" Target="/ppt/slides/slide6.xml" Id="Re7c50c0e8ee34549" /><Relationship Type="http://schemas.openxmlformats.org/officeDocument/2006/relationships/slide" Target="/ppt/slides/slide7.xml" Id="Rafceea15f18d414e" /><Relationship Type="http://schemas.openxmlformats.org/officeDocument/2006/relationships/slide" Target="/ppt/slides/slide8.xml" Id="R6dd842f995954997" /><Relationship Type="http://schemas.openxmlformats.org/officeDocument/2006/relationships/slide" Target="/ppt/slides/slide9.xml" Id="R7d580057508a45c6" /><Relationship Type="http://schemas.openxmlformats.org/officeDocument/2006/relationships/slide" Target="/ppt/slides/slide10.xml" Id="Rebfffe0bee764b0a" /><Relationship Type="http://schemas.openxmlformats.org/officeDocument/2006/relationships/slide" Target="/ppt/slides/slide11.xml" Id="R21ff75762f0e422a" /><Relationship Type="http://schemas.openxmlformats.org/officeDocument/2006/relationships/slide" Target="/ppt/slides/slide12.xml" Id="R5fa8e6e284974ca6" /><Relationship Type="http://schemas.openxmlformats.org/officeDocument/2006/relationships/slide" Target="/ppt/slides/slide13.xml" Id="R3ea9becc5f2441dd" /><Relationship Type="http://schemas.openxmlformats.org/officeDocument/2006/relationships/slide" Target="/ppt/slides/slide14.xml" Id="Rc596aa13334d4819" /><Relationship Type="http://schemas.openxmlformats.org/officeDocument/2006/relationships/slide" Target="/ppt/slides/slide15.xml" Id="R8cea5f7367404a36" /><Relationship Type="http://schemas.openxmlformats.org/officeDocument/2006/relationships/slide" Target="/ppt/slides/slide16.xml" Id="R1f444946a7844f8c" /><Relationship Type="http://schemas.openxmlformats.org/officeDocument/2006/relationships/slide" Target="/ppt/slides/slide17.xml" Id="R23c8c8991b8a4b5d" /><Relationship Type="http://schemas.openxmlformats.org/officeDocument/2006/relationships/slide" Target="/ppt/slides/slide18.xml" Id="R49a4dbfae3f5498d" /><Relationship Type="http://schemas.openxmlformats.org/officeDocument/2006/relationships/slide" Target="/ppt/slides/slide19.xml" Id="Ra6329be1902e4014" /><Relationship Type="http://schemas.openxmlformats.org/officeDocument/2006/relationships/slide" Target="/ppt/slides/slide20.xml" Id="Raafa46628efb4b7b" /><Relationship Type="http://schemas.openxmlformats.org/officeDocument/2006/relationships/slide" Target="/ppt/slides/slide21.xml" Id="R695a61e2b29b4eaf" /><Relationship Type="http://schemas.openxmlformats.org/officeDocument/2006/relationships/slide" Target="/ppt/slides/slide22.xml" Id="R2668faedfb414b6c" /><Relationship Type="http://schemas.openxmlformats.org/officeDocument/2006/relationships/slide" Target="/ppt/slides/slide23.xml" Id="R391ddd3579d247ce" /><Relationship Type="http://schemas.openxmlformats.org/officeDocument/2006/relationships/slide" Target="/ppt/slides/slide24.xml" Id="R0f2832183d524a40" /><Relationship Type="http://schemas.openxmlformats.org/officeDocument/2006/relationships/slide" Target="/ppt/slides/slide25.xml" Id="Rc66c08076656462f" /><Relationship Type="http://schemas.openxmlformats.org/officeDocument/2006/relationships/slide" Target="/ppt/slides/slide26.xml" Id="R56b1e254161540bc" /><Relationship Type="http://schemas.openxmlformats.org/officeDocument/2006/relationships/slide" Target="/ppt/slides/slide27.xml" Id="R1a88960bd5be46e3" /><Relationship Type="http://schemas.openxmlformats.org/officeDocument/2006/relationships/slide" Target="/ppt/slides/slide28.xml" Id="Recb25a03ff5245a0" /><Relationship Type="http://schemas.openxmlformats.org/officeDocument/2006/relationships/slide" Target="/ppt/slides/slide29.xml" Id="Rb9dab8b0ff1e4be7" /><Relationship Type="http://schemas.openxmlformats.org/officeDocument/2006/relationships/slide" Target="/ppt/slides/slide30.xml" Id="Rf889af1fd85145f4" /><Relationship Type="http://schemas.openxmlformats.org/officeDocument/2006/relationships/slide" Target="/ppt/slides/slide31.xml" Id="R97eb0719549549a7" /><Relationship Type="http://schemas.openxmlformats.org/officeDocument/2006/relationships/slide" Target="/ppt/slides/slide32.xml" Id="R9af14d04ab764b4e" /><Relationship Type="http://schemas.openxmlformats.org/officeDocument/2006/relationships/slide" Target="/ppt/slides/slide33.xml" Id="Rd61c70bdf2fa41ea" /><Relationship Type="http://schemas.openxmlformats.org/officeDocument/2006/relationships/slide" Target="/ppt/slides/slide34.xml" Id="R127ec73dad9b4fad" /><Relationship Type="http://schemas.openxmlformats.org/officeDocument/2006/relationships/slide" Target="/ppt/slides/slide35.xml" Id="Reedf7c1651b643ff" /><Relationship Type="http://schemas.openxmlformats.org/officeDocument/2006/relationships/slide" Target="/ppt/slides/slide36.xml" Id="R8afeec5b05f045e1" /><Relationship Type="http://schemas.openxmlformats.org/officeDocument/2006/relationships/slide" Target="/ppt/slides/slide37.xml" Id="Rc2500be62ae2420f" /><Relationship Type="http://schemas.openxmlformats.org/officeDocument/2006/relationships/slide" Target="/ppt/slides/slide38.xml" Id="R1497ce1259ce4a5e" /><Relationship Type="http://schemas.openxmlformats.org/officeDocument/2006/relationships/slide" Target="/ppt/slides/slide39.xml" Id="R0dd672bc88c240d3" /><Relationship Type="http://schemas.openxmlformats.org/officeDocument/2006/relationships/slide" Target="/ppt/slides/slide40.xml" Id="R3909ac89756e4cab" /><Relationship Type="http://schemas.openxmlformats.org/officeDocument/2006/relationships/slide" Target="/ppt/slides/slide41.xml" Id="Rbef431f5d049403d" /><Relationship Type="http://schemas.openxmlformats.org/officeDocument/2006/relationships/slide" Target="/ppt/slides/slide42.xml" Id="R8f62f0fa6bb04a6e" /><Relationship Type="http://schemas.openxmlformats.org/officeDocument/2006/relationships/slide" Target="/ppt/slides/slide43.xml" Id="Re3910e43a8ef4ad5" /><Relationship Type="http://schemas.openxmlformats.org/officeDocument/2006/relationships/slide" Target="/ppt/slides/slide44.xml" Id="R36139f51bf4c45a5" /><Relationship Type="http://schemas.openxmlformats.org/officeDocument/2006/relationships/slide" Target="/ppt/slides/slide45.xml" Id="R485d15dbb3be4fb9" /><Relationship Type="http://schemas.openxmlformats.org/officeDocument/2006/relationships/slide" Target="/ppt/slides/slide46.xml" Id="R89e6c216c9044ec1" /><Relationship Type="http://schemas.openxmlformats.org/officeDocument/2006/relationships/slide" Target="/ppt/slides/slide47.xml" Id="Rfc157c4ef3da4612" /><Relationship Type="http://schemas.openxmlformats.org/officeDocument/2006/relationships/slide" Target="/ppt/slides/slide48.xml" Id="R01d328546dd849c8" /><Relationship Type="http://schemas.openxmlformats.org/officeDocument/2006/relationships/slide" Target="/ppt/slides/slide49.xml" Id="Red8f3786beaf4ff8" /><Relationship Type="http://schemas.openxmlformats.org/officeDocument/2006/relationships/slide" Target="/ppt/slides/slide50.xml" Id="Rb70d9ea20cd34524" /><Relationship Type="http://schemas.openxmlformats.org/officeDocument/2006/relationships/slide" Target="/ppt/slides/slide51.xml" Id="R355d10ad30904e54" /><Relationship Type="http://schemas.openxmlformats.org/officeDocument/2006/relationships/slide" Target="/ppt/slides/slide52.xml" Id="R2530a3eef81948b6" /><Relationship Type="http://schemas.openxmlformats.org/officeDocument/2006/relationships/slide" Target="/ppt/slides/slide53.xml" Id="Ra9aa93da53894556" /><Relationship Type="http://schemas.openxmlformats.org/officeDocument/2006/relationships/slide" Target="/ppt/slides/slide54.xml" Id="R8416e3cb20bc4c14" /><Relationship Type="http://schemas.openxmlformats.org/officeDocument/2006/relationships/slide" Target="/ppt/slides/slide55.xml" Id="R0604e94e533d4d9b" /><Relationship Type="http://schemas.openxmlformats.org/officeDocument/2006/relationships/slide" Target="/ppt/slides/slide56.xml" Id="R1ca4e5c9d2ec4647" /><Relationship Type="http://schemas.openxmlformats.org/officeDocument/2006/relationships/slide" Target="/ppt/slides/slide57.xml" Id="R7b1ae850c4b2461a" /><Relationship Type="http://schemas.openxmlformats.org/officeDocument/2006/relationships/slide" Target="/ppt/slides/slide58.xml" Id="R52a4f3060c2f4f34" /><Relationship Type="http://schemas.openxmlformats.org/officeDocument/2006/relationships/slide" Target="/ppt/slides/slide59.xml" Id="R06f3f4fa4e204903" /><Relationship Type="http://schemas.openxmlformats.org/officeDocument/2006/relationships/slide" Target="/ppt/slides/slide60.xml" Id="Rdc36a7cef42b44ae" /><Relationship Type="http://schemas.openxmlformats.org/officeDocument/2006/relationships/slide" Target="/ppt/slides/slide61.xml" Id="R987e990d40774184" /><Relationship Type="http://schemas.openxmlformats.org/officeDocument/2006/relationships/slide" Target="/ppt/slides/slide62.xml" Id="R8e91e8571a524fa5" /><Relationship Type="http://schemas.openxmlformats.org/officeDocument/2006/relationships/slide" Target="/ppt/slides/slide63.xml" Id="R2802f342ba5b4d2d" /><Relationship Type="http://schemas.openxmlformats.org/officeDocument/2006/relationships/slide" Target="/ppt/slides/slide64.xml" Id="Ra1279f0b8dd441d5" /><Relationship Type="http://schemas.openxmlformats.org/officeDocument/2006/relationships/slide" Target="/ppt/slides/slide65.xml" Id="R28cc661d8fc844f5" /><Relationship Type="http://schemas.openxmlformats.org/officeDocument/2006/relationships/slide" Target="/ppt/slides/slide66.xml" Id="R62915229c48d4025" /><Relationship Type="http://schemas.openxmlformats.org/officeDocument/2006/relationships/slide" Target="/ppt/slides/slide67.xml" Id="R691b4f8194a349ea" /><Relationship Type="http://schemas.openxmlformats.org/officeDocument/2006/relationships/slide" Target="/ppt/slides/slide68.xml" Id="R861fbe6418664856" /><Relationship Type="http://schemas.openxmlformats.org/officeDocument/2006/relationships/slide" Target="/ppt/slides/slide69.xml" Id="Ra2fa0a81d33646be" /><Relationship Type="http://schemas.openxmlformats.org/officeDocument/2006/relationships/slide" Target="/ppt/slides/slide70.xml" Id="R96642265424447c3" /><Relationship Type="http://schemas.openxmlformats.org/officeDocument/2006/relationships/slide" Target="/ppt/slides/slide71.xml" Id="R5eeba3c24ae843c2" /><Relationship Type="http://schemas.openxmlformats.org/officeDocument/2006/relationships/slide" Target="/ppt/slides/slide72.xml" Id="R00c334cd70c94b46" /><Relationship Type="http://schemas.openxmlformats.org/officeDocument/2006/relationships/slide" Target="/ppt/slides/slide73.xml" Id="R31d5f3a738464c0c" /><Relationship Type="http://schemas.openxmlformats.org/officeDocument/2006/relationships/slide" Target="/ppt/slides/slide74.xml" Id="R63f4a5f898034013" /><Relationship Type="http://schemas.openxmlformats.org/officeDocument/2006/relationships/slide" Target="/ppt/slides/slide75.xml" Id="R0aea72f9217e45bd" /><Relationship Type="http://schemas.openxmlformats.org/officeDocument/2006/relationships/slide" Target="/ppt/slides/slide76.xml" Id="Rdfcb02aa3bd549b2" /><Relationship Type="http://schemas.openxmlformats.org/officeDocument/2006/relationships/slide" Target="/ppt/slides/slide77.xml" Id="R1b5b879e8ad84514" /><Relationship Type="http://schemas.openxmlformats.org/officeDocument/2006/relationships/slide" Target="/ppt/slides/slide78.xml" Id="Ra4e7406becf4416c" /><Relationship Type="http://schemas.openxmlformats.org/officeDocument/2006/relationships/slide" Target="/ppt/slides/slide79.xml" Id="Rc47fb16f0e5541ac" /><Relationship Type="http://schemas.openxmlformats.org/officeDocument/2006/relationships/slide" Target="/ppt/slides/slide80.xml" Id="R2e48a6e865ef41c8" /><Relationship Type="http://schemas.openxmlformats.org/officeDocument/2006/relationships/slide" Target="/ppt/slides/slide81.xml" Id="Rf5563742b7df432f" /><Relationship Type="http://schemas.openxmlformats.org/officeDocument/2006/relationships/slide" Target="/ppt/slides/slide82.xml" Id="R5042b61a69ec4594" /><Relationship Type="http://schemas.openxmlformats.org/officeDocument/2006/relationships/slide" Target="/ppt/slides/slide83.xml" Id="R3ca0ef6f73434632" /><Relationship Type="http://schemas.openxmlformats.org/officeDocument/2006/relationships/slide" Target="/ppt/slides/slide84.xml" Id="R31c165aa1f5d4953" /><Relationship Type="http://schemas.openxmlformats.org/officeDocument/2006/relationships/slide" Target="/ppt/slides/slide85.xml" Id="R1c8d7e3dde65458c" /><Relationship Type="http://schemas.openxmlformats.org/officeDocument/2006/relationships/slide" Target="/ppt/slides/slide86.xml" Id="R827b8f2e3796477d" /><Relationship Type="http://schemas.openxmlformats.org/officeDocument/2006/relationships/slide" Target="/ppt/slides/slide87.xml" Id="R4fb4ad81adc0409e" /><Relationship Type="http://schemas.openxmlformats.org/officeDocument/2006/relationships/slide" Target="/ppt/slides/slide88.xml" Id="Rf49e0aec31d340f9" /><Relationship Type="http://schemas.openxmlformats.org/officeDocument/2006/relationships/slide" Target="/ppt/slides/slide89.xml" Id="R7dfbee6fbce548e3" /><Relationship Type="http://schemas.openxmlformats.org/officeDocument/2006/relationships/slide" Target="/ppt/slides/slide90.xml" Id="R4d79b851aafd4143" /><Relationship Type="http://schemas.openxmlformats.org/officeDocument/2006/relationships/slide" Target="/ppt/slides/slide91.xml" Id="R29148e603e66451e" /><Relationship Type="http://schemas.openxmlformats.org/officeDocument/2006/relationships/slide" Target="/ppt/slides/slide92.xml" Id="Rd029c26f7f834399" /><Relationship Type="http://schemas.openxmlformats.org/officeDocument/2006/relationships/slide" Target="/ppt/slides/slide93.xml" Id="R66c68b9986fd4451" /><Relationship Type="http://schemas.openxmlformats.org/officeDocument/2006/relationships/slide" Target="/ppt/slides/slide94.xml" Id="R6de325df6a9a43b1" /><Relationship Type="http://schemas.openxmlformats.org/officeDocument/2006/relationships/slide" Target="/ppt/slides/slide95.xml" Id="Rf5b9372bb7e84627" /><Relationship Type="http://schemas.openxmlformats.org/officeDocument/2006/relationships/slide" Target="/ppt/slides/slide96.xml" Id="R3870d1fe6a81436e" /><Relationship Type="http://schemas.openxmlformats.org/officeDocument/2006/relationships/slide" Target="/ppt/slides/slide97.xml" Id="R8b16d6c3305e499c" /><Relationship Type="http://schemas.openxmlformats.org/officeDocument/2006/relationships/slide" Target="/ppt/slides/slide98.xml" Id="Re91ef14f010546e9" /><Relationship Type="http://schemas.openxmlformats.org/officeDocument/2006/relationships/slide" Target="/ppt/slides/slide99.xml" Id="Rcaec8bb6621b4b29" /><Relationship Type="http://schemas.openxmlformats.org/officeDocument/2006/relationships/slide" Target="/ppt/slides/slide100.xml" Id="Rad2a87a9437640c0" /><Relationship Type="http://schemas.openxmlformats.org/officeDocument/2006/relationships/slide" Target="/ppt/slides/slide101.xml" Id="R2e390cb2e2174323" /><Relationship Type="http://schemas.openxmlformats.org/officeDocument/2006/relationships/slide" Target="/ppt/slides/slide102.xml" Id="Re7e756818e5a44ab" /><Relationship Type="http://schemas.openxmlformats.org/officeDocument/2006/relationships/slide" Target="/ppt/slides/slide103.xml" Id="R28af629544ae487b" /><Relationship Type="http://schemas.openxmlformats.org/officeDocument/2006/relationships/slide" Target="/ppt/slides/slide104.xml" Id="Rba1ba4b46ff943e6" /><Relationship Type="http://schemas.openxmlformats.org/officeDocument/2006/relationships/slide" Target="/ppt/slides/slide105.xml" Id="R9624db6f68454fec" /><Relationship Type="http://schemas.openxmlformats.org/officeDocument/2006/relationships/slide" Target="/ppt/slides/slide106.xml" Id="R09084914d057494d" /><Relationship Type="http://schemas.openxmlformats.org/officeDocument/2006/relationships/slide" Target="/ppt/slides/slide107.xml" Id="R1d6c790a88734036" /><Relationship Type="http://schemas.openxmlformats.org/officeDocument/2006/relationships/slide" Target="/ppt/slides/slide108.xml" Id="R8c5043cfb298423c" /><Relationship Type="http://schemas.openxmlformats.org/officeDocument/2006/relationships/slide" Target="/ppt/slides/slide109.xml" Id="R03ba7c86f61649ce" /><Relationship Type="http://schemas.openxmlformats.org/officeDocument/2006/relationships/slide" Target="/ppt/slides/slide110.xml" Id="Rb5143934873d45c3" /><Relationship Type="http://schemas.openxmlformats.org/officeDocument/2006/relationships/slide" Target="/ppt/slides/slide111.xml" Id="R0c420d158006439d" /><Relationship Type="http://schemas.openxmlformats.org/officeDocument/2006/relationships/slide" Target="/ppt/slides/slide112.xml" Id="R288ab0a1aac7490d" /><Relationship Type="http://schemas.openxmlformats.org/officeDocument/2006/relationships/slide" Target="/ppt/slides/slide113.xml" Id="Rd128f2a71d994708" /><Relationship Type="http://schemas.openxmlformats.org/officeDocument/2006/relationships/slide" Target="/ppt/slides/slide114.xml" Id="R38e6b4e1452d42a0" /><Relationship Type="http://schemas.openxmlformats.org/officeDocument/2006/relationships/slide" Target="/ppt/slides/slide115.xml" Id="Rd5d3cfcdcea74b76" /><Relationship Type="http://schemas.openxmlformats.org/officeDocument/2006/relationships/slide" Target="/ppt/slides/slide116.xml" Id="R344786d3a2de4339" /><Relationship Type="http://schemas.openxmlformats.org/officeDocument/2006/relationships/slide" Target="/ppt/slides/slide117.xml" Id="Rc44d32ef2f7d40b0" /><Relationship Type="http://schemas.openxmlformats.org/officeDocument/2006/relationships/slide" Target="/ppt/slides/slide118.xml" Id="R87949639f2424443" /><Relationship Type="http://schemas.openxmlformats.org/officeDocument/2006/relationships/slide" Target="/ppt/slides/slide119.xml" Id="R46c26c4b7f3344df" /><Relationship Type="http://schemas.openxmlformats.org/officeDocument/2006/relationships/slide" Target="/ppt/slides/slide120.xml" Id="R7450471876734190" /><Relationship Type="http://schemas.openxmlformats.org/officeDocument/2006/relationships/slide" Target="/ppt/slides/slide121.xml" Id="R0b7dbe3bddb54a2f" /><Relationship Type="http://schemas.openxmlformats.org/officeDocument/2006/relationships/slide" Target="/ppt/slides/slide122.xml" Id="Rc780762373894913" /><Relationship Type="http://schemas.openxmlformats.org/officeDocument/2006/relationships/slide" Target="/ppt/slides/slide123.xml" Id="R7ca4e2d587134e98" /><Relationship Type="http://schemas.openxmlformats.org/officeDocument/2006/relationships/slide" Target="/ppt/slides/slide124.xml" Id="Re6939fe769f746d9" /><Relationship Type="http://schemas.openxmlformats.org/officeDocument/2006/relationships/slide" Target="/ppt/slides/slide125.xml" Id="R9d9c65bef5494bdd" /><Relationship Type="http://schemas.openxmlformats.org/officeDocument/2006/relationships/slide" Target="/ppt/slides/slide126.xml" Id="Reb28845d72244fbb" /><Relationship Type="http://schemas.openxmlformats.org/officeDocument/2006/relationships/slide" Target="/ppt/slides/slide127.xml" Id="Rb4e3c9b23bd34519" /><Relationship Type="http://schemas.openxmlformats.org/officeDocument/2006/relationships/slide" Target="/ppt/slides/slide128.xml" Id="R8bb4e47eecd44842" /><Relationship Type="http://schemas.openxmlformats.org/officeDocument/2006/relationships/slide" Target="/ppt/slides/slide129.xml" Id="R88ff7cbfed22414e" /><Relationship Type="http://schemas.openxmlformats.org/officeDocument/2006/relationships/slide" Target="/ppt/slides/slide130.xml" Id="Rde595c5a868740dd" /><Relationship Type="http://schemas.openxmlformats.org/officeDocument/2006/relationships/slide" Target="/ppt/slides/slide131.xml" Id="R93adb70bfb044031" /><Relationship Type="http://schemas.openxmlformats.org/officeDocument/2006/relationships/slide" Target="/ppt/slides/slide132.xml" Id="R9977e638518b494a" /><Relationship Type="http://schemas.openxmlformats.org/officeDocument/2006/relationships/slide" Target="/ppt/slides/slide133.xml" Id="R6ff2154f6dc3421c" /><Relationship Type="http://schemas.openxmlformats.org/officeDocument/2006/relationships/slide" Target="/ppt/slides/slide134.xml" Id="R97d2b4c56a8944e9" /><Relationship Type="http://schemas.openxmlformats.org/officeDocument/2006/relationships/slide" Target="/ppt/slides/slide135.xml" Id="Rf71c8bbe12494e46" /><Relationship Type="http://schemas.openxmlformats.org/officeDocument/2006/relationships/slide" Target="/ppt/slides/slide136.xml" Id="Ra5c4c36b980f45c8" /><Relationship Type="http://schemas.openxmlformats.org/officeDocument/2006/relationships/slide" Target="/ppt/slides/slide137.xml" Id="Rd3199377625144ac" /><Relationship Type="http://schemas.openxmlformats.org/officeDocument/2006/relationships/slide" Target="/ppt/slides/slide138.xml" Id="Rf114370531cd4b5d" /><Relationship Type="http://schemas.openxmlformats.org/officeDocument/2006/relationships/slide" Target="/ppt/slides/slide139.xml" Id="R83cfc4da6d204fae" /><Relationship Type="http://schemas.openxmlformats.org/officeDocument/2006/relationships/slide" Target="/ppt/slides/slide140.xml" Id="Rd917ffc8115149de" /><Relationship Type="http://schemas.openxmlformats.org/officeDocument/2006/relationships/slide" Target="/ppt/slides/slide141.xml" Id="Rd25d023e6791460d" /><Relationship Type="http://schemas.openxmlformats.org/officeDocument/2006/relationships/slide" Target="/ppt/slides/slide142.xml" Id="R9b02285c06114aaf" /><Relationship Type="http://schemas.openxmlformats.org/officeDocument/2006/relationships/slide" Target="/ppt/slides/slide143.xml" Id="Ref3e22281d144b9d" /><Relationship Type="http://schemas.openxmlformats.org/officeDocument/2006/relationships/slide" Target="/ppt/slides/slide144.xml" Id="R0e06bb4a75a948f7" /><Relationship Type="http://schemas.openxmlformats.org/officeDocument/2006/relationships/slide" Target="/ppt/slides/slide145.xml" Id="Rca07096e8a694cd0" /><Relationship Type="http://schemas.openxmlformats.org/officeDocument/2006/relationships/slide" Target="/ppt/slides/slide146.xml" Id="Rf0bc4c79accc4d52" /><Relationship Type="http://schemas.openxmlformats.org/officeDocument/2006/relationships/slide" Target="/ppt/slides/slide147.xml" Id="Ra451fe6b26774157" /><Relationship Type="http://schemas.openxmlformats.org/officeDocument/2006/relationships/slide" Target="/ppt/slides/slide148.xml" Id="R1a1dda0d25114b93" /><Relationship Type="http://schemas.openxmlformats.org/officeDocument/2006/relationships/slide" Target="/ppt/slides/slide149.xml" Id="R21cdf0b94b2444a3" /><Relationship Type="http://schemas.openxmlformats.org/officeDocument/2006/relationships/slide" Target="/ppt/slides/slide150.xml" Id="Re924e58fdb884a5c" /><Relationship Type="http://schemas.openxmlformats.org/officeDocument/2006/relationships/slide" Target="/ppt/slides/slide151.xml" Id="R3fff2a94737940dd" /><Relationship Type="http://schemas.openxmlformats.org/officeDocument/2006/relationships/slide" Target="/ppt/slides/slide152.xml" Id="R0571f0f684474d5a" /><Relationship Type="http://schemas.openxmlformats.org/officeDocument/2006/relationships/slide" Target="/ppt/slides/slide153.xml" Id="R0e15bc6472364c57" /><Relationship Type="http://schemas.openxmlformats.org/officeDocument/2006/relationships/slide" Target="/ppt/slides/slide154.xml" Id="R247b51d7d262419a" /><Relationship Type="http://schemas.openxmlformats.org/officeDocument/2006/relationships/slide" Target="/ppt/slides/slide155.xml" Id="Red4c4ecb458d4164" /><Relationship Type="http://schemas.openxmlformats.org/officeDocument/2006/relationships/slide" Target="/ppt/slides/slide156.xml" Id="Re869b53b3f094a4d" /><Relationship Type="http://schemas.openxmlformats.org/officeDocument/2006/relationships/slide" Target="/ppt/slides/slide157.xml" Id="R017dc637a3564e76" /><Relationship Type="http://schemas.openxmlformats.org/officeDocument/2006/relationships/slide" Target="/ppt/slides/slide158.xml" Id="Rbac464f71069490f" /><Relationship Type="http://schemas.openxmlformats.org/officeDocument/2006/relationships/slide" Target="/ppt/slides/slide159.xml" Id="R2f88eb15f1464481" /><Relationship Type="http://schemas.openxmlformats.org/officeDocument/2006/relationships/slide" Target="/ppt/slides/slide160.xml" Id="R73d996988f5a4e4d" /><Relationship Type="http://schemas.openxmlformats.org/officeDocument/2006/relationships/slide" Target="/ppt/slides/slide161.xml" Id="R2237586ab0394aba" /><Relationship Type="http://schemas.openxmlformats.org/officeDocument/2006/relationships/slide" Target="/ppt/slides/slide162.xml" Id="R544b3565bfe046ef" /><Relationship Type="http://schemas.openxmlformats.org/officeDocument/2006/relationships/slide" Target="/ppt/slides/slide163.xml" Id="R3b5f880f0a3341af" /><Relationship Type="http://schemas.openxmlformats.org/officeDocument/2006/relationships/slide" Target="/ppt/slides/slide164.xml" Id="R08f832cf1de04642" /><Relationship Type="http://schemas.openxmlformats.org/officeDocument/2006/relationships/slide" Target="/ppt/slides/slide165.xml" Id="R070e10854d724e3c" /><Relationship Type="http://schemas.openxmlformats.org/officeDocument/2006/relationships/slide" Target="/ppt/slides/slide166.xml" Id="R64a2f50973434f6c" /><Relationship Type="http://schemas.openxmlformats.org/officeDocument/2006/relationships/slide" Target="/ppt/slides/slide167.xml" Id="R766f7b5c56d04483" /><Relationship Type="http://schemas.openxmlformats.org/officeDocument/2006/relationships/slide" Target="/ppt/slides/slide168.xml" Id="Rdd888a7d51e840ef" /><Relationship Type="http://schemas.openxmlformats.org/officeDocument/2006/relationships/slide" Target="/ppt/slides/slide169.xml" Id="Rf0b6ee4add3546e6" /><Relationship Type="http://schemas.openxmlformats.org/officeDocument/2006/relationships/slide" Target="/ppt/slides/slide170.xml" Id="R7f9969ad3fe5499b" /><Relationship Type="http://schemas.openxmlformats.org/officeDocument/2006/relationships/slide" Target="/ppt/slides/slide171.xml" Id="R38f139a8bd964e20" /><Relationship Type="http://schemas.openxmlformats.org/officeDocument/2006/relationships/slide" Target="/ppt/slides/slide172.xml" Id="R3d1008134ef747a2" /><Relationship Type="http://schemas.openxmlformats.org/officeDocument/2006/relationships/slide" Target="/ppt/slides/slide173.xml" Id="Rcd9a6d4de9c54247" /><Relationship Type="http://schemas.openxmlformats.org/officeDocument/2006/relationships/slide" Target="/ppt/slides/slide174.xml" Id="Rcb47bf4cf2814526" /><Relationship Type="http://schemas.openxmlformats.org/officeDocument/2006/relationships/slide" Target="/ppt/slides/slide175.xml" Id="R25fdf2cfd3f24763" /><Relationship Type="http://schemas.openxmlformats.org/officeDocument/2006/relationships/slide" Target="/ppt/slides/slide176.xml" Id="Rd6fae31ab2ff4545" /><Relationship Type="http://schemas.openxmlformats.org/officeDocument/2006/relationships/slide" Target="/ppt/slides/slide177.xml" Id="R33dbc845b6584f0b" /><Relationship Type="http://schemas.openxmlformats.org/officeDocument/2006/relationships/slide" Target="/ppt/slides/slide178.xml" Id="Rba0e5aa136bc4153" /><Relationship Type="http://schemas.openxmlformats.org/officeDocument/2006/relationships/slide" Target="/ppt/slides/slide179.xml" Id="R9f635b7c88fa45ac" /><Relationship Type="http://schemas.openxmlformats.org/officeDocument/2006/relationships/slide" Target="/ppt/slides/slide180.xml" Id="R695199dc2c3945c3" /><Relationship Type="http://schemas.openxmlformats.org/officeDocument/2006/relationships/slide" Target="/ppt/slides/slide181.xml" Id="Rb14f0adae28d481d" /><Relationship Type="http://schemas.openxmlformats.org/officeDocument/2006/relationships/slide" Target="/ppt/slides/slide182.xml" Id="R41fa280b31cb469a" /><Relationship Type="http://schemas.openxmlformats.org/officeDocument/2006/relationships/slide" Target="/ppt/slides/slide183.xml" Id="R933212da0e9740b3" /><Relationship Type="http://schemas.openxmlformats.org/officeDocument/2006/relationships/slide" Target="/ppt/slides/slide184.xml" Id="Rd05d51e26ca14e48" /><Relationship Type="http://schemas.openxmlformats.org/officeDocument/2006/relationships/slide" Target="/ppt/slides/slide185.xml" Id="Rb2adb1278d6542d8" /><Relationship Type="http://schemas.openxmlformats.org/officeDocument/2006/relationships/slide" Target="/ppt/slides/slide186.xml" Id="R934f3d4fc2894a73" /><Relationship Type="http://schemas.openxmlformats.org/officeDocument/2006/relationships/slide" Target="/ppt/slides/slide187.xml" Id="R02cbaa2417a54fa1" /><Relationship Type="http://schemas.openxmlformats.org/officeDocument/2006/relationships/slide" Target="/ppt/slides/slide188.xml" Id="Rb55603de6eb14e86" /><Relationship Type="http://schemas.openxmlformats.org/officeDocument/2006/relationships/slide" Target="/ppt/slides/slide189.xml" Id="R6db0e8f7755849d0" /><Relationship Type="http://schemas.openxmlformats.org/officeDocument/2006/relationships/slide" Target="/ppt/slides/slide190.xml" Id="R157c60e640324582" /><Relationship Type="http://schemas.openxmlformats.org/officeDocument/2006/relationships/slide" Target="/ppt/slides/slide191.xml" Id="R33666b9756a540f7" /><Relationship Type="http://schemas.openxmlformats.org/officeDocument/2006/relationships/slide" Target="/ppt/slides/slide192.xml" Id="R4bc7e60393084f7f" /><Relationship Type="http://schemas.openxmlformats.org/officeDocument/2006/relationships/slide" Target="/ppt/slides/slide193.xml" Id="R1eaf62b6213c4b78" /><Relationship Type="http://schemas.openxmlformats.org/officeDocument/2006/relationships/slide" Target="/ppt/slides/slide194.xml" Id="R07f595de5a0a4a2a" /><Relationship Type="http://schemas.openxmlformats.org/officeDocument/2006/relationships/slide" Target="/ppt/slides/slide195.xml" Id="R274e0597e72b4186" /><Relationship Type="http://schemas.openxmlformats.org/officeDocument/2006/relationships/slide" Target="/ppt/slides/slide196.xml" Id="R12cbca85daa24bde" /><Relationship Type="http://schemas.openxmlformats.org/officeDocument/2006/relationships/slide" Target="/ppt/slides/slide197.xml" Id="Rab3be5dae174464e" /><Relationship Type="http://schemas.openxmlformats.org/officeDocument/2006/relationships/slide" Target="/ppt/slides/slide198.xml" Id="R5e699bd09ff848c3" /><Relationship Type="http://schemas.openxmlformats.org/officeDocument/2006/relationships/slide" Target="/ppt/slides/slide199.xml" Id="R8932fde7528b4c08" /><Relationship Type="http://schemas.openxmlformats.org/officeDocument/2006/relationships/slide" Target="/ppt/slides/slide200.xml" Id="Rdffa303bd8df4a08" /><Relationship Type="http://schemas.openxmlformats.org/officeDocument/2006/relationships/slide" Target="/ppt/slides/slide201.xml" Id="R665452435cb74450" /><Relationship Type="http://schemas.openxmlformats.org/officeDocument/2006/relationships/slide" Target="/ppt/slides/slide202.xml" Id="R6e2a2c903b2148e3" /><Relationship Type="http://schemas.openxmlformats.org/officeDocument/2006/relationships/slide" Target="/ppt/slides/slide203.xml" Id="R70816cce29fb415c" /><Relationship Type="http://schemas.openxmlformats.org/officeDocument/2006/relationships/slide" Target="/ppt/slides/slide204.xml" Id="R987eda2555804a27" /><Relationship Type="http://schemas.openxmlformats.org/officeDocument/2006/relationships/slide" Target="/ppt/slides/slide205.xml" Id="Rc9ed6a2704d54fb4" /><Relationship Type="http://schemas.openxmlformats.org/officeDocument/2006/relationships/slide" Target="/ppt/slides/slide206.xml" Id="Ra359015bd0904ce3" /><Relationship Type="http://schemas.openxmlformats.org/officeDocument/2006/relationships/slide" Target="/ppt/slides/slide207.xml" Id="R967a023dc85d4eb8" /><Relationship Type="http://schemas.openxmlformats.org/officeDocument/2006/relationships/slide" Target="/ppt/slides/slide208.xml" Id="R365f92e25a2a4bc7" /><Relationship Type="http://schemas.openxmlformats.org/officeDocument/2006/relationships/slide" Target="/ppt/slides/slide209.xml" Id="Rc21d16795f5546db" /><Relationship Type="http://schemas.openxmlformats.org/officeDocument/2006/relationships/slide" Target="/ppt/slides/slide210.xml" Id="R9a817e50edee48dd" /><Relationship Type="http://schemas.openxmlformats.org/officeDocument/2006/relationships/slide" Target="/ppt/slides/slide211.xml" Id="R4a736168ed22471c" /><Relationship Type="http://schemas.openxmlformats.org/officeDocument/2006/relationships/slide" Target="/ppt/slides/slide212.xml" Id="Re94cbba2af7043fe" /><Relationship Type="http://schemas.openxmlformats.org/officeDocument/2006/relationships/slide" Target="/ppt/slides/slide213.xml" Id="R8923e97c9fc7457b" /><Relationship Type="http://schemas.openxmlformats.org/officeDocument/2006/relationships/slide" Target="/ppt/slides/slide214.xml" Id="R5c98edb8e85440eb" /><Relationship Type="http://schemas.openxmlformats.org/officeDocument/2006/relationships/slide" Target="/ppt/slides/slide215.xml" Id="Rb81787f8b958469a" /><Relationship Type="http://schemas.openxmlformats.org/officeDocument/2006/relationships/slide" Target="/ppt/slides/slide216.xml" Id="R75a852644c6d4baa" /><Relationship Type="http://schemas.openxmlformats.org/officeDocument/2006/relationships/slide" Target="/ppt/slides/slide217.xml" Id="Rb8e0857897a74f49" /><Relationship Type="http://schemas.openxmlformats.org/officeDocument/2006/relationships/slide" Target="/ppt/slides/slide218.xml" Id="R68b916adb1824219" /><Relationship Type="http://schemas.openxmlformats.org/officeDocument/2006/relationships/slide" Target="/ppt/slides/slide219.xml" Id="R2f7da4291f774ce0" /><Relationship Type="http://schemas.openxmlformats.org/officeDocument/2006/relationships/slide" Target="/ppt/slides/slide220.xml" Id="Rd29b8d8199b84d04" /><Relationship Type="http://schemas.openxmlformats.org/officeDocument/2006/relationships/slide" Target="/ppt/slides/slide221.xml" Id="R46b4f3cf0589470d" /><Relationship Type="http://schemas.openxmlformats.org/officeDocument/2006/relationships/slide" Target="/ppt/slides/slide222.xml" Id="R1e30ca92f58446b8" /><Relationship Type="http://schemas.openxmlformats.org/officeDocument/2006/relationships/slide" Target="/ppt/slides/slide223.xml" Id="R382404eef6de4c0c" /><Relationship Type="http://schemas.openxmlformats.org/officeDocument/2006/relationships/slide" Target="/ppt/slides/slide224.xml" Id="R006ee23e977c4fb7" /><Relationship Type="http://schemas.openxmlformats.org/officeDocument/2006/relationships/slide" Target="/ppt/slides/slide225.xml" Id="R143f2f3745324e97" /><Relationship Type="http://schemas.openxmlformats.org/officeDocument/2006/relationships/slide" Target="/ppt/slides/slide226.xml" Id="Rba651a8de3b8425b" /><Relationship Type="http://schemas.openxmlformats.org/officeDocument/2006/relationships/slide" Target="/ppt/slides/slide227.xml" Id="R5edb3e1d2a934cac" /><Relationship Type="http://schemas.openxmlformats.org/officeDocument/2006/relationships/slide" Target="/ppt/slides/slide228.xml" Id="Rb2e0d341fb964938" /><Relationship Type="http://schemas.openxmlformats.org/officeDocument/2006/relationships/slide" Target="/ppt/slides/slide229.xml" Id="R41b8f0a5624c4cf2" /><Relationship Type="http://schemas.openxmlformats.org/officeDocument/2006/relationships/slide" Target="/ppt/slides/slide230.xml" Id="R8dfe6b91341043ff" /><Relationship Type="http://schemas.openxmlformats.org/officeDocument/2006/relationships/slide" Target="/ppt/slides/slide231.xml" Id="R90b7a57f638a4005" /><Relationship Type="http://schemas.openxmlformats.org/officeDocument/2006/relationships/slide" Target="/ppt/slides/slide232.xml" Id="R84aa7ffd14674cbf" /><Relationship Type="http://schemas.openxmlformats.org/officeDocument/2006/relationships/slide" Target="/ppt/slides/slide233.xml" Id="Rc2d4df7e123c4791" /><Relationship Type="http://schemas.openxmlformats.org/officeDocument/2006/relationships/slide" Target="/ppt/slides/slide234.xml" Id="R717096d4177b44da" /><Relationship Type="http://schemas.openxmlformats.org/officeDocument/2006/relationships/slide" Target="/ppt/slides/slide235.xml" Id="Rd8d7980fd29943d9" /><Relationship Type="http://schemas.openxmlformats.org/officeDocument/2006/relationships/slide" Target="/ppt/slides/slide236.xml" Id="Re681212ccee54aca" /><Relationship Type="http://schemas.openxmlformats.org/officeDocument/2006/relationships/slide" Target="/ppt/slides/slide237.xml" Id="R579e497a9f994be3" /><Relationship Type="http://schemas.openxmlformats.org/officeDocument/2006/relationships/slide" Target="/ppt/slides/slide238.xml" Id="R18751270c2614f68" /><Relationship Type="http://schemas.openxmlformats.org/officeDocument/2006/relationships/slide" Target="/ppt/slides/slide239.xml" Id="Rbaa78cca5af84319" /><Relationship Type="http://schemas.openxmlformats.org/officeDocument/2006/relationships/slide" Target="/ppt/slides/slide240.xml" Id="R19df28b8606e44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1c0a7bf2242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ece4fdfd94354" /><Relationship Type="http://schemas.openxmlformats.org/officeDocument/2006/relationships/notesMaster" Target="/ppt/notesMasters/notesMaster1.xml" Id="R2ca36688dd6f4c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8d4bae5fbd4fd3" /><Relationship Type="http://schemas.openxmlformats.org/officeDocument/2006/relationships/notesMaster" Target="/ppt/notesMasters/notesMaster1.xml" Id="Rcb340fb8b3c34e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e513bc78a483c" /><Relationship Type="http://schemas.openxmlformats.org/officeDocument/2006/relationships/notesMaster" Target="/ppt/notesMasters/notesMaster1.xml" Id="R8fab8d02f4d24d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9a76004dc64e58" /><Relationship Type="http://schemas.openxmlformats.org/officeDocument/2006/relationships/notesMaster" Target="/ppt/notesMasters/notesMaster1.xml" Id="Ra0af173d67904f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cd7660078c4656" /><Relationship Type="http://schemas.openxmlformats.org/officeDocument/2006/relationships/notesMaster" Target="/ppt/notesMasters/notesMaster1.xml" Id="R33bf591853f5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9e76cf60724928" /><Relationship Type="http://schemas.openxmlformats.org/officeDocument/2006/relationships/notesMaster" Target="/ppt/notesMasters/notesMaster1.xml" Id="Rf08baea3787940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5fa8780db241d9" /><Relationship Type="http://schemas.openxmlformats.org/officeDocument/2006/relationships/notesMaster" Target="/ppt/notesMasters/notesMaster1.xml" Id="Ref9bb1bcbb0a49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4b992955a34832" /><Relationship Type="http://schemas.openxmlformats.org/officeDocument/2006/relationships/notesMaster" Target="/ppt/notesMasters/notesMaster1.xml" Id="Rf3600c9166bf4a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d76cab0b114a20" /><Relationship Type="http://schemas.openxmlformats.org/officeDocument/2006/relationships/notesMaster" Target="/ppt/notesMasters/notesMaster1.xml" Id="R4af5de9ddb8548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134e3fe29b453d" /><Relationship Type="http://schemas.openxmlformats.org/officeDocument/2006/relationships/notesMaster" Target="/ppt/notesMasters/notesMaster1.xml" Id="R9be4b3b7b99044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71a64390484cc9" /><Relationship Type="http://schemas.openxmlformats.org/officeDocument/2006/relationships/notesMaster" Target="/ppt/notesMasters/notesMaster1.xml" Id="R9067ae8b6dee41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e566375a6e4117" /><Relationship Type="http://schemas.openxmlformats.org/officeDocument/2006/relationships/notesMaster" Target="/ppt/notesMasters/notesMaster1.xml" Id="Rba06d308e5cf41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c0b6d7384341e5" /><Relationship Type="http://schemas.openxmlformats.org/officeDocument/2006/relationships/notesMaster" Target="/ppt/notesMasters/notesMaster1.xml" Id="R0e90a53a0c8643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e879d1216e4e6b" /><Relationship Type="http://schemas.openxmlformats.org/officeDocument/2006/relationships/notesMaster" Target="/ppt/notesMasters/notesMaster1.xml" Id="Rba578e2915f94e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3de15cbc9e4538" /><Relationship Type="http://schemas.openxmlformats.org/officeDocument/2006/relationships/notesMaster" Target="/ppt/notesMasters/notesMaster1.xml" Id="R01863fb77d1443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02bac882bc418a" /><Relationship Type="http://schemas.openxmlformats.org/officeDocument/2006/relationships/notesMaster" Target="/ppt/notesMasters/notesMaster1.xml" Id="R418ec3e404ac44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f0dedf47674b39" /><Relationship Type="http://schemas.openxmlformats.org/officeDocument/2006/relationships/notesMaster" Target="/ppt/notesMasters/notesMaster1.xml" Id="R92d9541b02fc45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4542f1dd264c7d" /><Relationship Type="http://schemas.openxmlformats.org/officeDocument/2006/relationships/notesMaster" Target="/ppt/notesMasters/notesMaster1.xml" Id="Rc458697e75a24f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c3febeb9c042c5" /><Relationship Type="http://schemas.openxmlformats.org/officeDocument/2006/relationships/notesMaster" Target="/ppt/notesMasters/notesMaster1.xml" Id="R28b025eba7e940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e0cad59a1c4c1e" /><Relationship Type="http://schemas.openxmlformats.org/officeDocument/2006/relationships/notesMaster" Target="/ppt/notesMasters/notesMaster1.xml" Id="R0fa5994d229344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7b7b1f6f104e0a" /><Relationship Type="http://schemas.openxmlformats.org/officeDocument/2006/relationships/notesMaster" Target="/ppt/notesMasters/notesMaster1.xml" Id="Rdeae7526bf9f44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aa76f6484f47d0" /><Relationship Type="http://schemas.openxmlformats.org/officeDocument/2006/relationships/notesMaster" Target="/ppt/notesMasters/notesMaster1.xml" Id="Rb043d110ae104c7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30102e23a04af2" /><Relationship Type="http://schemas.openxmlformats.org/officeDocument/2006/relationships/notesMaster" Target="/ppt/notesMasters/notesMaster1.xml" Id="Ra9925047594549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72920111ba4737" /><Relationship Type="http://schemas.openxmlformats.org/officeDocument/2006/relationships/notesMaster" Target="/ppt/notesMasters/notesMaster1.xml" Id="R5277fda1053441e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32ac9432d64e07" /><Relationship Type="http://schemas.openxmlformats.org/officeDocument/2006/relationships/notesMaster" Target="/ppt/notesMasters/notesMaster1.xml" Id="Rfa6d8c92d1f04c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798c564689e45bd" /><Relationship Type="http://schemas.openxmlformats.org/officeDocument/2006/relationships/notesMaster" Target="/ppt/notesMasters/notesMaster1.xml" Id="Ra551f9fccd5d44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a5c6c0ea6234965" /><Relationship Type="http://schemas.openxmlformats.org/officeDocument/2006/relationships/notesMaster" Target="/ppt/notesMasters/notesMaster1.xml" Id="R792702f9f4b7450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e32ab3b3bc4391" /><Relationship Type="http://schemas.openxmlformats.org/officeDocument/2006/relationships/notesMaster" Target="/ppt/notesMasters/notesMaster1.xml" Id="Rbe88cad5c9ac43d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ad65a07e154f3f" /><Relationship Type="http://schemas.openxmlformats.org/officeDocument/2006/relationships/notesMaster" Target="/ppt/notesMasters/notesMaster1.xml" Id="R3396e539dd904b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c96292b25ea4902" /><Relationship Type="http://schemas.openxmlformats.org/officeDocument/2006/relationships/notesMaster" Target="/ppt/notesMasters/notesMaster1.xml" Id="R38ab7de190bc4c9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e676fc7629a41ef" /><Relationship Type="http://schemas.openxmlformats.org/officeDocument/2006/relationships/notesMaster" Target="/ppt/notesMasters/notesMaster1.xml" Id="R9450005f166049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df49b05f9a04d7b" /><Relationship Type="http://schemas.openxmlformats.org/officeDocument/2006/relationships/notesMaster" Target="/ppt/notesMasters/notesMaster1.xml" Id="R0128199f179440e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4904d0512b446c3" /><Relationship Type="http://schemas.openxmlformats.org/officeDocument/2006/relationships/notesMaster" Target="/ppt/notesMasters/notesMaster1.xml" Id="Rb6aac758d2964b8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4692a88fb004dc8" /><Relationship Type="http://schemas.openxmlformats.org/officeDocument/2006/relationships/notesMaster" Target="/ppt/notesMasters/notesMaster1.xml" Id="Rddbd62ea1945420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d291eeef7994ff8" /><Relationship Type="http://schemas.openxmlformats.org/officeDocument/2006/relationships/notesMaster" Target="/ppt/notesMasters/notesMaster1.xml" Id="R80e65158039144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6da59a259a409c" /><Relationship Type="http://schemas.openxmlformats.org/officeDocument/2006/relationships/notesMaster" Target="/ppt/notesMasters/notesMaster1.xml" Id="R52e3f27f0cf34ac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1fc7f7fcaa44074" /><Relationship Type="http://schemas.openxmlformats.org/officeDocument/2006/relationships/notesMaster" Target="/ppt/notesMasters/notesMaster1.xml" Id="Re1178d7fc81e49e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51e22e5d0fe4300" /><Relationship Type="http://schemas.openxmlformats.org/officeDocument/2006/relationships/notesMaster" Target="/ppt/notesMasters/notesMaster1.xml" Id="R6e3f14f86b9b406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14a3722c0624fb9" /><Relationship Type="http://schemas.openxmlformats.org/officeDocument/2006/relationships/notesMaster" Target="/ppt/notesMasters/notesMaster1.xml" Id="R38dcddcf5f8a470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7401e6496d24205" /><Relationship Type="http://schemas.openxmlformats.org/officeDocument/2006/relationships/notesMaster" Target="/ppt/notesMasters/notesMaster1.xml" Id="R5bcfb5733216435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1482b56154c4799" /><Relationship Type="http://schemas.openxmlformats.org/officeDocument/2006/relationships/notesMaster" Target="/ppt/notesMasters/notesMaster1.xml" Id="Ra557c757eaea42f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8c3f6f9242c4599" /><Relationship Type="http://schemas.openxmlformats.org/officeDocument/2006/relationships/notesMaster" Target="/ppt/notesMasters/notesMaster1.xml" Id="R3ba20338d789442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3e4a09a3e0e4d56" /><Relationship Type="http://schemas.openxmlformats.org/officeDocument/2006/relationships/notesMaster" Target="/ppt/notesMasters/notesMaster1.xml" Id="R33c43c6c7998482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05ac8c687ea4555" /><Relationship Type="http://schemas.openxmlformats.org/officeDocument/2006/relationships/notesMaster" Target="/ppt/notesMasters/notesMaster1.xml" Id="Rd90f95f3e6dc443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f929a5e9f3647d8" /><Relationship Type="http://schemas.openxmlformats.org/officeDocument/2006/relationships/notesMaster" Target="/ppt/notesMasters/notesMaster1.xml" Id="R962ef20615664c2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0fcbf601df94393" /><Relationship Type="http://schemas.openxmlformats.org/officeDocument/2006/relationships/notesMaster" Target="/ppt/notesMasters/notesMaster1.xml" Id="R017e718e4c0e46d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feec6494ea4459f" /><Relationship Type="http://schemas.openxmlformats.org/officeDocument/2006/relationships/notesMaster" Target="/ppt/notesMasters/notesMaster1.xml" Id="R5b95098889ee4ac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9d12e6eac0e4265" /><Relationship Type="http://schemas.openxmlformats.org/officeDocument/2006/relationships/notesMaster" Target="/ppt/notesMasters/notesMaster1.xml" Id="R5761007a56a8440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a6e85179adc4346" /><Relationship Type="http://schemas.openxmlformats.org/officeDocument/2006/relationships/notesMaster" Target="/ppt/notesMasters/notesMaster1.xml" Id="R4dd28d2b8c484de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2aa8983f69640a8" /><Relationship Type="http://schemas.openxmlformats.org/officeDocument/2006/relationships/notesMaster" Target="/ppt/notesMasters/notesMaster1.xml" Id="Rf5372e8f7fb3437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d4170ba320c49cb" /><Relationship Type="http://schemas.openxmlformats.org/officeDocument/2006/relationships/notesMaster" Target="/ppt/notesMasters/notesMaster1.xml" Id="R2336a64eaae640c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38f759143664ac8" /><Relationship Type="http://schemas.openxmlformats.org/officeDocument/2006/relationships/notesMaster" Target="/ppt/notesMasters/notesMaster1.xml" Id="Raf1232f2a80642d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0e0e2ebf2ee4262" /><Relationship Type="http://schemas.openxmlformats.org/officeDocument/2006/relationships/notesMaster" Target="/ppt/notesMasters/notesMaster1.xml" Id="R331af3b9e29f4e9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655a29d8d644385" /><Relationship Type="http://schemas.openxmlformats.org/officeDocument/2006/relationships/notesMaster" Target="/ppt/notesMasters/notesMaster1.xml" Id="R3768a3e73c5e40a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c5a680b1a154061" /><Relationship Type="http://schemas.openxmlformats.org/officeDocument/2006/relationships/notesMaster" Target="/ppt/notesMasters/notesMaster1.xml" Id="R79f43057a89842c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4736e29ddd744b5" /><Relationship Type="http://schemas.openxmlformats.org/officeDocument/2006/relationships/notesMaster" Target="/ppt/notesMasters/notesMaster1.xml" Id="R51325c4fddd440f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6b6ede9b75a4853" /><Relationship Type="http://schemas.openxmlformats.org/officeDocument/2006/relationships/notesMaster" Target="/ppt/notesMasters/notesMaster1.xml" Id="R642a20a8b742433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0a9d5a67a124998" /><Relationship Type="http://schemas.openxmlformats.org/officeDocument/2006/relationships/notesMaster" Target="/ppt/notesMasters/notesMaster1.xml" Id="R279924bea52a464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a12cad371d64633" /><Relationship Type="http://schemas.openxmlformats.org/officeDocument/2006/relationships/notesMaster" Target="/ppt/notesMasters/notesMaster1.xml" Id="Rb0da5bc9e09045d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c9b10a302a54dab" /><Relationship Type="http://schemas.openxmlformats.org/officeDocument/2006/relationships/notesMaster" Target="/ppt/notesMasters/notesMaster1.xml" Id="R49240e1d6d264cb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60c25824e5e45cb" /><Relationship Type="http://schemas.openxmlformats.org/officeDocument/2006/relationships/notesMaster" Target="/ppt/notesMasters/notesMaster1.xml" Id="R1e15d0751a7741f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423db6fb2c24fce" /><Relationship Type="http://schemas.openxmlformats.org/officeDocument/2006/relationships/notesMaster" Target="/ppt/notesMasters/notesMaster1.xml" Id="Rc5e46b0145064ad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659aca3d2784ad1" /><Relationship Type="http://schemas.openxmlformats.org/officeDocument/2006/relationships/notesMaster" Target="/ppt/notesMasters/notesMaster1.xml" Id="R371501f345ec4fb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bf606b01de549f4" /><Relationship Type="http://schemas.openxmlformats.org/officeDocument/2006/relationships/notesMaster" Target="/ppt/notesMasters/notesMaster1.xml" Id="R2d0b1d2faa0b4ef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660e6b455ae244fc" /><Relationship Type="http://schemas.openxmlformats.org/officeDocument/2006/relationships/notesMaster" Target="/ppt/notesMasters/notesMaster1.xml" Id="R4af74b79adf3465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91408a689534af0" /><Relationship Type="http://schemas.openxmlformats.org/officeDocument/2006/relationships/notesMaster" Target="/ppt/notesMasters/notesMaster1.xml" Id="Rd3fcdc27ec39480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b2a664864474593" /><Relationship Type="http://schemas.openxmlformats.org/officeDocument/2006/relationships/notesMaster" Target="/ppt/notesMasters/notesMaster1.xml" Id="R62504a5973d3453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34d802ef537499e" /><Relationship Type="http://schemas.openxmlformats.org/officeDocument/2006/relationships/notesMaster" Target="/ppt/notesMasters/notesMaster1.xml" Id="R022c76d6d5b94090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9a130b2e0e64cc3" /><Relationship Type="http://schemas.openxmlformats.org/officeDocument/2006/relationships/notesMaster" Target="/ppt/notesMasters/notesMaster1.xml" Id="R5e049de39231421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9ca6b88c9564386" /><Relationship Type="http://schemas.openxmlformats.org/officeDocument/2006/relationships/notesMaster" Target="/ppt/notesMasters/notesMaster1.xml" Id="Rabfa830429264d2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f4055da8e3645a1" /><Relationship Type="http://schemas.openxmlformats.org/officeDocument/2006/relationships/notesMaster" Target="/ppt/notesMasters/notesMaster1.xml" Id="R31fec0fedfcb4fe6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10fa34601fb4da3" /><Relationship Type="http://schemas.openxmlformats.org/officeDocument/2006/relationships/notesMaster" Target="/ppt/notesMasters/notesMaster1.xml" Id="R0f5523e8622b41e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d40708aeb4c43e2" /><Relationship Type="http://schemas.openxmlformats.org/officeDocument/2006/relationships/notesMaster" Target="/ppt/notesMasters/notesMaster1.xml" Id="R718f96c33f634cd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cb008d87cad49f9" /><Relationship Type="http://schemas.openxmlformats.org/officeDocument/2006/relationships/notesMaster" Target="/ppt/notesMasters/notesMaster1.xml" Id="R0e3b52b71d35402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0463cc820f84be2" /><Relationship Type="http://schemas.openxmlformats.org/officeDocument/2006/relationships/notesMaster" Target="/ppt/notesMasters/notesMaster1.xml" Id="R7af77260b028405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54b80c927cb4806" /><Relationship Type="http://schemas.openxmlformats.org/officeDocument/2006/relationships/notesMaster" Target="/ppt/notesMasters/notesMaster1.xml" Id="Rdcfdd7adb0f6423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f3261f07579e4c68" /><Relationship Type="http://schemas.openxmlformats.org/officeDocument/2006/relationships/notesMaster" Target="/ppt/notesMasters/notesMaster1.xml" Id="R015157d0853b470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93955eb4ffd48c1" /><Relationship Type="http://schemas.openxmlformats.org/officeDocument/2006/relationships/notesMaster" Target="/ppt/notesMasters/notesMaster1.xml" Id="R5722e36ee39f4cb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896adbba1ed49f0" /><Relationship Type="http://schemas.openxmlformats.org/officeDocument/2006/relationships/notesMaster" Target="/ppt/notesMasters/notesMaster1.xml" Id="R34f710c584dd485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ae6c9e2ca0194008" /><Relationship Type="http://schemas.openxmlformats.org/officeDocument/2006/relationships/notesMaster" Target="/ppt/notesMasters/notesMaster1.xml" Id="R6698f0bf661c4ff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30f1b13eb6b4645" /><Relationship Type="http://schemas.openxmlformats.org/officeDocument/2006/relationships/notesMaster" Target="/ppt/notesMasters/notesMaster1.xml" Id="R2bf124b578204cd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e62f4f5c8b14b3f" /><Relationship Type="http://schemas.openxmlformats.org/officeDocument/2006/relationships/notesMaster" Target="/ppt/notesMasters/notesMaster1.xml" Id="R413b1295871e4f7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3269810f8e04b8a" /><Relationship Type="http://schemas.openxmlformats.org/officeDocument/2006/relationships/notesMaster" Target="/ppt/notesMasters/notesMaster1.xml" Id="Ra1277b040d554c0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4328bbc907c4e0c" /><Relationship Type="http://schemas.openxmlformats.org/officeDocument/2006/relationships/notesMaster" Target="/ppt/notesMasters/notesMaster1.xml" Id="R5237722e25664b3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733d35574a6546df" /><Relationship Type="http://schemas.openxmlformats.org/officeDocument/2006/relationships/notesMaster" Target="/ppt/notesMasters/notesMaster1.xml" Id="Rb7b779f9241c4d4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e4ebf0fb3af4f43" /><Relationship Type="http://schemas.openxmlformats.org/officeDocument/2006/relationships/notesMaster" Target="/ppt/notesMasters/notesMaster1.xml" Id="Raf02bd28004f44f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f4c4944fc214e44" /><Relationship Type="http://schemas.openxmlformats.org/officeDocument/2006/relationships/notesMaster" Target="/ppt/notesMasters/notesMaster1.xml" Id="Rd4ff537868c8492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12133b5d9bb4489" /><Relationship Type="http://schemas.openxmlformats.org/officeDocument/2006/relationships/notesMaster" Target="/ppt/notesMasters/notesMaster1.xml" Id="Rfac296de0c2343a2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7a6059bfc4e4520" /><Relationship Type="http://schemas.openxmlformats.org/officeDocument/2006/relationships/notesMaster" Target="/ppt/notesMasters/notesMaster1.xml" Id="R12a327dff18e4df6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dd7a7d2a79c44c5" /><Relationship Type="http://schemas.openxmlformats.org/officeDocument/2006/relationships/notesMaster" Target="/ppt/notesMasters/notesMaster1.xml" Id="R9d744e893d774b54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de447496f9434bf4" /><Relationship Type="http://schemas.openxmlformats.org/officeDocument/2006/relationships/notesMaster" Target="/ppt/notesMasters/notesMaster1.xml" Id="Rdc92d2b42ef047f2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d278ba19a5b64376" /><Relationship Type="http://schemas.openxmlformats.org/officeDocument/2006/relationships/notesMaster" Target="/ppt/notesMasters/notesMaster1.xml" Id="Rd6145ff1d9b14e51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ecc9af6a4c64be1" /><Relationship Type="http://schemas.openxmlformats.org/officeDocument/2006/relationships/notesMaster" Target="/ppt/notesMasters/notesMaster1.xml" Id="Redc5fe7b72c64b61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75d5545dd76e479f" /><Relationship Type="http://schemas.openxmlformats.org/officeDocument/2006/relationships/notesMaster" Target="/ppt/notesMasters/notesMaster1.xml" Id="Rf88798c09b5b4eb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be3bd2c4e0ea4793" /><Relationship Type="http://schemas.openxmlformats.org/officeDocument/2006/relationships/notesMaster" Target="/ppt/notesMasters/notesMaster1.xml" Id="R8225ffc90e404115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643abc2bfd0c4efa" /><Relationship Type="http://schemas.openxmlformats.org/officeDocument/2006/relationships/notesMaster" Target="/ppt/notesMasters/notesMaster1.xml" Id="Rfcb3cc912f9a422f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1a2a3706ef0434d" /><Relationship Type="http://schemas.openxmlformats.org/officeDocument/2006/relationships/notesMaster" Target="/ppt/notesMasters/notesMaster1.xml" Id="R5dbb0e893ca64be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fd69845e0afd494d" /><Relationship Type="http://schemas.openxmlformats.org/officeDocument/2006/relationships/notesMaster" Target="/ppt/notesMasters/notesMaster1.xml" Id="Rb26e8293fec243f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bbd640b3fc6c4c45" /><Relationship Type="http://schemas.openxmlformats.org/officeDocument/2006/relationships/notesMaster" Target="/ppt/notesMasters/notesMaster1.xml" Id="Rda3f58ef468e471b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8fd1b19aa91a4520" /><Relationship Type="http://schemas.openxmlformats.org/officeDocument/2006/relationships/notesMaster" Target="/ppt/notesMasters/notesMaster1.xml" Id="R167bde24e5254ba3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f589065f4e1f49e2" /><Relationship Type="http://schemas.openxmlformats.org/officeDocument/2006/relationships/notesMaster" Target="/ppt/notesMasters/notesMaster1.xml" Id="R35119b7b1be6462c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8e555aba5fbb4403" /><Relationship Type="http://schemas.openxmlformats.org/officeDocument/2006/relationships/notesMaster" Target="/ppt/notesMasters/notesMaster1.xml" Id="Ra375f76bbafa4c48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c171c0074c7145aa" /><Relationship Type="http://schemas.openxmlformats.org/officeDocument/2006/relationships/notesMaster" Target="/ppt/notesMasters/notesMaster1.xml" Id="R3a946a0b74d545a6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b094c24dfb684bd6" /><Relationship Type="http://schemas.openxmlformats.org/officeDocument/2006/relationships/notesMaster" Target="/ppt/notesMasters/notesMaster1.xml" Id="R4d2d162f26594068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1ee35f4239a4859" /><Relationship Type="http://schemas.openxmlformats.org/officeDocument/2006/relationships/notesMaster" Target="/ppt/notesMasters/notesMaster1.xml" Id="R4f9f490e00eb40f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653ee6ec1bd4e30" /><Relationship Type="http://schemas.openxmlformats.org/officeDocument/2006/relationships/notesMaster" Target="/ppt/notesMasters/notesMaster1.xml" Id="R8d98c83331b94771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9e5ba96ef571471b" /><Relationship Type="http://schemas.openxmlformats.org/officeDocument/2006/relationships/notesMaster" Target="/ppt/notesMasters/notesMaster1.xml" Id="R0cc2c9ae9796407a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569ca7fabb584c0c" /><Relationship Type="http://schemas.openxmlformats.org/officeDocument/2006/relationships/notesMaster" Target="/ppt/notesMasters/notesMaster1.xml" Id="Rb25279f705a04e27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0f879c9b71d4056" /><Relationship Type="http://schemas.openxmlformats.org/officeDocument/2006/relationships/notesMaster" Target="/ppt/notesMasters/notesMaster1.xml" Id="R5822fa718c1a4b8d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a454f12551574e96" /><Relationship Type="http://schemas.openxmlformats.org/officeDocument/2006/relationships/notesMaster" Target="/ppt/notesMasters/notesMaster1.xml" Id="Re566b6ea4a1c4b0b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c4032cd1a66401f" /><Relationship Type="http://schemas.openxmlformats.org/officeDocument/2006/relationships/notesMaster" Target="/ppt/notesMasters/notesMaster1.xml" Id="R845e8d5c2974456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51936814718c40ed" /><Relationship Type="http://schemas.openxmlformats.org/officeDocument/2006/relationships/notesMaster" Target="/ppt/notesMasters/notesMaster1.xml" Id="Rc2f421453c2b44d8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873a3f52f1e04276" /><Relationship Type="http://schemas.openxmlformats.org/officeDocument/2006/relationships/notesMaster" Target="/ppt/notesMasters/notesMaster1.xml" Id="R23e98e9352b64155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efd00c5c6012494e" /><Relationship Type="http://schemas.openxmlformats.org/officeDocument/2006/relationships/notesMaster" Target="/ppt/notesMasters/notesMaster1.xml" Id="R768d0c97b4264be6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c0074fbf82834e1c" /><Relationship Type="http://schemas.openxmlformats.org/officeDocument/2006/relationships/notesMaster" Target="/ppt/notesMasters/notesMaster1.xml" Id="Rb4b2969b51574171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8bae385c4344392" /><Relationship Type="http://schemas.openxmlformats.org/officeDocument/2006/relationships/notesMaster" Target="/ppt/notesMasters/notesMaster1.xml" Id="R548ae27feef944ce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b39fcefbc1fd40f2" /><Relationship Type="http://schemas.openxmlformats.org/officeDocument/2006/relationships/notesMaster" Target="/ppt/notesMasters/notesMaster1.xml" Id="R74b22e4861fc4869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7cbb18d37acd4b6f" /><Relationship Type="http://schemas.openxmlformats.org/officeDocument/2006/relationships/notesMaster" Target="/ppt/notesMasters/notesMaster1.xml" Id="R40c03a5d22cd409b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d785980e4d1e4ebb" /><Relationship Type="http://schemas.openxmlformats.org/officeDocument/2006/relationships/notesMaster" Target="/ppt/notesMasters/notesMaster1.xml" Id="R2b945356672446ef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6a1b10818deb408d" /><Relationship Type="http://schemas.openxmlformats.org/officeDocument/2006/relationships/notesMaster" Target="/ppt/notesMasters/notesMaster1.xml" Id="R46471f139b02443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60b7c42e324541a3" /><Relationship Type="http://schemas.openxmlformats.org/officeDocument/2006/relationships/notesMaster" Target="/ppt/notesMasters/notesMaster1.xml" Id="Ra0c5ccfe896040b0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4ee15810a07640e0" /><Relationship Type="http://schemas.openxmlformats.org/officeDocument/2006/relationships/notesMaster" Target="/ppt/notesMasters/notesMaster1.xml" Id="Re35d5a00bef34591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216a7d56dcae4828" /><Relationship Type="http://schemas.openxmlformats.org/officeDocument/2006/relationships/notesMaster" Target="/ppt/notesMasters/notesMaster1.xml" Id="R29e43f6283dd44fb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7e3b85b225344f22" /><Relationship Type="http://schemas.openxmlformats.org/officeDocument/2006/relationships/notesMaster" Target="/ppt/notesMasters/notesMaster1.xml" Id="Rc50485946fec48b4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566b84b3ce8447c" /><Relationship Type="http://schemas.openxmlformats.org/officeDocument/2006/relationships/notesMaster" Target="/ppt/notesMasters/notesMaster1.xml" Id="R8eb4b752d8c640f0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150584b068434c6a" /><Relationship Type="http://schemas.openxmlformats.org/officeDocument/2006/relationships/notesMaster" Target="/ppt/notesMasters/notesMaster1.xml" Id="R41f74cdae72a4437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ed0b6bfea94e4e24" /><Relationship Type="http://schemas.openxmlformats.org/officeDocument/2006/relationships/notesMaster" Target="/ppt/notesMasters/notesMaster1.xml" Id="R3b5b1b31f5c14a5f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ce58ffd02e6f43ed" /><Relationship Type="http://schemas.openxmlformats.org/officeDocument/2006/relationships/notesMaster" Target="/ppt/notesMasters/notesMaster1.xml" Id="R568aa78345044254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6dc9f29ccab84afa" /><Relationship Type="http://schemas.openxmlformats.org/officeDocument/2006/relationships/notesMaster" Target="/ppt/notesMasters/notesMaster1.xml" Id="Re580ad0ecc0d431e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b2a9c643bfcb4461" /><Relationship Type="http://schemas.openxmlformats.org/officeDocument/2006/relationships/notesMaster" Target="/ppt/notesMasters/notesMaster1.xml" Id="R95ab603bb93443ca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b1986b950ac43e1" /><Relationship Type="http://schemas.openxmlformats.org/officeDocument/2006/relationships/notesMaster" Target="/ppt/notesMasters/notesMaster1.xml" Id="Ra536dc14aea24c29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b9dae645f5eb452f" /><Relationship Type="http://schemas.openxmlformats.org/officeDocument/2006/relationships/notesMaster" Target="/ppt/notesMasters/notesMaster1.xml" Id="Ra65e71ec315d4a38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e71e31b6c7d54d6f" /><Relationship Type="http://schemas.openxmlformats.org/officeDocument/2006/relationships/notesMaster" Target="/ppt/notesMasters/notesMaster1.xml" Id="R8c68cb3f5b2f4742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d644fcfbcb0a4ece" /><Relationship Type="http://schemas.openxmlformats.org/officeDocument/2006/relationships/notesMaster" Target="/ppt/notesMasters/notesMaster1.xml" Id="R8d8782e6e84a447e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edf972bbc511411c" /><Relationship Type="http://schemas.openxmlformats.org/officeDocument/2006/relationships/notesMaster" Target="/ppt/notesMasters/notesMaster1.xml" Id="R4d5902a3d9344d67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6be22c832ed24eb6" /><Relationship Type="http://schemas.openxmlformats.org/officeDocument/2006/relationships/notesMaster" Target="/ppt/notesMasters/notesMaster1.xml" Id="R49f22327e5064010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54ee2b18dcc94785" /><Relationship Type="http://schemas.openxmlformats.org/officeDocument/2006/relationships/notesMaster" Target="/ppt/notesMasters/notesMaster1.xml" Id="R9eb23476f549469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7addc9c51b9c4790" /><Relationship Type="http://schemas.openxmlformats.org/officeDocument/2006/relationships/notesMaster" Target="/ppt/notesMasters/notesMaster1.xml" Id="R70ccbc4ce1de4cb5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471f6fd6bbea4b53" /><Relationship Type="http://schemas.openxmlformats.org/officeDocument/2006/relationships/notesMaster" Target="/ppt/notesMasters/notesMaster1.xml" Id="Rc288e474c5a44c66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7f348f2710748f4" /><Relationship Type="http://schemas.openxmlformats.org/officeDocument/2006/relationships/notesMaster" Target="/ppt/notesMasters/notesMaster1.xml" Id="R06ffc4e3a47f437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db12fcb773424a74" /><Relationship Type="http://schemas.openxmlformats.org/officeDocument/2006/relationships/notesMaster" Target="/ppt/notesMasters/notesMaster1.xml" Id="R405bee202e08464d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b7c259ed87b4396" /><Relationship Type="http://schemas.openxmlformats.org/officeDocument/2006/relationships/notesMaster" Target="/ppt/notesMasters/notesMaster1.xml" Id="Refffd9cc7fad46ee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158dd59f7b6c4988" /><Relationship Type="http://schemas.openxmlformats.org/officeDocument/2006/relationships/notesMaster" Target="/ppt/notesMasters/notesMaster1.xml" Id="Rb27fb8e2805e49bf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b146fcbd16dd4eb8" /><Relationship Type="http://schemas.openxmlformats.org/officeDocument/2006/relationships/notesMaster" Target="/ppt/notesMasters/notesMaster1.xml" Id="R8f25946fad944d72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92e6052aaa134345" /><Relationship Type="http://schemas.openxmlformats.org/officeDocument/2006/relationships/notesMaster" Target="/ppt/notesMasters/notesMaster1.xml" Id="R1067859403664f63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ca08bb37d09c4e9d" /><Relationship Type="http://schemas.openxmlformats.org/officeDocument/2006/relationships/notesMaster" Target="/ppt/notesMasters/notesMaster1.xml" Id="R0326a58862de4c0e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8ba8ddb0122a44bf" /><Relationship Type="http://schemas.openxmlformats.org/officeDocument/2006/relationships/notesMaster" Target="/ppt/notesMasters/notesMaster1.xml" Id="R50e9df46a2374ea4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7f923f7ddcde463f" /><Relationship Type="http://schemas.openxmlformats.org/officeDocument/2006/relationships/notesMaster" Target="/ppt/notesMasters/notesMaster1.xml" Id="R8060fc8fb9954d86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23e119822d9d4eda" /><Relationship Type="http://schemas.openxmlformats.org/officeDocument/2006/relationships/notesMaster" Target="/ppt/notesMasters/notesMaster1.xml" Id="Raf2ee1b482dd4ce9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8dedae75e4fb48d3" /><Relationship Type="http://schemas.openxmlformats.org/officeDocument/2006/relationships/notesMaster" Target="/ppt/notesMasters/notesMaster1.xml" Id="Rb3e165304344421f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7d8e0caac47543d8" /><Relationship Type="http://schemas.openxmlformats.org/officeDocument/2006/relationships/notesMaster" Target="/ppt/notesMasters/notesMaster1.xml" Id="R9087d214225048e0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6a65d97b45244fe5" /><Relationship Type="http://schemas.openxmlformats.org/officeDocument/2006/relationships/notesMaster" Target="/ppt/notesMasters/notesMaster1.xml" Id="R4e2c0c0080eb45ed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d372777f5f794fc5" /><Relationship Type="http://schemas.openxmlformats.org/officeDocument/2006/relationships/notesMaster" Target="/ppt/notesMasters/notesMaster1.xml" Id="R64f9ee4bf1744f65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cbc757ca20f14dd7" /><Relationship Type="http://schemas.openxmlformats.org/officeDocument/2006/relationships/notesMaster" Target="/ppt/notesMasters/notesMaster1.xml" Id="R5504f70131cc401b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af2b6dde48eb4def" /><Relationship Type="http://schemas.openxmlformats.org/officeDocument/2006/relationships/notesMaster" Target="/ppt/notesMasters/notesMaster1.xml" Id="R9f2fc8e06e884059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ad4d371b48df4e69" /><Relationship Type="http://schemas.openxmlformats.org/officeDocument/2006/relationships/notesMaster" Target="/ppt/notesMasters/notesMaster1.xml" Id="R036d61924158466c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1e0982fb77604a8f" /><Relationship Type="http://schemas.openxmlformats.org/officeDocument/2006/relationships/notesMaster" Target="/ppt/notesMasters/notesMaster1.xml" Id="R1f62549c80b54587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84d37b980fa44b69" /><Relationship Type="http://schemas.openxmlformats.org/officeDocument/2006/relationships/notesMaster" Target="/ppt/notesMasters/notesMaster1.xml" Id="Rc6ffa2361cf2493b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9173225746254371" /><Relationship Type="http://schemas.openxmlformats.org/officeDocument/2006/relationships/notesMaster" Target="/ppt/notesMasters/notesMaster1.xml" Id="Ra197e9afd1034de1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4c5a179a03f74766" /><Relationship Type="http://schemas.openxmlformats.org/officeDocument/2006/relationships/notesMaster" Target="/ppt/notesMasters/notesMaster1.xml" Id="Rbd376f9d559e4609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51860328973d4176" /><Relationship Type="http://schemas.openxmlformats.org/officeDocument/2006/relationships/notesMaster" Target="/ppt/notesMasters/notesMaster1.xml" Id="R67882d41650a4a8e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784a86077bfd424b" /><Relationship Type="http://schemas.openxmlformats.org/officeDocument/2006/relationships/notesMaster" Target="/ppt/notesMasters/notesMaster1.xml" Id="Ra11c920c60df427a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1beb9b5543dd4161" /><Relationship Type="http://schemas.openxmlformats.org/officeDocument/2006/relationships/notesMaster" Target="/ppt/notesMasters/notesMaster1.xml" Id="R6364cee6a7e54bcf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2c51d1b7e7414970" /><Relationship Type="http://schemas.openxmlformats.org/officeDocument/2006/relationships/notesMaster" Target="/ppt/notesMasters/notesMaster1.xml" Id="Rea47ca1980194448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e866ab7f50f14d0a" /><Relationship Type="http://schemas.openxmlformats.org/officeDocument/2006/relationships/notesMaster" Target="/ppt/notesMasters/notesMaster1.xml" Id="Rc00e2d40c9af45c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b8f2e756ccb2424f" /><Relationship Type="http://schemas.openxmlformats.org/officeDocument/2006/relationships/notesMaster" Target="/ppt/notesMasters/notesMaster1.xml" Id="R303b555cf6e54e80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aa3c1637129446f0" /><Relationship Type="http://schemas.openxmlformats.org/officeDocument/2006/relationships/notesMaster" Target="/ppt/notesMasters/notesMaster1.xml" Id="Ra59c787965664de9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b28906b93fdb47b6" /><Relationship Type="http://schemas.openxmlformats.org/officeDocument/2006/relationships/notesMaster" Target="/ppt/notesMasters/notesMaster1.xml" Id="R3b5fed484cc4444e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17aff440f44d4ca3" /><Relationship Type="http://schemas.openxmlformats.org/officeDocument/2006/relationships/notesMaster" Target="/ppt/notesMasters/notesMaster1.xml" Id="Rb3c6cd14ee044810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0153a3d7cf124ed1" /><Relationship Type="http://schemas.openxmlformats.org/officeDocument/2006/relationships/notesMaster" Target="/ppt/notesMasters/notesMaster1.xml" Id="R0df5a662edfe4617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e27bd3fa949e4bdc" /><Relationship Type="http://schemas.openxmlformats.org/officeDocument/2006/relationships/notesMaster" Target="/ppt/notesMasters/notesMaster1.xml" Id="R8bc929fb39a0466c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ef4e890a634647dd" /><Relationship Type="http://schemas.openxmlformats.org/officeDocument/2006/relationships/notesMaster" Target="/ppt/notesMasters/notesMaster1.xml" Id="Ra2f223fc3b424408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995e705462ba45c7" /><Relationship Type="http://schemas.openxmlformats.org/officeDocument/2006/relationships/notesMaster" Target="/ppt/notesMasters/notesMaster1.xml" Id="Rdf09cdf969e8435d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9f7e863118ff4264" /><Relationship Type="http://schemas.openxmlformats.org/officeDocument/2006/relationships/notesMaster" Target="/ppt/notesMasters/notesMaster1.xml" Id="R013edc4a676a4cd0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56f8af7183064f38" /><Relationship Type="http://schemas.openxmlformats.org/officeDocument/2006/relationships/notesMaster" Target="/ppt/notesMasters/notesMaster1.xml" Id="Ra64d519324d54af8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6a9c42413a9c400e" /><Relationship Type="http://schemas.openxmlformats.org/officeDocument/2006/relationships/notesMaster" Target="/ppt/notesMasters/notesMaster1.xml" Id="R7e98db5707db4097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faba13c94e03407d" /><Relationship Type="http://schemas.openxmlformats.org/officeDocument/2006/relationships/notesMaster" Target="/ppt/notesMasters/notesMaster1.xml" Id="Rd6150744ff4f4173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67e4ceca7f02458a" /><Relationship Type="http://schemas.openxmlformats.org/officeDocument/2006/relationships/notesMaster" Target="/ppt/notesMasters/notesMaster1.xml" Id="Rb18694accdbb4aba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bfbf67e968d343ae" /><Relationship Type="http://schemas.openxmlformats.org/officeDocument/2006/relationships/notesMaster" Target="/ppt/notesMasters/notesMaster1.xml" Id="Reefb7ed574754b53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f09df66389264c09" /><Relationship Type="http://schemas.openxmlformats.org/officeDocument/2006/relationships/notesMaster" Target="/ppt/notesMasters/notesMaster1.xml" Id="Rd8ee448702d84896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456cc31e4fb84604" /><Relationship Type="http://schemas.openxmlformats.org/officeDocument/2006/relationships/notesMaster" Target="/ppt/notesMasters/notesMaster1.xml" Id="R60997d0af4144b43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0c128268fab5468c" /><Relationship Type="http://schemas.openxmlformats.org/officeDocument/2006/relationships/notesMaster" Target="/ppt/notesMasters/notesMaster1.xml" Id="R92adc9964f844386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239b75c9c9f94836" /><Relationship Type="http://schemas.openxmlformats.org/officeDocument/2006/relationships/notesMaster" Target="/ppt/notesMasters/notesMaster1.xml" Id="R5547bf069d654579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176d6a3962984955" /><Relationship Type="http://schemas.openxmlformats.org/officeDocument/2006/relationships/notesMaster" Target="/ppt/notesMasters/notesMaster1.xml" Id="R09400bce8e634246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970390e691eb45a5" /><Relationship Type="http://schemas.openxmlformats.org/officeDocument/2006/relationships/notesMaster" Target="/ppt/notesMasters/notesMaster1.xml" Id="R42e95642b7bf4b05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2625148b0ced452d" /><Relationship Type="http://schemas.openxmlformats.org/officeDocument/2006/relationships/notesMaster" Target="/ppt/notesMasters/notesMaster1.xml" Id="R127ae4d89e2f41ac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0819ea92a446459a" /><Relationship Type="http://schemas.openxmlformats.org/officeDocument/2006/relationships/notesMaster" Target="/ppt/notesMasters/notesMaster1.xml" Id="Ra9e4ad49e2974774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e46c4ed2f1354c4e" /><Relationship Type="http://schemas.openxmlformats.org/officeDocument/2006/relationships/notesMaster" Target="/ppt/notesMasters/notesMaster1.xml" Id="R1247f7fac8f24c57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0a8ef2f90dad4228" /><Relationship Type="http://schemas.openxmlformats.org/officeDocument/2006/relationships/notesMaster" Target="/ppt/notesMasters/notesMaster1.xml" Id="R8bc449276c46469b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4081b1df672e4ef5" /><Relationship Type="http://schemas.openxmlformats.org/officeDocument/2006/relationships/notesMaster" Target="/ppt/notesMasters/notesMaster1.xml" Id="R503a48278bf445b1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faa364a1a48f4b4f" /><Relationship Type="http://schemas.openxmlformats.org/officeDocument/2006/relationships/notesMaster" Target="/ppt/notesMasters/notesMaster1.xml" Id="Re40cf79df8894503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79a690eaea5f48dd" /><Relationship Type="http://schemas.openxmlformats.org/officeDocument/2006/relationships/notesMaster" Target="/ppt/notesMasters/notesMaster1.xml" Id="R9e00e49bb3bd4dac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3b8e88f9ccb64606" /><Relationship Type="http://schemas.openxmlformats.org/officeDocument/2006/relationships/notesMaster" Target="/ppt/notesMasters/notesMaster1.xml" Id="R0bd19a89d329460a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1a4472fc9fe14fb6" /><Relationship Type="http://schemas.openxmlformats.org/officeDocument/2006/relationships/notesMaster" Target="/ppt/notesMasters/notesMaster1.xml" Id="R6054ec687e874622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89da3e1bd5264d7c" /><Relationship Type="http://schemas.openxmlformats.org/officeDocument/2006/relationships/notesMaster" Target="/ppt/notesMasters/notesMaster1.xml" Id="Ra31ba1ac5a994927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820bc1cf9688488c" /><Relationship Type="http://schemas.openxmlformats.org/officeDocument/2006/relationships/notesMaster" Target="/ppt/notesMasters/notesMaster1.xml" Id="R8dd41c2f3980466f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9e2f5a7a3d854b22" /><Relationship Type="http://schemas.openxmlformats.org/officeDocument/2006/relationships/notesMaster" Target="/ppt/notesMasters/notesMaster1.xml" Id="R5b8e9d4bc97846ab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21e7618b6bc14311" /><Relationship Type="http://schemas.openxmlformats.org/officeDocument/2006/relationships/notesMaster" Target="/ppt/notesMasters/notesMaster1.xml" Id="R928bda43daf044ec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2adc51a170334ae8" /><Relationship Type="http://schemas.openxmlformats.org/officeDocument/2006/relationships/notesMaster" Target="/ppt/notesMasters/notesMaster1.xml" Id="R2f543052149a40c1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8a6c73ea2159491d" /><Relationship Type="http://schemas.openxmlformats.org/officeDocument/2006/relationships/notesMaster" Target="/ppt/notesMasters/notesMaster1.xml" Id="R7e8aa94718a54a80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881c20aff97e41b5" /><Relationship Type="http://schemas.openxmlformats.org/officeDocument/2006/relationships/notesMaster" Target="/ppt/notesMasters/notesMaster1.xml" Id="R98d5267e85084496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6b0ad4a356c046fd" /><Relationship Type="http://schemas.openxmlformats.org/officeDocument/2006/relationships/notesMaster" Target="/ppt/notesMasters/notesMaster1.xml" Id="R9aa7b82f65944df4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81bf0f53929841cf" /><Relationship Type="http://schemas.openxmlformats.org/officeDocument/2006/relationships/notesMaster" Target="/ppt/notesMasters/notesMaster1.xml" Id="R4df6faaa825c45b8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a1da8b1419e64c19" /><Relationship Type="http://schemas.openxmlformats.org/officeDocument/2006/relationships/notesMaster" Target="/ppt/notesMasters/notesMaster1.xml" Id="Ra09ef059524c4962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ad93b478b3f7441c" /><Relationship Type="http://schemas.openxmlformats.org/officeDocument/2006/relationships/notesMaster" Target="/ppt/notesMasters/notesMaster1.xml" Id="R4608c9a6ca1d4758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253a2e1718b1432d" /><Relationship Type="http://schemas.openxmlformats.org/officeDocument/2006/relationships/notesMaster" Target="/ppt/notesMasters/notesMaster1.xml" Id="Rfabbb3f201f24f73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b9e4b1fe21464ce0" /><Relationship Type="http://schemas.openxmlformats.org/officeDocument/2006/relationships/notesMaster" Target="/ppt/notesMasters/notesMaster1.xml" Id="R9493358ca54c404e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e3aa854ee0af46f8" /><Relationship Type="http://schemas.openxmlformats.org/officeDocument/2006/relationships/notesMaster" Target="/ppt/notesMasters/notesMaster1.xml" Id="R98a5e19dff3f4b65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82e761ffc3e34fb6" /><Relationship Type="http://schemas.openxmlformats.org/officeDocument/2006/relationships/notesMaster" Target="/ppt/notesMasters/notesMaster1.xml" Id="R09b6910cd1374b4b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2b0b12539d294531" /><Relationship Type="http://schemas.openxmlformats.org/officeDocument/2006/relationships/notesMaster" Target="/ppt/notesMasters/notesMaster1.xml" Id="R3d7347edc745475d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fed1c1289e4a4aa6" /><Relationship Type="http://schemas.openxmlformats.org/officeDocument/2006/relationships/notesMaster" Target="/ppt/notesMasters/notesMaster1.xml" Id="Re9105c2064ac49c0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7204470f737a4475" /><Relationship Type="http://schemas.openxmlformats.org/officeDocument/2006/relationships/notesMaster" Target="/ppt/notesMasters/notesMaster1.xml" Id="Rd114db8685714437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56d4514057fd4959" /><Relationship Type="http://schemas.openxmlformats.org/officeDocument/2006/relationships/notesMaster" Target="/ppt/notesMasters/notesMaster1.xml" Id="Rfdfb125e96f24d83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5654f5fc5a794a84" /><Relationship Type="http://schemas.openxmlformats.org/officeDocument/2006/relationships/notesMaster" Target="/ppt/notesMasters/notesMaster1.xml" Id="R79f29dbe06cd48c3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68e56c0983fd4c05" /><Relationship Type="http://schemas.openxmlformats.org/officeDocument/2006/relationships/notesMaster" Target="/ppt/notesMasters/notesMaster1.xml" Id="Rd70c987e446c45b5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1538aae277204f59" /><Relationship Type="http://schemas.openxmlformats.org/officeDocument/2006/relationships/notesMaster" Target="/ppt/notesMasters/notesMaster1.xml" Id="Rdb1b1c2c74154d85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a801a3589cbe4cd3" /><Relationship Type="http://schemas.openxmlformats.org/officeDocument/2006/relationships/notesMaster" Target="/ppt/notesMasters/notesMaster1.xml" Id="R2c7d97bb58b44409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cfa3f37c90ac4e57" /><Relationship Type="http://schemas.openxmlformats.org/officeDocument/2006/relationships/notesMaster" Target="/ppt/notesMasters/notesMaster1.xml" Id="Re2d534dc2d9c47c9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492feccc4121483d" /><Relationship Type="http://schemas.openxmlformats.org/officeDocument/2006/relationships/notesMaster" Target="/ppt/notesMasters/notesMaster1.xml" Id="R86ec4712a2c04fd8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40f5726daa234b27" /><Relationship Type="http://schemas.openxmlformats.org/officeDocument/2006/relationships/notesMaster" Target="/ppt/notesMasters/notesMaster1.xml" Id="Rf65e1f2a97214c19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a7b54614d95c48d1" /><Relationship Type="http://schemas.openxmlformats.org/officeDocument/2006/relationships/notesMaster" Target="/ppt/notesMasters/notesMaster1.xml" Id="R463bac7ef3a84621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5a0c16e0af6d4136" /><Relationship Type="http://schemas.openxmlformats.org/officeDocument/2006/relationships/notesMaster" Target="/ppt/notesMasters/notesMaster1.xml" Id="Rdd8b2ae2d4c2421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92673f876e914986" /><Relationship Type="http://schemas.openxmlformats.org/officeDocument/2006/relationships/notesMaster" Target="/ppt/notesMasters/notesMaster1.xml" Id="R1ad45861c2334e45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a59a0158bc3b4899" /><Relationship Type="http://schemas.openxmlformats.org/officeDocument/2006/relationships/notesMaster" Target="/ppt/notesMasters/notesMaster1.xml" Id="R79581d10bb964f96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b0d7f4183e064f43" /><Relationship Type="http://schemas.openxmlformats.org/officeDocument/2006/relationships/notesMaster" Target="/ppt/notesMasters/notesMaster1.xml" Id="R40b75ea1c6be436b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886a532c51c74e16" /><Relationship Type="http://schemas.openxmlformats.org/officeDocument/2006/relationships/notesMaster" Target="/ppt/notesMasters/notesMaster1.xml" Id="R07e32bb28c724cc5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e495cc45ba1c477e" /><Relationship Type="http://schemas.openxmlformats.org/officeDocument/2006/relationships/notesMaster" Target="/ppt/notesMasters/notesMaster1.xml" Id="R44530136979a4868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f7dc0adc2639403a" /><Relationship Type="http://schemas.openxmlformats.org/officeDocument/2006/relationships/notesMaster" Target="/ppt/notesMasters/notesMaster1.xml" Id="R29028d9d130343a7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96fc14750df04c97" /><Relationship Type="http://schemas.openxmlformats.org/officeDocument/2006/relationships/notesMaster" Target="/ppt/notesMasters/notesMaster1.xml" Id="R0112e65ce1c447b2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2959f2666695445a" /><Relationship Type="http://schemas.openxmlformats.org/officeDocument/2006/relationships/notesMaster" Target="/ppt/notesMasters/notesMaster1.xml" Id="Rc925f763f6164d95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ca24e6f2cff146b8" /><Relationship Type="http://schemas.openxmlformats.org/officeDocument/2006/relationships/notesMaster" Target="/ppt/notesMasters/notesMaster1.xml" Id="Rfe9ade8f5ecd4172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235d0d82c975464d" /><Relationship Type="http://schemas.openxmlformats.org/officeDocument/2006/relationships/notesMaster" Target="/ppt/notesMasters/notesMaster1.xml" Id="Rc3e1f14dd3414df7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2bec9f4bee424d39" /><Relationship Type="http://schemas.openxmlformats.org/officeDocument/2006/relationships/notesMaster" Target="/ppt/notesMasters/notesMaster1.xml" Id="R36a34adb39094654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19f5289f42534790" /><Relationship Type="http://schemas.openxmlformats.org/officeDocument/2006/relationships/notesMaster" Target="/ppt/notesMasters/notesMaster1.xml" Id="Rca2543b4d7e44830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897d32228bf14e6a" /><Relationship Type="http://schemas.openxmlformats.org/officeDocument/2006/relationships/notesMaster" Target="/ppt/notesMasters/notesMaster1.xml" Id="R1d9584eaffb6443d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e002fd87831d446f" /><Relationship Type="http://schemas.openxmlformats.org/officeDocument/2006/relationships/notesMaster" Target="/ppt/notesMasters/notesMaster1.xml" Id="R0fac8a04370b46a7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25660f94cf3f4fc8" /><Relationship Type="http://schemas.openxmlformats.org/officeDocument/2006/relationships/notesMaster" Target="/ppt/notesMasters/notesMaster1.xml" Id="R661e7d747c7e4464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64731c984e0842c3" /><Relationship Type="http://schemas.openxmlformats.org/officeDocument/2006/relationships/notesMaster" Target="/ppt/notesMasters/notesMaster1.xml" Id="R005e9053a1ff440b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dba170fbd9fd40dd" /><Relationship Type="http://schemas.openxmlformats.org/officeDocument/2006/relationships/notesMaster" Target="/ppt/notesMasters/notesMaster1.xml" Id="R771dc85d2c124309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bd796a5043244a9b" /><Relationship Type="http://schemas.openxmlformats.org/officeDocument/2006/relationships/notesMaster" Target="/ppt/notesMasters/notesMaster1.xml" Id="Re416005eeade46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45초 teaser로 완성 결과·정상 수치·대표 HOLD를 먼저 보여주고 구현 설명은 하지 않는다.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local:assets/demo-videos/day2_service_teaser.gif</a:t>
            </a:r>
          </a:p>
          <a:p xmlns:a="http://schemas.openxmlformats.org/drawingml/2006/main">
            <a:r>
              <a:t>- local:output/course-demos/day2/demo_result.json</a:t>
            </a:r>
          </a:p>
          <a:p xmlns:a="http://schemas.openxmlformats.org/drawingml/2006/main">
            <a:r>
              <a:t>- local:materials/days2_5/Codex_Claude_제작_사례와_오프닝_데모_런북.md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local:/Users/sungjae-cha/sungjae-cha/llm-agent-and-workflow-automation/output/course-labs/day2-v2/01_architecture.json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local:materials/day2/일반인을_위한_회의기록_Agent_설계.md</a:t>
            </a:r>
          </a:p>
          <a:p xmlns:a="http://schemas.openxmlformats.org/drawingml/2006/main">
            <a:r>
              <a:t>- local:output/course-labs/day2-v2/01_architecture.json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local:/Users/sungjae-cha/sungjae-cha/llm-agent-and-workflow-automation/output/course-labs/day2-v2/01_architecture.json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local:scripts/day2_public_audio.py</a:t>
            </a:r>
          </a:p>
          <a:p xmlns:a="http://schemas.openxmlformats.org/drawingml/2006/main">
            <a:r>
              <a:t>- local:output/course-labs/day2-v2/02_inputs.json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local:scripts/day2_public_audio.py</a:t>
            </a:r>
          </a:p>
          <a:p xmlns:a="http://schemas.openxmlformats.org/drawingml/2006/main">
            <a:r>
              <a:t>- local:output/course-labs/day2-v2/02_inputs.json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https://commons.wikimedia.org/wiki/File:2026%EB%85%84_8%EC%9B%94_26%EC%9D%BC_-_%EC%95%88%EB%8F%99_%EC%B5%9C%EA%B3%A0%EC%9C%84%EC%9B%90%ED%9A%8C%EC%9D%98_%EC%83%9D%EC%A4%91%EA%B3%84_-_%EB%8D%94%EB%B6%88%EC%96%B4%EB%AF%BC%EC%A3%BC%EB%8B%B9.webm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local:scripts/day2_public_audio.py</a:t>
            </a:r>
          </a:p>
          <a:p xmlns:a="http://schemas.openxmlformats.org/drawingml/2006/main">
            <a:r>
              <a:t>- local:output/course-labs/day2-v2/02_inputs.json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local:/Users/sungjae-cha/sungjae-cha/llm-agent-and-workflow-automation/output/course-labs/day2-v2/02_inputs.json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local:data/day2_public_audio/sources.json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local:scripts/day2_public_audio.py</a:t>
            </a:r>
          </a:p>
          <a:p xmlns:a="http://schemas.openxmlformats.org/drawingml/2006/main">
            <a:r>
              <a:t>- local:output/course-labs/day2-v2/02_inputs.json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local:output/course-labs/day2-v2/02_inputs.json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local:/Users/sungjae-cha/sungjae-cha/llm-agent-and-workflow-automation/output/course-labs/day2-v2/02_inputs.json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https://modelcontextprotocol.io/introduction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local:output/course-labs/day2-v2/03_domain_context.json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local:/Users/sungjae-cha/sungjae-cha/llm-agent-and-workflow-automation/output/course-labs/day2-v2/03_domain_context.json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local:output/course-labs/day2-v2/04_strategy_compare.json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local:output/course-labs/day2-v2/04_strategy_compare.json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local:output/course-labs/day2-v2/04_strategy_compare.json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local:/Users/sungjae-cha/sungjae-cha/llm-agent-and-workflow-automation/output/course-labs/day2-v2/04_strategy_compare.json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local:output/course-labs/day2-v2/04_strategy_compare.json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local:output/course-labs/day2-v2/04_strategy_compare.json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local:/Users/sungjae-cha/sungjae-cha/llm-agent-and-workflow-automation/output/course-labs/day2-v2/04_strategy_compare.json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local:output/course-labs/day2-v2/05_workflow_runs.json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local:output/course-labs/day2-v2/05_workflow_runs.json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local:output/course-labs/day2-v2/05_workflow_runs.json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local:/Users/sungjae-cha/sungjae-cha/llm-agent-and-workflow-automation/output/course-labs/day2-v2/05_workflow_runs.json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local:materials/day2/Codex_Claude_대화_시나리오.md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local:output/course-labs/day2-v2/05_workflow_runs.json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local:output/course-labs/day2-v2/05_workflow_runs.json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local:/Users/sungjae-cha/sungjae-cha/llm-agent-and-workflow-automation/output/course-labs/day2-v2/05_workflow_runs.json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local:output/course-labs/day2-v2/06_provider_diagnostics.json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local:output/course-labs/day2-v2/06_provider_diagnostics.json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local:output/course-labs/day2-v2/06_provider_diagnostics.json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local:output/course-labs/day2-v2/06_provider_diagnostics.json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local:output/course-labs/day2-v2/06_provider_diagnostics.json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local:/Users/sungjae-cha/sungjae-cha/llm-agent-and-workflow-automation/output/course-labs/day2-v2/06_provider_diagnostics.json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local:src/course_services/day2_meeting_workflow.py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local:tests/test_day2_meeting_workflow.py</a:t>
            </a:r>
          </a:p>
          <a:p xmlns:a="http://schemas.openxmlformats.org/drawingml/2006/main">
            <a:r>
              <a:t>- local:output/course-labs/day2-v2/07_human_review.json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local:output/course-labs/day2-v2/07_human_review.json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local:/Users/sungjae-cha/sungjae-cha/llm-agent-and-workflow-automation/output/course-labs/day2-v2/07_human_review.json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local:desktop-app/meeting-intelligence/docker-compose.yml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local:output/course-labs/day2-v2/08_export_drafts.json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local:desktop-app/meeting-intelligence/docker-compose.yml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local:output/course-labs/day2-v2/08_export_drafts.json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local:desktop-app/meeting-intelligence/docker-compose.yml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local:desktop-app/meeting-intelligence/docker-compose.yml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local:output/course-labs/day2-v2/08_export_drafts.json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local:/Users/sungjae-cha/sungjae-cha/llm-agent-and-workflow-automation/output/course-labs/day2-v2/08_export_drafts.json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local:desktop-app/meeting-intelligence/README.md</a:t>
            </a:r>
          </a:p>
          <a:p xmlns:a="http://schemas.openxmlformats.org/drawingml/2006/main">
            <a:r>
              <a:t>- local:desktop-app/meeting-intelligence/docker-compose.yml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local:output/course-labs/day2-v2/08_export_drafts.json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local:desktop-app/meeting-intelligence/docker-compose.yml</a:t>
            </a:r>
          </a:p>
          <a:p xmlns:a="http://schemas.openxmlformats.org/drawingml/2006/main">
            <a:r>
              <a:t>- local:output/course-labs/day2-v2/08_export_drafts.json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local:/Users/sungjae-cha/sungjae-cha/llm-agent-and-workflow-automation/output/course-labs/day2-v2/08_export_drafts.json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e41539a3c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9c9185182946ba" /><Relationship Type="http://schemas.openxmlformats.org/officeDocument/2006/relationships/slideLayout" Target="/ppt/slideLayouts/slideLayout1.xml" Id="R475932814b3947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5932814b3947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24f6a72d34ccc" /><Relationship Type="http://schemas.openxmlformats.org/officeDocument/2006/relationships/notesSlide" Target="/ppt/notesSlides/notesSlide1.xml" Id="R39164302a223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6bf68a4de4ba6" /><Relationship Type="http://schemas.openxmlformats.org/officeDocument/2006/relationships/image" Target="/ppt/media/image.png" Id="R33d9d38176ce41cb" /><Relationship Type="http://schemas.openxmlformats.org/officeDocument/2006/relationships/notesSlide" Target="/ppt/notesSlides/notesSlide2.xml" Id="R139ccac0ab2a4d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33caa01504ad3" /><Relationship Type="http://schemas.openxmlformats.org/officeDocument/2006/relationships/notesSlide" Target="/ppt/notesSlides/notesSlide3.xml" Id="Rf19b8a8c94d14f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36aeef44d4570" /><Relationship Type="http://schemas.openxmlformats.org/officeDocument/2006/relationships/notesSlide" Target="/ppt/notesSlides/notesSlide4.xml" Id="R990000cc452746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b82007df54d39" /><Relationship Type="http://schemas.openxmlformats.org/officeDocument/2006/relationships/notesSlide" Target="/ppt/notesSlides/notesSlide5.xml" Id="Rbe48ec24c81148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e48d3eb544965" /><Relationship Type="http://schemas.openxmlformats.org/officeDocument/2006/relationships/notesSlide" Target="/ppt/notesSlides/notesSlide6.xml" Id="R95c4afad18e946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b3dd648a24d17" /><Relationship Type="http://schemas.openxmlformats.org/officeDocument/2006/relationships/notesSlide" Target="/ppt/notesSlides/notesSlide7.xml" Id="R245d0bacb10345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9aa3b2fb9478c" /><Relationship Type="http://schemas.openxmlformats.org/officeDocument/2006/relationships/notesSlide" Target="/ppt/notesSlides/notesSlide8.xml" Id="R6877a8b5418341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a2891e8af422e" /><Relationship Type="http://schemas.openxmlformats.org/officeDocument/2006/relationships/notesSlide" Target="/ppt/notesSlides/notesSlide9.xml" Id="Rebd9b9d72a1848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1080d86a84298" /><Relationship Type="http://schemas.openxmlformats.org/officeDocument/2006/relationships/notesSlide" Target="/ppt/notesSlides/notesSlide10.xml" Id="Re06396ea9b8241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ffcbc5d6549eb" /><Relationship Type="http://schemas.openxmlformats.org/officeDocument/2006/relationships/notesSlide" Target="/ppt/notesSlides/notesSlide11.xml" Id="R8aa2ec2cc81647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bc9190eef443f" /><Relationship Type="http://schemas.openxmlformats.org/officeDocument/2006/relationships/notesSlide" Target="/ppt/notesSlides/notesSlide12.xml" Id="R31859af29bf542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1e79619cd480b" /><Relationship Type="http://schemas.openxmlformats.org/officeDocument/2006/relationships/notesSlide" Target="/ppt/notesSlides/notesSlide13.xml" Id="Rb6568603bbe242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fdfc0d5044d49" /><Relationship Type="http://schemas.openxmlformats.org/officeDocument/2006/relationships/image" Target="/ppt/media/image2.png" Id="R6d68c1b9e24343c3" /><Relationship Type="http://schemas.openxmlformats.org/officeDocument/2006/relationships/notesSlide" Target="/ppt/notesSlides/notesSlide14.xml" Id="Rc8f76824a35947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8dd2039cf4774" /><Relationship Type="http://schemas.openxmlformats.org/officeDocument/2006/relationships/notesSlide" Target="/ppt/notesSlides/notesSlide15.xml" Id="R20a844d8d43843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9584c5b8a4936" /><Relationship Type="http://schemas.openxmlformats.org/officeDocument/2006/relationships/notesSlide" Target="/ppt/notesSlides/notesSlide16.xml" Id="Rabb7eb87673f42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4a934804c4d6a" /><Relationship Type="http://schemas.openxmlformats.org/officeDocument/2006/relationships/notesSlide" Target="/ppt/notesSlides/notesSlide17.xml" Id="R83804e8439af45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2c27ac7eb4b96" /><Relationship Type="http://schemas.openxmlformats.org/officeDocument/2006/relationships/notesSlide" Target="/ppt/notesSlides/notesSlide18.xml" Id="R8abe58fed7a142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0f19b026f46b2" /><Relationship Type="http://schemas.openxmlformats.org/officeDocument/2006/relationships/notesSlide" Target="/ppt/notesSlides/notesSlide19.xml" Id="Rc2973a3b69fa48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90edaa880407e" /><Relationship Type="http://schemas.openxmlformats.org/officeDocument/2006/relationships/notesSlide" Target="/ppt/notesSlides/notesSlide20.xml" Id="Rad718d5d4c2944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18cf6b09347db" /><Relationship Type="http://schemas.openxmlformats.org/officeDocument/2006/relationships/notesSlide" Target="/ppt/notesSlides/notesSlide21.xml" Id="R8428725f5ee142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0640e81bb4b3b" /><Relationship Type="http://schemas.openxmlformats.org/officeDocument/2006/relationships/notesSlide" Target="/ppt/notesSlides/notesSlide22.xml" Id="Rfe0e2639299d41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774a54d354d08" /><Relationship Type="http://schemas.openxmlformats.org/officeDocument/2006/relationships/notesSlide" Target="/ppt/notesSlides/notesSlide23.xml" Id="R19bb7ad9fe394f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17cf851ce4012" /><Relationship Type="http://schemas.openxmlformats.org/officeDocument/2006/relationships/notesSlide" Target="/ppt/notesSlides/notesSlide24.xml" Id="R23e922aaa92741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88cdbc44540cc" /><Relationship Type="http://schemas.openxmlformats.org/officeDocument/2006/relationships/notesSlide" Target="/ppt/notesSlides/notesSlide25.xml" Id="Ra7a5f1d38fa54c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7376548cc4c36" /><Relationship Type="http://schemas.openxmlformats.org/officeDocument/2006/relationships/notesSlide" Target="/ppt/notesSlides/notesSlide26.xml" Id="Rb26f059dca9344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86b23ae384d11" /><Relationship Type="http://schemas.openxmlformats.org/officeDocument/2006/relationships/notesSlide" Target="/ppt/notesSlides/notesSlide27.xml" Id="Rdb22c3ea212c4fa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e511f55ec4ff1" /><Relationship Type="http://schemas.openxmlformats.org/officeDocument/2006/relationships/notesSlide" Target="/ppt/notesSlides/notesSlide28.xml" Id="R1f7e03e42a6b45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b11ffcba04e1c" /><Relationship Type="http://schemas.openxmlformats.org/officeDocument/2006/relationships/notesSlide" Target="/ppt/notesSlides/notesSlide29.xml" Id="R2bd9847d049f4f3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4b45a5ef841e0" /><Relationship Type="http://schemas.openxmlformats.org/officeDocument/2006/relationships/notesSlide" Target="/ppt/notesSlides/notesSlide30.xml" Id="R185f0e97211d46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5286aae144bb" /><Relationship Type="http://schemas.openxmlformats.org/officeDocument/2006/relationships/notesSlide" Target="/ppt/notesSlides/notesSlide31.xml" Id="Ref1fd04a16bd49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300534d4d4454" /><Relationship Type="http://schemas.openxmlformats.org/officeDocument/2006/relationships/notesSlide" Target="/ppt/notesSlides/notesSlide32.xml" Id="R40df1cb161a847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e927f9ce14e45" /><Relationship Type="http://schemas.openxmlformats.org/officeDocument/2006/relationships/notesSlide" Target="/ppt/notesSlides/notesSlide33.xml" Id="R31ca2e54accd4b9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0893083da4879" /><Relationship Type="http://schemas.openxmlformats.org/officeDocument/2006/relationships/notesSlide" Target="/ppt/notesSlides/notesSlide34.xml" Id="Rfc862e26c050438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42983187a4e9a" /><Relationship Type="http://schemas.openxmlformats.org/officeDocument/2006/relationships/notesSlide" Target="/ppt/notesSlides/notesSlide35.xml" Id="Rab041ea1017c4a2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6735664754ca8" /><Relationship Type="http://schemas.openxmlformats.org/officeDocument/2006/relationships/notesSlide" Target="/ppt/notesSlides/notesSlide36.xml" Id="Rcb43ad72a8e14b9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6132cb0e34bef" /><Relationship Type="http://schemas.openxmlformats.org/officeDocument/2006/relationships/notesSlide" Target="/ppt/notesSlides/notesSlide37.xml" Id="Rf6e78ed1665d4fe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642038de34bdd" /><Relationship Type="http://schemas.openxmlformats.org/officeDocument/2006/relationships/notesSlide" Target="/ppt/notesSlides/notesSlide38.xml" Id="R1992710b200d4fd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fa77c7fd646b7" /><Relationship Type="http://schemas.openxmlformats.org/officeDocument/2006/relationships/notesSlide" Target="/ppt/notesSlides/notesSlide39.xml" Id="R4a7aae938f9d450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6c938076341ae" /><Relationship Type="http://schemas.openxmlformats.org/officeDocument/2006/relationships/notesSlide" Target="/ppt/notesSlides/notesSlide40.xml" Id="R643c0fd0c3534d4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d2783c51b4e08" /><Relationship Type="http://schemas.openxmlformats.org/officeDocument/2006/relationships/notesSlide" Target="/ppt/notesSlides/notesSlide41.xml" Id="Rf1c29f318fb5487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cdaabb1d647a9" /><Relationship Type="http://schemas.openxmlformats.org/officeDocument/2006/relationships/notesSlide" Target="/ppt/notesSlides/notesSlide42.xml" Id="Rdcbb93fad355449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bac8c21144a8a" /><Relationship Type="http://schemas.openxmlformats.org/officeDocument/2006/relationships/notesSlide" Target="/ppt/notesSlides/notesSlide43.xml" Id="R3100b6982b96424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58b3b9d18476b" /><Relationship Type="http://schemas.openxmlformats.org/officeDocument/2006/relationships/image" Target="/ppt/media/image3.png" Id="Rc818145972c64ccc" /><Relationship Type="http://schemas.openxmlformats.org/officeDocument/2006/relationships/notesSlide" Target="/ppt/notesSlides/notesSlide44.xml" Id="Redfc838c766b4d4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b41927cb14ae2" /><Relationship Type="http://schemas.openxmlformats.org/officeDocument/2006/relationships/notesSlide" Target="/ppt/notesSlides/notesSlide45.xml" Id="Re296869f6e92445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3808f422a4b37" /><Relationship Type="http://schemas.openxmlformats.org/officeDocument/2006/relationships/notesSlide" Target="/ppt/notesSlides/notesSlide46.xml" Id="R24b0a2954cf745c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ad2eb17bc439e" /><Relationship Type="http://schemas.openxmlformats.org/officeDocument/2006/relationships/notesSlide" Target="/ppt/notesSlides/notesSlide47.xml" Id="R70f28103dae943c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5b4bfc8fa4751" /><Relationship Type="http://schemas.openxmlformats.org/officeDocument/2006/relationships/notesSlide" Target="/ppt/notesSlides/notesSlide48.xml" Id="R386a0fae06a64b8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5d25862874f5d" /><Relationship Type="http://schemas.openxmlformats.org/officeDocument/2006/relationships/notesSlide" Target="/ppt/notesSlides/notesSlide49.xml" Id="R342a21dbc0e54f7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f5feaeebe44b2" /><Relationship Type="http://schemas.openxmlformats.org/officeDocument/2006/relationships/notesSlide" Target="/ppt/notesSlides/notesSlide50.xml" Id="R9dee51e42bf7497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8738734c54e49" /><Relationship Type="http://schemas.openxmlformats.org/officeDocument/2006/relationships/notesSlide" Target="/ppt/notesSlides/notesSlide51.xml" Id="R051c14b56a3b476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7c435edab46c7" /><Relationship Type="http://schemas.openxmlformats.org/officeDocument/2006/relationships/notesSlide" Target="/ppt/notesSlides/notesSlide52.xml" Id="R167ce373b0f649a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3d5b68f2649d6" /><Relationship Type="http://schemas.openxmlformats.org/officeDocument/2006/relationships/notesSlide" Target="/ppt/notesSlides/notesSlide53.xml" Id="Rb276f47a7a56493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51f9fd49847eb" /><Relationship Type="http://schemas.openxmlformats.org/officeDocument/2006/relationships/notesSlide" Target="/ppt/notesSlides/notesSlide54.xml" Id="Ra2864697054c42b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c3fdc5e934316" /><Relationship Type="http://schemas.openxmlformats.org/officeDocument/2006/relationships/notesSlide" Target="/ppt/notesSlides/notesSlide55.xml" Id="R7ee78151f08a4c6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fe8b5db744b04" /><Relationship Type="http://schemas.openxmlformats.org/officeDocument/2006/relationships/notesSlide" Target="/ppt/notesSlides/notesSlide56.xml" Id="R0d923531efaf4f9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dc51cb775431d" /><Relationship Type="http://schemas.openxmlformats.org/officeDocument/2006/relationships/notesSlide" Target="/ppt/notesSlides/notesSlide57.xml" Id="R887394cd5397415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bfb113ee4447a" /><Relationship Type="http://schemas.openxmlformats.org/officeDocument/2006/relationships/notesSlide" Target="/ppt/notesSlides/notesSlide58.xml" Id="R6a5bcfbc59d5419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82c08e64f4a72" /><Relationship Type="http://schemas.openxmlformats.org/officeDocument/2006/relationships/notesSlide" Target="/ppt/notesSlides/notesSlide59.xml" Id="Rad6c8c4049d94d4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db844434f4538" /><Relationship Type="http://schemas.openxmlformats.org/officeDocument/2006/relationships/notesSlide" Target="/ppt/notesSlides/notesSlide60.xml" Id="Rb78813766f394d7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82654e65455e" /><Relationship Type="http://schemas.openxmlformats.org/officeDocument/2006/relationships/notesSlide" Target="/ppt/notesSlides/notesSlide61.xml" Id="R3fdb6b1fcbc5404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becf6e0d4a2a" /><Relationship Type="http://schemas.openxmlformats.org/officeDocument/2006/relationships/notesSlide" Target="/ppt/notesSlides/notesSlide62.xml" Id="R514223e496514f7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cdb1d4dd94d79" /><Relationship Type="http://schemas.openxmlformats.org/officeDocument/2006/relationships/notesSlide" Target="/ppt/notesSlides/notesSlide63.xml" Id="R1df3a9df7438459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19d04dd0e4d7e" /><Relationship Type="http://schemas.openxmlformats.org/officeDocument/2006/relationships/notesSlide" Target="/ppt/notesSlides/notesSlide64.xml" Id="Rbbf8c3d300794c4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e3021d19c497e" /><Relationship Type="http://schemas.openxmlformats.org/officeDocument/2006/relationships/notesSlide" Target="/ppt/notesSlides/notesSlide65.xml" Id="R753e25e1307a4c9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36997768e43ca" /><Relationship Type="http://schemas.openxmlformats.org/officeDocument/2006/relationships/notesSlide" Target="/ppt/notesSlides/notesSlide66.xml" Id="R70759bb763a74787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f87c0372541e1" /><Relationship Type="http://schemas.openxmlformats.org/officeDocument/2006/relationships/notesSlide" Target="/ppt/notesSlides/notesSlide67.xml" Id="R2c752594d81147ff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a33b886d24624" /><Relationship Type="http://schemas.openxmlformats.org/officeDocument/2006/relationships/notesSlide" Target="/ppt/notesSlides/notesSlide68.xml" Id="Rbb24fbceb576401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6a43e5c664774" /><Relationship Type="http://schemas.openxmlformats.org/officeDocument/2006/relationships/notesSlide" Target="/ppt/notesSlides/notesSlide69.xml" Id="R398c6c4f599249be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cf12a6f48432c" /><Relationship Type="http://schemas.openxmlformats.org/officeDocument/2006/relationships/notesSlide" Target="/ppt/notesSlides/notesSlide70.xml" Id="Rf0578324993941a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2c76bf2534a3f" /><Relationship Type="http://schemas.openxmlformats.org/officeDocument/2006/relationships/notesSlide" Target="/ppt/notesSlides/notesSlide71.xml" Id="R2f14b4e1ad3045d2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e444267374de1" /><Relationship Type="http://schemas.openxmlformats.org/officeDocument/2006/relationships/notesSlide" Target="/ppt/notesSlides/notesSlide72.xml" Id="Rae689a561cbb40ce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e7232c3f54e0b" /><Relationship Type="http://schemas.openxmlformats.org/officeDocument/2006/relationships/notesSlide" Target="/ppt/notesSlides/notesSlide73.xml" Id="Rab58032647424be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5324e4144961" /><Relationship Type="http://schemas.openxmlformats.org/officeDocument/2006/relationships/image" Target="/ppt/media/image4.png" Id="R86fe040efd6a495a" /><Relationship Type="http://schemas.openxmlformats.org/officeDocument/2006/relationships/notesSlide" Target="/ppt/notesSlides/notesSlide74.xml" Id="Rb67a498def35471a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5e09589434583" /><Relationship Type="http://schemas.openxmlformats.org/officeDocument/2006/relationships/notesSlide" Target="/ppt/notesSlides/notesSlide75.xml" Id="Rf5b11edba0674fd4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27740e6254045" /><Relationship Type="http://schemas.openxmlformats.org/officeDocument/2006/relationships/notesSlide" Target="/ppt/notesSlides/notesSlide76.xml" Id="R6376a79992be41b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4163cfd594e21" /><Relationship Type="http://schemas.openxmlformats.org/officeDocument/2006/relationships/notesSlide" Target="/ppt/notesSlides/notesSlide77.xml" Id="Readeeab7cc374189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aceb0caa94b87" /><Relationship Type="http://schemas.openxmlformats.org/officeDocument/2006/relationships/notesSlide" Target="/ppt/notesSlides/notesSlide78.xml" Id="Rfcdaa24eef6d4636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eed8790054d68" /><Relationship Type="http://schemas.openxmlformats.org/officeDocument/2006/relationships/notesSlide" Target="/ppt/notesSlides/notesSlide79.xml" Id="R7d8946f5dea748d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9fb23097e4809" /><Relationship Type="http://schemas.openxmlformats.org/officeDocument/2006/relationships/notesSlide" Target="/ppt/notesSlides/notesSlide80.xml" Id="Rcb1523801e774b9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e4c359b394dc0" /><Relationship Type="http://schemas.openxmlformats.org/officeDocument/2006/relationships/notesSlide" Target="/ppt/notesSlides/notesSlide81.xml" Id="R894c9a21109d4e4f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5e4b2a3454f20" /><Relationship Type="http://schemas.openxmlformats.org/officeDocument/2006/relationships/notesSlide" Target="/ppt/notesSlides/notesSlide82.xml" Id="Ra9aafc90951a4de0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bbf51450048f5" /><Relationship Type="http://schemas.openxmlformats.org/officeDocument/2006/relationships/notesSlide" Target="/ppt/notesSlides/notesSlide83.xml" Id="Ra6636bebc61e4f93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d98afa0b64eaf" /><Relationship Type="http://schemas.openxmlformats.org/officeDocument/2006/relationships/notesSlide" Target="/ppt/notesSlides/notesSlide84.xml" Id="Rb386b65f588445eb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52d14b558458a" /><Relationship Type="http://schemas.openxmlformats.org/officeDocument/2006/relationships/notesSlide" Target="/ppt/notesSlides/notesSlide85.xml" Id="R8f3cb4eebc8d46c3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71ffc15404a37" /><Relationship Type="http://schemas.openxmlformats.org/officeDocument/2006/relationships/notesSlide" Target="/ppt/notesSlides/notesSlide86.xml" Id="R63d14b39fbab455e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0a0cab1b49fe" /><Relationship Type="http://schemas.openxmlformats.org/officeDocument/2006/relationships/notesSlide" Target="/ppt/notesSlides/notesSlide87.xml" Id="R19384e73dc0d4a86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a7e81aa04486d" /><Relationship Type="http://schemas.openxmlformats.org/officeDocument/2006/relationships/notesSlide" Target="/ppt/notesSlides/notesSlide88.xml" Id="R03ef5634a6e54ea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c2e766d134f45" /><Relationship Type="http://schemas.openxmlformats.org/officeDocument/2006/relationships/notesSlide" Target="/ppt/notesSlides/notesSlide89.xml" Id="R7ddab882e7b84139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42ecd0786434f" /><Relationship Type="http://schemas.openxmlformats.org/officeDocument/2006/relationships/notesSlide" Target="/ppt/notesSlides/notesSlide90.xml" Id="R1a1bfa30c8b84e6d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700dd4d9544c8" /><Relationship Type="http://schemas.openxmlformats.org/officeDocument/2006/relationships/notesSlide" Target="/ppt/notesSlides/notesSlide91.xml" Id="Ref4405984ead415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4872f814d4042" /><Relationship Type="http://schemas.openxmlformats.org/officeDocument/2006/relationships/notesSlide" Target="/ppt/notesSlides/notesSlide92.xml" Id="Ref4e6fb9b844454a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80ea5c8324df1" /><Relationship Type="http://schemas.openxmlformats.org/officeDocument/2006/relationships/notesSlide" Target="/ppt/notesSlides/notesSlide93.xml" Id="Ra52a671565cc442f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48180c2d04930" /><Relationship Type="http://schemas.openxmlformats.org/officeDocument/2006/relationships/notesSlide" Target="/ppt/notesSlides/notesSlide94.xml" Id="Rca70fc1ce3fc471b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de3f74ddc4f18" /><Relationship Type="http://schemas.openxmlformats.org/officeDocument/2006/relationships/notesSlide" Target="/ppt/notesSlides/notesSlide95.xml" Id="R2795a2cbe6b14d7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e501738c94bdd" /><Relationship Type="http://schemas.openxmlformats.org/officeDocument/2006/relationships/notesSlide" Target="/ppt/notesSlides/notesSlide96.xml" Id="R9c1ad0672c4048e7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051e5b8ce4855" /><Relationship Type="http://schemas.openxmlformats.org/officeDocument/2006/relationships/notesSlide" Target="/ppt/notesSlides/notesSlide97.xml" Id="R64f76d7cfb3e4326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d835f9e614df1" /><Relationship Type="http://schemas.openxmlformats.org/officeDocument/2006/relationships/notesSlide" Target="/ppt/notesSlides/notesSlide98.xml" Id="Rb73c0a4afa434ff4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e779e7f084a70" /><Relationship Type="http://schemas.openxmlformats.org/officeDocument/2006/relationships/notesSlide" Target="/ppt/notesSlides/notesSlide99.xml" Id="R14f1c563f92a4480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8e97195fd46ae" /><Relationship Type="http://schemas.openxmlformats.org/officeDocument/2006/relationships/notesSlide" Target="/ppt/notesSlides/notesSlide100.xml" Id="Rcd2b62cb2e204f9b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4f35debf943ea" /><Relationship Type="http://schemas.openxmlformats.org/officeDocument/2006/relationships/notesSlide" Target="/ppt/notesSlides/notesSlide101.xml" Id="R62f5d765b5c04e8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83be39e240a2" /><Relationship Type="http://schemas.openxmlformats.org/officeDocument/2006/relationships/notesSlide" Target="/ppt/notesSlides/notesSlide102.xml" Id="R343f2c2a270f4e54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2c221cad44dab" /><Relationship Type="http://schemas.openxmlformats.org/officeDocument/2006/relationships/notesSlide" Target="/ppt/notesSlides/notesSlide103.xml" Id="R178d6f9d321b49c3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cfd46d7ac4c62" /><Relationship Type="http://schemas.openxmlformats.org/officeDocument/2006/relationships/image" Target="/ppt/media/image5.png" Id="R1b41bc7a0aea4cb2" /><Relationship Type="http://schemas.openxmlformats.org/officeDocument/2006/relationships/notesSlide" Target="/ppt/notesSlides/notesSlide104.xml" Id="Rd396e5aba1314785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00c6b5ad94b7c" /><Relationship Type="http://schemas.openxmlformats.org/officeDocument/2006/relationships/notesSlide" Target="/ppt/notesSlides/notesSlide105.xml" Id="R5a23ceb25e6349f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4bf38e27942d9" /><Relationship Type="http://schemas.openxmlformats.org/officeDocument/2006/relationships/notesSlide" Target="/ppt/notesSlides/notesSlide106.xml" Id="R6ff93cd6df4349a1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6b11ad19b43f0" /><Relationship Type="http://schemas.openxmlformats.org/officeDocument/2006/relationships/notesSlide" Target="/ppt/notesSlides/notesSlide107.xml" Id="R7d8bd5011f774502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9c2c0d6164501" /><Relationship Type="http://schemas.openxmlformats.org/officeDocument/2006/relationships/notesSlide" Target="/ppt/notesSlides/notesSlide108.xml" Id="R9e5fded0b3794fb1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8464206d944a5" /><Relationship Type="http://schemas.openxmlformats.org/officeDocument/2006/relationships/notesSlide" Target="/ppt/notesSlides/notesSlide109.xml" Id="Rcaa6befb69e44e2d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192e475ac4558" /><Relationship Type="http://schemas.openxmlformats.org/officeDocument/2006/relationships/notesSlide" Target="/ppt/notesSlides/notesSlide110.xml" Id="Rca90415d9429463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16490ba99498b" /><Relationship Type="http://schemas.openxmlformats.org/officeDocument/2006/relationships/notesSlide" Target="/ppt/notesSlides/notesSlide111.xml" Id="Rb5e3e7085d0e4363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632724c454305" /><Relationship Type="http://schemas.openxmlformats.org/officeDocument/2006/relationships/notesSlide" Target="/ppt/notesSlides/notesSlide112.xml" Id="R224be0300a88408d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b49fb5b7b40bd" /><Relationship Type="http://schemas.openxmlformats.org/officeDocument/2006/relationships/notesSlide" Target="/ppt/notesSlides/notesSlide113.xml" Id="Rde44d50fe0474365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30b7b1cc64efc" /><Relationship Type="http://schemas.openxmlformats.org/officeDocument/2006/relationships/notesSlide" Target="/ppt/notesSlides/notesSlide114.xml" Id="Ra03bc8a340974537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7044c01f942e5" /><Relationship Type="http://schemas.openxmlformats.org/officeDocument/2006/relationships/notesSlide" Target="/ppt/notesSlides/notesSlide115.xml" Id="R6f07058b8ecf4ab6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6dff40a744e1b" /><Relationship Type="http://schemas.openxmlformats.org/officeDocument/2006/relationships/notesSlide" Target="/ppt/notesSlides/notesSlide116.xml" Id="Rdba550624ca540f0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3a79c0586474c" /><Relationship Type="http://schemas.openxmlformats.org/officeDocument/2006/relationships/notesSlide" Target="/ppt/notesSlides/notesSlide117.xml" Id="Rc1383dde9762471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16e99b6b64e1f" /><Relationship Type="http://schemas.openxmlformats.org/officeDocument/2006/relationships/notesSlide" Target="/ppt/notesSlides/notesSlide118.xml" Id="Rfe26ea2d0bb148c1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6cbdf46534d55" /><Relationship Type="http://schemas.openxmlformats.org/officeDocument/2006/relationships/notesSlide" Target="/ppt/notesSlides/notesSlide119.xml" Id="R97e7bd7a8b02498c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4687b1e944a1f" /><Relationship Type="http://schemas.openxmlformats.org/officeDocument/2006/relationships/notesSlide" Target="/ppt/notesSlides/notesSlide120.xml" Id="Rc5b8d828913542c3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25d3be3384dec" /><Relationship Type="http://schemas.openxmlformats.org/officeDocument/2006/relationships/notesSlide" Target="/ppt/notesSlides/notesSlide121.xml" Id="R195bc78aaa994097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c36f2e5334402" /><Relationship Type="http://schemas.openxmlformats.org/officeDocument/2006/relationships/notesSlide" Target="/ppt/notesSlides/notesSlide122.xml" Id="Ra6e40d47de744c3c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364b50a364a25" /><Relationship Type="http://schemas.openxmlformats.org/officeDocument/2006/relationships/notesSlide" Target="/ppt/notesSlides/notesSlide123.xml" Id="Raf566a89a8ac47cc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868bc73504bbf" /><Relationship Type="http://schemas.openxmlformats.org/officeDocument/2006/relationships/notesSlide" Target="/ppt/notesSlides/notesSlide124.xml" Id="R87cc1f615dfb411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af18b27934d4d" /><Relationship Type="http://schemas.openxmlformats.org/officeDocument/2006/relationships/notesSlide" Target="/ppt/notesSlides/notesSlide125.xml" Id="R96eaf3f178d448a5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e59b4a0714a18" /><Relationship Type="http://schemas.openxmlformats.org/officeDocument/2006/relationships/notesSlide" Target="/ppt/notesSlides/notesSlide126.xml" Id="R950508be195f4001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0b700345141ba" /><Relationship Type="http://schemas.openxmlformats.org/officeDocument/2006/relationships/notesSlide" Target="/ppt/notesSlides/notesSlide127.xml" Id="Ra1b982359eb443f6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6e9b5ad674d60" /><Relationship Type="http://schemas.openxmlformats.org/officeDocument/2006/relationships/notesSlide" Target="/ppt/notesSlides/notesSlide128.xml" Id="Rb23922c93f27420e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1bb1311714f2a" /><Relationship Type="http://schemas.openxmlformats.org/officeDocument/2006/relationships/notesSlide" Target="/ppt/notesSlides/notesSlide129.xml" Id="R8ec63f28719d4e8a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97e7e89e64bd3" /><Relationship Type="http://schemas.openxmlformats.org/officeDocument/2006/relationships/notesSlide" Target="/ppt/notesSlides/notesSlide130.xml" Id="R5b77f2a3116c458c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af7237d224c92" /><Relationship Type="http://schemas.openxmlformats.org/officeDocument/2006/relationships/notesSlide" Target="/ppt/notesSlides/notesSlide131.xml" Id="Ra31be8069a494881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79d54aa394c77" /><Relationship Type="http://schemas.openxmlformats.org/officeDocument/2006/relationships/notesSlide" Target="/ppt/notesSlides/notesSlide132.xml" Id="R32acab3d1c904136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a10f0757d454d" /><Relationship Type="http://schemas.openxmlformats.org/officeDocument/2006/relationships/notesSlide" Target="/ppt/notesSlides/notesSlide133.xml" Id="Rddc2291b68c94117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33cf5f01b492c" /><Relationship Type="http://schemas.openxmlformats.org/officeDocument/2006/relationships/image" Target="/ppt/media/image6.png" Id="R3088f32399cb466e" /><Relationship Type="http://schemas.openxmlformats.org/officeDocument/2006/relationships/notesSlide" Target="/ppt/notesSlides/notesSlide134.xml" Id="R2de60fb6452c4c07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3c79c3d5f4b8a" /><Relationship Type="http://schemas.openxmlformats.org/officeDocument/2006/relationships/notesSlide" Target="/ppt/notesSlides/notesSlide135.xml" Id="R9f30b012490f4005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c374203c94058" /><Relationship Type="http://schemas.openxmlformats.org/officeDocument/2006/relationships/notesSlide" Target="/ppt/notesSlides/notesSlide136.xml" Id="Ra49ef63941584d13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aee1fcee743e3" /><Relationship Type="http://schemas.openxmlformats.org/officeDocument/2006/relationships/notesSlide" Target="/ppt/notesSlides/notesSlide137.xml" Id="Rb5f7603dc5ff474c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9bc3bf9d943bd" /><Relationship Type="http://schemas.openxmlformats.org/officeDocument/2006/relationships/notesSlide" Target="/ppt/notesSlides/notesSlide138.xml" Id="R249bd360bdac40c3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a9ba50dee4b12" /><Relationship Type="http://schemas.openxmlformats.org/officeDocument/2006/relationships/notesSlide" Target="/ppt/notesSlides/notesSlide139.xml" Id="R8e79bca5f6714a1d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f9d39504146bd" /><Relationship Type="http://schemas.openxmlformats.org/officeDocument/2006/relationships/notesSlide" Target="/ppt/notesSlides/notesSlide140.xml" Id="R30dab2eecf6b4a70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bb3f926d947ad" /><Relationship Type="http://schemas.openxmlformats.org/officeDocument/2006/relationships/notesSlide" Target="/ppt/notesSlides/notesSlide141.xml" Id="Rd101692c43e146c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f8abec2e54d2c" /><Relationship Type="http://schemas.openxmlformats.org/officeDocument/2006/relationships/notesSlide" Target="/ppt/notesSlides/notesSlide142.xml" Id="R7327bb8329f948c9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f6e40897345da" /><Relationship Type="http://schemas.openxmlformats.org/officeDocument/2006/relationships/notesSlide" Target="/ppt/notesSlides/notesSlide143.xml" Id="R631f6e169f0043ef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c64226f9441e8" /><Relationship Type="http://schemas.openxmlformats.org/officeDocument/2006/relationships/notesSlide" Target="/ppt/notesSlides/notesSlide144.xml" Id="R0751c0e631594dab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05e87f551437f" /><Relationship Type="http://schemas.openxmlformats.org/officeDocument/2006/relationships/notesSlide" Target="/ppt/notesSlides/notesSlide145.xml" Id="R32979b81df3c4cad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c2de80c174817" /><Relationship Type="http://schemas.openxmlformats.org/officeDocument/2006/relationships/notesSlide" Target="/ppt/notesSlides/notesSlide146.xml" Id="R66d64c0a28494a6c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d40c7210f4a49" /><Relationship Type="http://schemas.openxmlformats.org/officeDocument/2006/relationships/notesSlide" Target="/ppt/notesSlides/notesSlide147.xml" Id="R0705b8c5622546f9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4aabd0ed24fae" /><Relationship Type="http://schemas.openxmlformats.org/officeDocument/2006/relationships/notesSlide" Target="/ppt/notesSlides/notesSlide148.xml" Id="Rb4ed414d14e1426e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f23f9645c4cbe" /><Relationship Type="http://schemas.openxmlformats.org/officeDocument/2006/relationships/notesSlide" Target="/ppt/notesSlides/notesSlide149.xml" Id="Rcce8777b1a5d4427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15ad98b5a4cf6" /><Relationship Type="http://schemas.openxmlformats.org/officeDocument/2006/relationships/notesSlide" Target="/ppt/notesSlides/notesSlide150.xml" Id="Re41c970f04184f6a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04396926d476a" /><Relationship Type="http://schemas.openxmlformats.org/officeDocument/2006/relationships/notesSlide" Target="/ppt/notesSlides/notesSlide151.xml" Id="Rc4d3fa1fe5724966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bbfe48d1245a2" /><Relationship Type="http://schemas.openxmlformats.org/officeDocument/2006/relationships/notesSlide" Target="/ppt/notesSlides/notesSlide152.xml" Id="R3060eda1060e408a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6f5fd02a748bd" /><Relationship Type="http://schemas.openxmlformats.org/officeDocument/2006/relationships/notesSlide" Target="/ppt/notesSlides/notesSlide153.xml" Id="R7056ad2ed6334203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c6e1c4c0c4356" /><Relationship Type="http://schemas.openxmlformats.org/officeDocument/2006/relationships/notesSlide" Target="/ppt/notesSlides/notesSlide154.xml" Id="R2293bf47f9ad45f0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4db8219d64eda" /><Relationship Type="http://schemas.openxmlformats.org/officeDocument/2006/relationships/notesSlide" Target="/ppt/notesSlides/notesSlide155.xml" Id="Ra39f746c209b4d62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0c636ae0e4d54" /><Relationship Type="http://schemas.openxmlformats.org/officeDocument/2006/relationships/notesSlide" Target="/ppt/notesSlides/notesSlide156.xml" Id="R57aed1e253354074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db7fcac8d4ad8" /><Relationship Type="http://schemas.openxmlformats.org/officeDocument/2006/relationships/notesSlide" Target="/ppt/notesSlides/notesSlide157.xml" Id="R444feae00f5443df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a9e9e3916423b" /><Relationship Type="http://schemas.openxmlformats.org/officeDocument/2006/relationships/notesSlide" Target="/ppt/notesSlides/notesSlide158.xml" Id="R2b98af63a7314e98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d4b409d904321" /><Relationship Type="http://schemas.openxmlformats.org/officeDocument/2006/relationships/notesSlide" Target="/ppt/notesSlides/notesSlide159.xml" Id="R61869d39ea4d4b9d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618cd95843a4" /><Relationship Type="http://schemas.openxmlformats.org/officeDocument/2006/relationships/notesSlide" Target="/ppt/notesSlides/notesSlide160.xml" Id="R05cce2dc17ca4bee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edf72c39142f0" /><Relationship Type="http://schemas.openxmlformats.org/officeDocument/2006/relationships/notesSlide" Target="/ppt/notesSlides/notesSlide161.xml" Id="Rd0cebae785e54e22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f2b1c78614219" /><Relationship Type="http://schemas.openxmlformats.org/officeDocument/2006/relationships/notesSlide" Target="/ppt/notesSlides/notesSlide162.xml" Id="R6ca0edaf8f5e41fc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d6c6476c7492b" /><Relationship Type="http://schemas.openxmlformats.org/officeDocument/2006/relationships/notesSlide" Target="/ppt/notesSlides/notesSlide163.xml" Id="Rd0a5150eeb31447d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f52db7f67422e" /><Relationship Type="http://schemas.openxmlformats.org/officeDocument/2006/relationships/image" Target="/ppt/media/image.jpeg" Id="R2deb114762a64904" /><Relationship Type="http://schemas.openxmlformats.org/officeDocument/2006/relationships/notesSlide" Target="/ppt/notesSlides/notesSlide164.xml" Id="R80be073f90ca4e67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fd894cd3c443e" /><Relationship Type="http://schemas.openxmlformats.org/officeDocument/2006/relationships/notesSlide" Target="/ppt/notesSlides/notesSlide165.xml" Id="Re96eca18f27a4d74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9763c30234301" /><Relationship Type="http://schemas.openxmlformats.org/officeDocument/2006/relationships/notesSlide" Target="/ppt/notesSlides/notesSlide166.xml" Id="R43fa606f7c83412d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6ecbf819e452f" /><Relationship Type="http://schemas.openxmlformats.org/officeDocument/2006/relationships/notesSlide" Target="/ppt/notesSlides/notesSlide167.xml" Id="R055fa82823954d36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93eedf22b4a7c" /><Relationship Type="http://schemas.openxmlformats.org/officeDocument/2006/relationships/notesSlide" Target="/ppt/notesSlides/notesSlide168.xml" Id="Re82fff5820ef4cd8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9d9e9d4604292" /><Relationship Type="http://schemas.openxmlformats.org/officeDocument/2006/relationships/notesSlide" Target="/ppt/notesSlides/notesSlide169.xml" Id="R43685840f6ac4da1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b23b2108d423a" /><Relationship Type="http://schemas.openxmlformats.org/officeDocument/2006/relationships/notesSlide" Target="/ppt/notesSlides/notesSlide170.xml" Id="Rf9e37d1f65e848d3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73ad597f34b45" /><Relationship Type="http://schemas.openxmlformats.org/officeDocument/2006/relationships/notesSlide" Target="/ppt/notesSlides/notesSlide171.xml" Id="R738e4c16ab3c44a5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4f4a6b81a4ea0" /><Relationship Type="http://schemas.openxmlformats.org/officeDocument/2006/relationships/notesSlide" Target="/ppt/notesSlides/notesSlide172.xml" Id="R24410efcb5e049a4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0617c92844caa" /><Relationship Type="http://schemas.openxmlformats.org/officeDocument/2006/relationships/notesSlide" Target="/ppt/notesSlides/notesSlide173.xml" Id="R855e2fd29d8c401c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c6c661cba4704" /><Relationship Type="http://schemas.openxmlformats.org/officeDocument/2006/relationships/notesSlide" Target="/ppt/notesSlides/notesSlide174.xml" Id="R6d673e15c6b942f3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b21189f6341dd" /><Relationship Type="http://schemas.openxmlformats.org/officeDocument/2006/relationships/notesSlide" Target="/ppt/notesSlides/notesSlide175.xml" Id="Rd225bb58a0784f4a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a3353e72049ea" /><Relationship Type="http://schemas.openxmlformats.org/officeDocument/2006/relationships/notesSlide" Target="/ppt/notesSlides/notesSlide176.xml" Id="R1a128fda3ff2401a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69147162748aa" /><Relationship Type="http://schemas.openxmlformats.org/officeDocument/2006/relationships/notesSlide" Target="/ppt/notesSlides/notesSlide177.xml" Id="Rb2a396fc6be14d99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393c757054155" /><Relationship Type="http://schemas.openxmlformats.org/officeDocument/2006/relationships/notesSlide" Target="/ppt/notesSlides/notesSlide178.xml" Id="Rb60b7faf991f4d9c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74a38fc54cd6" /><Relationship Type="http://schemas.openxmlformats.org/officeDocument/2006/relationships/notesSlide" Target="/ppt/notesSlides/notesSlide179.xml" Id="Rae52fe21ee3345fd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443da91174edd" /><Relationship Type="http://schemas.openxmlformats.org/officeDocument/2006/relationships/notesSlide" Target="/ppt/notesSlides/notesSlide180.xml" Id="Re6c5b1b6f6cd48a3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e55169dd04748" /><Relationship Type="http://schemas.openxmlformats.org/officeDocument/2006/relationships/notesSlide" Target="/ppt/notesSlides/notesSlide181.xml" Id="Rbf7dc54ad183448d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c685d2da64198" /><Relationship Type="http://schemas.openxmlformats.org/officeDocument/2006/relationships/notesSlide" Target="/ppt/notesSlides/notesSlide182.xml" Id="R7c4d143e65584125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4f7003d284046" /><Relationship Type="http://schemas.openxmlformats.org/officeDocument/2006/relationships/notesSlide" Target="/ppt/notesSlides/notesSlide183.xml" Id="Rd72f29266c344baa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1fc4771b64396" /><Relationship Type="http://schemas.openxmlformats.org/officeDocument/2006/relationships/notesSlide" Target="/ppt/notesSlides/notesSlide184.xml" Id="R61dd5a2a87d145a4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3d4ca6ff74eee" /><Relationship Type="http://schemas.openxmlformats.org/officeDocument/2006/relationships/notesSlide" Target="/ppt/notesSlides/notesSlide185.xml" Id="R1496de5e6efd4950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e52918c464c45" /><Relationship Type="http://schemas.openxmlformats.org/officeDocument/2006/relationships/notesSlide" Target="/ppt/notesSlides/notesSlide186.xml" Id="R113163647acf4591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d4842d55b46cd" /><Relationship Type="http://schemas.openxmlformats.org/officeDocument/2006/relationships/notesSlide" Target="/ppt/notesSlides/notesSlide187.xml" Id="R5a5285e48571413e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f07c2766c421c" /><Relationship Type="http://schemas.openxmlformats.org/officeDocument/2006/relationships/notesSlide" Target="/ppt/notesSlides/notesSlide188.xml" Id="R3a3efffac3114694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f3b95ac784e27" /><Relationship Type="http://schemas.openxmlformats.org/officeDocument/2006/relationships/notesSlide" Target="/ppt/notesSlides/notesSlide189.xml" Id="R36e54b10a1944853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d90349eb24018" /><Relationship Type="http://schemas.openxmlformats.org/officeDocument/2006/relationships/notesSlide" Target="/ppt/notesSlides/notesSlide190.xml" Id="Rac7be65abbb445a9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3c50d7285428e" /><Relationship Type="http://schemas.openxmlformats.org/officeDocument/2006/relationships/notesSlide" Target="/ppt/notesSlides/notesSlide191.xml" Id="R4cc5fa95e11746cd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b03570d15489a" /><Relationship Type="http://schemas.openxmlformats.org/officeDocument/2006/relationships/notesSlide" Target="/ppt/notesSlides/notesSlide192.xml" Id="Rcdd85f4a0abd440a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63e12144a43b7" /><Relationship Type="http://schemas.openxmlformats.org/officeDocument/2006/relationships/notesSlide" Target="/ppt/notesSlides/notesSlide193.xml" Id="R083f02da04af4ca8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5136c06874dab" /><Relationship Type="http://schemas.openxmlformats.org/officeDocument/2006/relationships/image" Target="/ppt/media/image2.jpeg" Id="Rbcb69f46ae004248" /><Relationship Type="http://schemas.openxmlformats.org/officeDocument/2006/relationships/notesSlide" Target="/ppt/notesSlides/notesSlide194.xml" Id="R5a4b78b43cac4c9b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608224a9c44a8" /><Relationship Type="http://schemas.openxmlformats.org/officeDocument/2006/relationships/notesSlide" Target="/ppt/notesSlides/notesSlide195.xml" Id="R79da4568a52b4c1b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038a0277f45b1" /><Relationship Type="http://schemas.openxmlformats.org/officeDocument/2006/relationships/notesSlide" Target="/ppt/notesSlides/notesSlide196.xml" Id="Rdec5650a8fbb46a3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15d2b786a47d2" /><Relationship Type="http://schemas.openxmlformats.org/officeDocument/2006/relationships/notesSlide" Target="/ppt/notesSlides/notesSlide197.xml" Id="Rb5ec16ea66324079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53fc5a3c84803" /><Relationship Type="http://schemas.openxmlformats.org/officeDocument/2006/relationships/notesSlide" Target="/ppt/notesSlides/notesSlide198.xml" Id="R000b932e460a44fd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dfd0f6a644361" /><Relationship Type="http://schemas.openxmlformats.org/officeDocument/2006/relationships/notesSlide" Target="/ppt/notesSlides/notesSlide199.xml" Id="Rf0d311de97dc4ca6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f7fdd898d4663" /><Relationship Type="http://schemas.openxmlformats.org/officeDocument/2006/relationships/notesSlide" Target="/ppt/notesSlides/notesSlide200.xml" Id="R0ed08f6eb09c4f34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a0fa9eb4e4ac4" /><Relationship Type="http://schemas.openxmlformats.org/officeDocument/2006/relationships/notesSlide" Target="/ppt/notesSlides/notesSlide201.xml" Id="Rb1f0ac32c2bb4694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855e290d34d35" /><Relationship Type="http://schemas.openxmlformats.org/officeDocument/2006/relationships/notesSlide" Target="/ppt/notesSlides/notesSlide202.xml" Id="Rf78dd66549f4487a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579e8745549b8" /><Relationship Type="http://schemas.openxmlformats.org/officeDocument/2006/relationships/notesSlide" Target="/ppt/notesSlides/notesSlide203.xml" Id="R23134678023b48a2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1573f2a6a480e" /><Relationship Type="http://schemas.openxmlformats.org/officeDocument/2006/relationships/notesSlide" Target="/ppt/notesSlides/notesSlide204.xml" Id="R91cb7eba52714b2a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19a69ab8346ad" /><Relationship Type="http://schemas.openxmlformats.org/officeDocument/2006/relationships/notesSlide" Target="/ppt/notesSlides/notesSlide205.xml" Id="R039908704fb34e39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733b904f34190" /><Relationship Type="http://schemas.openxmlformats.org/officeDocument/2006/relationships/notesSlide" Target="/ppt/notesSlides/notesSlide206.xml" Id="Rd26c14b237964a58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f5f0473c843f9" /><Relationship Type="http://schemas.openxmlformats.org/officeDocument/2006/relationships/notesSlide" Target="/ppt/notesSlides/notesSlide207.xml" Id="Refa2362c8153477a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fe07d9e4e4fb2" /><Relationship Type="http://schemas.openxmlformats.org/officeDocument/2006/relationships/notesSlide" Target="/ppt/notesSlides/notesSlide208.xml" Id="R2221fef08fae4853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fbd35fd7f4101" /><Relationship Type="http://schemas.openxmlformats.org/officeDocument/2006/relationships/notesSlide" Target="/ppt/notesSlides/notesSlide209.xml" Id="R5870ca740e4c4350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44627b89f4ea1" /><Relationship Type="http://schemas.openxmlformats.org/officeDocument/2006/relationships/notesSlide" Target="/ppt/notesSlides/notesSlide210.xml" Id="Rad119d2d3db94737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f96e5871c49db" /><Relationship Type="http://schemas.openxmlformats.org/officeDocument/2006/relationships/notesSlide" Target="/ppt/notesSlides/notesSlide211.xml" Id="R19d87f0a4f114467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b9245c25c4061" /><Relationship Type="http://schemas.openxmlformats.org/officeDocument/2006/relationships/notesSlide" Target="/ppt/notesSlides/notesSlide212.xml" Id="R6685fad2d19e448e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582a944e14af1" /><Relationship Type="http://schemas.openxmlformats.org/officeDocument/2006/relationships/notesSlide" Target="/ppt/notesSlides/notesSlide213.xml" Id="R7f53c004555d4352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f999316d64725" /><Relationship Type="http://schemas.openxmlformats.org/officeDocument/2006/relationships/notesSlide" Target="/ppt/notesSlides/notesSlide214.xml" Id="Rd90a836d33e8440c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68145a56b4e20" /><Relationship Type="http://schemas.openxmlformats.org/officeDocument/2006/relationships/notesSlide" Target="/ppt/notesSlides/notesSlide215.xml" Id="Rdbf108256bee4862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76086675948d1" /><Relationship Type="http://schemas.openxmlformats.org/officeDocument/2006/relationships/notesSlide" Target="/ppt/notesSlides/notesSlide216.xml" Id="R029f3fc32ff641d5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34a766c6e437e" /><Relationship Type="http://schemas.openxmlformats.org/officeDocument/2006/relationships/notesSlide" Target="/ppt/notesSlides/notesSlide217.xml" Id="Rcc28d97a701b4c14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b11ee3899442b" /><Relationship Type="http://schemas.openxmlformats.org/officeDocument/2006/relationships/notesSlide" Target="/ppt/notesSlides/notesSlide218.xml" Id="R7b886aa66ea94e9b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6a5b8e3334c4f" /><Relationship Type="http://schemas.openxmlformats.org/officeDocument/2006/relationships/notesSlide" Target="/ppt/notesSlides/notesSlide219.xml" Id="R5a863ce2e5ec46b2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4ee346d5547e1" /><Relationship Type="http://schemas.openxmlformats.org/officeDocument/2006/relationships/notesSlide" Target="/ppt/notesSlides/notesSlide220.xml" Id="R1df7433a904446a9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bf0d70d004dff" /><Relationship Type="http://schemas.openxmlformats.org/officeDocument/2006/relationships/notesSlide" Target="/ppt/notesSlides/notesSlide221.xml" Id="R0c237e0f8c7c4451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64e8f980d4fd8" /><Relationship Type="http://schemas.openxmlformats.org/officeDocument/2006/relationships/notesSlide" Target="/ppt/notesSlides/notesSlide222.xml" Id="R55aefa13dcfd42ae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01a6585594ffd" /><Relationship Type="http://schemas.openxmlformats.org/officeDocument/2006/relationships/notesSlide" Target="/ppt/notesSlides/notesSlide223.xml" Id="R97fcdb4785d845ab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992a2aebe4cd3" /><Relationship Type="http://schemas.openxmlformats.org/officeDocument/2006/relationships/image" Target="/ppt/media/image3.jpeg" Id="R43eb71cdfd9f4d98" /><Relationship Type="http://schemas.openxmlformats.org/officeDocument/2006/relationships/notesSlide" Target="/ppt/notesSlides/notesSlide224.xml" Id="Ra03d76f868924a4c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93fc784084364" /><Relationship Type="http://schemas.openxmlformats.org/officeDocument/2006/relationships/notesSlide" Target="/ppt/notesSlides/notesSlide225.xml" Id="Ref4faabf511e4e03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70ed898e74280" /><Relationship Type="http://schemas.openxmlformats.org/officeDocument/2006/relationships/notesSlide" Target="/ppt/notesSlides/notesSlide226.xml" Id="R5458870386a44ad0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a08eef2734f5b" /><Relationship Type="http://schemas.openxmlformats.org/officeDocument/2006/relationships/notesSlide" Target="/ppt/notesSlides/notesSlide227.xml" Id="R5797d522ecdb4e4e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4975314bc41f7" /><Relationship Type="http://schemas.openxmlformats.org/officeDocument/2006/relationships/notesSlide" Target="/ppt/notesSlides/notesSlide228.xml" Id="R344eb21e11774742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52c5ed3254db8" /><Relationship Type="http://schemas.openxmlformats.org/officeDocument/2006/relationships/notesSlide" Target="/ppt/notesSlides/notesSlide229.xml" Id="Rcd5230f26762467f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a6ce5c12d4454" /><Relationship Type="http://schemas.openxmlformats.org/officeDocument/2006/relationships/notesSlide" Target="/ppt/notesSlides/notesSlide230.xml" Id="R72096ff64386408f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075def919402f" /><Relationship Type="http://schemas.openxmlformats.org/officeDocument/2006/relationships/notesSlide" Target="/ppt/notesSlides/notesSlide231.xml" Id="Rc2288afe65fa43eb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68d9e6b9241ac" /><Relationship Type="http://schemas.openxmlformats.org/officeDocument/2006/relationships/notesSlide" Target="/ppt/notesSlides/notesSlide232.xml" Id="R6ca43778b63c40e1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7b1fc05a44382" /><Relationship Type="http://schemas.openxmlformats.org/officeDocument/2006/relationships/notesSlide" Target="/ppt/notesSlides/notesSlide233.xml" Id="R269c4c91ae9a4bd2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07d3eb9334108" /><Relationship Type="http://schemas.openxmlformats.org/officeDocument/2006/relationships/notesSlide" Target="/ppt/notesSlides/notesSlide234.xml" Id="Rb216a3713d844b02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13cc276eb42c1" /><Relationship Type="http://schemas.openxmlformats.org/officeDocument/2006/relationships/notesSlide" Target="/ppt/notesSlides/notesSlide235.xml" Id="Rdad98ee26166411a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5a771100a4b7e" /><Relationship Type="http://schemas.openxmlformats.org/officeDocument/2006/relationships/notesSlide" Target="/ppt/notesSlides/notesSlide236.xml" Id="R3474ef0a63954302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a0599d71641b6" /><Relationship Type="http://schemas.openxmlformats.org/officeDocument/2006/relationships/notesSlide" Target="/ppt/notesSlides/notesSlide237.xml" Id="Re21ef7d8e0754c48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ac8d704854621" /><Relationship Type="http://schemas.openxmlformats.org/officeDocument/2006/relationships/notesSlide" Target="/ppt/notesSlides/notesSlide238.xml" Id="Rf9fa6ac2b58c4272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b1eae7d874d6e" /><Relationship Type="http://schemas.openxmlformats.org/officeDocument/2006/relationships/notesSlide" Target="/ppt/notesSlides/notesSlide239.xml" Id="R991a2d1138664d2e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f8b3f8e8042ab" /><Relationship Type="http://schemas.openxmlformats.org/officeDocument/2006/relationships/notesSlide" Target="/ppt/notesSlides/notesSlide240.xml" Id="Rbc0e0759a6374c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BF787-CFD8-448C-AD2F-CA1427F4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370FE-DA21-4F09-9AEE-905ABED0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 Agent 전체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B201C-4580-48AB-B07F-85E9D1D8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IPA · LLM AGENT &amp; 업무자동화 40H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E76C6-1079-4A4F-A5F6-45FA053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09:00-09:50  (쉬는 시간·점심시간 11:30-13:00)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95036-E5AE-4E5E-A790-F32B03FB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LLM · Workflow · 01_architecture.json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66531-260A-45FA-AE62-217F00FB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45CA3-75F8-4892-B288-F916C56E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FF45E-2B62-4918-86FD-94EC2F58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 Agent 전체 지도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C4A24-FC4D-45A4-A699-09756F8C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2B375-A404-4388-80FD-59285F9D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materials/day2/일반인을_위한_회의기록_Agent_설계.md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2588C-032E-447F-9D13-2E0A945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FBAF0-8881-454D-BD20-A5D3F8A3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41B33-CB85-432A-B692-D271AD1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1차시</a:t>
            </a:r>
          </a:p>
        </p:txBody>
      </p:sp>
    </p:spTree>
    <p:extLst>
      <p:ext uri="{BB962C8B-B14F-4D97-AF65-F5344CB8AC3E}">
        <p14:creationId xmlns:p14="http://schemas.microsoft.com/office/powerpoint/2010/main" val="1537069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A7AC8-C734-4462-BDE2-C225938F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Well-being Meeting Record 완성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E983B-BCB1-45C7-91D4-21563AC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45초 결과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CF179-FB06-4044-8E3A-93994598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81C7F-CE5A-4820-8FCC-764A36E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C367C-88D6-41CD-A33D-01A580AC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8E27F-D326-46AB-94FB-563D4FD5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9d38176ce41cb"/>
          <a:stretch xmlns:a="http://schemas.openxmlformats.org/drawingml/2006/main"/>
        </p:blipFill>
        <p:spPr>
          <a:xfrm xmlns:a="http://schemas.openxmlformats.org/drawingml/2006/main">
            <a:off x="5295900" y="1410891"/>
            <a:ext cx="6057900" cy="340756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0E017-ECA7-4D0A-A4F4-9F32371A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요약 한 번을 Agent라 부르면 비용·오류·승인 위치를 설명할 수 없다.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EBB22-A060-4491-A256-2C8163FF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 계약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핵심 처리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실패 경계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판단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평가·실행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11B55-E78C-4C4C-A31B-F733CCF4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48250"/>
            <a:ext cx="605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재생 파일 · assets/demo-videos/day2_service_teaser.gif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9094C-990A-4EFF-BEEA-EBC18D6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오늘 8차시는 이 화면을 현재 저장소에서 다시 만드는 과정입니다.</a:t>
            </a:r>
          </a:p>
        </p:txBody>
      </p:sp>
    </p:spTree>
    <p:extLst>
      <p:ext uri="{BB962C8B-B14F-4D97-AF65-F5344CB8AC3E}">
        <p14:creationId xmlns:p14="http://schemas.microsoft.com/office/powerpoint/2010/main" val="211410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6EC875-1134-471F-90EC-7D2FFF3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2일차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A26B9-6545-4EBC-A179-BF07AB37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하루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5042D-9E9D-4613-97FB-4BFE9934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8D4A-50BB-4594-87A7-6E38BBD8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D8618-B356-45F8-A5DA-81CD1DF0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581E6-4D1C-4A96-87AB-241747C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60681-13DB-4D3A-8086-8EA0D714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1~3차시 · 쉬는 시간과 점심시간 · 4~5차시 · 쉬는 시간 20분 · 6~8차시 · Q&amp;A 30분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1AE66-C51C-4151-BAFF-9F128F5E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7B297-9B21-4438-A436-40937D15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B5DE-6E3A-4031-9B31-2B93676B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1876A-895E-4CB4-8844-41F1A000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793C4-7FC5-458A-B516-30250AB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50E9A-CA18-46B3-8611-7A294AE6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DF1E4-6637-41A6-8571-E91A2803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DD393-81DF-442F-8021-47ECE19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C05CB-882C-4E08-BE6C-88150438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D38AB-C96F-49B3-89E0-0AE3A8CC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75169-A87E-4299-A744-0A11E6EC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A13CD-6FA8-4377-8BDA-0D4FCDEB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8CA54-AFB6-4B9E-9B2C-DF564888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D9CC2-50A6-4FED-988D-99D463CE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AA259-A757-410C-A88E-303E8D05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29116-7CFD-4C4F-BD12-B301DEEB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79546-C753-4A1F-B1BA-63F84653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7D9DA-0F72-41A2-BC78-792AEAC9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84F64-3F4D-4E48-96D7-4012BBBA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DFF41-5859-4EC1-95FE-6D72B99F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B3858-4C1F-4AD3-A7DE-E831B65F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55495-E897-4674-9D9D-8AF9F59F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02B0A1-ABD9-44A4-878F-0FEB67DA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E4362-BA9D-4A56-A82B-92D77D2E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F4D3C-C2AF-46AB-9183-AFB8E929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99BCD-4539-4B2A-B8D2-60EE22D1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B1A62A-1884-45A7-B89A-AE28C5E9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4960C5-B213-446D-B248-997155E2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04B49-8691-44DF-AFF4-390FD269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2948D-15F9-4C75-8AD3-46510530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A531DD-46B0-4BE4-926A-418F1A4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6DD0E-F1E0-4E77-B291-A0193854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939874-3ADA-41B4-969A-30CBFC56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B3608B-19AE-48C2-9E1F-B8873518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67A4B5-4395-41AE-A78E-E9C72ABF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25A6C7-BB00-4285-A2EF-F2D04280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82BE53-A0C9-4E3D-BD73-BD41C0B8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504E05-ABC7-4A86-A8BD-C2FE102C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9808B6-53BF-4A69-8B96-6C507081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BD7B9D-3966-4F05-82F9-F10E95D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ECD2B8-4C54-4C0A-8C6D-EF27F1EE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F1E050-EEB6-4890-95A8-6913C755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2E6CC2-1C1B-401E-8D25-5194B64F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8260B4-B4E0-4D30-A557-94D362F5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281A4-686A-4B8F-B144-CF0D6BDA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E268EC-119E-4D67-BAFE-73CBF6DA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949DAC-C883-4E01-9149-DB993C2E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D65982-1346-4450-9BAE-ABEEFEB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EFE423-57B4-4A85-8144-DEBB19A6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B03486-B619-4E9E-A8B8-44F60AC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F04E35C-E3A6-4572-A619-71ADBD12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AA0C00-93F6-4EB0-91DF-105736B2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7BF34B-4493-46AA-8138-89242EDD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D1CA23-5EE2-41E9-8E6E-4DE4C9D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C49845-087D-4670-80BE-045199D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D43557-463B-412F-9B9A-C02B32F1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B198ED-160B-4C1B-9C04-A97EA65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9A8C88-BEC2-4CB4-9C5E-5419F395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8D00B9-717C-4F87-84C9-9D4A7CF7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CD0B88-A66E-4CC7-A37A-18F22D4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433675-2C64-4118-8C46-B047CA11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692CB3-927C-442F-A1FD-196A3B11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EBB4DB-D566-4676-BD12-BB987AB5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502148-5BE3-4FBE-A1C6-CFA3D91C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D9635A-687A-4640-8303-9ED8B36D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268F0F9-E2BE-42E0-9285-4952EC7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A38FE5-5D50-4C66-BCC0-E553BF1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9950006-CF02-4AC7-B88B-D2B38E14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7B1375-1A26-4A43-8B91-9A1E8135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DA579D-2E42-4812-9B24-FF875FD1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7CBD27-3FA4-46A3-A95D-0135282C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2F1027-3BAD-47AE-94ED-6184A936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08D7B0-8A33-4B1D-A8A8-AA2330E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6CAF495-C88D-4828-BC3F-7E3EC10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0D85F3B-ADB7-4537-96CA-1F4C0111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1871E2-0ADE-4D73-8276-2856B73D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F9F05C9-B75E-4899-9C43-3897AD7D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5FB990-16DB-4249-9CAB-9588669D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2D7214-2C43-4BEC-A4A6-0AA9970E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0D1DE8-12FF-4FE5-BAFB-680C779E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AEDBC58-86A3-45AE-822F-C05F9F77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DB5AB3-C2F5-4C8C-9F31-113131A7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08A7084-89B4-49A2-82EA-31CFD1F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B3C0F7C-214F-465B-AAE7-F637C98D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FD4D4E9-E245-44ED-B61D-69D4DD81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657852-FF34-4000-8260-F4ECAF01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054926A-5F57-4C8F-A332-FB292F16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26C8DA3-D354-4F43-8914-694104CB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1E23FB-432A-4796-A4D8-C3378AC3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3FE5C99-8DD0-42C6-B596-AA738380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D92BFDF-BECE-4677-AA27-364D780C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11:30-13:00 쉬는 시간·점심시간 · 14:40-15:00 쉬는 시간 · 17:30-18:00 쉬는 시간·Q&amp;A</a:t>
            </a:r>
          </a:p>
        </p:txBody>
      </p:sp>
    </p:spTree>
    <p:extLst>
      <p:ext uri="{BB962C8B-B14F-4D97-AF65-F5344CB8AC3E}">
        <p14:creationId xmlns:p14="http://schemas.microsoft.com/office/powerpoint/2010/main" val="2095871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A46EE-3D6E-4551-AEB2-720F08B9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EFF5A-AB45-4270-A3C4-2A2F7C03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99471-5D18-48AF-AE3E-54B848C8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1C917-7A8F-45CD-9EE3-3D740945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F626E-EA3B-4E0B-9680-29D7C0F0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47C56-7CDA-4CE5-8C47-7B0B266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A0FC4-6BCD-41B8-8546-0DEBA64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69A8E-595C-4DCD-AFA9-27B48F9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호출·고정 Workflow·Agent 판단을 구분하고 상황에 맞는 제품 경계를 그린다.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EE282-3D1D-47DE-A260-D13F542C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13A2F-BA3C-4662-8BC8-23214FED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97F68-C41F-46ED-950A-568C8A2B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단계를 상위 모델에게 맡겨 같은 입력에도 비용과 결과가 달라진다.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337AB-F066-4195-8D8D-0E4D4AEF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79DFC-2C8A-4305-AB8D-197395D1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3E618-81BB-4876-AB5B-92FACBD2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461690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EAA7E-FE79-4F24-9544-A29FD2B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70A45-4492-40C2-8618-0E751D7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CEB49-9154-4968-8248-93F249A8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39A07-8048-45E0-A200-5509A997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AE400-AD94-4F01-ABFE-3B2261DF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0CEF4-A009-43B7-9F4B-A329EA5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80E1E-B5AC-4A8E-8B13-4811AF16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4D6B9-3AAC-48A9-9CBB-5FC01EC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8E700-310C-459E-AD0A-A315AAD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93F19-B28B-4AF1-9788-078D771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64E9D-3747-43CD-A369-5C8CFD6B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7CFBD-88AB-4EEF-AEF9-27D9325D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4D2E-4D2A-4C98-B777-4F97DEB7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B7C9E-7890-4803-8531-F2CF0401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주어진 맥락으로 하나의 결과를 만드는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75FEF-8767-4083-BA57-2206DEE0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D0DF6-7292-4096-BEBC-B4D95CE4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FEA43-F5DD-4242-8F1C-7D18051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E36FF-F9A0-4BD4-8F34-0B127DC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순서와 실패 규칙을 코드로 고정한 흐름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2DAA3-A229-4583-970C-13F6370B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42089-87AB-4816-A3C9-258050E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314EB-DA2F-4621-9ABB-51D99055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DE712-5D37-4CF5-9A9E-1472379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상황을 보고 다음 도구와 순서를 선택하는 시스템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D571A-5582-4A1B-A140-B6CEC879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C79EA-79A4-442D-AD11-A0BDEBAA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61EB1-2454-4904-A52F-5A1193B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1A760-363A-4F19-9ED6-51B721B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 전 사람이 확정하는 경계</a:t>
            </a:r>
          </a:p>
        </p:txBody>
      </p:sp>
    </p:spTree>
    <p:extLst>
      <p:ext uri="{BB962C8B-B14F-4D97-AF65-F5344CB8AC3E}">
        <p14:creationId xmlns:p14="http://schemas.microsoft.com/office/powerpoint/2010/main" val="1130730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D9119-0315-4F01-A703-126402E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7F4BF-B529-4AD5-B337-2A537859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EF2B1-76E0-4969-8B15-A4C0792C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3752C-A25B-4D84-8699-72C356C1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7F720-5674-4739-91F1-BEBF7F46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F37FE-DEC3-45D8-B5D4-8C2AEBF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8DAFC-4E37-4091-AF44-572D9CEB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7A0AC-0554-42F8-BB39-5847EA49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727DB-6F3D-421F-836A-D3DA4674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11070-8DF9-4ADE-817D-9B96C44F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1505D-5A2C-4D68-9D40-D82C5966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요청 → 입력 유형 판단 → 고정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2CF62-DBC5-4B01-9F2D-88494543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87DBD-E401-4CAA-B781-C4B736FD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31D34-6060-4D16-812B-0E0C4417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D70EB-05CE-4D62-B801-7340539F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CB824-995E-45DD-B069-3C1BF75D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74E09-6005-4B30-9138-0B9334C9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요청이 LLM·Workflow·Agent 중 어디에 속하는지 이유와 함께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발송·게시 요청은 external_write=false와 APPROVAL_REQUIRED로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21455029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5EFE4-84C1-4FDF-88C8-D693AE7B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78FF3-5244-42A5-B52F-6DE2A18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99D06-56A5-4AD3-ACD1-18349A62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9A1DD-3590-4FEF-869F-531151C6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0B4A4-8A2A-4CD7-A655-5703D19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44D85-04E9-48AA-A16E-BD2C817C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9FA98-7A04-4792-9DB5-6FF823E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96511-41D2-4D6F-A25F-56E39045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15746-836E-46AA-A47B-531956CD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A97BE-583E-460B-A1E5-BD83D9A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DB27-B657-433E-80A8-2B8249B5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29899-106A-477C-A890-0F0535D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유형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AF7D3-983B-44C7-ADC9-CAB8E65E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A282F-324C-46EB-9F3F-45032FA3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FBE96-001D-4A0B-8AD1-6CC568A7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고정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8EDA8-4D6E-45BA-9F8A-E96AB2F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89AA1-CAB6-4926-BF9D-6D12DE6A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8FEA4-FE17-4DB9-9DEB-ADA79DF8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사고만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40C03-49E0-4206-A7E9-B27F3C74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05F44-18D0-4415-A034-F0503942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D042F-35B1-49DC-A037-C3D506F4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확정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D1FE0-B8C7-4EBB-8237-9B72AA9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01_architecture.json에서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06490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C65CF-EE38-4092-8395-AB0E4B9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A4FC1-CF41-406F-9A5E-361167E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28511-4A11-46D9-AB5F-5DF79807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9FBBD-7154-4EBA-8338-CD163048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15C7-4982-4404-9D5E-615EAC46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6DC12-8D82-4BB8-A432-EB946CD7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FADD5-7E17-4FF2-82E1-C51D905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124FC-9F9F-4AF2-A86D-F08AD6E6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요청이 LLM·Workflow·Agent 중 어디에 속하는지 이유와 함께 반환된다.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4DEC2-AD8C-4B35-A365-0A33FDE6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06E04-31B5-4C94-8DA8-241BD592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D59FC-1E9C-4369-84D9-5D7ACE74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발송·게시 요청은 external_write=false와 APPROVAL_REQUIRED로 끝난다.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C1C19-CFB7-4751-8AFC-EF423C5F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EAEF2-31E5-49AA-B87B-9507396E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D2797-B81C-4E2B-A8D1-5FC73C3A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25B69-5348-44E5-8306-C8E5841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CAF33-2C76-4551-8D39-C8C90507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FA1E8-C079-4C5C-B376-9EB52E1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식별자·01_architecture.json</a:t>
            </a:r>
          </a:p>
        </p:txBody>
      </p:sp>
    </p:spTree>
    <p:extLst>
      <p:ext uri="{BB962C8B-B14F-4D97-AF65-F5344CB8AC3E}">
        <p14:creationId xmlns:p14="http://schemas.microsoft.com/office/powerpoint/2010/main" val="1011857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46BCF-FBEA-4CF1-87CB-72308110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1DF17-FF04-45B6-BD31-63AA9DDD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0E1F9-9330-4227-B67A-83BA9DE3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BBDE0-3B61-4E14-94A7-BA0B00A5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45B67-F4F3-4FEB-BB00-7CC9F5B4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F4122-14ED-45EB-A2AB-806CC811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0B6DA-D3A7-42DF-B376-856B04CE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328E1-C19E-4746-B9A0-33CD800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C6477-2EBC-4948-9F81-2D07800F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6CD80-9DF7-4014-9CDB-B851F43C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F1A67-51CE-4121-AD05-95237D99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43E0F-D288-4AC0-93D6-B300DED6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materials/day2/일반인을_위한_회의기록_Agent_설계.md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79580-ED1F-4FFA-AE19-267AFBE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1F215-8823-4913-AE7D-0E4F603D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FBB8A-A68A-4B02-870E-CA66903E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8C010-B86D-4D11-9D7A-6FA82D60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6124F-E176-4666-8BAD-6480D57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66B2C-AF9C-450F-A3F7-FC84E48D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701790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B8929-D4A9-4675-AD3B-4503B80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744D0-6FEE-45CE-B5DC-2314D5E0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B457E-739C-4D7B-8FDF-015C790B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27479-5B74-42F6-947E-0952A298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865E2-E44F-4E0A-B6DD-7E9368D0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89596-EFFC-4BF1-8CB9-CC849439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79DEF-1359-4D53-909C-85F4EB19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2A8F4-BAE6-47B3-8150-E8DF8FD3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주어진 맥락으로 하나의 결과를 만드는 모델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37F72-B18B-4FCC-95FA-4E8FE8FC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DCD63-4346-4959-A9F6-30F6B60A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51EBF-C309-48A6-B844-CA793037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4415F-9D52-4790-BAEF-882C540D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순서와 실패 규칙을 코드로 고정한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EF3A7-D53D-4255-A191-1E5AA24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F66FC-0EC7-412F-A34E-35DB105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materials/day2/일반인을_위한_회의기록_Agent_설계.md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8C9DF-FAC6-49DD-A07A-558E4C25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1512C-7D5C-4B7E-ACAC-E3AD81CE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상황을 보고 다음 도구와 순서를 선택하는 시스템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5156E-3D34-446E-90E3-DB7AECA0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44AB2-E70F-40E6-B2D3-75A5720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tests/test_day2_meeting_workflow.py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C5369-A17B-46AB-A1D3-38489250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DCE60-6259-4E5D-8376-0789AE47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 전 사람이 확정하는 경계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4EE99-8DDF-4BFA-8BA9-6C75774F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C60B9-8B97-4C3B-A44B-6873E51E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406786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DB761-9839-4894-9D1E-C1CD58E9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52065-521A-4198-A5C9-562806D6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61091-D395-4612-B3C9-C0311C0F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109B5-5780-4C23-B2C8-667C77B0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ED6FF-02C8-4E11-B18D-9866D5F2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BA9C9-F7E7-48C4-BF33-FFFC9348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3852C-7B15-4E8B-A20D-F11C4B61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6459C-D604-4F15-9738-83479088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B64F0-1931-4BB9-B59B-13BDF9E6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89FAF-D691-4F28-A054-47098D0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294C-23A6-436C-8174-11920633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8CC97-212B-4EFF-AAAE-765FCD19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868C6-77F2-4562-8D22-21220D6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D8878-1BE1-4778-82C9-5ECD35DD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3704B-FA7B-4D2F-8FB5-A8DB4E3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1928A-9C31-4943-85B1-643CDA53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요청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03D03-F2DC-43C4-8530-8C35CC4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A84C6-14EA-4B0A-98A5-AE4129D3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6A0A6-2ACE-41C9-9AC5-875CA20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074F3-B040-41C0-BC71-28C568A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35473-4E35-4D86-A2DD-A5375554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FA4B7-BD86-4D0A-AEAB-30E8FBA2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유형 판단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86080-94F8-480D-BD57-8908D35C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51781-FBAE-45B4-8EB1-7BB548AA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6472A-34EE-4ACC-9964-965D08B6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FB9FC-4FC5-4820-AFB7-4ABF434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19F90F-06FD-4986-881A-D17AEBDF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D3D31-8EDA-41A1-84F1-D1A22FDF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고정 처리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AD7EE-962E-4433-A5EB-FDBFFD6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2C42E8-1B5F-4394-BE49-8BBE4AD7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7261C7-F37D-47B4-B671-1C4C14D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7FFE7-9778-4A63-B7D5-D76CFF60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0EC8B-C613-41A6-8324-8376B1E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7B580-DD51-4112-930A-A3EAD3BF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사고만 LLM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81D664-CFAC-4258-BF50-00199994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C01B4-E483-4B6E-82D0-AF2E62A2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3680597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88E21-6227-445C-9BA5-04773771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F0867-E24C-43AF-A496-0B721C75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CBF53-468A-4770-96AC-4672952F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8802B-FCFA-4D56-B322-5E141982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EF879-F37B-4CA8-841E-88720763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F54C8-E1AA-4645-92EC-C5BF243F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3A0C5-9C94-4497-9923-A24FC4DD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759F6-F88B-4451-A549-26459B2E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472A6-8C3A-46B8-9775-ACB2107E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모든 단계를 상위 모델에게 맡겨 같은 입력에도 비용과 결과가 달라진다.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311F8-0441-4428-8DA0-8D26277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C783F-A038-4AEE-BBE2-2FC13AB0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단계를 상위 모델에게 맡겨 같은 입력에도 비용과 결과가 달라진다. 상태에서는 01_architecture.json을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89B44-9EFC-4411-B52F-775D8F2B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250675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8ABE9-212C-4518-9521-4586C04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E3653-ECC5-49E5-A424-65F26306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BFAA2-1A94-4B4C-A004-F8481858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F5493-89AE-424C-B325-19FEE6D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9A05A-6D82-42B8-9A8C-DC4E8E05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A2F1B-2121-4049-8B8D-D9471F71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F5535-4E07-4EE2-8EB8-D4D237F2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F34BC-A08B-4824-AC08-B70AA837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CE713-FA91-4A2B-A67C-1378027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자동 발송·게시 요청은 external_write=false와 APPROVAL_REQUIRED로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ECDB7-9939-4666-8797-2FD3835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2BFD3-4D00-471F-88D6-1207C3FD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5A371-47A3-4E88-84D1-14502C0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모든 단계를 상위 모델에게 맡겨 같은 입력에도 비용과 결과가 달라진다.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40905-6300-4929-8174-65401AD2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25909-D515-4D25-BD1D-23B448D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B357E-19E8-4DE4-8B37-3FAFBC66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입력 검사·STT·schema·증거 검증은 코드로 고정하고 요약·맥락 해석만 모델에게 맡긴다.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AFD14-0DDD-46F2-9126-DD478788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EB22D-E98C-44FB-BAFF-924ED8E1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F175E-8874-41BD-BDFC-28E98907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01_architecture.json과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525021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E66C1-95EF-49B9-B119-4EF66A79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75E89-3020-4F2D-8E51-A1E93CF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331A9-C2FD-4AF4-B559-0BE9C960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FEF64-9242-4980-AE6B-BCBD43B3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A3BA6-38A0-4D5A-89FE-C15D2B99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F9A71-C16F-415A-955E-EDCD35DF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8c1b9e24343c3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8DA55-63E0-43E8-899F-D0014D97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materials/day2/일반인을_위한_회의기록_Agent_설계.md의 책임을 찾고 01_architecture.json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731AF-13D2-4A75-9D7A-6FFA9CE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회의 Agent 전체 지도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437901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85023-5FA1-4A98-8733-1AEC18DB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299B1-2F7A-453F-B76C-DD84C4A4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4A0CD-0200-4C03-B9F4-32B58FA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9C6EB-784D-4D08-A2F7-3B8C4D0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CBA1E-4B78-4282-AE5B-1117E203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7DE89-5BEB-48C0-859B-5773A195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F67E4-ACBC-4B9A-8E91-4C446DB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4AE6B-A704-4633-8E6D-22DB747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13A6C-158A-48DF-AF99-95A71D9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시나리오와 외부 쓰기 금지를 명세하고 가장 작은 실행 구조를 제안받는다.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D3C4F-B32D-45F4-8630-35C87AB6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7E36C-FDB9-46E2-A55A-209E94E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A5D02-FAF3-4AE0-BAF9-A4F85DE9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materials/day2/일반인을_위한_회의기록_Agent_설계.md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26BEF-F5B1-45A4-B0C9-C738B367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D2BBB-1DC5-4F23-83E5-643464E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7C4EE-934F-4F26-B25D-3E8EFDB3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요청이 LLM·Workflow·Agent 중 어디에 속하는지 이유와 함께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발송·게시 요청은 external_write=false와 APPROVAL_REQUIRED로 끝난다.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0F142-3774-4710-A58B-D616A467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E5165-A590-436A-B141-F399BEF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880FA-4662-412D-B1B1-AE1DF2F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9301636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E2C06-01F7-4698-8D17-A3CB7888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8D18D-630B-4B60-B151-76337456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552EC-6FB2-4CA0-9536-A424D5D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32FE4-6A39-44A1-A756-2FE6FF53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2126E-D261-46FB-B324-B42A1B89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3B8DC-1294-469A-8014-5C98958F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77B25-DF47-429F-AC42-792A41C9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47AD2-508F-488C-8D9A-35C69A7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00B4F-6B49-4169-A7FE-84BF4C5E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78D28-6271-44E2-9C2A-8CFA38F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5D553-8549-46B3-917A-923E14D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BF98-CADC-4C81-AE0F-D0B03B2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99978-982E-4357-8F47-9FA49CA9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6D185-B1DF-492D-83E7-0D6EBA65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요청이 LLM·Workflow·Agent 중 어디에 속하는지 이유와 함께 반환된다.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75B51-E88B-463B-A672-81B1E7ED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8B8F9-5A5B-44F6-8587-202236E4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1DC4D-8042-40B4-9AD4-DC0E29E6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74860-919E-47B6-A52C-77AF6015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77FBF-84A9-47D5-BDCF-0FB4D63A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9981F-670F-4F13-A805-7EB33E8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2EAA0-FB1A-404C-8796-8B82EC53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22D60-0C3F-4408-9BE6-5053C823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29656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EB87B-8A0C-48F0-92AD-F4B770C4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2EF7B-D5FE-4110-B2BF-FB7B5FD5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45F14-C3E3-41E6-BA74-0A4E40A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130E5-3853-4CD2-ABDE-349F33A2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6B187-6DE3-434B-99F5-C5639B4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BA64D-D464-4734-B7AA-6686B550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41E48-7F55-4676-BAE7-6EB0F428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B962-2B13-4C6F-B38F-D54F4894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EB68C-4C9A-44C8-A803-C3CFEC8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AFBAF-8299-498B-9EE0-D19091D9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D9E0D-78C1-4F9D-AF99-D222B334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B86F5-5CA9-4349-8BE6-1AE5A5AB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materials/day2/일반인을_위한_회의기록_Agent_설계.md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EE4FB-0D28-4519-B1F6-C865072C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A5C6E-B68F-4A9D-9B80-B6D6020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F3872-BEF9-4D0D-91A4-A9C41722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FDFDA-B07F-42AF-99EF-92C26E4D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1D882-8EBA-411C-A746-2C8757C4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9BAFF-E68D-438D-AF82-5D9E0F2D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요청이 LLM·Workflow·Agent 중 어디에 속하는지 이유와 함께 반환된다.</a:t>
            </a:r>
          </a:p>
        </p:txBody>
      </p:sp>
    </p:spTree>
    <p:extLst>
      <p:ext uri="{BB962C8B-B14F-4D97-AF65-F5344CB8AC3E}">
        <p14:creationId xmlns:p14="http://schemas.microsoft.com/office/powerpoint/2010/main" val="13393902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44478-2B62-4A83-828C-43C8ADD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787B0-860A-4693-8771-B895DCFD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84C0A-150B-4C99-83CC-64857DDF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27C68-D798-444C-8A2F-10D3802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46DF2-5E8B-484D-A08F-8512F40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6B64C-C426-43D6-AE2B-27BB83D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571EC-F561-45A8-AB06-F5B141BD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8F7B7-0913-4E0F-8D87-9A4AD318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753C5-8905-4088-8B80-369FF822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0F542-2ADD-4096-8B77-13706A17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00D3D-4501-4922-9E05-3C94309E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9523755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BE493-DE72-4787-91C0-1B4A6C3E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86E79-359F-41FF-A8AA-9EDA978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D4804-7AC1-4D5F-85B3-803586D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A7F5B-507E-4DA5-B5FC-28F00FBB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AE9FA-9620-4795-AD93-736B8B89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C0FE0-5582-4B97-A8EE-63EE5CE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06E0C-8C22-4A30-9B99-954594A5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3A406-6BFD-43A6-923F-F91FE0F5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"user_request": "회의를 이해하고 근거 있는 기록·할 일·인사이트 초안을 만들어 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"layers":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"order":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"policy",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"question": "읽어도 되는 정보와 하면 안 되는 행동은?"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"order": 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"input_adapter",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"question": "Meet·ClovaNote·음성 중 어떤 한 입력인가?"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"order": 3,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"domain_context",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"question": "산업 용어와 이전 결정은 무엇인가?"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"order": 4,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"workflow",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"question": "정규화→STT→구조화→근거 검증 순서는?"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"order": 5,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823868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F2864-ABC9-4663-B117-71D7B43D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6BE79-BBFC-4004-9864-D5E0DDF6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C43CC-7CF1-42B6-A047-88399B3B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46105-A3ED-4D01-B8B2-5293B16D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5FD3E-327A-444D-A79F-BFAB26CF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E04B6-807A-4E24-B860-8156BD42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CC480-C910-4617-BEE8-0B285126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F95E4-CCD0-452F-9455-ACBE9592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발송·게시 요청은 external_write=false와 APPROVAL_REQUIRED로 끝난다.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6C510-A53D-404C-B7C2-EA6AD32D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21B9C-D388-4FF1-835E-DDA35361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42915-A718-40E2-A833-1D5D1D55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검사·STT·schema·증거 검증은 코드로 고정하고 요약·맥락 해석만 모델에게 맡긴다.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7CC84-1B68-42D4-9F3D-3D63BD2C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자동 발송·게시 요청은 external_write=false와 APPROVAL_REQUIRED로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16525825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6CE15-803A-4C85-B147-EAB0B67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20EF8-8207-4DC9-ADB0-78F2ABE7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5F6C-96B9-4C25-B55E-49009EC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D38D7-D5D2-4EE7-9BB1-89FF4144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1CBED-926D-4674-8D28-E250AC22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F4D60-13B7-4D0E-92E8-21C4BC90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CDB96-F617-4120-B586-6C09994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C019D-D644-4C32-BEE3-A76F9E75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materials/day2/일반인을_위한_회의기록_Agent_설계.md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FFA09-4208-4348-B84E-D34B8024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E9144-3005-4C02-8CA3-9F91FCCD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FCA1B-C04B-41E5-8C73-C3CCAE9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0B2A4-DF15-48EC-9309-A470C925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요청이 LLM·Workflow·Agent 중 어디에 속하는지 이유와 함께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저장</a:t>
            </a:r>
          </a:p>
        </p:txBody>
      </p:sp>
    </p:spTree>
    <p:extLst>
      <p:ext uri="{BB962C8B-B14F-4D97-AF65-F5344CB8AC3E}">
        <p14:creationId xmlns:p14="http://schemas.microsoft.com/office/powerpoint/2010/main" val="7820558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A9613-1984-495C-8D65-74052460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994FF-D16A-48C4-9C21-3F719207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B2499-0F80-40FC-A93B-1BF82E24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93D1D-98A7-4D90-8738-6AE02C13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518F5-196B-428A-87B4-BB34ED24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25915-0B3A-454B-BF1F-757C7DA5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741C4-BFD0-45C2-9771-179EC2E0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1차시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18CC6-3A5E-49AD-835F-E68B60B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05445-4DCA-4C51-9CAE-7BAB4A4A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src.course_services.day2_meeting_workflow import 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DEFAULT_OPENAI_MODEL, DomainContext, MCPRetrievalPolicy, MeetingRecord,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SourceInput, TranscriptEnvelope, build_mcp_retrieval_plan,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compact_workflow_result, compare_execution_strategies,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diagnose_provider_options, normalize_source, render_email_draft,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route_execution_strategy, run_meeting_workflow,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run_optional_cli_prompt, run_optional_openai_prompt, run_optional_openai_record,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source_mixing_error_example,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validate_record_evidence,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architecture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"user_request": "회의를 이해하고 근거 있는 기록·할 일·인사이트 초안을 만들어 줘",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"layers": [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{"order": 1, "name": "policy", "question": "읽어도 되는 정보와 하면 안 되는 행동은?"},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{"order": 2, "name": "input_adapter", "question": "Meet·ClovaNote·음성 중 어떤 한 입력인가?"},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{"order": 3, "name": "domain_context", "question": "산업 용어와 이전 결정은 무엇인가?"},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{"order": 4, "name": "workflow", "question": "정규화→STT→구조화→근거 검증 순서는?"},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{"order": 5, "name": "human_review", "question": "누가 승인·수정·거절하는가?"},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{"order": 6, "name": "draft_export", "question": "MD·이메일 초안을 어디까지 만들 것인가?"},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11352284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1263E-EA7C-4341-812A-B4D4ABCD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72C05-0F00-4C81-999F-B8046B5A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07AC5-B4E4-42D2-9F9F-AFA9DE5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EEBC4-DE24-4185-AF0A-DB5A534D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1A50F-E27F-45F0-9AAC-260851C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70771-5BB1-4023-A1C1-C3AD32E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73C17-DE60-4B47-9C7D-B6944A32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6E0F9-E863-41CB-AFA8-C72B886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D6DF3-39BC-433E-A208-7B5439C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output/course-labs/day2-v2/01_architecture.json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29221-3D6D-45A7-BB0F-D4B0C551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요청이 LLM·Workflow·Agent 중 어디에 속하는지 이유와 함께 반환된다.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01_architecture.json의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4924593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1A42C-B6CE-40E4-ACCE-17C69EA5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6198A-9418-44E0-8092-6E00BAB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FA8FB-AB1F-4407-94F4-E7391F5E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32173-2975-409F-BE91-278D1EB9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87E7A-A9CA-4A0A-BB14-BF334C55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9ED66-A4C8-493C-ADB8-BE5911A1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2257A-213F-422A-A2B2-0577D8F0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발송·게시 요청은 external_write=false와 APPROVAL_REQUIRED로 끝난다.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C473F-7871-4231-85E7-681ED7B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433EB-AA4F-4115-97B5-EABBADC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"output/course-labs/day2-v2/01_architecture.json"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A7323-9BF8-4D84-9B37-AC93F987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4950310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E1D33-2319-403E-83BC-AA44CA04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65E05-55C3-4EB1-A255-7037316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5085E-C53F-4BD1-9731-50D0CA93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DD352-3718-4656-9784-89AF1189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814A0-2020-4D71-AAC5-03347C59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C6D8F-AA32-469C-9648-6DFEC2F0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1A164-DAE4-487E-A63E-B0A8384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47F00-201D-4803-B7D4-65A8AC68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62620-94CD-4F00-B393-AF792C4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요청이 LLM·Workflow·Agent 중 어디에 속하는지 이유와 함께 반환된다.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6569C-44A8-45B0-886D-69D490E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808FE-E4CA-43F8-B6A0-E4AA66B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9C79D-7D37-481F-8A86-3F6C5B2F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41CC8-83CF-4CDB-A8AD-8A7FD841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39C9B-E71D-4A56-BADA-EE1E6004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E4D26-91B4-46F8-A170-513FAEB9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E09C3-F7AD-4955-B2C1-AD3CB0D9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A26AA-3CCF-4888-B9AB-B6EB6206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1E935-0CE6-412B-BC1D-262B7845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0155939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AD6F1-CE3D-4812-A871-6E2F7FB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FFCC8-8756-472C-8474-B2136B62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EC64C-48CC-4DB5-8722-AA20B507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92AA4-6120-4908-A8D4-C304F6B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9CEAC-E6D2-44FC-861C-D34F3158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7A5F4-8643-403B-912A-7E380B92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E2AD2-740A-4638-A18A-D130521F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838E0-02BA-4C3B-967F-D8EB4DE5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C54DE-0438-41DE-9BF6-E266A44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자동 발송·게시 요청은 external_write=false와 APPROVAL_REQUIRED로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6A4ED-C6C4-4571-82EE-8B47D31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307CF-4E73-4295-B825-C01DBDB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C72D0-6126-443F-8DFC-9A6846FF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30D70-7322-437B-BBCE-54E8C5BB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37BED-0379-41B9-9E32-D75EBF8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F9B2B-4DEA-463A-B486-68AB8635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EF5C0-B7DB-46EE-A361-62D3A2F1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404A3-2E40-4197-8C43-886212FB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25A78-8C1B-4E54-9C80-A13F3058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발송·게시 요청은 external_write=false와 APPROVAL_REQUIRED로 끝난다.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8731787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9B7BA-1AF6-46AE-A229-B1ECAF81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C5D6D-4258-4F46-BDAC-8AAC87E3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3E360-32C3-46EC-9593-344601D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59089-6E0B-412F-B42D-4DC014DC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10787-12FC-4F48-83EB-83A5B790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D273C-4B59-4621-862F-DCBDA15E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F8CB6-17F6-4A20-BD21-38C15FEF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비개발자도 한눈에 읽는 회의기록 제품 설계도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609EF-6B33-4896-A5EB-E0252880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32A27-1099-4962-8EB1-5EF7D475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E53F5-B99D-48F8-9066-8DC85BC6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2ACE6-9D71-40E7-9092-38822B82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FB4DC-50BA-4380-B05A-94398EE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A6286-FF66-4EB9-B255-C41C9FC5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비개발자도 한눈에 읽는 회의기록 제품 설계도의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92AEE-F805-4E6B-B23E-AF8B02C6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2163C-EFBC-458D-80EA-4BA954C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451DE-01DA-4750-B357-C87D866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382A5-90A7-411A-9115-A51AB47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1C482-1AB1-417E-9EEC-693C948F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4FC5E-C0C8-4768-9EC3-A0B00848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017878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4DD25-A26C-4CF0-8D1B-843A526E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5B0EB-8EE5-46CF-9570-556693F0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CFEE1-7C29-4836-B662-CA745E5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2EF2E-C93A-4466-9509-9597681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38312-4D8A-4A42-9002-E8453BC7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2B0B8-D60B-457A-8F4D-853DAD94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28B6E-F99A-4739-91ED-9F61C222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181C2-5AC9-49B5-B52E-91E5E640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DFC5D-9481-4C3E-9951-C08700C5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12B0-2481-4E1D-AE1C-15E0E9F7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단계를 상위 모델에게 맡겨 같은 입력에도 비용과 결과가 달라진다.의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E3422-3141-4216-A7B3-7042F24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A2F19-16B8-46B6-BA2E-C734C33C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2ECEA-3127-49F1-9E8F-FC43668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79749-5901-45DC-ACC5-4BD73E55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C58F6-81CE-42B1-9E48-D62F41A3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92D1C-8152-45B1-BB59-13A8E74F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시나리오와 외부 쓰기 금지를 명세하고 가장 작은 실행 구조를 제안받는다.의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9D838-DEEB-42D0-963C-B38652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FBDDD-45EC-427F-90C0-C00388D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52F27-2593-428D-8FA7-8C7A51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3324509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66083-22A0-448A-AE4C-5455CFB7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B09E0-F2BE-43D4-AB04-4838D837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4751B-B251-43D6-AD53-F8FE95FD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6D416-0FB8-420B-BB95-1AAC03E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6ADEA-E730-4E0C-AA3D-C8652CC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08D5D-6001-4515-945B-D902A278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3BE12-596A-4368-A5ED-009EE6F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A551B-E313-4FA9-87C3-40D6CB3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FC980-6FDF-47F8-A7EF-FFDB71B1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요청이 LLM·Workflow·Agent 중 어디에 속하는지 이유와 함께 반환된다.로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74D8C-65DD-4FD0-8BA8-24AAE7D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0C575-B613-4CAD-A9C7-3EF78778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D2842-15DC-4785-AFF6-FA961B61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 전체 지도의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EDCF4-3D6F-45C0-9166-A91A112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95576-8CE9-48E9-AFB7-062BD76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69964-C6FD-4A73-B1AD-CB09C0DB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단계를 상위 모델에게 맡겨 같은 입력에도 비용과 결과가 달라진다. 발생 시 01_architecture.json에서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CBB8A-72A1-420F-AE8A-F0A8896B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F13CE-0B55-4471-9CA2-DD51C56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7D212-01C8-4C93-A2F5-6E4B9BD5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8898257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26D83-B8C3-4D6A-BCE1-9D593B78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606F4-64CA-44F6-9F3C-DBC34086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A4A93-699A-48A2-8CAC-1EC8D0B5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6D909-7AB0-495E-8640-B7531D70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E3D5-D319-44A3-B0E8-E21F474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7D9D1-155F-4C8A-9A4E-4C65D3EF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66ECC-09F2-482E-960A-6C14A49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C3C2E-4812-47E3-8FEC-C598B97F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8E364-529E-49E2-8A7D-F17377AD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회의 Agent 전체 지도이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5961C-5B9D-4462-9AD8-4AF5C3AB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10E7E-912D-47B6-B863-8A3DC2B1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10D09-2324-4EE7-AC41-E6820E8D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29780-4682-47BD-A62B-D27F0C4D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FF2FD-AE8A-4566-88BF-DEB933C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53902-069B-4D77-87C4-43BB7761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01_architecture.json과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2E78A-5446-40AC-9F17-6527CCE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세 가지 입력과 STT 선택</a:t>
            </a:r>
          </a:p>
        </p:txBody>
      </p:sp>
    </p:spTree>
    <p:extLst>
      <p:ext uri="{BB962C8B-B14F-4D97-AF65-F5344CB8AC3E}">
        <p14:creationId xmlns:p14="http://schemas.microsoft.com/office/powerpoint/2010/main" val="71508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6798E-D4CB-46C2-99C3-0A6F601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152D4-1358-4A43-AFB4-49A52E71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가지 입력과 STT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44BCF-9851-4D95-A039-058D66F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2차시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F7F3D-8A42-4A51-BB02-DEE540F2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09:50-10:40  (쉬는 시간·점심시간 11:30-13:00)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53312-F7B2-46B8-AC4E-BB789B5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Input adapter · STT · 02_inputs.json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4C255-23AF-445A-93CD-E619A98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C5DD6-9A58-4B25-B22D-1FE47B7F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75A9A-6315-4E34-9932-27AB0C00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가지 입력과 STT 선택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DA6C5-6DB3-45AF-9A01-516034A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726CC-E83A-416B-B73B-DD7807DE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data/day2_public_audio/sources.json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DED92-A1C2-409E-AE37-C57C94AC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83207-FD88-4341-B07E-CBFE80CB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26022-CEE4-417E-AB15-45BB6C5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2차시</a:t>
            </a:r>
          </a:p>
        </p:txBody>
      </p:sp>
    </p:spTree>
    <p:extLst>
      <p:ext uri="{BB962C8B-B14F-4D97-AF65-F5344CB8AC3E}">
        <p14:creationId xmlns:p14="http://schemas.microsoft.com/office/powerpoint/2010/main" val="3646871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4B5AE-7F6A-4E63-9D54-DA03BF01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EC837-F421-430E-8417-D84C48AA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683A1-DC61-495A-BC64-55EDE695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95977-FCBE-484A-BDC1-2BC20B19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68448-4BEA-4C59-A3EF-4097812A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0D23C-5756-4AE8-859C-AF2675F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4ADBA-6B44-4BF9-8560-1E6FCA5A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AA512-7DB0-45F4-A254-C279F8F1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55A66-E312-4300-99D4-E1C8E65F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01_architecture.json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40339-AF7B-4244-A132-4D7A68F5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840A3-2B2C-42A9-B058-8316E183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20AF8-0187-443D-8FCE-97F0627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FCAB5-507A-4A95-91A8-8B325A8D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C8460-D038-48E0-ADCD-11EABFB0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965DD-EC29-4A50-BF79-8F5C898A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3E885-36BB-409D-962C-EFDF422A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04243-16A2-4390-8469-F230CD5D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6BCF1-07D8-4214-9E3A-773D6439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</a:t>
            </a:r>
          </a:p>
        </p:txBody>
      </p:sp>
    </p:spTree>
    <p:extLst>
      <p:ext uri="{BB962C8B-B14F-4D97-AF65-F5344CB8AC3E}">
        <p14:creationId xmlns:p14="http://schemas.microsoft.com/office/powerpoint/2010/main" val="905800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EB3B5-9866-4C50-B3B5-A00DC521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D48A9-259E-4835-B645-E302C713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54486-16DF-4D1E-B88C-1F648A90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58FED-E88B-4A5D-98F1-235C0B8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6ED41-1304-4070-8470-6C9097FB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364FE-FD7F-4CF4-89A1-C640BF12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이미 있는 텍스트를 다시 STT하면 느리고 화자 정보도 잃는다.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2BF71-7F07-4B08-A374-AF519B4B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 선택에서 02_inputs.json까지,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EDF88-555D-4895-8139-A2D9B1B3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D80E8-0FCB-4644-BABB-2C99954C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02_inputs.json</a:t>
            </a:r>
          </a:p>
        </p:txBody>
      </p:sp>
    </p:spTree>
    <p:extLst>
      <p:ext uri="{BB962C8B-B14F-4D97-AF65-F5344CB8AC3E}">
        <p14:creationId xmlns:p14="http://schemas.microsoft.com/office/powerpoint/2010/main" val="904706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69F7F-A721-4972-BDD8-2EC61C0F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E4FD6-1A88-4BE6-A8BA-D5F80AF3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63E2D-BE2B-4FCC-8C8A-6A69FBE7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03805-F773-4F79-81E4-722FD38A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21991-EF1E-4A5C-9C62-84C7A26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05CFD-5FCC-4689-93B8-5B0DE1B9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23C6D-32A2-43E6-A47E-6B1BD65D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76FBB-8EE0-4CD8-A4AF-D51CC5FF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 전사·ClovaNote TXT·녹음 파일을 하나의 TranscriptEnvelope로 변환한다.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76F54-16A8-4670-AA7F-AD54440A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D3562-7968-4CD5-B26B-60B9EFEB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78BF9-8677-4871-A299-FD284771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MP3를 선택하고 실제로는 합성 fixture 전사를 결과처럼 보여준다.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A5E4C-7DE7-4975-92E2-9FC9D9F9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2DC4E-7FD0-4FAB-AA17-95EA5101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2E421-15F5-4B2A-87E3-DE7B23A9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9509882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06B742-6676-4163-8D76-A62016E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3CD2F-E5EB-4583-ABDA-32563C9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C06F-842F-44A3-BAD3-392F3344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EEF40-6122-4CB1-BA5F-EE05B5C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11066-0C44-44AA-B145-0301AB8D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EF675-5A19-4BD4-BA9C-A97C9D7D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A0505-78BD-46F9-827F-39F7380C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F9AE2-3699-42EE-9E6A-0EB1C859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4A603-D0BB-48D7-8EF4-1545AE8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435E9-B3E6-486E-9383-C8202672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FFF70-27F3-444C-9BE3-652F03D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D7597-688E-4F5C-BC32-58C9A37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CA979-D8FC-485A-AB4F-FF2AC2B8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A153C-FF51-4CA4-9705-00B2DED0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다른 형식을 공통 구조로 바꾸는 코드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7D4FF-B162-4A78-8BF7-80F87BC3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6D7C2-AD3D-4F67-A840-6669882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83176-E9AA-4E67-AF88-D94F5EB2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DFE96-B946-43AA-B129-53AB5B68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음성을 텍스트로 바꾸는 처리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F3C00-9AEE-47CF-BA25-A5D529C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53978-D04D-48C7-80A0-C4DC25FE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 mode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AF16E-B32D-4668-9FB4-8E79FB42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4F47C-7A6E-4B18-A91B-2A15A1BB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전사가 어디서 왔는지 남기는 필드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98370-27E8-4A86-A2A8-E25C9C81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E7818-BAAD-478A-9AD7-8DD9F5F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Provenance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5EA31-164F-4636-853A-FA3E1C55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DC3DF-5B69-42E1-9638-718C65B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출처·시각·변환 이력</a:t>
            </a:r>
          </a:p>
        </p:txBody>
      </p:sp>
    </p:spTree>
    <p:extLst>
      <p:ext uri="{BB962C8B-B14F-4D97-AF65-F5344CB8AC3E}">
        <p14:creationId xmlns:p14="http://schemas.microsoft.com/office/powerpoint/2010/main" val="12318152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FABDF-4348-41A0-9EC1-0F6C661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BF7F9-D333-4ABC-AC57-55E75EE3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C244D-BC79-472A-9079-5C80AA2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9DDC9-7B51-4C9B-A3BD-BCBE095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90520-E9D1-4F82-9ED5-E399C9C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9D2D2-7CE7-4303-9AA8-15BFBA7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26426-8C8B-40B6-B226-63BE406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120F5-DDE0-4825-9571-E8470C35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data/day2_public_audio/sources.json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11AA7-27DD-4D0D-AE7C-1220668C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26F1A-66C1-4184-9C3A-15724843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DD3B6-88EF-4F9C-AC43-4A8DFC47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선택 → 파서 또는 STT → 화자·시각 보존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889DD-DA7B-4938-84EE-A9633D8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03CB9-0D5F-4E55-B785-61DDA464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6677A-20F2-4858-B240-8DC3302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3D266-73B3-4497-B133-BD7911B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90E71-C698-4E2F-84C6-3EB8A28D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B87D2-2F84-430D-A4D7-DF8A33D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입력이 각각 다른 source_mode와 segment evidence를 남긴다.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실패는 다른 음성의 fixture 전사로 조용히 대체되지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458758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46CE8-3C70-4FC1-9687-7E04E2B1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261DD-19CC-4DAF-9F28-9C138BA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CF486-9FC2-4B8A-9175-70B90073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F8704-B2BB-4244-A7D9-898A0AF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B0491-5205-453C-80D1-1D57877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69CC1-F7FA-46F2-B644-2D8810AE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EF5D9-01E4-466E-86E7-47673E3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2C604-4361-4E2B-B986-7512FB5C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841F5-6619-409B-9BB9-1191DF04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11A6F-BA1E-4E36-9770-E57B79B7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F3496-A777-4056-B6A3-F85F00AA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E3A61-0B23-4DB4-80E9-00E005A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파서 또는 STT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76A28-977B-4E0C-82E3-8FE7190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EA578-88E6-4749-A0FA-26F934A0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19938-8C20-4789-9AFB-B0563E8F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화자·시각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D67A2-A1D4-4F52-9662-6EF79A3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52DB6-60E2-4CF9-88FE-CC2E7CE1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37358-911C-4017-A89A-372E050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출처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E2450-F2C2-40E1-BE6C-A1B17247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DA8F9-C5D8-4546-AC51-215E8C2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A5A3D-B48C-42B2-AD72-C2C17889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공통 계약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0949E-44E8-4C44-9BE7-A1AB7259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02_inputs.json에서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230453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B7E29-8A7C-46CF-BEAD-D0665F84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AF04E-202C-4088-B93B-73FBB1CF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243FB-41D6-4743-B24C-8EEFE78D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D2A94-CCE3-4894-AA80-4361950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E02D8-7E66-4CBB-A211-CAF2AC9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8CF2C-4321-4A9F-A130-0DB60A6C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BC53B-16A7-4D0E-BBA9-0029C7D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5EF06-1229-4106-A176-39C515CE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입력이 각각 다른 source_mode와 segment evidence를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C127B-B0A6-4C10-A928-9C145305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59948-776C-434F-818E-9AC36434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A7B8E-1505-47AF-A398-B8827CD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실패는 다른 음성의 fixture 전사로 조용히 대체되지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024E0-E22F-4220-89C0-30AFCB3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A7D5F-C3A2-4F37-833F-74A491B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B703C-3033-4026-B108-C6B50014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02FDE-29A9-4C21-9C52-F5DCDFCE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013C7-0C43-434E-B45D-FC1BE518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80D9D-D683-43CD-A184-A8E92ED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식별자·02_inputs.json</a:t>
            </a:r>
          </a:p>
        </p:txBody>
      </p:sp>
    </p:spTree>
    <p:extLst>
      <p:ext uri="{BB962C8B-B14F-4D97-AF65-F5344CB8AC3E}">
        <p14:creationId xmlns:p14="http://schemas.microsoft.com/office/powerpoint/2010/main" val="3780829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DBE58-6380-4AFA-B8E0-BBD895F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F57D2-DE5E-47DD-867C-211A12A6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71876-63F6-40C3-806B-17EF39D7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CCD7F-0C6B-48C4-97A3-41F2422D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F3164-1C61-4E78-B403-C2FD6DEC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4C60A-5772-4944-8225-A79488BE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2D557-108B-4042-9B3A-C2105BE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BBAD1-9E0A-496D-A808-02CBD9A0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C48DA-75C5-47B8-803D-ECF70EDD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data/day2_public_audio/sources.json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AF37E-CF77-4CE4-99B9-AEB4EDB2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6850D-C0DD-4BE5-823B-1CEB10DD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F7097-F8E0-4225-B43E-9909471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05497-0AC3-4CB8-B363-061E18C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3B76F-0FA1-4052-B491-A283FCC9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FC687-BC53-402C-88F9-2FBB005C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scripts/day2_public_audio.py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08C6D-6BB7-4797-AF7A-E26DB35E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7E759-E6ED-4A0C-9167-7D2DF777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A762B-E31B-4CB3-B86B-A1BD5EEC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output/course-labs/day2-v2/02_inputs.json</a:t>
            </a:r>
          </a:p>
        </p:txBody>
      </p:sp>
    </p:spTree>
    <p:extLst>
      <p:ext uri="{BB962C8B-B14F-4D97-AF65-F5344CB8AC3E}">
        <p14:creationId xmlns:p14="http://schemas.microsoft.com/office/powerpoint/2010/main" val="12887903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FA3A6-F235-4448-830C-B60B147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8CFA5-AD88-4426-8C6E-E9E02C0F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4B64C-BF8C-4D82-B1A5-696941A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F1385-F1A3-43A1-A463-EB33B67C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9C196-1D27-432A-B868-B82C570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38CAA-E933-421B-8B40-E1C8A444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30EBE-88F5-41E4-A9D7-3DF47BB9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D01E8-C6F9-462F-83C6-671CA783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다른 형식을 공통 구조로 바꾸는 코드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0840E-4C62-483E-8085-94059568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424A8-5855-425E-82ED-A789B71C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data/day2_public_audio/sources.json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2CB88-972C-455F-925A-E8F35957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16DFE-8E5E-41C2-9F36-FD7E548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음성을 텍스트로 바꾸는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954C6-8AA3-4ED2-9DD3-7A1A8C8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1FA39-4000-4C8E-9C48-881CBDCD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src/course_services/day2_meeting_workflow.py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EB95E-724B-489B-9AA8-15C0DB5A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DCAE2-0959-4868-B20C-F11305A0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전사가 어디서 왔는지 남기는 필드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450A7-3067-4139-9D22-D56B635E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3289C-42B1-4762-A273-023F7BAC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scripts/day2_public_audio.py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ACD72-DB5A-435B-A440-176DA58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4BB4B-D957-47E8-A8FF-C9E8BDF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출처·시각·변환 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D6922-2D9B-476E-9A9C-1BD6F8A9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9854B-D688-4255-A7CE-9426AD71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output/course-labs/day2-v2/02_inputs.json</a:t>
            </a:r>
          </a:p>
        </p:txBody>
      </p:sp>
    </p:spTree>
    <p:extLst>
      <p:ext uri="{BB962C8B-B14F-4D97-AF65-F5344CB8AC3E}">
        <p14:creationId xmlns:p14="http://schemas.microsoft.com/office/powerpoint/2010/main" val="10760699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79D8E4-9A41-4E77-B079-41AF17D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C851E-D481-4707-9540-8BAC67DC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1E54A-5C6C-44CC-885E-7D5E6B7C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19DD5-A9B3-44FA-A388-920DD624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11623-CC5F-4419-AC82-90E6DCE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680C9-CC6C-4663-A50E-5602BC5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10B84-1C70-44A8-9EB4-A5C8B2A3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AFF87-CE72-485D-B6DF-636ED18D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B137F-F7CD-437C-90B2-173DEA1E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569BA-0D1F-4529-9FE4-A33ABE5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3F5CC-7B2F-4647-9674-ED3705D7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B2CAE-FF3E-4487-A505-E2065696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7E71D-7AE6-47C4-B8C9-2EC709DF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A1D9A-60DB-47EA-8EBB-26E7D767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Input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308F9-3C8B-454C-A998-36FCCB0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881EE-CE47-4017-8852-7D05395B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선택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7D7DD-D3A1-43A0-B73A-607DA3B7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ADBF8-6F3D-46CB-9395-069C6293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35AC3-0C5B-4864-8137-180AC283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47167-433C-4215-BD7D-FA3C445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0B43B-DB21-47D3-AFF3-03085A9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0D2B8-F81F-4D4C-8B16-A669A1B6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파서 또는 STT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F27BEB-4E92-4E24-B508-A57BEEBB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EF9C6-8325-4DBE-8119-66D20251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397D0-36D8-4E2D-AE89-566AD6FD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69685-926A-4A11-A3F3-BF9A355B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DC4D2-84E3-4784-87F9-A28EC9D9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CC314-7CAC-4E45-A5D4-2D8F2C0E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화자·시각 보존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8982D-81C0-400E-BCAD-1E5E1828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8FEEA-1B02-47A2-AF1F-F8958F8D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2264F-B258-420D-9A1F-41797E8C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B75D2-9E1F-462F-B21F-9030341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Provenance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92C666-59FD-404D-AFEF-D1FB9CD1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1985F9-46B2-400D-B2E2-304432CB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출처 기록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E19789-306D-433F-ABF7-9652972D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6FB7C8-83F5-432B-8DAA-7F551766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95224739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A061D-1D2F-4729-9475-7D068AB2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A7A39-2018-40FA-BB44-9C42AAA1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00CF2-880D-4865-8C91-491B3457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28C3B-3116-4697-9E4B-7A2CFE84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D46F5-B757-414F-95D5-A5495622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6151B-1B09-4179-A858-024DFCF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91461-CE59-4103-86D0-9BB076D5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E04E4-4A97-4353-B32F-9284E641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AA311-6B55-42D6-8D04-4B814064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공개 MP3를 선택하고 실제로는 합성 fixture 전사를 결과처럼 보여준다.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6150A-C149-4CDD-AD14-94CB7328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1FB18-70CC-44E7-8744-68BE0E49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MP3를 선택하고 실제로는 합성 fixture 전사를 결과처럼 보여준다. 상태에서는 02_inputs.json을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6515F-2985-4C9B-BB60-C9C2C3CD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916278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8DCAF-47B3-4EB6-A040-9BC45CD2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C9F1C-082B-4E84-9678-1BB5445B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11924-A510-4242-A7F9-D806C10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B6574-7498-4F78-92DA-C1C4F0E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6A736-E72E-4BA0-B95F-3C70AF45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9B722-A433-4763-AE58-9438DEE9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880CD-DEE0-481A-A229-1ABC45D3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2578A-7BFC-4CEB-9F92-B0DCDEFB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F797A-2471-44EC-86D7-28DD760E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live STT 실패는 다른 음성의 fixture 전사로 조용히 대체되지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DB005-E87F-4A00-BC23-EE158E4E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88797-23F9-4445-AEC6-E34B290D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17637-93DB-4F48-BB96-F42E8E51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공개 MP3를 선택하고 실제로는 합성 fixture 전사를 결과처럼 보여준다.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7189D-7364-433C-8D5C-2BDF0B9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F45ED-8549-415A-898D-F89875AC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FDD37-767A-4E49-953C-176202B2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public live STT와 fixture WAV·TXT 쌍을 다른 source_mode로 남기고 섞지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8C6B2-FB11-4514-BAFA-C8A951FA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1B3E3-2A33-4575-BFD2-0B24E42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11A01-1751-43D2-87AE-F811249E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02_inputs.json과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12383755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08618-C05F-4384-ABD1-9A247481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7A3D1-CAC6-4E68-9F5B-E43C827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EDA3E-5EC7-49D1-ABCB-438EAED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03B05-A3A3-4597-BAF0-EF2282D5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31BBF-8012-4DBB-91F1-640FABCF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1BAF8-9DF9-4534-A8E2-908D00B3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8145972c64ccc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E7C53-2F39-450B-A1F4-0E3E90D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src/course_services/day2_meeting_workflow.py의 책임을 찾고 02_inputs.json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3FB94-A5F2-42C1-96DC-C850D40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세 가지 입력과 STT 선택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5250314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05AF6-23D0-4606-990F-9642688C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00B98-A4D2-4AA0-A8FE-A1332ED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02B5A-AD8F-49AF-B2F8-2C9A8363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4A663-E7B3-4D8D-BD0B-BE782574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92ED5-577B-4E35-AEEF-6DC60B5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F7B6F-7FAA-47AC-93B9-C177E669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04950-F06B-45AA-8743-C7D7850C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43E34-4FD0-4241-8236-0070F40D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E0D8F-C794-4917-8315-1C66D03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adapter의 정상·빈 TXT·손상 음성·source 혼용 test를 작성한다.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C3240-9AC2-4C6E-95D9-9C5D41D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58448-F025-428C-BDAA-DB6B4E19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7A554-9DB9-45F0-9473-1F48609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scripts/day2_public_audio.py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572F7-9C40-4DE6-B852-006F9133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BD407-F58D-460A-9E97-622BA81D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5B4DD-D5D3-4DC3-BDF0-E2FE709D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입력이 각각 다른 source_mode와 segment evidence를 남긴다.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실패는 다른 음성의 fixture 전사로 조용히 대체되지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18245-40D0-418F-8EBC-93289FC1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1C600-1095-4E54-8C1D-DEC54A8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9CA46-4113-462C-8D7C-8704EF53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50897408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F113F-05A4-4C14-8182-B19BDAC3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58D11-A060-44F2-945F-36FB56E5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E9892-8A2B-4230-8919-0667B396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58789-C155-4A17-AFD6-A855B251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BD79A-3E79-4746-8746-48AFBB0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39762-95AB-450C-A615-5FF36C5C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FD0C4-A943-499B-9166-71233109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7B827-4269-457E-817C-E01E8A6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38333-2DC4-4C88-9246-D0FD5232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8A5FC-5401-4AD4-B7FB-AB3B5D8E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BB9BB-E344-4D7E-9ECA-2ECFE19C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0C4EB-D392-43CD-B8C6-E5CAB7D7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FCCEE-891B-43BE-9D8E-02E37E07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E1019-5F1F-4545-82CA-F26A5E68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입력이 각각 다른 source_mode와 segment evidence를 남긴다.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54D01-E8AF-4EF2-9D1B-763E6A74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96BD3-1F13-417D-8FCE-AA3F551B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65019-6139-4A0E-8B5A-D41D5371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66E52-29EB-409B-8182-CBC78A0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CD6D0-C665-4B2D-97B3-4E536F6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A2F75-1C39-4FA2-A67A-12A03CD1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DD7A1-1377-4B8A-871B-C96A76C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1B20C-8E13-4FE8-B35D-E2E87264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78226850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943DB-74A5-4ADB-89B0-52C1BFAE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91A55-A4A7-49FC-90E2-B0FD5A62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230FD-02CA-4028-9B4A-3AC2F076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968D7-E481-4DC7-BAAA-A992F85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86AA4-8D39-42EA-9D24-AE9CCC42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17C2D-9B29-4B83-ACF1-A8C61AF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60525-5D2A-4FD9-8445-874D471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59B4-6ABB-4B65-9477-E6BFEBA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D01EE-1639-4EAC-BEDC-F6A73002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data/day2_public_audio/sources.json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24EAE-5BAF-4F5B-924B-748D9772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55F0D-781E-4956-A460-065CC25D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30FEC-317D-4E0B-8F54-DB55B5AA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8BC4F-4FC9-42A1-80E8-2509AFA4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C5601-A1F3-4026-ADF6-3CD832A1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D6738-65D1-412C-81D2-D1E5CFF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scripts/day2_public_audio.py resolve --path-only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C6364-8E3A-4A1E-B3CB-7B1B618D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0D97C-3A05-4BB6-95D5-D70F1E60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07F86-FC8E-43A9-B230-A143484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세 입력이 각각 다른 source_mode와 segment evidence를 남긴다.</a:t>
            </a:r>
          </a:p>
        </p:txBody>
      </p:sp>
    </p:spTree>
    <p:extLst>
      <p:ext uri="{BB962C8B-B14F-4D97-AF65-F5344CB8AC3E}">
        <p14:creationId xmlns:p14="http://schemas.microsoft.com/office/powerpoint/2010/main" val="149555195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AC59C-D1CC-4EA9-8170-F31B09C1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8D5D4-1DC8-4841-962C-313C907A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52156-0D34-476D-8482-C993814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0C544-78B4-4B89-8B8E-C5B5141E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A535D-844E-431F-B4A8-9B88A0F0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C256D-827D-4CF9-A78A-16E6166F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D7272-6980-4892-A86B-757D00E0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99939-2B77-4CE5-9532-BF54C66E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881F7-B6C1-4947-977E-9F35743F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scripts/day2_public_audio.py resolve --path-only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D1155-B452-4FD7-8407-05D1494A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FDAA1-91CF-4F00-9438-B09628DE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26436708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FE761-7F70-4DC5-B36C-37E7585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1A2AF-67BF-4DD5-80BB-BEC2C0B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ECDC4-3522-4B8F-9E27-0833796E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F87D4-CEF6-41CA-92AD-76C69C8A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725D9-C8FD-4254-BA62-4051D3F2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2C478-1072-41E4-AFA3-1425B78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55671-FF02-4774-8A81-2CE875A6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07C92-4B4E-4706-A9BF-D7EFEECE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"contracts":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"google_meet_text":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"source_mode": "google_meet_text",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"source_count":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"segment_count": 4,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"first_segment":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"id": "s01",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"speaker": "민지",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"text": "오늘은 배송 지연 회의 기록 자동화 범위를 확정하겠습니다.",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"start_seconds":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"stt_metadata": null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"clovanote_txt":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"source_mode": "clovanote_txt",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"source_count":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"segment_count": 3,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"first_segment":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"id": "s01",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"speaker": "민지",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"text": "배송 지연 원인 분류를 1차 범위로 확정합니다.",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"start_seconds":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305461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43770-B1E4-4316-B6D7-869CA80E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95C0B-71BE-4896-B2D7-839A7A5E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689A-90A9-45BE-98D2-30BB2F6C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BE042-06F4-4437-9F2B-D08D00AF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0C0AD-8B59-43A6-B48A-3E205C30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FBA0A-995A-4E0E-925E-A64C865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B42AB-1380-49EB-B0CD-BB0B952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F7AF7-B9B5-4943-A143-5009EBCC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실패는 다른 음성의 fixture 전사로 조용히 대체되지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F2CCD-F8F4-475E-AE17-E949CD81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E3D0E-E97F-4EB4-ADC7-AC28ABD8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90BD6-6FE7-4B75-9CDB-C42A776E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public live STT와 fixture WAV·TXT 쌍을 다른 source_mode로 남기고 섞지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CA864-3E91-4F7D-8FE0-F7F2F2F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live STT 실패는 다른 음성의 fixture 전사로 조용히 대체되지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8780181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59ED6-7737-4634-995C-B4B4549E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0150B-B39E-486C-AADF-2BDD739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F4519-AE70-4D29-9FAE-4CD2440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6FCA6-A94C-4648-8A25-B9079920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9BC5B-8B84-4217-9729-5B61FC72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66B2A-7245-4DA9-94C0-DDD1468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72D10-33B9-40FF-8B67-6D344DE3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DC72A-6507-4A45-B8AC-24275E67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scripts/day2_public_audio.py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EFBD0-5909-44C5-9DC2-78D927B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32CD0-ABC1-4AAF-9E0E-30C647B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7F60B-C494-46A3-9579-5C5FAF2C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A4636-32A8-4F2B-A80A-10D14CA8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입력이 각각 다른 source_mode와 segment evidence를 남긴다.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저장</a:t>
            </a:r>
          </a:p>
        </p:txBody>
      </p:sp>
    </p:spTree>
    <p:extLst>
      <p:ext uri="{BB962C8B-B14F-4D97-AF65-F5344CB8AC3E}">
        <p14:creationId xmlns:p14="http://schemas.microsoft.com/office/powerpoint/2010/main" val="198300048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D0521-64B0-44C2-A7C4-7EABE0A1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57023-C1F2-49FD-809A-06737458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11FDD-B0DB-4619-8A6D-85877DE9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F4374-2C07-4917-89D2-767BC6B6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29728-CA4A-48C1-98F2-19A61779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0C3C8-EAE6-4230-BD64-C0EA4E3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34BE3-618B-4A07-B29D-A00C43E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2차시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0BD3C-45C5-47F3-8728-1A9615A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B513A-659E-4BE4-9063-09B45CC2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src.meeting_demo import parse_transcript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meet_text = "\n".join([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"[00:00] 민지: 오늘은 배송 지연 회의 기록 자동화 범위를 확정하겠습니다.",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"[00:18] 준호: WISMO 문의를 우선 처리하고 환불 자동화는 보류하는 것이 좋겠습니다.",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"[00:37] 서연: 제가 9월 2일까지 고객 안내 문구를 정리해 공유하겠습니다.",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"[00:55] 민지: 최근 야근 부담이 있으니 이번 범위를 더 늘리지 않겠습니다.",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clova_text = "\n".join([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"화자 1 00:00", "배송 지연 원인 분류를 1차 범위로 확정합니다.",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"화자 2 00:24", "제가 9월 3일까지 분류 기준을 작성하겠습니다.",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"화자 1 00:46", "운영팀 부담을 확인한 뒤 다음 범위를 결정하겠습니다.",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audio_path = ROOT / "data/meeting_sample_ko_12min.wav"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"google_meet_text": SourceInput(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source_mode="google_meet_text", source_ref="meet://fixture/delivery-001",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meet_transcript=meet_text,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speaker_metadata={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162608219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D6F97-E6DB-421C-9650-34CA45A6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07213-62FE-4388-8A10-0B091A96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DBDD3-C586-4563-AA8C-9F58702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3D775-C1C6-403E-8E96-103F543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0E30A-7FDC-4669-B6D1-6181EB39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8085C-0C43-439E-BC21-D6F0D03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DFC48-CD3B-43A7-8635-C5E47C8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151BF-F9F3-4F59-8923-014AAF1F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scripts/day2_public_audio.py resolve --path-only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1069-0C32-46BC-8926-E2694F5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output/course-labs/day2-v2/02_inputs.json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732A0-6FAC-4EF7-8653-D521A8B4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입력이 각각 다른 source_mode와 segment evidence를 남긴다.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02_inputs.json의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204065174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3458F-F746-4952-80B9-D4BA70D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9C3F8-94AA-4DCA-831E-41DDCCE6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CC8EE-A898-4B0C-BC46-FB7DE7A6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1836F-C1ED-4108-83BA-D51ABC6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5F630-0564-4D8A-AEB5-2226A9D7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CB9A8-4BE7-45D2-82AA-EE473B8B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2467F-5BB6-4A27-816F-034F5B4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실패는 다른 음성의 fixture 전사로 조용히 대체되지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D4EA0-4901-4BBB-9566-964F953A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11575-EBE6-4642-97C9-86BDC91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"output/course-labs/day2-v2/02_inputs.json"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B3A58-9957-486B-8235-5FCB2FA5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56515136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F335C-0FFC-40BA-837E-93AE719A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8D627-6364-43A1-BC04-660909E9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0FB9F-B0F6-4B07-915C-BAF72A1B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A6560-FF49-426D-8ED8-F6F09372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0FDF8-AB14-4C6F-AABD-4BBD469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719F4-8185-4E57-A623-95CBEAA6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3DDF6-5880-4567-B412-7DE17A97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7636A-27D8-4BE8-8056-53BCA2C7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4DA78-8113-4044-AC65-701D19F2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입력이 각각 다른 source_mode와 segment evidence를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C5ECD-B109-4E9E-854C-E0CB6952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5B900-6C46-42F7-BCC1-DF1703A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7F6F8-C37E-4DE2-AE7A-D0C344B0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data/day2_public_audio/sources.json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DF073-F679-42FF-AA70-43DE4DD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9CBA5-282B-4966-8A60-D70F51D0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D2325-90F9-4FBD-A689-CEABC5BB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28416-EE4C-4A92-A795-835198AF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6E268-345E-4BE8-8A19-8858FA27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181BD-DD3D-4557-8ED8-B1FFE02D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23360124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EC6BB-4DC8-4539-A267-5D8D1C7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CDC98-5640-4DAE-8E4B-FA81C831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111E-7405-47DC-89A4-53CBD660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E492E-F83E-4156-8736-F95D664D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0B527-9920-48D9-9B8A-0D819222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F2E09-685B-48EC-BA88-A874695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1105E-D14A-46F7-A871-ABF7F81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B35E3-05F4-4460-806F-A2986A53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7924A-C0DE-4CD2-80DC-CC02C335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live STT 실패는 다른 음성의 fixture 전사로 조용히 대체되지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AB07D-F074-4FFD-B034-EBC1914D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5C5D1-6230-4FEC-B26B-0CD3DCC2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7093B-3D68-4EE2-A08E-A386B79D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CC143-6F31-48D2-82F0-ECB47AEC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71DAA-DC4E-4038-857A-C2B5A2A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F031E-7888-4B42-8975-24B3FA8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68A50-E7BF-46BC-B656-D4D110A1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1B0EA-9668-4C81-9907-795C183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48100-7F72-40D1-9C50-217E6F2D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STT 실패는 다른 음성의 fixture 전사로 조용히 대체되지 않는다.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62165360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2D29A-B910-4AC3-A62E-4D71694E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C54A5-8BAD-4B9B-9C65-6DBAF06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7AE48-11F7-4D46-BA22-AD9A965A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4D864-7C69-4290-9090-FA25ECC4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AF5CC-DCAB-428A-83F0-572DBE3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2B4AF-61C7-43B6-8183-34257432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57D0B-A76D-4CD1-9441-CA32C999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도구가 달라도 같은 결과 계약을 쓰는 입력층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DAEE7-64AC-4A1B-9A12-69984F8D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33980-B2E8-49E4-AB43-97E186FE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14294-A7A3-47BB-AA09-039D7A9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9EE58-B87C-4AAB-8004-B31C242F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20E7A-DE1D-44D8-AA68-8ECCF501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8906-1BF3-4AA9-B603-37815282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도구가 달라도 같은 결과 계약을 쓰는 입력층의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BCE76-C337-4D8A-81A0-0F52ACC2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D4034-6F46-4117-91CD-A1206A58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39F8-8475-465E-B525-55D6710A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44F42-447A-47BC-A6F0-4F48185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5FA9F-5D2A-4DC7-9E83-BFBDB95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6C8DA-A7E7-4C38-A650-DC724BC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9020897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F259A-40F7-414E-9DDE-B79B2EED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8077D-D5D2-492E-A66E-9C186112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6E08E-A902-46D3-B368-865AD426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10BC8-9CB0-4043-8455-F02F49BB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31C04-7C50-4882-A9B5-5E7A53CA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37D45-76AE-465F-BB48-E4058BFE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80210-5EE7-4E04-981D-46AB982A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FE422-399A-497F-984E-50FCE2E0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9FD08-F1A8-41B5-9A51-2DE69CE0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46329-1A0F-40B9-A393-CC50BEEC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MP3를 선택하고 실제로는 합성 fixture 전사를 결과처럼 보여준다.의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92AA5-CAE1-4B76-9602-C53A8341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3A1B1-638C-42E8-8F54-9D3C4863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D6C82-0CF6-4D5D-AFE8-F933BF0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BF2A2-4459-4F09-AF25-369646AB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FF987-5DC2-4494-8C1E-EF2C18E7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37D44-8726-4BD6-9ED9-147F36BD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adapter의 정상·빈 TXT·손상 음성·source 혼용 test를 작성한다.의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5F5C4-581F-46BA-830F-2D61B72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659ED-273F-4C10-8E6B-3FC621C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ADCD5-9BB1-46B9-81F3-6CFD640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25191993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D065B-6C74-458D-97B8-B4CFA284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5C3F2-B0C8-4764-9B76-8B81186A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7BD16-42B3-4A68-B016-83EFE74C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B7D97-1B89-437D-BA40-E1658554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A3F7D-7FF0-4566-ACAF-30C95E95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58AB9-D595-412F-9523-8E2A5869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FC8E7-09F9-4A96-AB89-8B1C5B6C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7ECF8-90A6-4CAB-A76E-CC718D8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EE9E8-6FF3-4192-8BBA-FFFCF1A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세 입력이 각각 다른 source_mode와 segment evidence를 남긴다.로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545E4-E56D-4F02-B82A-9EB05E2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98626-4BCC-4DCE-BF87-4A6037EB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4FF7C-3B0F-403D-8ED7-49F1846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입력과 STT 선택의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4CD7F-BC1A-4D34-A6A5-626C6D5C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C15A2-64CD-4D3E-90BA-0B1A1972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AA4CB-BC4E-4D84-B94B-55F1D704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공개 MP3를 선택하고 실제로는 합성 fixture 전사를 결과처럼 보여준다. 발생 시 02_inputs.json에서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AB1DA-684F-4856-911B-0B32321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5C10F-3EF9-486B-BDC8-DAE8B65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2174E-0642-4E7B-9871-C0B489C4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28350939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6E41D-D1F0-4B76-8725-4D37B813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552DF-EA5B-4B2F-9B0D-AF78E122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03C57-7EE9-47C1-9982-9D0985D5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1907A-A085-46AC-B4C1-BEE916C1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AD6FF-CB4E-4FD4-A201-80BA100B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7979C-ACA8-4B53-A449-29CBBFF9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D9FE5-5FF7-4F2C-AC43-94D19EAA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1D421-D848-41CE-BE22-72A339FA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D54DB-A661-4735-8895-22CF645C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세 가지 입력과 STT 선택이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BB1AB-D76F-4E4E-801D-2BEAA36D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BE6EA-7094-481C-B699-1D054DBC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2D1D4-04AD-4B5C-8610-3547B7C1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scripts/day2_public_audio.py resolve --path-only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876D4-FBFB-4314-8659-7B267F9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6EC87-B7F0-4168-997D-68F6215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33CBC-7409-47B4-9C4D-D2D9156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02_inputs.json과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D8EF5-2D01-4E5B-8C8C-6D57FCFA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도메인 맥락과 MCP 정책</a:t>
            </a:r>
          </a:p>
        </p:txBody>
      </p:sp>
    </p:spTree>
    <p:extLst>
      <p:ext uri="{BB962C8B-B14F-4D97-AF65-F5344CB8AC3E}">
        <p14:creationId xmlns:p14="http://schemas.microsoft.com/office/powerpoint/2010/main" val="117687834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09D46-13DF-4640-85D1-8DC115F4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E5034-D411-45C3-BF71-B2A48C8C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도메인 맥락과 MCP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3F288-5814-4A50-AC99-99F4852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3차시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E4F80-A6E0-4C31-B2BD-1D08A5B3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10:40-11:30  (쉬는 시간·점심시간 11:30-13:00)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2E4F7-28B7-4FD5-9A6D-65B8622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Domain context · MCP · 03_domain_context.json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0C0FE-503C-41C9-B8A1-8149651C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DF249-35E3-4921-ABEF-C75160D0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4C3FF-EC2E-4F02-AA06-3F813D6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도메인 맥락과 MCP 정책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BCB0B-2179-464D-ACD6-F9915522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E0ED5-F0DE-49D3-915A-9D375262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D5258-6B8C-4AA6-8321-D04DF40C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86F2A-7D8B-42BB-AD41-867914C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03_domain_context.json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DD71C-B082-4D0D-A23B-C9E0146B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3차시</a:t>
            </a:r>
          </a:p>
        </p:txBody>
      </p:sp>
    </p:spTree>
    <p:extLst>
      <p:ext uri="{BB962C8B-B14F-4D97-AF65-F5344CB8AC3E}">
        <p14:creationId xmlns:p14="http://schemas.microsoft.com/office/powerpoint/2010/main" val="33224709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AB8E1-688D-48D2-AEEA-0848759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4C7F5-85F7-44B2-9276-42E69530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D1923-191A-4D8D-AAFA-1CE4B710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28532-C0A5-451E-9639-100804D9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C9D8D-A26E-455E-B70B-055D6BE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FE52D-8E57-4AC3-859E-ED5F18F9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57C79-9185-4105-BC16-9CF76703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5264A-BD84-4B9D-87BB-9D76542E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3D098-1556-47F1-9CA2-144D961E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02_inputs.json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A371E-C4C7-441E-A78E-3B7A5F48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F448E-2289-4C2E-B040-E7072168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1F989-829F-4975-A3C9-76F75A4D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F9DDB-450E-458D-A892-6BD49AC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A6D4B-5611-4AF2-857D-2492574B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344C8-D185-4773-B21F-A7003167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21B33-098E-4EDA-A595-7511B815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97E6D-0C86-4947-A2A0-07D8301D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230EE-E04A-4780-9B32-E1179D2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</a:t>
            </a:r>
          </a:p>
        </p:txBody>
      </p:sp>
    </p:spTree>
    <p:extLst>
      <p:ext uri="{BB962C8B-B14F-4D97-AF65-F5344CB8AC3E}">
        <p14:creationId xmlns:p14="http://schemas.microsoft.com/office/powerpoint/2010/main" val="182957912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71E1F-2593-4CFB-A412-86E7DB84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EE3F0-AB37-4F88-B00C-F917412B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FBCC-0459-4627-8BCB-F35B3424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BAAAB-7781-4242-9AA9-128A3FD0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81192-B053-4C6D-9D8B-98690C95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691E9-297F-4534-86AB-779DB57A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Notion·Confluence·Slack을 많이 읽는 것과 필요한 근거를 잘 찾는 것은 다르다.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94AB5-4B85-4B67-865B-FD0EB02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도메인 설명에서 03_domain_context.json까지,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4A1B8-FD8F-4F26-8AAB-A82350C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52F3E-ED32-4C7D-B053-F95B9F3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156814727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2694D-489E-45B3-A74D-2B98A41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D65D0-0EFB-48D2-8543-87CC22C0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744B4-EEBC-4763-BEAA-C0942463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207E6-7338-4485-B909-CC6BE443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D1C0E-0C9F-4422-85B8-2FFC560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1A9EB-5946-4D9E-9AE0-738F7AA1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4C12D-EEF6-4628-87A1-EB0E55A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C6F35-9EFE-4E7F-B9B0-0A95BAA7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업무 도메인·기존 맥락·외부 자료 탐색 범위를 사용자가 통제한다.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81E0F-92D3-44AA-B81E-9188F511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E8C71-3DC2-4B80-AB8A-DED1401E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33E49-2A43-4A8B-B936-357823B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회의명이 비슷하다는 이유로 전체 workspace와 장기 대화를 무제한으로 읽는다.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D7E16-A46A-4DF9-A4C5-82E1CC78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1ACDE-D7D8-459D-A66C-90347F85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73A7B-0522-4F61-B8CD-A6C6CC86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16713879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CD4C7-EBF8-4659-9DF3-561F40BA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A500C-EEEE-427E-BE0C-9E60F4FA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904DF-78DE-4B37-86A0-02AF3FDF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E9B91-DBB2-40BE-87EA-167A8161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2124D-7726-40AB-B76C-F399376C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8C850-C3F9-4A4F-BB2F-875B007E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D0FC2-F639-4723-ABAD-5191FEFD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8E2C7-13C3-48BB-81B2-9FFADAB9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11570-B3D0-40B4-9919-E4A5F23E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72402-DF50-409B-B0B6-91F305C8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24635-9023-45F8-B26A-32C2AF91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A904D-90B8-4E5D-B599-AD1C45B5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240FE-3D88-4C49-B96D-FB9F7929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88D76-2971-4F8E-8ED9-F6078B9E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업계 용어·제품·의사결정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65A0B-B09F-40D4-8D5D-2CBA6553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EB3E2-754F-44DC-B518-5494CF83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84C4-1FCD-4A91-A126-17087D2F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FE1E8-18AE-4125-9AEB-DD1B2BE5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AI가 외부 도구를 호출하는 연결 계약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59ADB-50D5-4E89-B73E-7A1E82EC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6941F-4709-4764-9BA2-47C2DCAF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Retrieval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2530A-73D6-4A4F-A8D5-21DCDBC2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C569D-B581-4CFE-A7CB-746F71E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언제까지 읽을지의 규칙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B9DAD-6927-458B-9219-735D0DD0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B0F3B-1D48-4C63-8838-D9AA3E7B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Least privilege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F8581-A287-4986-87DC-4906756C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291F4-93AC-469B-B636-23EFA86D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읽기 권한만 주는 원칙</a:t>
            </a:r>
          </a:p>
        </p:txBody>
      </p:sp>
    </p:spTree>
    <p:extLst>
      <p:ext uri="{BB962C8B-B14F-4D97-AF65-F5344CB8AC3E}">
        <p14:creationId xmlns:p14="http://schemas.microsoft.com/office/powerpoint/2010/main" val="187892068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22720-4919-4123-AC89-0DE8FEB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2C653-0A81-4C36-809B-59FD3BBD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0652D-070E-4856-AD96-E6C750F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104E7-06BF-4A04-9972-DBB0FA3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33F20-182C-4DEB-8BEE-0DAB42BC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759A7-31AC-4968-87B3-2C0B2B58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E81FF-33D3-4689-B6B1-16B6565C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3D085-11E8-4DE3-8C4D-FFED466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87AE3-4BFB-4BAB-8878-4EF9171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6F558-F0FE-4E05-8365-1FFFF1F1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7C110-050C-497B-A760-222BF31B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설명 → 최근 범위 → 읽기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D6C73-069C-4B3E-94EC-7457B825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A2AB7-9796-4FDB-83B6-9287B4F6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6CD82-1780-4CE1-963A-6F89860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96FA1-986C-4D53-9664-36122086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118B4-A3C3-4785-AEFB-52CE7141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4BFA4-93C2-4B12-BDA8-25FE7EE8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근거에 source·time window·reason이 남고 write tool은 계획에 없다.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고객·비공개 채널·기간 밖 문서는 POLICY_BLOCKED다.</a:t>
            </a:r>
          </a:p>
        </p:txBody>
      </p:sp>
    </p:spTree>
    <p:extLst>
      <p:ext uri="{BB962C8B-B14F-4D97-AF65-F5344CB8AC3E}">
        <p14:creationId xmlns:p14="http://schemas.microsoft.com/office/powerpoint/2010/main" val="95483395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5D8D5-09EB-4C9A-B080-40F34798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C17A4-03E4-432A-A3B1-B38DCA4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02935-D09A-48A6-B369-0CDD7153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BA4C1-7E84-4989-886B-ACBEC86E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EAF67-0D54-4A31-AC1D-03781B28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07263-B6AF-410C-9645-DE2A1A6A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B5B04-A2D7-4618-960E-359F0E38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6AB25-342A-424A-8674-35D9918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FE739-B3EE-48DE-9047-F521E6F6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0E40C-DCAD-4E82-99E9-966E9729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F2426-AFFB-42D2-A5D7-29EB1FCD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58CFC-0C64-4B4A-972F-CD6CAB6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최근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534C8-DC42-4BA5-BB8B-F1292C5E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A81B9-7E63-4B48-B06F-AFB9D5E0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F67E5-A7A0-4C41-B649-04DE48A6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읽기 계획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DD4A4-D78C-462F-8B3F-7DC7B27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9ECDB-0343-4334-BD6E-58692AA4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3AD6D-E1ED-47DB-B597-5F57D2B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수집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1A851-1FF6-41FB-BF1D-9693F316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556B3-9550-4116-A6C9-74FD9AD7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79C6F-7E02-4E14-A86A-1D604284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민감정보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30826-8840-4849-8037-B6EF8AA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03_domain_context.json에서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13666823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A76AD-59B1-4930-8042-1DD3C17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522FF-35E0-4CEF-BA7D-7202FE33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56A08-4FEF-4948-AC4E-F313ABAA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47E6A-DF0E-441D-8304-CA7AC53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9E1DD-092F-4CFC-9078-60E68AF4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2A83B-64C1-45F2-A897-44E45E7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F82A2-86FB-43B2-A97E-B8F11F7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D81D-0529-498C-8631-16347AFF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근거에 source·time window·reason이 남고 write tool은 계획에 없다.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4BDB5-04F6-4802-847F-ED6E06C7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41DA2-5161-4E88-9AF1-D10F24D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A1B47-3596-438A-9A69-AAF98B4B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고객·비공개 채널·기간 밖 문서는 POLICY_BLOCKED다.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05403-A2FB-4407-9391-9BEA7650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7C11F-03BC-452E-A8EB-237C103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C5F10-F79E-451E-8C1C-9E07560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C64C7-593D-4010-817B-207602D9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5AE52-5B87-41F7-AF38-65C1ED4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E6C8E-7AF5-42AE-B915-EFF5A41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185322222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AF10E-A98B-4B75-8D81-07F84D4D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CF2B4-7C1E-418E-8218-E6D368F3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BCAF8-AEB8-40DB-B427-9DA44B4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8E7F0-A408-4426-9BBE-2AB5B7C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AB642-FD35-4CEC-BE5B-707D6D12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2508D-595E-49CC-8DC3-E9BC55E3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04C2F-1BA5-487A-8D32-EBFFD0E2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A184B-4944-41BA-8573-CDED16FD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98BC3-3CEE-4D22-B008-79580E3F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5E119-58C9-4E5D-B3C9-8F49119B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FC605-1652-428F-AC32-DE372C7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2FCE9-5B58-49FE-8C77-F8333BC6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52F32-6FA6-4B50-9C14-66EEB45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EE062-EADD-4D17-B5BD-8337289D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3C6E7-70A7-462D-AD32-1722E83B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CF6DC-168C-405D-8E4E-DE4887E8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15ABA-04F7-49C0-A120-4BA3081D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11F9B-5E30-4F7D-929F-838E2C8C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46982223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0BB5C-7DBE-403F-B331-FE4A0A5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99964-F99E-40E8-80D3-B58404C8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91FE-4A3A-4ABA-B089-A8B03595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12746-941A-4092-A711-9314617A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2580E-BF32-49D6-BF8A-0AEC1ECB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0FED7-A2EE-41F0-B70E-7E89F8C6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33620-C579-480A-87E8-9EEA265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134B9-EA01-4DEC-8986-23CA77B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업계 용어·제품·의사결정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1A08F-1456-453B-8BB2-45A46C40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EB785-C643-4346-9560-4EE3F3EB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03AF6-AE06-46A2-8E96-CB9D0CE8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09A53-58C2-40A5-BDC3-C1197236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Desktop AI가 외부 도구를 호출하는 연결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16A6C-C9F4-46C6-9981-0547372B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A14D4-5DD8-4420-A326-B504D9BD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materials/day2/Codex_Claude_대화_시나리오.md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2D7DD-8341-470F-9656-A8B9FC4B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Retrieval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C6DB1-C28D-4E8B-9247-A8B4B334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무엇을 언제까지 읽을지의 규칙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F19A8-12F6-4ADA-8FBD-359FD2FC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5A1D2-014B-430F-A06B-82BFF42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tests/test_day2_meeting_workflow.py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0883F-8E08-4AD4-8160-8FE763A3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Least privilege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7AADD-351B-4A15-8F7B-11465F06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필요한 읽기 권한만 주는 원칙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56849-EBF3-4A42-B3E5-D9D050CE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7E77F-096F-47D7-9520-67730E93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output/course-labs/day2-v2/03_domain_context.json</a:t>
            </a:r>
          </a:p>
        </p:txBody>
      </p:sp>
    </p:spTree>
    <p:extLst>
      <p:ext uri="{BB962C8B-B14F-4D97-AF65-F5344CB8AC3E}">
        <p14:creationId xmlns:p14="http://schemas.microsoft.com/office/powerpoint/2010/main" val="125483505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477218-34D5-4414-93E7-6A12F72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85562-F076-4E05-9575-F19AAE49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A6B07-B16F-4553-9DE2-60348EA3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B98F2-EDF1-4364-A001-5A326B95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1E06F-A512-40E8-AEC5-D8A16DC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06813-EEBB-4801-BB62-517AF7F0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385BC-32EF-46C1-9458-DA9F26FD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B1488-D307-4D45-BEA6-ADF90A6C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21978-A5EC-46C6-B997-F1C51991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96CA6-AE55-4B35-B75F-67B987A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CEB23-EB87-4DBE-9F41-627086EE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0CCF8-E636-44CC-8CAA-2488E85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7D916-03ED-4857-8CA0-990F9BF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45B48-9364-4E46-A706-552A7AD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Domain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B0F27-2F71-48C7-8A6F-659563BB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DE7E1-7C11-485C-80AB-849663FB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설명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6E583-AA19-49F6-B0C3-836692C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55704-AA02-4867-B24A-60E46B04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7EF8B-DE52-45EE-8EF9-2D70612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712A5-63FC-4B4E-AB14-DFEAB1F7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660C9-D7BE-4FAE-8DD3-7ED5D496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535E9-C1A7-451C-9B54-C547872A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최근 범위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0A836-FD1D-4275-A608-B35DDB42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1E240-DF33-4B23-A6CD-8EB05418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53BF5-9EF3-4B51-A490-3CFCE49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82F35-2272-4C78-A421-C1CF5D86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Retrieval 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811997-7436-4612-A7B2-F55A0A8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3B3E0-905C-4C96-BD27-7C33EE2A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읽기 계획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86E41-529E-4702-B7AF-C09D25E6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3638E-CDCE-473D-BF98-13396366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DFF16-FE79-4CFF-A1F3-3E8539E7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F0F0E-53A7-44B7-B557-8E5A422F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Least privilege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28AB9-3878-40F9-B198-B01459F9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27661-3C2A-4C48-8E72-367B387D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수집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905370-5D61-43DB-B9B2-2D1CACE8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1EC9DE-0F11-4419-A874-CDFFB924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76809189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E278D-88AD-4186-B67D-FAC95831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2BBCC-34D8-404B-B137-CE356A3F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0DBD8-E515-41EC-8FC8-FB2B53C1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7B59-316B-46F9-81A5-4A2CB41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62417-5C8F-4BE3-87C3-EB9F6114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8B4A5-3C70-4818-A596-89D82C6E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9BDF3-B2FF-40EA-BD2E-8D2A9369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082DE-340F-4441-BFBC-54104466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68E21-40F2-4CFE-9756-43BE7634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회의명이 비슷하다는 이유로 전체 workspace와 장기 대화를 무제한으로 읽는다.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A1312-7653-43A4-9343-C4C0EFDD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5B7E1-C3BF-4A40-98ED-DF0F5BA4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회의명이 비슷하다는 이유로 전체 workspace와 장기 대화를 무제한으로 읽는다. 상태에서는 03_domain_context.json을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0EA45-0791-4D9C-AC02-FFFB3E09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9751662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36D90-DAFD-4A99-98CB-A90B27CE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8F210-B8A1-4184-A890-3971531E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45B81-D2CE-48CF-A9AA-D22073C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D388B-A79F-4ECB-BC99-89CAAA92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CCD18-C533-4A0B-84F0-5123624B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7E347-0571-40A2-A4E4-FF450088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F6353-1C4C-4018-AC0E-9857E330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19035-779F-4A50-88ED-21AFC2B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832F9-21A4-4A22-AE2A-AFC8E0F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외부 고객·비공개 채널·기간 밖 문서는 POLICY_BLOCKED다.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65D73-929C-4F0C-A8AA-9C70C201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F3256-D840-4F16-8C87-FFE8F841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21095-7E7D-4914-8BF1-1971858D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회의명이 비슷하다는 이유로 전체 workspace와 장기 대화를 무제한으로 읽는다.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B324-EE50-4F0D-A1BA-656DC76E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7C6FE-E520-463D-B061-687139DB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4994-6EF5-4054-9444-6D0EB718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회의자·기간·프로젝트·출처를 제한하고 도구 계획을 사람이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5B6FB-F1BE-4443-B40E-51E53F5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E071-21A8-4138-A25A-03B6CFC3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403E0-AB6C-437F-8241-5AEFE28F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03_domain_context.json과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36735690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9A22C-060E-4FE4-AF80-84E23AD2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6894E-70C9-4EBF-AED3-9556AF2C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E01B1-90ED-4953-960C-1A4FAABE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8AB31-5C5C-456C-A719-6689A34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48DE4-F2E9-4483-8A93-F3A2CCF6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E8E5F-9205-41C5-BF98-208B778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e040efd6a495a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EBB4B-1F57-46A3-9FB4-774272AA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materials/day2/Codex_Claude_대화_시나리오.md의 책임을 찾고 03_domain_context.json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76A99-7E9F-4144-A498-064BE516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도메인 맥락과 MCP 정책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770393953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8C222-3AF1-4098-972F-1707D03B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76BF0-E8C3-41F7-BA5D-3501AD34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1528E-13DD-4F3B-B1B8-DBF9EC7E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34A0F-E83C-4DC6-ADD2-E32CA189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BBADF-AFB4-4365-A2AA-87C81D4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C5A45-1600-47D9-9301-79BED32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7D4E6-3D4A-4C44-962A-B9043856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F7069-0BA5-4075-817A-08D2C0C7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17033-0FB7-4EB9-BCC0-FDC67B61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요약에 필요한 MCP 읽기만 계획하고 쓰기 도구를 제외하는 policy test를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88E3F-3A9E-42B8-AFFA-B69AE0AE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97F73-56B6-4653-8A60-CF2ECE76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37F35-A1D9-44B4-9EDD-934369F3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ABC27-4C6A-4B84-92A3-8F69DFDF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6DA6B-19F7-4B70-8D94-753B2029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D0E35-2188-42E8-9F00-78166FE9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근거에 source·time window·reason이 남고 write tool은 계획에 없다.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고객·비공개 채널·기간 밖 문서는 POLICY_BLOCKED다.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92783-0941-4D4D-A487-C494B107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AF8AA-6613-41DA-9FE1-399E61AF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1EA7D-7184-419B-A42C-C34C35B2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44342625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15FF4-A412-4763-A811-BA4A07D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FB03F-707A-4301-B58C-62DDB788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24F8C-6770-40B4-B077-F8B75CA9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8CBE6-4514-4D5D-BA83-81F95D16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EB30A-BDBE-49F3-AB50-8E90FD81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8E61D-FA71-471C-BA64-F89CB730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1C8D5-C227-40AE-B706-5D2EFA95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F2930-7726-4A61-A912-292B7943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74EAB-9259-48A4-8E1C-534A47CA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19019-B97C-4C8E-B010-25753E34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C0365-3389-4751-86F8-07977759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963A5-8536-40DF-BE96-EB79476C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71651-7CFF-4F47-AAD4-D42D463C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5895C-5116-461F-9599-638146E3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근거에 source·time window·reason이 남고 write tool은 계획에 없다.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167B4-98E9-4A82-956B-4C939F25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7A4F6-1F05-4A5A-9007-7F695AD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B32D7-3030-4F82-8D78-DC9102C7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B0510-6E0A-4D2E-B6D9-4EF98674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4B133-EAB5-4F46-8CF6-443A249C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AE67F-CBEC-4850-94E1-1FB87226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7A4139-0BF6-489E-A820-F470E909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9E6BA-F337-4A9A-B391-6FFF29E2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79742340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CF853-C8A9-49CA-903D-B08372D1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13013-33D5-40E9-9FA0-50E1648F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8A26-26C3-43C6-B217-B32FA331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DB498-ED05-4024-905A-6F16490F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1DE17-9289-4D4D-BDD4-1BD354B4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B842B-E32A-42AB-8FF1-CEC89AF4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045B8-2C8F-4E74-8D78-55F6558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541A8-0CC9-4B4E-8035-F989EF87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B1636-4AAE-4980-A04E-4B3B8745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44FAB-7271-4043-856C-3BEA388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72FEC-B654-4B6D-85CD-E4B39F6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19DEC-A1CC-4802-A946-700706F7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materials/day2/Codex_Claude_대화_시나리오.md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C4B9B-8110-41DF-B814-DEACA6BC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FE7E0-AF58-4479-8E43-41C1D66B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FF9F1-6838-4857-A057-22D02E8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 -k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E0202-0650-487F-96A6-62DFFAAB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11530-611A-419E-8B89-45DD2B24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75E14-14A0-4108-A74D-65F377C7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각 근거에 source·time window·reason이 남고 write tool은 계획에 없다.</a:t>
            </a:r>
          </a:p>
        </p:txBody>
      </p:sp>
    </p:spTree>
    <p:extLst>
      <p:ext uri="{BB962C8B-B14F-4D97-AF65-F5344CB8AC3E}">
        <p14:creationId xmlns:p14="http://schemas.microsoft.com/office/powerpoint/2010/main" val="165912195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D72AC-924B-4809-86DD-CA0FD2A2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8A755-7C51-4802-B75B-3D57CE64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26DE6-937B-4F10-A122-D3B6E5A0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4E2F9-81BE-455B-A88C-78B1AD0C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F0786-6F3D-489D-8386-BA69013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A236D-4D62-4960-B103-076A928F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7F8AC-E8A8-4306-8782-B6947AF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4D4CB-443B-4F34-B9B2-A53E67F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45321-9CCD-4813-BC20-1A8FFF17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tests/test_day2_meeting_workflow.py -k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C1DB-2D9F-450C-9C5B-57894B3B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07C52-3683-467B-B3DA-D5E12EB7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28080500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21C69-8403-424B-BDA3-CDF6A148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AD436-5E92-4C39-8E0E-1F77DB23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9A88A-3D37-4F7E-8944-A2F99AC8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5D5B7-DF30-406E-B121-4F6AACC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D39D6-2D07-4CAC-9294-2B6B996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E0140-D023-46CC-B401-B92DC7D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1B5A5-AB79-4960-A9A8-EAB25422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2734B-3FE5-49D4-B8E5-40BCAB49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"domain_context":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"industry": "이커머스 고객경험",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"organization_context": "배송 지연 문의가 증가해 상담 부담과 고객 불편이 함께 커진 상태",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"meeting_objective": "배송 지연 회의 기록 자동화 범위 확정",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"glossary":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"WISMO": "배송 위치 문의",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"SLA": "약속한 응답 시간"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"prior_decisions":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"외부 발송은 사람 승인 뒤에만 진행",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"환불 자동화는 이번 범위에서 제외"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"desired_outcomes":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"근거가 있는 담당자별 To Do",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"단기·중기·장기 인사이트"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"confidentiality": "internal"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"context_prompt_fields":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"industry": "이커머스 고객경험",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"organization_context": "배송 지연 문의가 증가해 상담 부담과 고객 불편이 함께 커진 상태",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"meeting_objective": "배송 지연 회의 기록 자동화 범위 확정",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"glossary":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"WISMO": "배송 위치 문의",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4630235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C1018-1537-4C62-BFE0-E9596BBE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1804E-3756-480D-8E51-9C33992A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89887-6295-466C-996F-60D638BA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03424-5172-416E-A841-9A955583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F1A15-8200-457A-A78B-02C3DBB0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FAA15-AE5A-4AF7-B441-0AE9836E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44C26-90C6-4B64-A69B-80D0DA13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F0AD3-3A75-4FD9-BD14-03FD2E02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고객·비공개 채널·기간 밖 문서는 POLICY_BLOCKED다.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7623A-5F24-4929-B6F9-8D8132A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F1612-E1F5-490A-B884-12413E1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C7E66-1BE6-4759-8871-CDDF8E0F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회의자·기간·프로젝트·출처를 제한하고 도구 계획을 사람이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728B8-E9FB-4000-BCE0-03283D79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외부 고객·비공개 채널·기간 밖 문서는 POLICY_BLOCKED다.</a:t>
            </a:r>
          </a:p>
        </p:txBody>
      </p:sp>
    </p:spTree>
    <p:extLst>
      <p:ext uri="{BB962C8B-B14F-4D97-AF65-F5344CB8AC3E}">
        <p14:creationId xmlns:p14="http://schemas.microsoft.com/office/powerpoint/2010/main" val="101323155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ACE53-6660-46A3-8DF0-D25F647C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022C7-3BF9-4756-9BDF-BA4469EF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74716-BFF6-4DE8-A107-DD5D5250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DCAE0-37CB-498A-9E79-9701FA90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6DAD6-0043-4E25-B46C-E1FE75B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7081E-CA0C-430C-A4DC-EA03B60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94167-DD39-49EE-9EE0-3206DAB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82B3C-8803-42DE-BCBB-5D51D1A0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B9B5B-6053-4E1E-80C9-353303B6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EBFB8-9590-4390-8955-A4F95DE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7FB86-5412-429C-AA47-35730D7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C0CAA-6BCA-47CF-9E17-688DAD3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근거에 source·time window·reason이 남고 write tool은 계획에 없다.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저장</a:t>
            </a:r>
          </a:p>
        </p:txBody>
      </p:sp>
    </p:spTree>
    <p:extLst>
      <p:ext uri="{BB962C8B-B14F-4D97-AF65-F5344CB8AC3E}">
        <p14:creationId xmlns:p14="http://schemas.microsoft.com/office/powerpoint/2010/main" val="200096504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C66FD-A6DF-4E94-86CD-76A438C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68B64-C3EB-47F7-AC03-1B8995AC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70D21-A745-4389-98C9-E9DF02D2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05064-3647-4AC4-BC25-7F115355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E0844-3652-4E3C-989E-36F37CAE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F558D-187F-4E82-8F6F-FDE93BCB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5E84D-0E2D-4363-936B-23DDB996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3차시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BF2ED-02A8-4538-B8A8-4B61D054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5231C-BF3D-4246-AA63-D28E1B9D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domain_context = DomainContext(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industry="이커머스 고객경험",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organization_context="배송 지연 문의가 증가해 상담 부담과 고객 불편이 함께 커진 상태",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meeting_objective="배송 지연 회의 기록 자동화 범위 확정",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glossary={"WISMO": "배송 위치 문의", "SLA": "약속한 응답 시간"},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prior_decisions=["외부 발송은 사람 승인 뒤에만 진행", "환불 자동화는 이번 범위에서 제외"],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desired_outcomes=["근거가 있는 담당자별 To Do", "단기·중기·장기 인사이트"],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confidentiality="internal",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retrieval_policy = MCPRetrievalPolicy(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allowed_connectors=["notion", "confluence", "slack"],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explicit_user_authorization=True,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lookback_days=14,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allowed_scopes={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"notion": ["CX PoC"], "confluence": ["CX 정책"], "slack": ["#delivery-poc"],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participant_match_required=True,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max_items_per_connector=12,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mcp_plan = build_mcp_retrieval_plan(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9484866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FF711-3AC4-4D3D-B0E9-E5CD2095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280AE-9D4E-4227-BD6F-B3D49C8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34737-2589-47D1-81C4-06275D4A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4B169-FE42-4E8F-BB31-1DC45974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E0FB3-B0C7-4837-AD5F-F3EE8197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A9EDD-4994-4F3D-AA5E-EDD08AF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94FF8-4D66-4939-A38F-1365804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90548-877D-46A1-986B-B28473E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tests/test_day2_meeting_workflow.py -k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E0F94-1A1E-46D3-A08F-AA0B5D7B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output/course-labs/day2-v2/03_domain_context.json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9E40B-917D-4EA1-82F3-94B48B09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근거에 source·time window·reason이 남고 write tool은 계획에 없다.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03_domain_context.json의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63314884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2A2CD-6692-4D45-B1ED-ECDE4E6C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5B7C8-4426-4B38-8A96-9491DB3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A13DD-D589-4E81-AE90-65AEFEF4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AA70F-0E92-47AC-B32A-90F1C140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7B851-FE72-433C-A9AD-CBFF3EF7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830D9-E231-4619-91D5-A6AF38EE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F0E12-5C88-4F7C-A9E0-6A55F682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고객·비공개 채널·기간 밖 문서는 POLICY_BLOCKED다.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56BB8-2D5E-416A-911E-279DA38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0FFEE-5031-4628-9137-5999057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"output/course-labs/day2-v2/03_domain_context.json"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8A7E9-6E9A-4556-AB03-3F3CB2C3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438870251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E927F-6CB0-4698-92DE-722394A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6F4D8-8804-4F97-9ACF-634963EC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38CC3-A22D-461D-A9EB-922E390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DC908-890B-4850-80A9-05C9D7E1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4AB48-D600-4725-8F33-53DA63D0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4F7E2-8522-4536-8F40-2F752C50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F5F90-5A02-4325-8FF3-BA4F0D0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1FABC-EF23-4632-97B8-B7DFC08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D715A-B27F-479D-9B53-367A3075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각 근거에 source·time window·reason이 남고 write tool은 계획에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5AEC8-82B3-436A-BD2E-4E6B2623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0223B-8082-4925-B7F2-2EBC3E55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E272B-93F8-466B-8F93-E8CFA19E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50085-041B-4C08-AD07-6B02836F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25BDE-747C-4B97-B732-1F7DCBD6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12D80-C4CC-4D60-956E-112AC19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8140D-7995-44E6-A9EE-C3881E47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049BE-6BF7-4A95-AFFB-02D50EC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2155A-37B6-4167-88FB-29CFE8C6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393174989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DCF48-4C16-4E8C-8D67-14E53C3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D9F9A-5BC0-4F90-AAB6-5DE172A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F94CC-CFD0-4BB9-8053-56EE37F1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E1DDF-D324-4955-8364-3FFFF63A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A3507-F8FC-435A-84CE-50EF78F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5618A-5784-4FA9-AEE1-394DC80E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4549D-FB9A-4ABD-AD7B-2421471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916BA-7E82-4BE7-84F8-CDF3AC1F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3B6A0-3AAC-46DA-8138-CD19DDEB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외부 고객·비공개 채널·기간 밖 문서는 POLICY_BLOCKED다.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CACE7-72C8-4AFD-9C8D-2D4CA1F7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44D9E-8CEC-4E7D-8D96-007B863B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CCA8B-A27F-4AA7-9197-5C08E29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E2FD4-03F6-429B-B7DF-E4B64B30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DF4E6-D7AD-4DC1-A703-7C2E92C8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F7472-ABBA-418C-9C1B-209780E7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D044D-50CC-498B-9551-9F5D0F7E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29967-0A7D-419A-B826-252761C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FED3A-2CB0-465B-BB5A-AFE13253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고객·비공개 채널·기간 밖 문서는 POLICY_BLOCKED다.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94245104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5384A-52D3-4E28-A4A4-EF4A5A54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216A2-BBB6-44E7-8DC1-AA34FCAB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4F102-CBE5-45D6-BA23-23C6D35A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E81FA-101C-4227-B721-0FDA7F33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CE4A0-3150-46AD-B7A9-DB986D0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CA84D-E66E-44FB-9036-1EB2B740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2A55E-43BB-4010-B12D-ED7FA9E8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전후의 결정 배경만 찾아 맥락을 복원하는 Desktop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22A03-866F-4039-9446-17305407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E40EB-27AC-421B-B9CE-92B51F3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F7071-C45C-4691-A1F4-7C6520B9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176C1-DD95-44F3-92C5-6FCFF8D5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14DA9-0C40-4D86-8ECA-7EB4A3EE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F3746-5AC5-4E80-B9D7-2EC8EE3E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전후의 결정 배경만 찾아 맥락을 복원하는 Desktop Agent의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864E1-EE6A-40BA-BEC5-911CDAC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3B6DA-6DA9-4BDC-B190-05423EA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B3F21-AB12-4603-B1CE-0912140F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4DDEF-63CF-4BB7-9D84-BE7DCE02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55BEC-4847-4A27-A918-44B56196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DA3E0-F882-4C3E-A289-0AFDB57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06769107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1E485-0EE0-4FBC-B91F-FC5C035A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C84A8-BD1B-445C-89D6-48241575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4081D-BFC0-4359-B0A0-72E5597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46DF0-F5A5-47EC-9CD5-DB44B3F2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F6FCF-1804-4D5B-85CC-737C52D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DB29B-7AF6-448B-8F38-C47F7C9C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62035-3313-4EC2-831D-A1AE4B9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52E09-72D9-4F32-A2E8-AEDE8C68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75A97-B960-4DFD-B880-3696AEC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240F1-B1C5-473B-BBF3-CE3C45E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회의명이 비슷하다는 이유로 전체 workspace와 장기 대화를 무제한으로 읽는다.의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66650-DEF2-4CB4-B82A-A1BF9794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C41A3-C8D9-4978-961A-3EC78C02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D8B50-D1D4-4254-98F3-DC46AFCB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93924-EDAA-4550-822A-36C768A0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2F308-3C3E-4B3B-AA7D-2759425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6F061-3588-45F6-A563-77CB5DC9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요약에 필요한 MCP 읽기만 계획하고 쓰기 도구를 제외하는 policy test를 만든다.의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FE0A5-B316-4DBD-B764-A45B7E6D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5BE6F-6965-4488-8BB3-FCCF7A27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C4B67-29C6-4503-877F-618209F4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70564399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65417-FD00-4081-9730-39ECB0AE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1E1ED-5B54-42ED-A835-E3110657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E0251-0D42-466D-854F-83799610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B2B8A-C9F1-4310-A9C7-9FD51E52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BEA65-1D01-4B0D-A603-4577B9E0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CAB0B-4BF1-4F88-8A40-D1E10890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709A3-0240-4D24-A4F9-C8BA30BB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D5BBF-3830-4F9A-A24D-2B03213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8A7CD-E5E6-458B-B5F1-0082C543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각 근거에 source·time window·reason이 남고 write tool은 계획에 없다.로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B9E39-EA41-42B0-B5F3-2A7175E1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A969B-EFA0-4C44-BB18-EE21BB5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A840B-DD5A-401D-A89F-C4E854F6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맥락과 MCP 정책의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AEE79-28CD-4FB2-BE85-C550C243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54F78-2FC1-4814-BAC1-11A98589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8AA6C-DB10-4D0B-BEF9-8C5159C5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회의명이 비슷하다는 이유로 전체 workspace와 장기 대화를 무제한으로 읽는다. 발생 시 03_domain_context.json에서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E8482-06B4-4DCC-AD99-4C368A0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4E14B-FCA0-4C28-98A6-CEDC8A41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77AB7-9558-4CFE-8963-5BA9C51E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083249348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F35B7-8672-4CB6-B9B2-48CD815F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C2508-3E43-4210-815C-27A1EC8C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1B5B-3A84-4E9E-95AF-4F8F5501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F2E2D-866D-4D4F-8649-260231B5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2A8B9-9109-4E84-941F-B5CA3ED6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9A627-FF73-49FF-B523-27EA062B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8AE6A-D500-4108-91FD-F2138FEE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9EDF-D88A-42A5-B912-6F07D46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8092B-F5C8-49E0-87FD-48471B2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도메인 맥락과 MCP 정책이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34B2A-8269-4348-B276-C872F621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4F8CA-4E5E-45C9-A582-F0BCC3EF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586D1-FAF5-40F8-B5E5-C1A8EA2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 -k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279AC-3797-4570-B0B6-2FE23659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1271F-983A-4615-ACB8-3F70C80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76466-F2A8-4634-A8E9-D72B908A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03_domain_context.json과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88A83-ED4E-493A-B1D3-CC83B05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MeetingRecord 결과 계약</a:t>
            </a:r>
          </a:p>
        </p:txBody>
      </p:sp>
    </p:spTree>
    <p:extLst>
      <p:ext uri="{BB962C8B-B14F-4D97-AF65-F5344CB8AC3E}">
        <p14:creationId xmlns:p14="http://schemas.microsoft.com/office/powerpoint/2010/main" val="203164486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062A2-A63E-47AB-8863-26E92AC2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318BB-BC05-45AE-9DB1-279D91C0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MeetingRecord 결과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DE87-079F-4EE5-9B02-C754B3A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F337D-DF6D-4E0C-92A9-585502C0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13:00-13:50  (쉬는 시간 14:40-15:00)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E1EA8-624B-4CA9-A61E-101F0776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Schema · Evidence · 04_strategy_compare.json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805BB-D41C-40E7-8757-F06332A2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00D1C-7B3F-4BB2-ABD0-53748E4F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BC8F5-707D-4721-91AB-F16DE84D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MeetingRecord 결과 계약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CBFEC-D46F-4DEB-9300-0C6D41E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3A12F-29FA-4989-9D46-225D9D5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EA391-3A73-4049-8B66-565EA4E5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C7723-6D98-4746-9BD6-D532DAFB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04_strategy_compare.json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E606F-F97A-4D12-BD6A-221B37AF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4차시</a:t>
            </a:r>
          </a:p>
        </p:txBody>
      </p:sp>
    </p:spTree>
    <p:extLst>
      <p:ext uri="{BB962C8B-B14F-4D97-AF65-F5344CB8AC3E}">
        <p14:creationId xmlns:p14="http://schemas.microsoft.com/office/powerpoint/2010/main" val="171009309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B8604-C19D-45F2-924B-EABE0A38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869FA-7060-45BB-82D6-41C918B8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743B1-F51A-49A7-90FE-2CC0ECEC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C94C5-63A9-4981-823D-A649E65E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55533-6E2C-4EE9-AE84-8A4BD55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C439A-6B2D-4971-A35D-9CC676DA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3495E-645F-4EF6-A4BE-37B2880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FDB65-D08D-437F-8110-D02C2157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BFAC6-4EB8-4509-BC1E-2D75B3C9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03_domain_context.json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AE398-DF82-43E8-B9AF-3D976C9B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275D8-489B-422F-98E0-BAB028E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1EA6-C392-4EB8-A4B3-C1FB76C0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CD554-D1D3-4620-B6F0-CE601222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68275-8786-405F-B725-8C2937D4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7ED62-E047-4652-B513-0464A122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C3774-5A53-40BD-9790-CC6A008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6DFBB-78E5-49DC-923B-BE536886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1D19B-D5B3-46D6-8678-6056BB72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</a:t>
            </a:r>
          </a:p>
        </p:txBody>
      </p:sp>
    </p:spTree>
    <p:extLst>
      <p:ext uri="{BB962C8B-B14F-4D97-AF65-F5344CB8AC3E}">
        <p14:creationId xmlns:p14="http://schemas.microsoft.com/office/powerpoint/2010/main" val="183935545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233D7-8A52-4E02-BC45-26716432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2B056-91A3-433B-A6B8-5C2250D5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F8DAA-FE16-4D94-96EF-E37BBCA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CFE82-D2D6-42AA-9471-DB4FF0CB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48CF3-2851-4251-8859-9AAC17D8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BC72E-8238-49CB-8C64-A8CB8C37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담당자·기한·감정 상태를 추측하면 회의록이 아니라 조직 리스크가 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E6D2E-3D52-45A7-AC34-7603407B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목적·맥락에서 04_strategy_compare.json까지,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AD93D-6601-4FEA-921F-1FF34C89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D4E70-4D00-4551-8643-29C8CC0D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04_strategy_compare.json</a:t>
            </a:r>
          </a:p>
        </p:txBody>
      </p:sp>
    </p:spTree>
    <p:extLst>
      <p:ext uri="{BB962C8B-B14F-4D97-AF65-F5344CB8AC3E}">
        <p14:creationId xmlns:p14="http://schemas.microsoft.com/office/powerpoint/2010/main" val="92688579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32D40-6BC3-4728-9772-ABC6B744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4F51F-09FB-4F0F-9AB5-7F81B52B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49A36-7350-400B-B829-18BFA96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DB503-E280-419F-AE7F-C1CF69EE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ECBFA-58BD-4D3F-A6CA-59530F8F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DB747-20B7-4F05-A840-C622B5F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9938E-BFB9-4BF2-92FB-985C942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67ED-F850-4934-BB01-D4C116FA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목적·이전 맥락·요약·참석자 관점·To Do·단중장기 통찰을 근거와 구조화한다.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F72BF-70D1-42FF-98E0-65EF85D4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54D5F-E6E4-48E7-ABAC-70351E9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E5DE0-FA41-4308-ABFA-A9C9C0B2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owner·due date·개인의 생각을 그럴듯하게 보완한다.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CF5A1-6637-4BD6-BC86-69FCB521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A01DB-E664-46C7-B30D-671B42EC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85F71-8DC5-46D9-8A48-2D982D18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5106323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78623-199E-41E6-A8F5-70656B7C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99517-DAAC-4522-A658-D968882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872C9-2C5C-4952-A0FF-0E951263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2EB2B-218E-4234-9A49-7AF691E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19954-21CE-4A00-83BD-47843B7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926D7-1FA2-4AA5-9B0F-7FE5B13E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82BAE-DACD-4CE5-A204-C110B119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A021B-224D-424D-A55A-511C6286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4C34E-7205-4DD5-A9A1-3E03D066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2C5FC-1831-4788-B735-26F63285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9C350-1B70-4CE5-9C2E-694DEF06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CF466-C0D7-419A-9E87-C1DDAE86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043BA-70A3-4101-8B7C-8D359DA0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7C70D-FAFC-4841-A4B9-7699207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필드와 형식의 약속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E4359-B88E-403F-871E-831A5F77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72F83-DA81-4740-84E0-431E002F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9CD27-E1FB-424A-AD09-E1771FCE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CD28E-FB2D-4029-9EC8-E1675A0E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결과를 뒷받침하는 원문 구간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08D95-587B-496A-885B-86AF28A8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109CA-C470-46DC-919F-58EA5270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Nullable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F3D64-7F23-4976-AABA-F2BA1AB2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557C8-BBA8-4351-ACDE-0C422C17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확실하지 않은 값을 비워 두는 설계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A213D-32C2-48C5-B550-536C21D8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F3CEE-C36E-4CBA-B599-2F3C2C1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Well-being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7F049-FF69-4DB9-911A-BF3F1B36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B7CB8-97C1-4067-8060-E4565BE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부하·갈등·미해결을 단정 없이 표시하는 검토 관점</a:t>
            </a:r>
          </a:p>
        </p:txBody>
      </p:sp>
    </p:spTree>
    <p:extLst>
      <p:ext uri="{BB962C8B-B14F-4D97-AF65-F5344CB8AC3E}">
        <p14:creationId xmlns:p14="http://schemas.microsoft.com/office/powerpoint/2010/main" val="1183478417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40551-D717-4A96-B5A6-F9A7E51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3B5F-23D8-4567-A24C-A1AD76A6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ABBF1-7D3A-47A3-A458-B57588B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68C35-2D80-409E-B99F-8BE19EA3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8685A-12B3-4713-9A5F-B24DD7CC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6CFB-6DE6-4BFA-90D6-C6F28148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8E212-0EFD-4A7A-AA07-0908C3E0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043FA-96B4-48BC-8952-279783A3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77940-B69A-4ABC-9DD6-1CFD9AB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B6587-4FF0-4B81-B351-3157A9AD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C5564-E201-4F6A-961D-ADD2E5D5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목적·맥락 → 발화자별 관점 → 결정·To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89BFE-10F8-4C52-A6CE-F4C5E69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45FB6-CCB1-4864-9369-B4BF230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00B86-87F4-463C-BB34-97272AE0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55C8E-8970-463F-A59B-E791F227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A5DA9-7F83-4A4A-901A-C161C59A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4F4F6-DDDE-4230-86B0-9221353E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목적부터 단중장기 통찰까지 evidence와 함께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개인 성향 판단·진단·자동 이메일은 차단된다.</a:t>
            </a:r>
          </a:p>
        </p:txBody>
      </p:sp>
    </p:spTree>
    <p:extLst>
      <p:ext uri="{BB962C8B-B14F-4D97-AF65-F5344CB8AC3E}">
        <p14:creationId xmlns:p14="http://schemas.microsoft.com/office/powerpoint/2010/main" val="85914664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A4140-F6BF-4AF4-AE8A-0AAD5AC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F9B6E-4EE7-45F7-AB18-5E7CD236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49E98-876D-4558-BFEA-EEB7DFEE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7497E-A147-4B12-80B1-19611B4C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BEF86-CE24-4848-ADAD-132C0ED6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DE44A-4CA0-4881-8F45-7EF4A487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04637-602E-4D91-ADCB-C9B040A1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0FBB9-4D54-4CC2-82CC-0340014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9469A-0B25-415C-9FA1-A99AA97E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4ABD5-A7B6-49CC-A89F-1574F7B1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2A62C-E15B-47D0-AB75-74B66867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1E2A3-DE9A-48CE-BF7F-8A718C0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발화자별 관점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88AA2-AA40-4350-8632-B46B4DE2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395B1-3653-45D1-98FA-10A27F91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F62C6-5E69-441C-857E-A5C72ED1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결정·To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49EAE-1A54-4A1D-8A52-8FEEF1EB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66B80-8357-45EE-A5A7-3450570A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30D27-1203-4188-B233-2EA7FC0D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단중장기 통찰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1C31C-4A39-4CD1-915F-4BC33015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33806-6A1F-449B-9AE0-C037AC4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34819-CB99-4326-81C2-A50F2FC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evidence·null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9A039-F3A2-4A5B-9584-DFC8982A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04_strategy_compare.json에서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3056763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B45F1-982E-4528-8B34-0751064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F2101-A1C6-42EE-A84D-41C82589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8E80D-B43A-4948-9612-613F7A23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B0F9A-C5E1-4192-A0EB-9BA1CFC9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DFD82-0BCF-4796-8A5E-5CAAB8E1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10181-4B63-406D-9435-72F35DB0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5ABD8-059C-4F87-8EFC-EA3D391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004E8-90F9-406F-9C4F-101E20C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목적부터 단중장기 통찰까지 evidence와 함께 validate된다.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97075-B1C7-49E2-8659-32BBE35E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72DF6-4188-46DE-93C9-2685058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08892-942F-46E9-8834-49FFB66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개인 성향 판단·진단·자동 이메일은 차단된다.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36D91-6EDC-43B1-8656-D05F487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AF8A9-1F8B-45BC-953F-4DBE3064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DCCA0-C4B6-4BE0-B5AE-E429F7A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7AF18-CE06-440D-82FC-E82DBBBD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056E5-AD66-41F0-BDE9-AA29BEE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942CA-8B60-43BD-936E-1E50E9FF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식별자·04_strategy_compare.json</a:t>
            </a:r>
          </a:p>
        </p:txBody>
      </p:sp>
    </p:spTree>
    <p:extLst>
      <p:ext uri="{BB962C8B-B14F-4D97-AF65-F5344CB8AC3E}">
        <p14:creationId xmlns:p14="http://schemas.microsoft.com/office/powerpoint/2010/main" val="23832762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F1D54-28FD-4B04-9F5E-A7FF2298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E339A-6F5C-41C6-B57D-930A264D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A02D7-DA20-468B-98EE-78E0CC11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9E262-D4FD-4FC8-9B1E-D7D632BA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F85F8-8972-4E9D-AC37-9F92C08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B0EEE-DF5B-41C4-B78F-8F200909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979B-CA0B-4107-8C25-47491CEE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3470C-5E26-4424-95DE-ABE1E9D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61311-40E9-49AE-84E1-FC48C9A3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FFDA3-94AD-4862-B722-473310A7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10DF8-511C-4DE2-9D7A-C29BAC6C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79561-2201-4F4F-91DE-D9F4B85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C9729-060B-47DA-9659-EFBB6644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FB377-E3F8-4273-942A-2B81743C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94DD5-6F74-429B-8DED-C037633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D0A7B-E4CA-42DC-981D-E725D1B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A31E0-9BA1-43FD-B573-8E0EC3BD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E034C-CF48-4A1B-999A-49FE4081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output/course-labs/day2-v2/04_strategy_compare.json</a:t>
            </a:r>
          </a:p>
        </p:txBody>
      </p:sp>
    </p:spTree>
    <p:extLst>
      <p:ext uri="{BB962C8B-B14F-4D97-AF65-F5344CB8AC3E}">
        <p14:creationId xmlns:p14="http://schemas.microsoft.com/office/powerpoint/2010/main" val="1710064612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30A75-73B4-4F9A-9464-5B83B53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F5C59-C70A-42F4-8A5C-9B28DCCA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CE017-8C70-48D2-B2EA-0FD7004A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62C66-93D5-40C2-B56D-64F195BC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0A67A-82CA-4EAD-92F1-E5F85502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544D3-CB8D-4CE6-B44F-BDA86744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A7613-FED0-4CA2-ABA5-8A404CB4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F6791-85F0-4CAF-897C-1D5A5F41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필드와 형식의 약속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12561-1FF7-4AA3-99C9-152F8E79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01865-1A15-4050-8F86-45958355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F20B9-DFE1-4FBC-A24E-0354BE47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A659B-E8FF-4CE7-9084-06A1A349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결과를 뒷받침하는 원문 구간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FC948-4FD1-45E8-ADEB-5FD36DD5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3636C-5260-4083-92BE-0E04E866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tests/test_day2_meeting_workflow.py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94B89-5CDD-4DC5-91EE-38C87E3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Nullable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618BC-2BB0-4D56-994E-74E5097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확실하지 않은 값을 비워 두는 설계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1FA48-54A4-4639-99E7-900FFACD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BAAA0-557F-44BD-B98D-751C3DD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05FA2-7038-4BAC-90BF-DCF8EAA0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Well-being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BA8E7-956A-4EC0-8C58-2E39C0E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부하·갈등·미해결을 단정 없이 표시하는 검토 관점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695A5-A13A-4AC7-A58D-496422E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92B07-6C4A-473A-918E-E63366C1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output/course-labs/day2-v2/04_strategy_compare.json</a:t>
            </a:r>
          </a:p>
        </p:txBody>
      </p:sp>
    </p:spTree>
    <p:extLst>
      <p:ext uri="{BB962C8B-B14F-4D97-AF65-F5344CB8AC3E}">
        <p14:creationId xmlns:p14="http://schemas.microsoft.com/office/powerpoint/2010/main" val="25237600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3368A6-2F4C-4BB2-A78E-9811CE18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5FD23-2DC0-4641-90EF-AF57D8F4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DBCCA-1F67-47FD-815A-C709CAE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5603E-3A5E-4471-8243-3FF7920E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9EA88-A851-45F0-BEA5-935F55CA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0C512-69A9-4D3F-8549-323C00EB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85159-8012-427D-9D22-EE52463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E0E78-D8C3-4DD0-B171-328842D3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173C3-9FD1-4F7B-94B3-B8227CD4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120CB-5AEE-4A9C-8A79-2D4FF79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F7AD6-92E5-4AAF-B3C7-AC7815B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99B47-4711-47DF-9E3A-D7A3F34B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1998C-D82E-4AFF-9DA5-AA3A8AAF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1A609-1AA2-4AAC-B3AE-834B8AC9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7EB5D-D2F7-4641-89AE-1139792E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0F046-F397-4188-B6BB-FCEB815C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목적·맥락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E67AF-67C0-4688-B0BB-1BF46452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EC9FD-FDF5-430D-8137-865C264F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6DB99-743B-427D-8777-C73D5551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925B9-F53E-40DA-A4DA-29F3D12C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F7540-4A83-4F29-A379-E1C2B129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891B8-A088-4144-AC2F-3BFA53D8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발화자별 관점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C1D2B-7B6F-4511-A304-36D2457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665A2-1C64-4663-9818-34B9E83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C0BE5-793A-4E3E-9DC1-DAAFA62A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05996-4E61-4C70-9EEC-C0FBF036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Nullable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4FDA7-0167-4179-BEA8-77122A8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6A2DE-012E-4396-B762-8D4E1031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결정·To Do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CD523-A2A4-4ACA-88ED-3EDE5B8C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4F15F0-8195-46EF-82C2-95E5EED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3E7E9B-A45C-4EB3-8E99-808C84D9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249F5-F137-4753-AA4E-92782375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Well-being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AEE2C-F95A-45B2-82AA-81B0AECB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4173AA-BD40-4BB6-B54C-8B2D4637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단중장기 통찰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D97976-6B73-459D-90E8-8193178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46B2EF-8A97-4D88-AFEC-8E98AC50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217302852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4171A-A614-44C5-89F5-7AD79F4B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1B20A-C8A6-41B3-89B3-B380D1B0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2F293-D179-4CC7-B6D0-CF3245B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4EF09-FABE-4D13-AAAE-D49EC65A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935B5-B893-4605-9B7F-F3E091F7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E9EE6-6210-42B2-882C-58F03179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41A5B-2433-44D3-8CDF-615958B2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EC82C-8946-438D-A0A6-2CB50F2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645A1-F181-4765-AB68-68B5216C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원문에 없는 owner·due date·개인의 생각을 그럴듯하게 보완한다.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2A964-9AE5-402F-9441-B3B427C6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15B60-0924-4D43-85DB-DD95507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owner·due date·개인의 생각을 그럴듯하게 보완한다. 상태에서는 04_strategy_compare.json을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19337-8B39-4D57-96ED-1C84139E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95756191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F2810-3813-4E4A-8708-90AA28AD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F86E-9E72-43F2-8190-0CC9F01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F0CEE-FC9B-48C3-8E26-D4FED540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3893A-ADB5-4657-8D3E-042396A1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B1047-67A0-461F-B85A-F9173955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0D01E-84A0-470D-885F-72F79160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C3C4E-3D16-4AA6-85DA-26564AA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6DF15-32AA-49DA-9C50-21E8C225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CFCAC-CF71-4851-AD7D-4EE5A4D1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근거 없는 개인 성향 판단·진단·자동 이메일은 차단된다.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0EE4E-FB66-4E87-9B43-288013F4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81655-BCCD-474E-8744-E26D458F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A42E4-1356-4719-959D-8DC6E0EA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원문에 없는 owner·due date·개인의 생각을 그럴듯하게 보완한다.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17D2F-F52E-4A7F-97EA-710481BD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5E812-F618-46A6-8B30-D7586B3A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71CA6-6EC8-4805-B568-1341EC9C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미상값은 null·CONFIRM_REQUIRED로 두고 사실 필드에 evidence ID를 요구한다.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079A5-354E-4D83-A1DA-B2875F66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D2846-6BB4-490A-86E2-B70749B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C3A0A-AA65-4EC6-8D97-D71708FC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04_strategy_compare.json과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343566486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808C8-CCB5-4F3F-87C8-173E47FF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CA35E-AB53-4836-9276-91A78320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3F467-9E0F-42B3-B0AD-6527E7E6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FC7DD-87D0-4CB4-9AA9-F34CA4EE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47A17-EE12-4D9E-823C-93043EF0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0EA7A-4C0E-4BA6-8470-7C394469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1bc7a0aea4cb2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664FF-EE67-4B7E-A016-2ADD7CF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tests/test_day2_meeting_workflow.py의 책임을 찾고 04_strategy_compare.json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CEE79-5505-4C88-8AC9-335FCEE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MeetingRecord 결과 계약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581416634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F49DA-E781-48EA-915A-AE421482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C1F00-8B4D-46B0-97F7-442DDF7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C707F-1F0B-4A6A-8B2D-CED5B13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BC516-86A2-461D-A0AA-3CEFB243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0B0F-1E56-49BD-B8C3-C187BED5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5BD0D-90F7-4C31-9070-49A3B5D6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E48CC-5481-4201-A663-20EC364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2D6FA-2D8E-4CD1-8B2C-351CE90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8E478-4B13-46C4-88A9-7E0A72A9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schema와 근거 누락·unknown owner·extra field test를 함께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EBED2-2D6E-4523-8412-4EE49C44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4115D-8A96-4335-B1D6-D74E8C0D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1EFAD-1105-46DC-B5A0-ED08BF2B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7818F-B767-4E8F-8039-568E1B41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06151-AB81-4551-8F84-38DA0073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A5F98-0EE3-48F4-9B26-70EBDFC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목적부터 단중장기 통찰까지 evidence와 함께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개인 성향 판단·진단·자동 이메일은 차단된다.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ED5D-1966-4986-8C3E-7C4F1815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921E4-4832-4642-AF70-DF946D36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9C131-60BF-4056-9D57-9956C2C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576807214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7E4B6-9AD6-43F2-84BC-B250567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BD18A-DFD9-49DD-8A9E-53B8B33B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C9E58-C85A-4257-930F-026CFE14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8B3F9-2CA8-488D-BCD3-906FDF0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808F9-156E-46BC-A78D-3FA99EB5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1037D-7E50-4D7A-ADA2-1ED8E1F4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2404F-8AFA-4394-90B5-DB94650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79FDF-7760-4484-BF8C-A6A0AFA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9B90F-FCB9-4594-82D7-F5793D8A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8A49F-725B-4132-AC21-7115072C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4FBC7-33DF-468D-9BB5-875D6385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6D128-EE40-4595-A2FC-1B0B4A1A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D6721-8CE9-4A92-9EC5-51130AD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37FF7-BDB9-4E24-8E84-CE1C8EAB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목적부터 단중장기 통찰까지 evidence와 함께 validate된다.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A35C4-B4D0-4139-A932-7607BA9C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3C037-4D3F-4092-8F6B-1F00F74E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F2E87-E31B-4634-96BD-464F4E84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7E3DC-2484-4359-9304-484D215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9A989-0975-4D6B-A43E-1E474931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7E41B-3E26-42DD-B453-82529B5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BCF01-4B77-439D-A442-37DC5C78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9A5DD-CF4B-4F45-9AE3-FEDA19F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99450609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5B3F7-A900-474E-96F1-0DF7304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C2854-98CB-4766-A975-C58ACEB4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1DCBB-03E1-4843-AB6E-145E1B58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9215D-E471-41EC-98F0-81D91F7D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A58D8-100C-4CA4-9774-28817669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56531-A632-4B43-867C-EC009FFD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90A73-654F-4917-8DE0-1B8B8AC4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1F1C4-512B-4965-9C26-66BB8AB4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1BD3D-A829-4AB2-B9E8-90CE5C9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D4CF0-F6C0-4D2B-B56E-9A6F9266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ED8AA-9BC7-4A58-B766-DFBD21C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83F52-79BE-4362-B10A-5FDAC15A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1F844-9865-4FAC-A5A4-3438A778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F6B80-F7B3-4331-90D7-3264CDC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D6F36-B0EF-48A2-A6B6-89A4158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 -k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9AA5D-655B-4C8C-8AAD-E288C12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DE303-9CC9-4591-ACA5-9B664695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3F174-C6F4-4957-A4B1-627BCDF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회의 목적부터 단중장기 통찰까지 evidence와 함께 validate된다.</a:t>
            </a:r>
          </a:p>
        </p:txBody>
      </p:sp>
    </p:spTree>
    <p:extLst>
      <p:ext uri="{BB962C8B-B14F-4D97-AF65-F5344CB8AC3E}">
        <p14:creationId xmlns:p14="http://schemas.microsoft.com/office/powerpoint/2010/main" val="519547376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9FAF5-DF05-4437-AFE9-4AEDB03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9F20B-12D7-48B5-BE1B-7FDD409A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5EDCF-CAD0-400C-81DB-FDF1C701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84C0F-6F3C-49F1-A7D6-E134A3D6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955B7-06C9-451E-B8CA-D5276FCC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D76AF-C11B-49CA-ABF7-EFD673C7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E35BF-E987-445B-A70E-0F69CFF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DF006-9654-45DA-88F8-F455CC5C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67CA5-3132-41D0-B651-AC938718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tests/test_day2_meeting_workflow.py -k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2D10B-2983-4F4D-9167-D296A057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AC14A-EBCB-4D15-A330-678C03F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867907371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FC047-367C-4F5C-A7BD-D16AC3D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DB6AC-1140-4AF5-9A08-C0F04E57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9CF9B-D180-4970-A4F3-90245837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5F067-DEC4-49F1-B8C0-CD6DE7A7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AAB7F-238A-4C3C-99DF-58D66D14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E698C-47FF-4F65-865D-52F4768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7E75C-4285-49EA-BEBE-809C968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05C65-4797-4615-A38A-699BCE6C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"comparison":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"strategy": "single_llm",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"control_flow": "한 번의 구조화 요청",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"best_for": "입력과 산출물이 단순한 일회성 작업",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"llm_calls": "1",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"strength": "가장 빠른 시작",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"risk": "누락·형식 변동을 한 호출 안에서 발견하기 어려움"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"strategy": "deterministic_workflow",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"control_flow": "고정 노드와 검증 규칙",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"best_for": "STT→요약→근거→승인처럼 순서가 정해진 반복 업무",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"llm_calls": "0~필요한 노드 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"strength": "비용·오류 위치·재실행 범위 예측 가능",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"risk": "새 유즈케이스는 사람이 Workflow를 추가해야 함"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"strategy": "agent_router",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"control_flow": "요청·정책을 읽고 도구/Workflow 선택",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"best_for": "Notion·Confluence·Slack 등 필요한 정보원이 요청마다 달라지는 작업",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"llm_calls": "상황별 다수",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"strength": "모호한 요청과 다양한 도구 조합에 대응",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"risk": "비용·권한·잘못된 도구 선택 위험이 가장 큼"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3842805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59552-8CFE-451F-BDBA-BFFEFBD9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47C03-71F3-4166-8B4F-832DC61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6AB79-0DD2-4D39-8D65-04CEC78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E9E5-9D4F-43BE-8408-6CD7921D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AF75A-F6F0-43E7-9593-6029912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59C52-F811-4912-884D-7047EA40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4EE51-D2DE-4A06-A79D-7082EA26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83DE7-B587-4AB7-9E62-6AEB42E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개인 성향 판단·진단·자동 이메일은 차단된다.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8E2DB-75E0-4D04-82A3-9BB93ED9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6111D-F5ED-4969-88AB-4FCFCE5E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A09C8-B2C2-45DA-AEC0-F6461AEB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미상값은 null·CONFIRM_REQUIRED로 두고 사실 필드에 evidence ID를 요구한다.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35ECA-5F83-4B16-ABF0-4D5FAF8A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근거 없는 개인 성향 판단·진단·자동 이메일은 차단된다.</a:t>
            </a:r>
          </a:p>
        </p:txBody>
      </p:sp>
    </p:spTree>
    <p:extLst>
      <p:ext uri="{BB962C8B-B14F-4D97-AF65-F5344CB8AC3E}">
        <p14:creationId xmlns:p14="http://schemas.microsoft.com/office/powerpoint/2010/main" val="1930733901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655B2-8FBF-4A1F-913D-130BBD00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F6B87-4F2C-48FD-989F-FD5616E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F0DFC-9CCF-4F35-B730-294F0FD7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F0AAF-6369-4B11-B98B-89B882D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FDEB9-22BC-4B48-8F92-11AC209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17750-DFF9-420F-A533-3D4E3EAE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930AA-2612-4A43-A30F-2EC78C7A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566DF-350A-4452-B2DB-5CEB1A8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8D819-58E2-48AB-B767-BF1B93D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D41F5-0CB1-402D-A235-495F2902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BFA59-9A10-4623-89E3-2643EB4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56772-B513-4369-A232-2D56A2D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목적부터 단중장기 통찰까지 evidence와 함께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저장</a:t>
            </a:r>
          </a:p>
        </p:txBody>
      </p:sp>
    </p:spTree>
    <p:extLst>
      <p:ext uri="{BB962C8B-B14F-4D97-AF65-F5344CB8AC3E}">
        <p14:creationId xmlns:p14="http://schemas.microsoft.com/office/powerpoint/2010/main" val="698064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ED4C6-86F2-4221-9900-50D57DBF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337FC-0746-400E-A5F0-6E797646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E8739-EC32-4210-B42B-329C8277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EB7DF-BE7D-4135-A7D3-166DC216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B90A3-6275-4FD1-86E0-3EC31E33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6EE35-5757-440A-8F52-707159BF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0F7FF-759A-416C-A12D-F90B917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4차시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CEF72-0D0A-4B09-B75C-7213B7E5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39577-FFA5-43D6-95F0-076BB675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strategy_table = compare_execution_strategies()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routing_cases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"fixed_meeting_record": route_execution_strategy(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requested_actions=["normalize", "summarize", "perspectives", "todos", "insights", "draft"]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"context_retrieval_needed": route_execution_strategy(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requested_actions=["summarize", "todos"],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external_context_sources=["notion", "confluence", "slack"],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"one_off_unmodeled_request": route_execution_strategy(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requested_actions=["rewrite_as_podcast_script"]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cost_guard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"default_router_llm_calls": 0,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"single_llm_expected_calls": 1,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"deterministic_workflow_default_llm_calls": 0,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"agent_router_budget_must_be_set": True,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"stop_conditions": ["MAX_TOOL_CALLS", "MAX_TOKEN_BUDGET", "POLICY_DENIED", "HUMAN_REVIEW"],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161600336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9DF6C-768C-42CF-A990-716BF69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B0436-8E24-4452-BE7A-3FD51088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DDF52-838D-4FCB-B8EE-EA41535C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EC8DB-501F-4330-B9E2-284150D3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8A0C0-5184-4611-87FF-6666D27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FE2E1-3F31-4B62-B6B8-58CE487B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91ACF-A095-42CE-9996-C9E16025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5B79D-6559-42B2-BCFA-752C9792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tests/test_day2_meeting_workflow.py -k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279B3-AB79-4172-A785-866142F5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output/course-labs/day2-v2/04_strategy_compare.json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8D3BE-FC2E-4B80-9C3C-0FD67495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목적부터 단중장기 통찰까지 evidence와 함께 validate된다.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04_strategy_compare.json의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600105863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6A130-FF16-496B-B76E-9E71F7D7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87B62-288F-41DD-85C8-7C65059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24F2E-95CA-47DC-97A7-37744B20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14C0D-C01C-4C2D-9919-B55069E5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8B52E-5AEB-481C-A655-901372E0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5256B-E4C4-4D70-869E-5A14BED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A2653-553C-4CBB-A570-D6757D69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개인 성향 판단·진단·자동 이메일은 차단된다.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30AE3-6DED-456B-B649-97DB6F9D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F4B67-2513-4F45-B88C-E01211D4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"output/course-labs/day2-v2/04_strategy_compare.json"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9D747-6DB7-43C0-9856-97FF87D8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83167766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64B58-35D2-4A93-8C05-2C9E60CC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B1A59-5C79-4B3B-835A-89BCF34B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3D09A-4C36-440C-A398-7297D058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A73A2-913A-4B7A-97E7-11171543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78F41-DAF5-477E-A7DB-1B6E144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668EF-FF39-4CCC-B533-7E97CF83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754D9-73D9-4673-9946-A2D3A264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4E41C-58E1-4A70-8F0A-F5952BB2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96F45-411A-4B48-9D60-4DF3051E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 목적부터 단중장기 통찰까지 evidence와 함께 validate된다.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6360C-2CE8-420C-9EC6-43171F49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923EE-042E-4FB1-8BA7-BF9F1CC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B69C1-0970-4D1A-A871-E86B9071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1079E-5541-4F7D-90D8-74B7BFA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92181-45E2-4E8C-8297-C2449AA7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C9920-2A2F-4019-B738-8A034B4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1EFD9-5643-4CEC-A53C-97469EEA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7CD22-7122-44CF-9653-5E63482F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FDA07-E270-49CA-8E1D-DE97FA8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631568614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84D09-3E0C-4CA5-B742-27C6D956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8B605-3212-4BC3-A153-3407F93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ECC70-6A34-401A-9606-F4A3E024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1C928-B211-49E4-AB94-C41F2023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6261A-F683-4177-ACA3-7F51CB70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E4D4E-6FDF-4CCF-B533-4E9313C5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32052-0B66-450E-82A3-E85727F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727D7-35F8-435F-8FFA-CBC1449A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B1EE2-D22E-4E2B-9139-639516FE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근거 없는 개인 성향 판단·진단·자동 이메일은 차단된다.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45878-30CE-44A6-9B05-BD908020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F05B8-685A-408E-BD43-E2763C42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09CC5-0BBE-435C-8051-00674C19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7368B-A294-41E8-9360-A2FB415F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0D332-2733-4B8A-9C90-A51A13F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5DC99-0F1E-47BD-8667-2A701016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898B6-DD9B-4976-B155-3BFE77B7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2BAAF-3774-44C6-A38C-4DA2CE8B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0C5B3-074A-445A-B258-03FBC482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개인 성향 판단·진단·자동 이메일은 차단된다.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083567647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814A5-CD57-495E-BC12-A8BD4FB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4201A-2E9F-4698-835F-219816C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C8BE9-B6A6-44D2-A309-FB6B50F6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D42F2-BCAF-4C1F-A533-2693D85B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BBCC7-3748-4AF2-BA4F-C292F76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9B478-39F4-4EDF-AD20-96120DD1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E9559-2140-427E-B3C2-EB0997CC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판단·미해결·부하를 함께 보여주는 Well-being 회의기록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284EE-6938-4ED3-B0BB-BC6DFFB9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62B18-CC88-4760-ADAE-46A5E558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C0116-E555-4DD6-AEC2-B901ACD9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74785-3A58-4783-98DC-837B378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53D39-F5AD-4603-ACA4-C483F677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1A840-E9EF-44C6-8A9B-63DD72C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판단·미해결·부하를 함께 보여주는 Well-being 회의기록의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5C088-6DF9-4692-94B1-45AF5715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E1BF9-BE0E-4411-92A1-9B86B0D2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B8D66-3A93-4182-B22E-FA80B8DE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B7ACB-D827-4458-A6C7-A7F8710A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1EBD5-24A3-40D6-A499-F04132DC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11E15-B9A4-4024-A5F0-0B8EF56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448349167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4AFEF-E8B8-4F02-B293-FE11A65A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A7BE7-6103-4ED4-A68D-94A51BD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C1D02-3919-4ACA-B7AE-10E36ED8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2D0D0-B848-4447-A4FD-5F7D4E6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37BBB-BD4D-42E2-9907-068CC20C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38AB4-0B88-472F-99D0-30F7FD3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41285-F87C-4E08-9B53-EF022462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407A5-CBD6-4B67-8FBC-99423D2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D57AC-29D5-43AD-AF80-3A0940AF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EE330-D2FD-4A6D-8237-67AE5699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owner·due date·개인의 생각을 그럴듯하게 보완한다.의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512A9-5A58-463B-9BAB-63D28736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2723C-409C-4A6D-A2BA-92DE0EC6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89D82-F1EA-49CB-A961-D9DE0A94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6BA38-AEEF-4F88-96C0-1E37E96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A6629-C16A-4EF8-8C96-2CBD4066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B6AC8-E886-4A28-85F2-2EEBE80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schema와 근거 누락·unknown owner·extra field test를 함께 만든다.의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975DB-214D-4886-AF9B-BA71114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D1DB4-5842-495A-AE0C-F1569E9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79CC8-E368-48AB-A550-B52D382F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48141628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FF1EC-1512-499C-BCDE-0D64F81F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C93C2-6FD3-4504-AE16-9A92401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2CE5C-963D-4AEB-8F11-E7A36FBA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AB5DB-DE71-4088-B4CC-87981096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936BF-446D-46D8-8C67-A0BB05DB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F1636-9990-4746-B2C4-F4DEC77D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68F15-ECF1-44C4-ADC0-0EE62232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25010-5EF0-4B21-B549-B0F7472D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E66EF-BC60-4661-9C85-655CAAE2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회의 목적부터 단중장기 통찰까지 evidence와 함께 validate된다.로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4D225-4A76-4F17-B1E8-E70665FA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71208-2561-42E6-8415-3AF7B65F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FCFC9-FFE0-4E3A-BD89-04E98F3B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MeetingRecord 결과 계약의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DE08C-5129-47B6-A4E9-94F492C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48FB1-63A2-4EDE-B8B4-24120F0D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17223-AF33-4E3A-B5E7-E8CCA7A0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owner·due date·개인의 생각을 그럴듯하게 보완한다. 발생 시 04_strategy_compare.json에서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7C616-D075-49CF-93C3-2B042FD9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5441A-AAB5-4736-8C87-4F01FCF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D00AC-A2DB-4DC8-8B86-CCC2D86C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046185805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2B772-A79E-401B-94B9-C8B7F283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7BF76-FF28-4ABE-B21B-5EF3BC20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8DF35-E94A-4ED8-9784-3F3BE29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ECB0F-37E3-4974-8A02-34336120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5CD67-3CEE-4A75-8E55-EC21E2DE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C9B5E-2E6E-40FD-88C7-9D84CCFA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CA43B-2DE0-4E68-B1B6-82BC1ED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95DF4-8507-4F82-AF54-E7F569F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4EC43-E731-4664-B457-68CD014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MeetingRecord 결과 계약이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CC065-7F2F-46BC-8B32-1955DBD1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B77C0-1CBA-4586-9167-818AA1E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A2491-A71F-459A-A735-8104E7FA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 -k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3BD0E-1F94-42BE-BE8C-ADF64FD2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38760-907E-48E4-A26A-CCFF5F2C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E95BF-80C9-4CF0-AC78-30A4770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04_strategy_compare.json과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2FEBF-E07E-440C-A15A-292181B0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Codex·Claude 시나리오 설계</a:t>
            </a:r>
          </a:p>
        </p:txBody>
      </p:sp>
    </p:spTree>
    <p:extLst>
      <p:ext uri="{BB962C8B-B14F-4D97-AF65-F5344CB8AC3E}">
        <p14:creationId xmlns:p14="http://schemas.microsoft.com/office/powerpoint/2010/main" val="21795296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A660F-B3B0-43FC-B491-7E5E3F09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377D6-2903-44F7-B0B5-C414DA0B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Codex·Claude 시나리오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DD758-1AA1-447F-BD3A-EBE659C1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5차시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8E5A0-A3FD-4B73-AF6A-3C298419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13:50-14:40  (쉬는 시간 14:40-15:00)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EF1F1-BD86-409B-8382-09DDC47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Scenario tree · Harness · 05_workflow_runs.json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8A481-20EE-4D65-8A4F-A32B2F4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58059-00AC-480D-8671-5FEC0330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769A4-2BA5-4516-B60E-E1E10323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Codex·Claude 시나리오 설계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50EBB-F2FA-4529-B7C5-888C903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D79E5-67E5-4C10-B80C-FC2314E8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59CBF-626D-4D2B-9165-2EC624C2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092F0-5CA3-44A0-9FD5-2623AB72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05_workflow_runs.json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91E16-7EE5-4752-9BC0-4B340F81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5차시</a:t>
            </a:r>
          </a:p>
        </p:txBody>
      </p:sp>
    </p:spTree>
    <p:extLst>
      <p:ext uri="{BB962C8B-B14F-4D97-AF65-F5344CB8AC3E}">
        <p14:creationId xmlns:p14="http://schemas.microsoft.com/office/powerpoint/2010/main" val="496400842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AC5CB-A598-4B5F-8D36-7CB13290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A463E-2B0A-4553-A7CC-B4B030C1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F4C6A-897F-44DD-B5E0-7148F3EB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F51BB-F4E0-4842-9ADB-FDAECB66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6A3A0-748C-4186-8562-3BE68607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BAE55-B457-4E6C-B82F-F83B6146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CB5B9-DEB5-4D3A-991F-7CC677B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6A87D-F6B4-4052-804C-1CF1AF8D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CE4FE-DF05-464C-B5BF-D42956A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04_strategy_compare.json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A9C07-D1F8-44C8-91A7-8E150B3C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179EC-B8C3-43ED-AA71-34F594E9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EA736-E915-4EF9-9794-B068E68A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5EB72-67D5-40BC-8862-C6E76F2E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EF028-8FB0-4C80-8B50-317C93A7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EC32E-EC39-4452-824E-7F109BEE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EC1F8-6BCD-48EE-8B38-896CF62F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2AF8F-13F0-4452-87CD-C8AD36DA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A92FE-97B4-463B-A66E-FFD0F45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</a:t>
            </a:r>
          </a:p>
        </p:txBody>
      </p:sp>
    </p:spTree>
    <p:extLst>
      <p:ext uri="{BB962C8B-B14F-4D97-AF65-F5344CB8AC3E}">
        <p14:creationId xmlns:p14="http://schemas.microsoft.com/office/powerpoint/2010/main" val="544584313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B02C7-B137-4D19-B33C-D11D682F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B0498-A3A6-4410-809B-6F5B2926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2BF07-81A1-4145-BE05-E633F6B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AC057-CA50-4D8C-A0A6-29399A5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F72A4-55E1-46E6-AC41-0B469061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9138D-8388-44DA-AB6B-1EB8FAF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상위 모델은 설계 파트너이지 통제를 넘길 대상이 아니다.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814BF-DC4C-473A-97E0-E7ECC18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시나리오 3개에서 05_workflow_runs.json까지,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27A75-0686-49EC-8D7D-1577DAE8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1D630-E0F8-4299-A398-39DB927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05_workflow_runs.json</a:t>
            </a:r>
          </a:p>
        </p:txBody>
      </p:sp>
    </p:spTree>
    <p:extLst>
      <p:ext uri="{BB962C8B-B14F-4D97-AF65-F5344CB8AC3E}">
        <p14:creationId xmlns:p14="http://schemas.microsoft.com/office/powerpoint/2010/main" val="1632092344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5A545-A834-4C73-8FA2-30A363C6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A9953-6D42-4833-8AB7-8424887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D63C-268E-441E-BDAA-7FE41A90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12172-080A-46A9-96C3-B8E60073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3D816-2C1F-4E11-BB69-D229F3FD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700FC-08BB-4484-8B24-87A8F10E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B2BEE-D996-4097-9710-E09BFCC3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30E40-6254-4120-9894-21DAD79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단계별 대화와 한 번의 Harness 요청을 비교하고 여러 시나리오를 test로 고정한다.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0866E-929B-4D16-84ED-9D7D818A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DACA2-7713-4F97-8658-5711793D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CDBB6-9053-4593-8ACE-BEA0D05F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'알아서 Agent를 만들어줘'라고만 요청해 권한·비용·실패 경계가 사라진다.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8E183-BCD5-485A-83C9-C807BC01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555FF-1D5E-4EDA-8283-EDFF36AE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13A6C-4F24-44EA-AB93-866AB401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585219015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2717F-7F89-442C-8FE7-554EC381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A1838-6ED3-4895-9673-0ACC89DA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003B8-D7FD-4700-BDEC-A0F1A243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4CE43-C3F2-4C56-BB6B-1EFDCDFD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6F832-FFF2-4AC8-814A-12E172DD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344FA-C781-4ADE-96CD-C3FA1C17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FB1E9-263E-412D-9507-A6285B5B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5386C-A3BA-4B29-917F-014A9888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CBBE9-D2DF-4621-B48F-ACC53A1F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E63A4-5BF8-4CF4-951B-1EE8E161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3DF9F-3FB9-4077-97CF-3032E74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898C3-36CB-4E34-94D2-2AB04C77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Scenario tree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0288F-BD31-4E8B-8C60-4D77DE43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33B1D-5955-4305-B127-17DD9870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입력·목적·실패에 따른 여러 경로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98060-1D90-41B7-B2FD-49DD8D67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85570-37AF-47E2-937F-7A2514FD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Harness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BDA08-A50C-44FE-987D-30B9240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9270B-8541-4D9D-934C-20BE982B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목표·허용 범위·test·금지 행동을 함께 준 작업 계약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988AA-397C-4D91-8BED-1594A8F2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37AD5-3253-4914-9652-13B3AA3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A5F0A-83B0-46A4-8858-5D2D4AF3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3A2E4-9A02-4853-AF1F-A588E802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 수정·test·리뷰를 함께 하는 개발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91439-8EA3-4B5A-94F5-6340E337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8A849-C2AE-441D-A6D3-F7C152E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Independent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43E30-EB06-47CC-AE2E-B7B44C4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2CC9F8-2C43-4F4E-8A7E-4E0503C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다른 session이 누락과 경계를 다시 보는 검토</a:t>
            </a:r>
          </a:p>
        </p:txBody>
      </p:sp>
    </p:spTree>
    <p:extLst>
      <p:ext uri="{BB962C8B-B14F-4D97-AF65-F5344CB8AC3E}">
        <p14:creationId xmlns:p14="http://schemas.microsoft.com/office/powerpoint/2010/main" val="947992821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1361E-EA1C-43BA-AFBD-548C85D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182AF-6024-4B2D-9A96-156C7F20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AC809-9095-4264-BD95-487BDC4A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9E98A-8F57-4D85-B35D-1FAE3E3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11A3E-9E6D-48E5-BCD7-463691B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C5A7B-CC52-4B3F-9B35-C691458D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EE8C-8045-4754-B5B3-311DEC6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EAE3C-1966-4BC3-BBF4-BD70FF1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A74DC-1332-4088-85B4-1BA031F3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6CFA4-E93B-46B5-ADFE-85200FA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7A361-ED80-4EA8-A08F-C4159C22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시나리오 3개 → 완료 조건 → Codex 최소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32FC2-1A60-44EE-B686-70159E36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807F6-5108-4E1E-B0E3-AD0390A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24FBB-66D2-4280-A520-A1C0D758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ECFC3-DAB0-4125-B78B-FA3B622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37F3A-7A57-47E7-A297-D04C3499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6E43F-B8FE-4475-8147-8B13CB14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시나리오가 같은 결과 계약과 다른 입력 경로를 사용한다.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미실행·.env 변경·외부 게시 추가 중 하나라도 있으면 HOLD다.</a:t>
            </a:r>
          </a:p>
        </p:txBody>
      </p:sp>
    </p:spTree>
    <p:extLst>
      <p:ext uri="{BB962C8B-B14F-4D97-AF65-F5344CB8AC3E}">
        <p14:creationId xmlns:p14="http://schemas.microsoft.com/office/powerpoint/2010/main" val="16713347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8112C-0C04-44B9-8DE0-78B0C24B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5B77C-9D88-4164-B9B1-6D324EBA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0A687-AC88-43A3-8376-A41BF57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8D62F-D460-4E40-8E0C-8116CE21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2BE16-99D1-42B3-8BBB-83E7539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68831-C547-4B54-98D9-958D5DFF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367DB-A569-4B56-BA2A-FFC2E095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F915B-8B58-4D86-A9B8-6A1C2F54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F4080-82F0-4268-9F11-3116C95F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시나리오 3개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DE29D-BC2E-4A01-81B4-AF73E1B7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E77B1-C5FD-4165-BF86-9BC9A053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2AB73-7053-4B71-90AE-C47132DA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CB49F-2721-45EF-898A-6026D0B9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7A212-B65B-4F10-B4B7-67C5147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2A6CD-96F8-45D9-ABEA-623AF33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최소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D9B66-2DA9-4530-98AE-6539CB3E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01A3D-BC0E-4009-A40B-C924FFFC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B8E15-E34B-4A80-8976-DD6C9C8E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독립 리뷰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632BA-4B77-46E5-A4AF-6956B2C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41F78-045D-40B2-B280-56E6843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79A98-3DC7-43E1-ABC7-19E01127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merge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001F7-73E2-4B77-9950-5AAED7B3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05_workflow_runs.json에서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62649371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B115B-CBE5-40DD-B67A-C8FE0805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C3091-5CED-44CC-A9A6-411FE695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EEE4F-559D-4144-B756-7B3DFA40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F55BC-8EBB-42B5-AEAA-D26261A1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7095-1D59-478B-844F-FAB0D70E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73F0B-EA9D-4E1E-94C6-0869D228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A2EF5-9A6D-49E8-A59F-3E4DF68F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FB0DC-EB4A-45DF-9E9D-E67341B2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시나리오가 같은 결과 계약과 다른 입력 경로를 사용한다.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FCF72-8470-4DB6-A217-C5DA401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C3F99-31FA-4FA6-9DE3-D7C287B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39803-E5AA-4A2C-B638-A96BAD02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미실행·.env 변경·외부 게시 추가 중 하나라도 있으면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C0720-00F0-4185-A486-2D41FE5E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717AB-9E48-4F41-8517-0BB0A1AB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5B5C0-B999-4A75-98AA-3BEB251F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A8BF7-568A-4356-AEEA-C97D06E5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EAAEA-8936-4338-AE5F-515A6367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01E8E-3D9B-4FD1-9EDB-80FE9AF4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식별자·05_workflow_runs.json</a:t>
            </a:r>
          </a:p>
        </p:txBody>
      </p:sp>
    </p:spTree>
    <p:extLst>
      <p:ext uri="{BB962C8B-B14F-4D97-AF65-F5344CB8AC3E}">
        <p14:creationId xmlns:p14="http://schemas.microsoft.com/office/powerpoint/2010/main" val="1376828104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0DE1A-1DD6-45E3-97BB-08D953B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DE7C1-91E9-4DCC-BFCE-B9AEE0A7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94DFB-0E3D-4D27-8310-2F302553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F41A2-58CC-4E53-B6C4-6BEA984B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363C8-8915-4E57-9503-B72CA99A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5F6A4-108C-47DA-9DB9-563A2362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A09CE-B4DC-4827-B1D4-C1CF8E63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B601F-4672-41C5-837C-0DCD1131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E1F30-CCD3-4FFD-821D-4FFEC89D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5A372-4902-4667-8730-8880B3F2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FA1A6-53DD-47A8-8FC9-3FEB009A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DDFAB-7751-4F69-B7C5-5352822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0316D-C697-46FC-9F52-AACCBCD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94D00-EF42-4791-ABD2-54573A5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FDFB8-F6E1-4EA7-8F1E-F991785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4EF85-C4FF-40B5-B2B4-93E1D238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5E194-A9BF-4E65-A10A-3BBF7B70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2F17-8FF4-4BF5-B84F-59BD8D39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output/course-labs/day2-v2/05_workflow_runs.json</a:t>
            </a:r>
          </a:p>
        </p:txBody>
      </p:sp>
    </p:spTree>
    <p:extLst>
      <p:ext uri="{BB962C8B-B14F-4D97-AF65-F5344CB8AC3E}">
        <p14:creationId xmlns:p14="http://schemas.microsoft.com/office/powerpoint/2010/main" val="1273945164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8E542-5F94-4728-B905-CCBE3379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A51AA-5E84-41EF-A0ED-459CE028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8959B-A696-4DD7-A145-E66A83B4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A4027-767C-4386-981B-75F19114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38440-6506-49E1-A971-08FF3B01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E995E-407F-490A-BD24-B08DE45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3AE02-755F-40A5-B49B-D9C2734D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Scenario tree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7D067-0205-44E3-813C-181636EA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입력·목적·실패에 따른 여러 경로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EE3D4-3F5F-477C-BBF7-742BCA39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8C846-336F-4578-B8E9-B81CE200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materials/day2/Codex_Claude_대화_시나리오.md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35764-A7B4-4251-B965-62976402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Harness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B9ED7-D4DB-4751-9C77-D141332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목표·허용 범위·test·금지 행동을 함께 준 작업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1178B-D415-4065-BCC2-E6F7A74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EA7F9-F6B6-425F-A2BE-1951D59A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src/course_services/day2_meeting_workflow.py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602EF-1C42-4D5A-B00F-905E7FE5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DDC8C-76A7-4E4A-ACD6-B4FA037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코드 수정·test·리뷰를 함께 하는 개발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E465E-53D0-40F6-9BB8-A4A2AF09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3158B-DF01-4DB4-BBAF-BC41379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tests/test_day2_meeting_workflow.py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79F3D-B571-4EE0-879F-D261591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Independent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45C0C-616B-40B8-9B73-50932A5F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다른 session이 누락과 경계를 다시 보는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47F77-97AD-48AE-BF28-D67746F2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F0BF8-CD74-4CB0-8D0D-F47D0F4A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output/course-labs/day2-v2/05_workflow_runs.json</a:t>
            </a:r>
          </a:p>
        </p:txBody>
      </p:sp>
    </p:spTree>
    <p:extLst>
      <p:ext uri="{BB962C8B-B14F-4D97-AF65-F5344CB8AC3E}">
        <p14:creationId xmlns:p14="http://schemas.microsoft.com/office/powerpoint/2010/main" val="386644765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80CE9D-55A2-43CD-A06F-E828F276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D9243-AF46-490C-9246-DA678A31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5C5C5-E9B4-4774-A568-D5F92B2D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9D87E-43C8-4942-A85C-C322D76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69304-C309-4D46-9FBF-97BE0C37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292BB-0E1F-4407-9B4F-F119ADD6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0AAD2-9013-4517-8AD4-7568521F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BC697-0DC6-46CD-A006-74401D2B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F900B-7371-464A-A137-DC354232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8EAEF-98FA-4489-98C5-BF1F2A31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464C2-9A18-4E91-9D0C-F15F825B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6D36E-5981-4BFC-AD3E-221EC47C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749D6-214C-42C4-B8F4-EBDDABEB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A30ED-4158-439F-916E-6C09B2B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Scenario tree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3F9F1-82B4-4D64-B94F-0E7EFD97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8781E-953B-40D6-80AD-34BFCD62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시나리오 3개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6964D-47F7-4B56-954C-965B82DC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D666A-F954-4D57-9D95-D4A1E23B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0353F-2CEA-4C2D-B5E0-6E8C10EE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DEA95-D320-4FF3-9588-79ED7A4C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Harness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12610-67E7-4F66-9568-1AE914B5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DB01D-A571-4206-AACF-C58B4F3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조건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47822-481A-4A41-B217-15AC5263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EF1AF-74BC-4417-BDF9-34362D5D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9FBA4-5087-4E3D-8F0A-4D2470D7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FCF69-F171-4232-A927-A646BA65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48751-6C16-4804-B74C-B2750DDC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F82693-3202-4D7B-BF22-BD0E1D45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최소 diff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094A94-7BFD-4B87-93A6-990736B6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F201DC-6C86-4193-912A-63492E06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0634F-C78D-4792-89CB-1FBD771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8F380A-CFE4-40B9-9D87-25972A09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Independent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3F119-7741-4EF8-8BD2-F95ABDD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11C996-A0D6-4572-BDDB-BDF85E1D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독립 리뷰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59B9B4-2CCD-467E-9807-4D66361B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9B164D-21C9-47E2-A116-A9480AF9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682117352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43C73-7857-48AE-974C-9ADEFFE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D6B7B-F8DC-429E-AFF1-5A271073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039D0-4474-4DE5-8BA7-B9F04D46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57E0E-E114-42CD-BED8-6122A9F0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CDAA5-D764-4644-8D09-1866D5FE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B931A-D4BA-492D-A32E-E909973D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A369A-D0AA-471E-BA1D-0AC5003D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1EADF-E29D-40CF-896E-062A6D8C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0B990-25AE-4D11-AB7A-D620E00F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'알아서 Agent를 만들어줘'라고만 요청해 권한·비용·실패 경계가 사라진다.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B23C4-919A-427B-9B16-6AEB30C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F3EE0-5153-4DA4-96B9-3D42D62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'알아서 Agent를 만들어줘'라고만 요청해 권한·비용·실패 경계가 사라진다. 상태에서는 05_workflow_runs.json을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93F81-9EE8-472C-B1CE-99BC60ED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78124835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AC0B7-B39E-4B8C-A83C-1663C5C3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6BC92-3988-46DC-8C57-F9317DF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00DCD-94C2-47CC-96FB-CC1398B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B6176-2E2A-42AE-AB11-7A920AD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8C30E-EC9E-42B4-9ECF-E47D1C50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BADB6-3783-4A5B-8381-682EFA21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11F5A-B19F-407B-BBD4-CFEF683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652B7-9DA9-4128-AA87-F3F4ABBD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0F693-F73E-4C58-A731-7965078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test 미실행·.env 변경·외부 게시 추가 중 하나라도 있으면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9742F-5B2D-4F52-A386-459BC920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E9F20-B9B7-43D1-A245-8D8B864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704B5-769F-4422-949D-1C2587C3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'알아서 Agent를 만들어줘'라고만 요청해 권한·비용·실패 경계가 사라진다.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AF29F-1B16-476F-ABD9-9055E614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11ED1-5CD9-4BEB-9186-F9C3B056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F4ABD-EDD7-4588-94FB-C23CE811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한 턴에는 한 책임만 주고 정상·경계 test 통과 후 범위를 늘린다.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2D153-9BA1-4FB1-966C-66A9E30C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4C74E-148F-4BAD-8CBE-01D2466B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F3265-6378-4BE9-A45D-D650FB7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05_workflow_runs.json과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350559916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F3CF8-6E18-436D-81D8-12D3DF13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BC512-6022-4B90-8247-2F068F5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EF7C3-C34E-49A7-B5C3-AA8638BD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45783-807B-4CC0-9FBE-0F9A7F1E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CB1F-AD22-402E-90A7-04EB2FEF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B7E26-9582-4EC8-AAB0-E3E3EA9D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8f32399cb466e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12DC6-D0DF-4E30-8029-FF22C39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src/course_services/day2_meeting_workflow.py의 책임을 찾고 05_workflow_runs.json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934EE-8C88-4585-B83C-D4CBEE0B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시나리오 설계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05536996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90633-0764-4C1A-A070-67A2FF3D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BC1FC-7DAB-45B4-8490-60085E77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BB400-E784-404D-BF38-28C98F8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5884F-F894-4360-BF75-43B7D217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D5398-B6B5-4F41-973E-C2CC4715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FA954-121D-4A23-BBF5-CE320CBE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DDA54-B56D-4005-860D-EA23F52E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86E04-52F4-4404-92F7-8DC37B6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95528-08D9-4DBF-B42E-1820AB26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Meet·ClovaNote·audio와 미승인 외부 쓰기 차단 test를 먼저 요청한다.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B1F9F-4365-4AE1-97C9-9510855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3ED44-2E04-4D60-BE5E-217378D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A63E8-6614-44E7-A575-AA78D35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60CFA-A72D-44E1-B913-390140D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3ACB6-D543-4BBD-82E3-DF27EBCB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DF577-A787-4325-98B4-58BDB316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시나리오가 같은 결과 계약과 다른 입력 경로를 사용한다.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미실행·.env 변경·외부 게시 추가 중 하나라도 있으면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E713E-39A2-42E2-910A-B8C86454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D4D4F-24EF-421B-B47D-774851F4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BF34C-E6C6-40A2-978D-A16DD738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55263422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6936B-E7B6-46E0-97AE-9398B0B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69F84-F277-4F4E-9A7C-0B14F5C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B779C-53B5-415C-AB23-C92FC17A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BDF8C-01ED-4F41-B402-CF67D699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DFBBA-4495-4012-B5D4-D873DDA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4D5C8-6940-4682-A29F-EEA33384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0EBDC-8FC9-4B24-935B-C6E0E65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566E4-C124-46AC-A346-3A8432C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34F33-E8DF-49E5-99F0-0A869E1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0830A-AAC1-4F2A-8611-556DBCE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38989-10FE-4C3B-8A92-49052ED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D9320-F80F-45CF-AE7F-0A38E9D8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9DCD1-F4D8-45CD-8AAD-A277B2FF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A2A31-053C-4BED-BB2E-46B47F4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시나리오가 같은 결과 계약과 다른 입력 경로를 사용한다.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5E446-6A83-4732-88EB-F1BA926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357D8-ECF4-4605-9B7D-353D0E0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4D1FE-D01D-4D0C-8E0D-2C7ABC9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2F571-E5E1-4C8C-9B11-0AAA22BB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DF7A8-5F07-45CF-80A0-663D8B1B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92432-0916-4330-9A8D-E8F34048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617B5-3F57-4A33-882E-4339AA8C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61A13-5349-4B60-8602-78A1C8E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095854492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8A983-B24E-4FBE-9E10-6F1B8BE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70E99-A2CF-49C1-8648-FA5946E3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0B032-030F-4194-A60E-3B0C006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50A61-B14C-4019-842F-3A9471CA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62DBB-051F-46E4-85DC-3799835E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3E42D-753E-4A21-9C30-4C385283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2BD73-F92B-4FE8-837E-F7C392F3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3E417-5ECA-4D4B-8C05-471C2B9D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8CEF9-A48F-4160-8291-77654F28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materials/day2/Codex_Claude_대화_시나리오.md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2DB7F-18CE-4F27-9CBB-19F842A6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B8B07-E031-49C6-BF46-8A001334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CD7D4-3A8E-4414-891E-FEC4D219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40C0B-04DF-4680-B983-548E7072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70C5C-FC6A-40C1-8ED4-6B5284A0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F51BE-0E29-484C-AAC9-A86244A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diff -- src/course_services/day2_meeting_workflow.py tests/test_day2_meeting_workflow.py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70F21-F606-4A48-95AD-B49C0748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C63DB-F999-4190-8161-93E3670A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2C34C-566C-48E5-8D5E-BD05955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세 시나리오가 같은 결과 계약과 다른 입력 경로를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1910030950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D4CFD-1036-4006-9355-D8859BAC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CA328-792E-47F6-A690-84A67B97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7A390-E3FB-4D57-95A4-8F1BB86F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5F856-0747-407F-AFD4-4319EF30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2ACF-CBF2-4E12-9A1C-0DF9EF6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A0AA1-3D51-4EDB-A0E3-673CA44C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1472A-038C-47AC-9C7C-91F385D8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BD491-5363-4451-B4D0-5BC2B7A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11CB8-2862-44F5-AD61-6E571D2B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git diff -- src/course_services/day2_meeting_workflow.py tests/test_day2_meeting_workflow.py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4C44B-7D52-4D99-870C-ED7F3D5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D03E3-FC2E-4FAD-A9C6-03B730E1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964122899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D9B22-14E3-4BD9-9A60-985EB95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32D99-D3D6-4161-A2A6-D6AE84C7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95637-C639-4665-B7A2-5A5C0511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5950C-2129-48C2-959E-BC66452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F4FD7-BBF4-4517-A60F-51E0F620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FA8EC-2FD2-4F8C-9449-5E69DA0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7F92A-5CAF-4EBA-9DEC-AB076CB9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1999C-8CD2-4526-BE86-C96F6AAA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"scenarios":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"google_meet_text":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"DRAFT_READY",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"source_mode": "google_meet_text",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"segment_count": 4,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"purpose": "배송 지연 회의 기록 자동화 범위 확정",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"summary": "오늘은 배송 지연 회의 기록 자동화 범위를 확정하겠습니다. WISMO 문의를 우선 처리하고 환불 자동화는 보류하는 것이 좋겠습니다.",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"participant_count": 3,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"todo_count":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"wellbeing_risk_count":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"review":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"decision": "approve",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"status": "APPROVED_READY_FOR_DRAFT",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"export_ready":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"human_reviewed":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"trace":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"node": "policy",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"external_write":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"source_mode": "google_meet_text",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"source_count":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2933273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FD1D9-E224-4D98-9CAA-E8A9BE1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6FA6A-7227-4307-A13F-44F8473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D1980-51CB-41B7-9916-5E4E2BE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59379-E6D1-45BA-9F9F-62C33C9E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4FC6F-67D9-41A9-A1A3-BD665B37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B5A93-5ABB-45A9-B2A1-ADB0B75F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13FCB-09E2-42B0-9213-4FC28E3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BE5B7-023D-4334-80DB-2715643C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미실행·.env 변경·외부 게시 추가 중 하나라도 있으면 HOLD다.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B6E2C-067E-4CCD-873D-23A8997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ABD58-C1F2-4271-969E-C985B55E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4224E-AAAE-499F-968D-A332C20D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턴에는 한 책임만 주고 정상·경계 test 통과 후 범위를 늘린다.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58948-EFC6-46E4-A060-881632E3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test 미실행·.env 변경·외부 게시 추가 중 하나라도 있으면 HOLD다.</a:t>
            </a:r>
          </a:p>
        </p:txBody>
      </p:sp>
    </p:spTree>
    <p:extLst>
      <p:ext uri="{BB962C8B-B14F-4D97-AF65-F5344CB8AC3E}">
        <p14:creationId xmlns:p14="http://schemas.microsoft.com/office/powerpoint/2010/main" val="137231944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DA3F4-A5D0-4B4F-9936-EBF73878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60602-64BB-45DB-BBE9-72C26EB8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767D4-F088-48C6-912F-61A0774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927DD-D385-412D-8105-57FC6D7E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989FE-B4A3-4FDB-B8EF-D3174B6D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C989F-9BB7-4086-AF92-4DE3CD70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3966E-648F-4656-89F8-5687920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98F61-C994-4477-B882-6DE264A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8C1A-1A68-4115-9F07-7BEB0489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7E964-D6F3-4683-9DDA-CA177406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568AF-153C-43A2-9D62-6B8E14D9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4758E-DF58-4048-88CF-CC48D373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시나리오가 같은 결과 계약과 다른 입력 경로를 사용한다.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저장</a:t>
            </a:r>
          </a:p>
        </p:txBody>
      </p:sp>
    </p:spTree>
    <p:extLst>
      <p:ext uri="{BB962C8B-B14F-4D97-AF65-F5344CB8AC3E}">
        <p14:creationId xmlns:p14="http://schemas.microsoft.com/office/powerpoint/2010/main" val="1967830848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65CFD-E615-42CF-AE38-3EAA1E88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4FA44-E798-4C68-AB1A-2467932B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B73A9-3FB7-41CB-B203-7A4536D5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69BEF-1AB5-4A24-B8E0-D31387E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31F7A-5541-4B43-BA76-3CE21B97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32771-AF44-4E8F-862F-07C19AE0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9B3CF-7B95-4F7F-8D59-D22661F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5차시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217B3-C1B0-4D45-9A94-BF146BB8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4D2D9-696B-4059-A5B8-AEA43B21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workflow_runs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"google_meet_text": run_meeting_workflow(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sources["google_meet_text"], domain_context,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review_decision="approve", retrieval_policy=retrieval_policy,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"clovanote_txt": run_meeting_workflow(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sources["clovanote_txt"], domain_context,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review_decision="approve",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"audio_stt": run_meeting_workflow(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sources["audio_stt"], domain_context,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review_decision="edit",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review_edits={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"meeting_summary": "고객 문의 자동화 PoC의 범위·금지 행동·담당자별 후속 조치를 근거와 함께 정리했습니다."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transcriber=reviewed_fixture_stt,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workflow_result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"scenarios":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25943816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FA1EA-D436-49E0-99E7-6B3DAAE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E89E8-475F-4670-B650-A2629588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1AED2-BFA9-4644-9DA5-B9E160E7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329CE-68A6-4C98-8436-EB3BD7AA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D0CA8-3ED8-4110-BB45-2999F67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81EBF-76AE-45DD-87DE-A8A75DD7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DCA61-28E3-4ED1-BDF0-6B04BF8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3B1F8-6E81-4C19-9EE8-A63A9AAA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git diff -- src/course_services/day2_meeting_workflow.py tests/test_day2_meeting_workflow.py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FFB53-F03B-4F11-819B-356CA176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output/course-labs/day2-v2/05_workflow_runs.json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AEF22-1EA2-413D-8ADD-B8998B3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시나리오가 같은 결과 계약과 다른 입력 경로를 사용한다.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05_workflow_runs.json의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315486056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D0C24-1208-4B63-BC25-52EA7C59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0C628-1828-466A-932F-764CF8EA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90C3D-34F9-44FC-ADAB-52536900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79838-BDB3-4A76-9750-A9730BCB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114E2-D66A-4481-8B27-6FD426E8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FF1ED-4DBB-44CA-ACBE-621DC442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F8A09-F9C0-43F9-A0FD-F374B5E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미실행·.env 변경·외부 게시 추가 중 하나라도 있으면 HOLD다.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7F40A-0454-4FFF-94B7-618EA99D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78FBF-BD40-4D8A-B24D-95DA4157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"output/course-labs/day2-v2/05_workflow_runs.json"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1AC1A-0C4B-419E-8761-3E86F0F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952707732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E139B-4913-4CC6-A642-8F8BAB8D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2942E-2FD2-4901-AAF4-AAD08EAF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0577C-EF13-47BE-A589-12287FA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55C2D-04BD-429E-B32D-2926B11A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EC6FD-D7CD-4F17-9991-278C77B9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06C73-5A83-406C-A2B3-C57A40A3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AFC05-C41F-4BCB-9DC8-5D688118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8EDFB-3317-4E5F-B6C7-809B0818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FC9C0-0C74-4C0D-9697-0734FF59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시나리오가 같은 결과 계약과 다른 입력 경로를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28825-C9CB-4862-8178-6B9B4D60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8939E-083E-4CF8-BBE0-D42D6DEE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A11E2-5A9B-4DBA-B14A-47CDED44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materials/day2/Codex_Claude_대화_시나리오.md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4DF04-4C52-45EA-BF13-4050972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E5219-2F73-4FAD-AC5F-809DEEFF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0A696-71EE-4564-A8D8-FCEA65F6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53E1E-BAD5-4453-907E-7C78973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3A420-F06D-4B50-963B-87533861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74290-5734-43A8-A3EB-E19F351E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21463724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0BE74-BA59-42E8-B3E9-42DA2410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9E202-E337-4BD7-B39C-0A178B3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85E7E-800A-43BD-AE1B-5B39EA72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3F75B-3A81-4728-B42C-55BBE6BE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CD325-761A-4067-9E25-687E398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4B8B3-08C7-4AE1-A4B1-377E8A42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98A68-B3A3-4A8D-B14B-D1B41AE7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5F527-3689-4170-954D-FF042D8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E28EC-D462-4BCB-933A-BF4B9AE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미실행·.env 변경·외부 게시 추가 중 하나라도 있으면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C7419-5935-4966-A876-903E81AF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2A33A-1CE9-4367-B041-1721CD8A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9457F-015F-4ADE-B664-F439390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BB167-5117-4146-8C46-2EE928E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071E5-4534-4CC1-86DE-4CE8945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46A41-5B57-4766-97C1-197859C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9F320-7169-4313-9076-3E0F87FA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9C401-F7E1-4865-AE2D-20C4DAFE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8162B-0B5D-49FF-9F41-58E911FA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미실행·.env 변경·외부 게시 추가 중 하나라도 있으면 HOLD다.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950024066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AFCDB-FABE-437D-8D8F-76414118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BE66-A718-491A-85F8-F8BBB1FB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6C0D6-A985-4A0D-B7E9-12C80B7E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45DF2-638F-4089-98A2-C65B697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D2DFF-0460-4B57-B8A2-9A8D287E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A9287-933D-4B54-B35C-8284689A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E319B-D845-4387-9224-D5A673A5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ChatGPT/Codex 5.6 Sol ultra와 Claude 상위 모델을 개발 동료로 쓰는 작업법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84F27-16FD-46BC-8E6D-BB77E91B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64DBD-673A-45F8-8547-80EB4E1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8089A-E498-46C5-93F7-2ABEE88C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E9EEA-C8A7-48F9-8C7A-064997E0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FC2DD-7BE1-44CE-9CBE-D370B4B7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24380-A895-4C47-B34C-8AEA67CF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ChatGPT/Codex 5.6 Sol ultra와 Claude 상위 모델을 개발 동료로 쓰는 작업법의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EF4D5-7549-4EB3-A2CD-24D67208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CED18-20A5-48D3-BDB6-B84E2AF3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E2EFD-4A24-4D45-965F-89994E41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E96D4-9F6A-473A-B6B9-EE695D3E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DD060-D570-42C6-931E-1FA2106D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BBA47-5725-482E-B351-8E74BAD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442316889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D4910-D099-4CE7-93DE-36F62103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B02BB-1ADB-44BC-AA3D-6B4831A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3C513-1503-46C9-9718-51D98F58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1CEDF-CA67-4B18-A84A-8A2F766D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A299A-0D93-4105-9550-5F5BD0DE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307E7-77F5-4F4E-90EB-F952EAAE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5FAB1-2629-4EA7-B917-FC00C04A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749CA-471E-47E2-BE8B-F3E3E5B3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EA07D-5F0A-4BB3-B3BE-B54B947B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500DB-2273-4DE2-A19B-AABD42D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'알아서 Agent를 만들어줘'라고만 요청해 권한·비용·실패 경계가 사라진다.의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1D4C1-3419-4666-94AB-5DE6EDA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2DE9D-8199-40AD-BAF3-AC43683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B9D35-2F1B-4F04-90F1-339F2BCE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11E38-86A8-4295-977C-051381D0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381EC-8B1B-4B6F-A666-5A112EF1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93AB6-951B-43A1-8CD7-509CA2A7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Meet·ClovaNote·audio와 미승인 외부 쓰기 차단 test를 먼저 요청한다.의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B1368-E61E-4BD8-85A6-91EEB47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2CCD9-9911-4E67-A4CA-599E5A73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DAA1A-4B70-4031-9190-A25A6D02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347428458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4EA62-CF57-4A4A-BB03-3E58D3A3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22F19-4521-4AE6-9C42-434CE40E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CEF5A-C341-4061-B269-39791F48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69327-F4B0-4411-83B7-0476D858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2AE74-A224-43E9-B151-EB9247D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7F58D-A328-4A9A-AE09-C465A57A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BDB85-FD55-438C-ADFE-329C63DE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832DC-E942-498C-8A1E-FCAAE1DA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940EF-C634-44A8-86B4-2B9DEEAE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세 시나리오가 같은 결과 계약과 다른 입력 경로를 사용한다.로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AF361-7C04-4742-B3C9-1D9A7F61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EE343-68EF-428B-BE0B-2AB14C14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56119-3B85-4B58-B4EF-C95BA47D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Codex·Claude 시나리오 설계의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D2613-D00F-48CA-8781-0FC3B7E0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2E474-E15A-4CE5-BD0C-A8839154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893E8-96CF-45D4-9222-C7D3CEEA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'알아서 Agent를 만들어줘'라고만 요청해 권한·비용·실패 경계가 사라진다. 발생 시 05_workflow_runs.json에서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5B8FA-B69E-43DE-8175-BC4A0C93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00D95-1A1B-4D5B-BFD8-A0BF9F2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99E40-1DB5-42E8-BFEC-A4527039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688268496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D5200-AFD1-44D2-9DD7-05B209A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010D9-749B-45B5-9EE1-E66EA647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56B12-38E5-464A-A580-A14E42AF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7FD6-186B-4AAE-B164-6C1BD34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80C47-8505-4D51-9B28-7126CBA9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36D94-2A6B-406B-BD6F-80C4A99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04FF7-995B-43F4-A045-BF1B5CC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408E9-CA20-46AD-82D9-1A6F8403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33814-0CA2-4D36-8601-0149C792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Codex·Claude 시나리오 설계이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8A51E-FB6B-41EC-A1DE-4F6478F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2C7FD-3137-41E2-AC68-2867B6D0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0B435-25FC-4600-AA22-E38EAF88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diff -- src/course_services/day2_meeting_workflow.py 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B8098-43D9-4750-9EFC-DAC1292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0257E-0222-4415-A6A8-9B153AF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49AFE-A78C-472A-8CB6-2A11ECB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05_workflow_runs.json과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79888-F289-48FB-ACD5-3A061882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LLM Provider와 비용 경계</a:t>
            </a:r>
          </a:p>
        </p:txBody>
      </p:sp>
    </p:spTree>
    <p:extLst>
      <p:ext uri="{BB962C8B-B14F-4D97-AF65-F5344CB8AC3E}">
        <p14:creationId xmlns:p14="http://schemas.microsoft.com/office/powerpoint/2010/main" val="201249781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04758-7D5C-434D-8FA7-FCEFF70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8A254-E164-4074-8F85-5E421D3B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 Provider와 비용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EE807-DC29-4A39-95B3-6B2757EC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6차시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051F5-ABD9-4EB2-8515-B60CD79F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15:00-15:50  (쉬는 시간·Q&amp;A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FB130-70AD-40B4-BD49-DDB4712C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Provider · API opt-in · 06_provider_diagnostics.json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B3D15-7F7E-4B82-8631-BAC2497A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B3A3A-BA04-424E-9297-011E6D2D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15A2F-63B6-496D-883F-7E42ED9C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 Provider와 비용 경계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4E4B0-049E-4823-B64F-5554E5D1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D8EDB-2CB6-4328-897D-2B0902A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src/openai_provider.py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1E34C-CD24-478A-9985-A3230BC8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78B20-59ED-4A0C-8D64-632D6F9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06_provider_diagnostics.json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AC597-D039-4AF5-A801-AEC01EE0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6차시</a:t>
            </a:r>
          </a:p>
        </p:txBody>
      </p:sp>
    </p:spTree>
    <p:extLst>
      <p:ext uri="{BB962C8B-B14F-4D97-AF65-F5344CB8AC3E}">
        <p14:creationId xmlns:p14="http://schemas.microsoft.com/office/powerpoint/2010/main" val="1898092382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BED9B-A986-4028-B259-60340A9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5942C-140A-4F4D-84DF-B622428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74683-311F-4D7E-87AB-EE8E5F6B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FD6AB-74A1-4BA8-9F25-D76203C6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52883-1A8F-4BB1-ACCC-E0E39A3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8F4FB-0AD4-464A-A17C-47EB18C3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DC98E-4CFA-4D90-9A0F-EDF9B496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880D5-4031-4EC7-B6B5-17F5AE7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9BF33-7986-4241-864D-AD091BBE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05_workflow_runs.json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6003C-686E-4177-9A15-8C98848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0FFF9-8417-4409-9AF7-E85F302F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EF908-F096-4E8B-8AD2-4BA03E0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127F7-C932-4838-A566-7034042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E5A26-5DB2-488B-A529-EB47B848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B7FAE-F467-4322-B7C9-73CB857B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E97C6-9237-4582-A364-C076178F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ACDAF-CC18-4154-BF33-46DF838E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6006C-8CEF-4E5C-AC0D-8BE2BB84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</a:t>
            </a:r>
          </a:p>
        </p:txBody>
      </p:sp>
    </p:spTree>
    <p:extLst>
      <p:ext uri="{BB962C8B-B14F-4D97-AF65-F5344CB8AC3E}">
        <p14:creationId xmlns:p14="http://schemas.microsoft.com/office/powerpoint/2010/main" val="1841831637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8EDD1-9B45-4FD1-9601-0499CE10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5C745-FAEE-49F9-A07E-D9B1F3C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73EEC-9295-4E02-B4A0-E94F29F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37E9E-B816-4631-A5F7-49F6025A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44E1B-1CA1-483D-9CAC-0051CB7F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A0C47-470D-4F5D-8985-B5A3CA90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Agent는 여러 번 생각하고 도구를 호출해 단일 LLM 요약보다 비용·지연·오류 면적이 커진다.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E8FE2-5572-4FFB-BD1E-9F5B441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provider 진단에서 06_provider_diagnostics.json까지,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78227-3502-43A8-9396-D96F1DD7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1A8B4-15FC-4035-A002-7BDFCB2E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2102135746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66491-529A-49D9-9F0D-D2B63DE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D39A0-C053-437D-A7EA-4CE9E934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0E201-A7A9-4606-BE53-4827442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C6240-953C-468B-8749-C201106E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E253C-E9F7-472F-9FF1-4DFD1381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FB405-E167-45D8-B00F-9E3BC071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394E1-ABEF-40EF-AA4A-4F6BB7D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70D68-7136-42BD-A14A-915C4167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fixture·Ollama·OpenAI API·Codex CLI·Claude Code를 같은 계약 뒤에 두고 비용과 가용성을 표시한다.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CD6B6-8527-40AA-8614-8152E2CC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82855-2139-45E7-B045-34785111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94901-2AD9-47D9-AA31-04055698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key를 Notebook에 적거나 모델 미지원 오류를 fixture 성공으로 숨긴다.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4F97F-C591-4429-A3B9-00A1E164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D9F81-2575-4052-A21E-B91944E7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0E00E-01BA-4F68-BD5B-CC0DE9A5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11667573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67427-6696-490B-AC99-1D8744A8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148DC-DDF0-4910-92D1-6C539D17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75843-824B-4C55-BD33-723CFE78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C5508-12AF-49D4-B84D-C3D946A5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8B862-9137-4A0A-B0F1-BD5305B1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F1C35-E348-4ACD-8A35-3572339D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33C5C-B658-47A2-8AA4-A092F8D5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16DE4-8E76-4F14-BD64-D0477049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9B391-25C7-46B7-9C03-AC522FA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6D3F7-B132-4407-9392-55DCE1E7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B4F6A-40E3-43EA-933A-F5319394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619FA-3B19-417B-8001-42F75A6C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81AF3-D671-48F7-843B-B3A88ABE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8CFB2-2FB1-4270-9786-E06C6136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모델을 실행하는 서비스나 로컬 엔진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0B537-96BF-4CC1-9CF1-95968480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05C6F-0A81-4922-8F27-026DBED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opt-in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97808-DC5E-4281-B781-FA4A6049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AD1AA-5497-4457-BBF5-8C6A3E07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키·비용·전송을 알고 명시적으로 켜는 경로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C6449-68BD-4F8F-B397-19791F9B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DEB6F-A645-4787-B4E1-DFE84931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BC267-1276-4BA4-966A-240CEF95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17074-2C35-4688-95E2-D1D89239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정해진 대체 경로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56449-E4B4-4070-BF28-07957497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3D96D-12BC-4440-9B50-F705EBB8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Budget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08A8B-B576-4A2E-8A4E-D50FE49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BD5C3-F41F-4EAF-8623-597CAAC5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호출 수·token·시간 한도</a:t>
            </a:r>
          </a:p>
        </p:txBody>
      </p:sp>
    </p:spTree>
    <p:extLst>
      <p:ext uri="{BB962C8B-B14F-4D97-AF65-F5344CB8AC3E}">
        <p14:creationId xmlns:p14="http://schemas.microsoft.com/office/powerpoint/2010/main" val="1257258811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53131-CDED-4B01-8422-040E98C0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35E53-5E87-490A-8927-32DCE72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A66CD-7408-4923-8521-62B9F0E6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6276-9814-40B0-8C8C-31D446B4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BED8C-CF2A-4BE7-95EA-724F87A0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0FAB3-05E8-46DD-9F1A-57D83455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29388-D77D-4004-8772-F2221F55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59194-2F34-45E9-B0E0-16A450C0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src/openai_provider.py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A020A-89B5-48C4-B5C0-CC94949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3A3E6-6783-42FD-9F4F-3343CFD2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B0580-D933-4780-8CE3-B700EAB4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진단 → model 가용성 → 비용 한도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7BC3A-DFB7-41B9-9E5C-2C63AD47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6A75A-CE5C-48E0-8E43-53D12403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688BA-C4C7-4344-ADA6-DFC9C249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EDDFE-5132-4EEF-986A-2D7AE95B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41ACA-D955-4A0C-964E-AFA7232B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B8207-3FBD-498D-92E7-CDFB2AF7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provider가 MeetingRecord schema와 provider_used를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미지원·timeout이 secret 노출 없이 stable reason으로 남는다.</a:t>
            </a:r>
          </a:p>
        </p:txBody>
      </p:sp>
    </p:spTree>
    <p:extLst>
      <p:ext uri="{BB962C8B-B14F-4D97-AF65-F5344CB8AC3E}">
        <p14:creationId xmlns:p14="http://schemas.microsoft.com/office/powerpoint/2010/main" val="619061640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6B95B-C377-42DE-988A-3C1F497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F3F37-EDED-4838-8FDC-7B092638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A3329-D65E-4DCB-9EFB-05733F6B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96300-C75D-4850-A85D-41E0CBCC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487AD-0329-4272-A977-6E73AC1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AE087-4D3A-4D26-A918-5F3C35BC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275C8-6D9F-470B-9F21-1A2056E3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142AB-D74B-48B0-BC18-70185C6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AFE41-BE4A-4AE9-99E9-39A33B46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진단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945A7-9EBA-40E6-84A4-1FB6430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32EB7-D54E-4646-BD18-42C9AA47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389D-48E3-4BE2-92B1-2BDA107C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 가용성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F4560-280A-4850-B87D-192EA670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55DE6-E47D-4882-AB5C-A7897AC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DFE20-04A7-429E-A256-42BF0EAC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 한도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07268-2D8D-4A0B-8E7C-18060558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87408-4F83-4CCB-9D7F-07685BC8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2FC7F-B243-492A-83DD-B0C81FD8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CED93-D1C0-4885-9516-EC3E8218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6A9C9-1034-45EC-8268-603B495E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20A39-5197-44A8-A49F-CCF7441C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 reason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35CBE-5A6E-4F54-9D39-B0C529E0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06_provider_diagnostics.json에서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03785811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66606-C0E9-47A9-AED3-7C7B9F3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21EDE-A689-4377-82EA-A04CA1C3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44FDF-A048-4668-981A-D7941484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700C8-1D1A-480C-9AF8-BB78C1B4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CCB46-E19F-4EF2-9D09-F80C226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43CAF-7DB8-43CE-8C32-885EB18A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A0E53-4709-4EFC-ACFF-ABB53D4B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83AE5-C12F-4368-9D76-E3ADAB1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provider가 MeetingRecord schema와 provider_used를 반환한다.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B0993-45A6-460F-B4E8-D061E216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EBE85-E82C-4640-A27F-27E79320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709B9-CDCD-4969-9DB1-4105564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미지원·timeout이 secret 노출 없이 stable reason으로 남는다.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00AB5-74C4-4596-97E7-683BEAE2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2578E-4B07-45D6-9A3D-8FBC6B1C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CD779-783F-4A69-BAB1-3795BEB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47BD4-1A3A-42E7-A26E-10979D04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9B747-09FA-4667-98D5-641A8C3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1A613-AADF-4C1B-93D8-878FB0DE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1203700808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FD222-75F5-4B6E-98DB-36FA9914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5ABDD-291A-478A-AA65-0FFAFA65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6D50B-0301-4F4D-9959-0D28C4DD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DDB3D-BF0B-4E32-A61C-0D88D70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D717C-F146-4D24-B12F-9218DD9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5EB3D-010A-47C0-AA69-7871DEA5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77E2C-75FB-48F5-A30C-E16D675D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D2559-DF7A-4321-9074-AE85031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D54B6-D45B-4959-934D-CB3DF0F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src/openai_provider.py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C7574-966E-48F3-9214-34356D0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F5BC5-0CBF-4263-AA65-E98E8D58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EC4E4-F2A1-4BB7-ACF7-A01A896A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A1645-5B74-4576-80F8-2420B57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1582C-BDCA-4CCB-88D4-6606CE4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7EF16-03D7-4A50-97A5-75215FD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28A88-D131-42E7-9FBA-1BBA7C6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90221-787A-4756-B336-0FF23010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06F35-F742-49C9-AEBD-88BD9D7A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1019569272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D817F-1C0D-4263-8F7D-BE8B3ED0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E8ECB-F143-41F1-A48A-AB5BC92D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0F6B7-7FE0-456A-B5A5-2830411B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AB736-2FA8-4FD4-905B-F9573BC7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4D227-21E4-4A34-8B69-949E848D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67F18-80D2-49CF-B195-200F6FA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38E83-E7B5-4B84-B92D-5B3900D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56C15-686A-4485-B3AF-6F642CC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모델을 실행하는 서비스나 로컬 엔진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BF4BF-2D54-43D3-AA04-E9C65B5E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99E50-AC3A-46AF-9B56-950A8F1B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src/openai_provider.py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21F87-FE61-42C9-A5AB-FD24E6E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opt-in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EB01A-99DC-4424-A6B8-9CC69A96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키·비용·전송을 알고 명시적으로 켜는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EE224-BE8C-42A3-AFDF-081AD4F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1DECF-A5A0-480B-A5B4-685AC396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src/course_services/day2_meeting_workflow.py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C3F0D-6EBE-4817-8F9A-B832F72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B0EA2-F9FE-455F-B779-AB4F9796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 정해진 대체 경로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CFB58-3B16-4F46-83F6-D43B832E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C4DC6-7CDE-4862-9F7A-4352644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.env.sample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D4C67-93AA-4178-81BC-7BB656F9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9FEF9-9DD8-4F12-A3B3-08568BC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호출 수·token·시간 한도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C50B9-9BE2-4EB8-8EFE-5D499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462C7-A6C1-4DDA-BA70-3073453F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output/course-labs/day2-v2/06_provider_diagnostics.json</a:t>
            </a:r>
          </a:p>
        </p:txBody>
      </p:sp>
    </p:spTree>
    <p:extLst>
      <p:ext uri="{BB962C8B-B14F-4D97-AF65-F5344CB8AC3E}">
        <p14:creationId xmlns:p14="http://schemas.microsoft.com/office/powerpoint/2010/main" val="40910176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A76891-5C35-4F86-9CE8-6746B850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C89B1-BDD5-4756-AEC4-5A1931E9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E1434-4B0A-48E5-A6C1-5AD46413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5FE1A-6DD4-4922-A714-9E29B7E3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D6B3A-A47C-40C4-B40A-A9C8F72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8EA0D-0417-41B4-8E0E-2C8645FF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63695-6BE7-4BBA-80CA-819DBE0F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F347F-7283-473A-9144-FB13E56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D4CC9-5B6E-43D0-96BE-79CDD96A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DEE1A-84E1-4030-A951-0686C07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9E377-73BB-42FE-B549-E26301CE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1DD57-EB01-434A-8FEB-E5400A0C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D2975-5899-4BBD-BA3F-9A40D12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6289D-4ACA-48F6-ABE2-C4361FD8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187E1-B594-4664-BC32-45ED8879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5D20F-89C2-474C-8D57-726D3F94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진단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F527D-1FB5-40CA-9A79-9EE03702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84098-498B-4BC4-9CBC-C2057ACA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84D6E-1292-4173-A227-052487C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22962-54CC-45A4-8B7D-ED9C3B14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opt-in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CF495-0FA4-4CB7-B8EE-8F31DC9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E36DB-4EE7-48F8-BEF7-D7FF3CE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 가용성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4432F-5F4C-472D-88F5-7F028EF8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7C94B-000C-4B91-A52C-15C66067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F4215-4A5E-47F0-B31E-F0FF506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C3787-C052-4A7C-8DA8-7DF7878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D0514B-B132-465A-8B37-1E4642B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D64C5-2904-4769-B9D7-6BD3F7BE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 한도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68ED2-FB47-4C5B-A289-CA870EA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E03E3E-6296-4748-A482-87CF3700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9C46D2-53D5-4B9D-86E1-0CDE061E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461B3-DBA3-41FD-BCA5-DA5FEE4F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Budget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E428C-73D4-4108-AD84-CF565E74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CC1E29-1D01-4E6B-BE00-C11D953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검증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9EA9B6-A4C4-4F20-8F61-CFA5D189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C0A42E-A97C-4CA4-85CA-16B01888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407340013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D593C-C979-4496-8260-A75A1E72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D5C81-0252-4F3D-B2E6-7054C74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C1CD8-23C7-4E80-B2C5-DBBC1D4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A2A6B-64E0-4CEB-97C4-1F2A2B79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EB7CC-86BD-4335-9D53-34A53D99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50BCF-29B5-4B5E-BCEF-AE8055AC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7B900-CDA4-4672-82AD-FE53F4BD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F2340-DA15-4DDB-8A0F-0F8A3DA0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4662F-8205-467A-9439-F0A42AD8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API key를 Notebook에 적거나 모델 미지원 오류를 fixture 성공으로 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52D26-2F81-4F6B-8FD5-C660ADCE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064FE-00B2-4F04-A475-0E0876D3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key를 Notebook에 적거나 모델 미지원 오류를 fixture 성공으로 숨긴다. 상태에서는 06_provider_diagnostics.json을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ECEF0-731E-4B32-BFAA-8B57B5B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37032464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D16CE-4CAF-4460-A562-6B10C005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75B6F-1C96-4934-B4FA-1B819FD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993E7-EFAF-4577-BDD7-31B0063D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AC001-C420-4BA7-A255-20770E66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30383-65AC-4780-82C6-113804DF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8998D-2E57-4ABF-AB22-45DD9E5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82E13-46CC-4180-87E0-455705A1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1524D-926D-46EC-BE5E-FE4F9E5F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1C37C-FF6C-4984-BA45-22B9821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key 미설정·model 미지원·timeout이 secret 노출 없이 stable reason으로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698DA-C12D-4480-9E90-AF3ED35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A7115-65D6-4967-A087-189C55C5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A8C71-61CB-4D6E-9F0C-C67E6B29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API key를 Notebook에 적거나 모델 미지원 오류를 fixture 성공으로 숨긴다.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FAE2F-4300-40EB-A6BF-A42326BE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99FAA-4276-481E-8018-195F3357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9C44B-FC5D-4C9B-A9B3-6CA9D8D2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key는 env로만 읽고 requested·used provider·model·fallback_reason을 남긴다.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7D5FA-D60B-4950-9344-F94B6F46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A8CD2-BA55-4519-8B3A-6F6539C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38121-2801-422E-8418-DCC7AC4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06_provider_diagnostics.json과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786298099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796C2-FFF9-40BA-8882-B50FFAB6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F7261-B3FA-45E9-9703-933490BF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59647-CE2D-464E-BE81-13750766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1BDC4-BD51-4425-90DE-F4DB2D92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CAE48-4AD9-4D15-B201-C6A24555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38D67-8EF4-45CC-A094-F45D8CB7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b114762a64904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749AD-0E13-4A03-98C8-BC5708DF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src/course_services/day2_meeting_workflow.py의 책임을 찾고 06_provider_diagnostics.json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EA433-F935-43E7-8958-72664103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LLM Provider와 비용 경계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542268947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DB191-F3E5-4BD7-AFC1-5CDC870E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55FA3-8FCE-43D5-86F1-599F114A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9EF98-7DAC-4255-B831-68893CDC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35113-8C3C-4861-BA9B-91D3C84B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0881-FBCE-473F-B200-0EC866C4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5B0B3-CE9D-4FC3-91AC-889DF0D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5B2A7-528D-4C25-BFF8-56A80C95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92FE7-44F1-4207-B706-7D5B6322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F49ED-79D2-46F6-9D21-CD0AFF67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gpt-5.6-luna를 기본 후보로 두되 실제 계정 가용성과 auth·model·timeout 오류를 검증한다.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BDCAC-1C3A-4263-B71D-9E1185C3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ED094-0E72-42DD-9D97-9F5A5EF8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97F7C-B07F-43D5-9BAA-75307B0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8858-6226-4974-8BFC-015D759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626F0-27F0-434A-B501-C3A4758C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C7342-88A3-4755-BB6E-5E573033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provider가 MeetingRecord schema와 provider_used를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미지원·timeout이 secret 노출 없이 stable reason으로 남는다.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3C755-9B07-4EA4-9AA9-5B07CE9D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43347-5E97-4549-B6F0-42E1E164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1D0B7-8C0B-4D83-8D4E-060742B4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67042951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78CE4-0413-41C0-8975-3CA18B7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5DEE9-5BC1-4CDB-B112-5E8BF36F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72966-9607-4FC0-8198-9F3E1B48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8FC70-EA4D-4B1C-A4D2-123CF36E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FF434-CE2C-4CB1-9A5B-F04778B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10340-6207-436D-95D7-B02A0B0A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F5FC6-5D99-4ACE-B48A-55A67C6C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A6351-2CB9-42C9-B954-E57EC0F3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30C03-F95C-4BFD-8CD6-A266180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366C9-4603-4065-9D49-D5F6C47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90DE4-0C62-4D9E-A3DB-51415554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0324A-942F-4AF3-84B0-B7AE741C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FF8CA-85FD-4B5E-8FE0-21683B5D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7366C-65E1-47AE-9CDA-7D53717D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provider가 MeetingRecord schema와 provider_used를 반환한다.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254FF-C6B2-4F1D-916E-D3EB71E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0FE5A-48CA-4F9B-8DF8-D9A5524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09F74-1C92-4CBF-A1C7-E0989C9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60E0E-3568-4526-8DAF-2D24C33C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F258F-493C-4BB7-8541-D4FA2969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13005-D9DE-4C3E-ADB6-76705CCE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CE02E-47E2-4BB9-82F1-044284C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728A8-271E-4DA6-AE91-6CBB5B2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130439341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67029-0B03-4976-BF90-CB59842F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B3961-D9DE-47A6-8D05-FF1A739D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4C9A1-9015-49EF-96AE-3A82818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83653-D91A-4529-BB1E-E3DAEB4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0873A-5466-417E-B54C-46A855B1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E3F8C-E440-4C08-99CD-359DDB0C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8CFE9-89A8-4C68-A14C-EED43655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CF434-D18D-479F-A206-647EF3A8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FF155-735D-42E2-B7CD-6E091599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src/openai_provider.py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9FCCC-82EA-42E8-A7CB-71B960D3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CD03B-F166-4CBD-BD11-06630143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27DCE-0557-40A1-8A66-ACF7F594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7947A-8622-48D2-B837-0A24D460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261E8-D198-44F8-BDC5-EEEBA3AA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69299-AA95-4154-8820-5B5F2D7E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codex login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3F835-24AD-4BE6-875C-B3CC8991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8332F-25BC-4BF3-A7C6-7397AA6F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3CE77-BEDB-4FB6-827C-84560690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선택 provider가 MeetingRecord schema와 provider_used를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164944637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998B0-2083-4A3C-99B2-7EAD351B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DDB64-629D-4AF3-9003-76D5B4ED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D08FC-0306-42D6-8124-C4BCA6B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B92DD-EEC3-45D8-B43D-B5119A55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FCC5F-186A-4AAB-BB08-E150A759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39D04-788B-4A52-B180-20AAFD4A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AC18-17CC-42C5-92B4-38775C4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068BA-2231-474C-A4F3-70FE17C4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F27EB-1E60-408C-A552-7893A26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 login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550B9-186F-45A4-BAC5-E9D38090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852B2-BC32-4504-8A8B-FBB716DF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938044545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EBCB9-5112-464B-85C7-C39AE371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0E82C-6A69-4C8E-B0C3-50D9F63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F23F6-724B-492D-89C3-A6FCFAD6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80756-546E-4354-BB67-7DD263EE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7255D-2FE7-4D89-ABFF-40143683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D94B3-B9D6-4CB7-A528-A6251D8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751A0-E900-4B91-957B-C38A319C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5E203-98E5-4DAD-A867-0C8D605D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"ollama":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"command":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"opt_in_example": "ollama run 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"role": "로컬 LLM 선택 실습",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"installed":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"INSTALLED_NOT_EXECUTED",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"auth_checked":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"command_executed":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"credential_value_read":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"codex":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"command": "codex",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"opt_in_example": "codex exec --ephemeral --sandbox read-only '&lt;요청&gt;'",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"role": "저장소 분석·코드 생성 Harness",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"installed":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"INSTALLED_NOT_EXECUTED",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"auth_checked":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"command_executed":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"credential_value_read":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"claude_code":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652356657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A963C-AC4B-4486-A961-9459C10C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B1EB2-BD2C-4CC4-9CC6-69D56A8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DF01F-9275-4476-B781-E96F95E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9A123-2196-4101-8C4A-DCB9703F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E301A-EDFF-40F6-895C-97EFAC65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9B2A5-850D-4F59-8CAC-35437D8B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34981-C785-4788-8A8D-228156D6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106C5-682A-4149-8BCE-48125290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미지원·timeout이 secret 노출 없이 stable reason으로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CD96E-C513-43E9-B046-599AFAD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E8445-EF0B-422F-A2AC-F10BCC0F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EA967-CE16-4C5B-8BE7-901C39C2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key는 env로만 읽고 requested·used provider·model·fallback_reason을 남긴다.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21C70-2C4E-4D59-B87D-9BEBD8CC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key 미설정·model 미지원·timeout이 secret 노출 없이 stable reason으로 남는다.</a:t>
            </a:r>
          </a:p>
        </p:txBody>
      </p:sp>
    </p:spTree>
    <p:extLst>
      <p:ext uri="{BB962C8B-B14F-4D97-AF65-F5344CB8AC3E}">
        <p14:creationId xmlns:p14="http://schemas.microsoft.com/office/powerpoint/2010/main" val="1157678759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4E5C1-EB5A-4F52-B5C8-7488120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6D335-36D7-409B-85B9-5C882A2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C80F9-6D23-4428-AA37-72C906A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EB978-310D-4879-84EF-173CE3CC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EED6D-0A27-4C55-8A03-AFC7BC9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1A636-9AB1-4411-A835-3FC30B4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127E3-6DD3-4BD2-9538-F0CD314D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8E074-704B-461B-AE7E-14FBF624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BF2A7-E051-4B8A-AE09-73FF3EA3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FDD64-EE53-4936-BC8B-303357EE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14D26-BA35-41FC-885D-8234EE7E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FC253-1DDF-4C96-98DE-D8A43EE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provider가 MeetingRecord schema와 provider_used를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저장</a:t>
            </a:r>
          </a:p>
        </p:txBody>
      </p:sp>
    </p:spTree>
    <p:extLst>
      <p:ext uri="{BB962C8B-B14F-4D97-AF65-F5344CB8AC3E}">
        <p14:creationId xmlns:p14="http://schemas.microsoft.com/office/powerpoint/2010/main" val="1616598534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83C25-FBA4-45D4-A480-32CBAF9B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8D11F-E012-4499-AB10-D08BA211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550AF-86F8-495F-84F7-29243F8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25172-A733-4962-B936-F27D85ED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1D562-CA19-45BF-A3C2-67D8DED5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06AD2-3CEF-4FEA-9286-C6D237CF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AC427-77BA-49D1-8C23-30861E3C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6차시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33A80-E4F1-46A8-A603-D1B80196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B308D-FA8C-488A-B600-832E17D0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os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types import SimpleNamespace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provider_options = diagnose_provider_options()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cli_dry_runs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name: run_optional_cli_prompt(name, "현재 회의 기록을 검토해 주세요.")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 name in ("ollama", "codex", "claude_code")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RUN_OPENAI_LIVE = False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openai_result = run_optional_openai_record(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envelopes["google_meet_text"], domain_context,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env=os.environ if RUN_OPENAI_LIVE else {},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model=os.getenv("OPENAI_MODEL", DEFAULT_OPENAI_MODEL),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allow_fixture_fallback=True,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LocalModelNotFound(Exception):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status_code = 404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FakeResponses: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1802096027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33894-AFC2-4B75-B9D8-BD1D792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B5827-A5EF-4E4D-A4B0-9A13AA9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88B9F-D112-41A0-9261-39544BE8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1DD4D-DA7B-4E86-ADBE-57D9B96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6990E-5F23-429C-B116-9B8C2FC8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8E107-5E49-46DD-BA3F-5288FE09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C4AF8-4461-445E-B7D8-5F172788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7172C-EF93-43F6-BECC-38090EA0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codex login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6D9D2-F251-4A25-A532-2770030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output/course-labs/day2-v2/06_provider_diagnostics.json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75CA2-1326-4A78-A94F-C4598BD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provider가 MeetingRecord schema와 provider_used를 반환한다.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06_provider_diagnostics.json의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855245683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D65CC-CAF5-4EF2-AC7A-52A8D0DF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B708F-A17A-4DD8-A993-69AA63D6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FFDC5-637E-4CA3-B7EF-B6B436B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D4F44-D3E4-4724-9C56-092677F3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8D7DD-BF5F-4172-AD3F-91618C7C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5ADD6-82C6-4050-B519-D8A78979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D1726-4C3E-4DD7-A009-27D2A87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미지원·timeout이 secret 노출 없이 stable reason으로 남는다.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4F746-E902-43A3-8316-715E4539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A6F55-43CE-47B3-B80F-603D178C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"output/course-labs/day2-v2/06_provider_diagnostics.json"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1E9F4-5EEA-4180-9453-314658C3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515436550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59DD4-74A4-4D87-A423-72D772E1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38C95-5997-49D4-B1C3-FF86CBEC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623E2-DCCC-45B0-A0D1-9DAC5A44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BB697-CC4A-4960-B1A9-FDAC4F0C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2C539-51CB-4CCA-B08C-1BF95818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91335-B841-4258-B7E7-BAB7BDFC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8BBAA-CB94-4795-A9CA-F3F6BA9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382C9-037E-474E-9BAC-ED70B71D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2D68E-CCDE-4F03-9EC8-7F62B3D7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 provider가 MeetingRecord schema와 provider_used를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6A268-64FE-4EE4-B919-3E0A74E6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C241A-2111-4770-93AB-C071F831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32FEC-FEBB-4CC6-9331-63E0CA2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src/openai_provider.py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C2314-77E1-4B05-B1CC-73D00BA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6FE63-7DDB-4741-9229-62ED30C0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2D517-B1B7-461E-BC8B-428FF7F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B9239-91FC-4F64-92C5-04C9EA7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42F12-14F2-4987-B20C-9BBB34BD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F24B7-3E3E-492E-88A8-308E2EAE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949695135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D489F-6C54-4B7C-B5A5-69BC971C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C4BD4-95C1-4749-8C00-06D1901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ADF6B-FDC7-4509-89B4-66C6470C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9FCFC-EF24-4138-83DC-BA8579BC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29288-4D64-4986-B246-FF023B1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BCA13-F81F-49AD-9995-C1A38EFE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20A10-964A-44D6-9D9B-D702CB34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DFCB8-BDA5-44FA-A446-85AE546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7A2BF-2B4C-47B7-82F8-ECBD484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key 미설정·model 미지원·timeout이 secret 노출 없이 stable reason으로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C0219-72F1-4BDA-94A4-82FF64CB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E6609-6BC8-41D8-8379-529D5A79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3DB04-4BC5-4CA9-A8E3-0921FEF2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A8754-8C4F-4464-921E-FE917F0D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88DB1-6D47-476D-93B9-3B1AC80A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044E3-CAB2-4FA4-9442-6E7CBE7A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2CB95-B4E7-4881-9B0E-D9408863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3AFBE-80C4-460D-A3F0-F18B95EC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77409-A7C4-4122-B70B-25148A0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미설정·model 미지원·timeout이 secret 노출 없이 stable reason으로 남는다.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081322308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DC405-D39F-4B93-B86B-8BFB5EF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3F7EF-7B65-42B3-976B-D7F880B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06CCE-99B7-4DEF-BCF5-334C0E5F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26FCA-152C-4114-843D-2CA8E14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FA1B0-6B47-42A7-953A-87FE69F6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6F1E8-00A9-4F4A-9DF9-CDC97325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B37C4-8B79-4AD9-B3FD-E48275EE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프라이버시·구독형 CLI·종량제 API를 상황별로 바꾸는 모델층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5198F-0C87-4D15-B738-843A0978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AC27C-1397-4E6A-9C9F-3EA58B9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2A8D0-2012-4396-B2F6-A23B467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87601-450B-410B-B03A-165408A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BDA72-6D2C-4EB0-A3BA-59A4FF9E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85DA7-B017-4952-AE13-40517E1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프라이버시·구독형 CLI·종량제 API를 상황별로 바꾸는 모델층의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A49F3-DFBB-479B-B171-1F22427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9DBAA-DB54-47C3-8FAC-9E4D3C36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B22AD-34D4-488F-8273-8D86870E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C17DA-4976-4606-A963-F7CED78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404A4-E84C-48AA-A416-00E30F21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4D861-9E16-446B-8668-8F94D07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685301152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D20C4-5B0F-46C7-A853-005E48C2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027AD-7FA8-47B2-8145-02C14D9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CA4E0-609F-43F9-B519-EEC70EDC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63157-893A-4A9D-9E24-CC0EAE6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9B369-4C31-484B-A00F-81FFAE6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AC90-8BF0-46F9-9B3F-925AD53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F1482-A442-4BF1-A0C2-1F74AC4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E9CE1-DB40-4656-8F4D-803859F5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65416-8736-4C64-A1F9-B3A88AA1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3BCA-B7F9-486B-AE4A-7CAD7B0D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key를 Notebook에 적거나 모델 미지원 오류를 fixture 성공으로 숨긴다.의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14E9B-8D8C-4222-9398-699D2B39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CE8E8-260D-4336-84CE-9D86BD5F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6CB1A-AFD7-407F-8E43-925A08E4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48835-4D27-49B6-ADC9-60C1571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4516C-85AD-4976-B8B7-4756A906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57BDE-9783-4D61-B36C-B2FAC6CD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gpt-5.6-luna를 기본 후보로 두되 실제 계정 가용성과 auth·model·timeout 오류를 검증한다.의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C0DF0-D69D-4D12-87BE-26282FA2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B590F-311C-4768-8808-21468E7F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A7CAC-4207-4A66-AE98-68A4B96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798331654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60E35-D0C1-454F-9786-4A1A981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D796D-5716-4B7F-AD82-F2EE3A0D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5A41B-F1D7-40E5-AB33-48262663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6A49E-CED3-4414-9649-5DB98B6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2FB8C-B630-40FB-8521-27E49EC0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80208-1636-4CCE-AE3D-88B315F7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25DC0-2DA6-40CD-AD19-BAFCC19B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139B8-0D75-433D-BCFC-CCACDDD5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07DA9-D262-4E6C-B559-719643CA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선택 provider가 MeetingRecord schema와 provider_used를 반환한다.로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977DB-49CC-4612-9980-E3178F51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416F2-2909-4439-A75F-E44604EF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2D368-25BD-44F7-8E8A-0C74831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Provider와 비용 경계의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DE87A-D7EB-472F-BF58-DA015D0A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E1592-BED0-4B3E-BA4C-5C7396A4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D0C80-CB78-4491-9C5A-3CD64923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key를 Notebook에 적거나 모델 미지원 오류를 fixture 성공으로 숨긴다. 발생 시 06_provider_diagnostics.json에서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C5D8A-0BB0-4277-97A9-CF8CCF13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61CF2-AF68-485B-88C8-94D7DE94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16622-0B0A-4E70-82C6-282B952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081376518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765B7-BBB5-4F87-B2B6-CB2FA70E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D0C60-DA75-487B-AE7B-CBC0774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889A8-9B0A-4187-85D3-31AB71C7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8A594-7961-465C-A935-7FEF6CD5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668EA-3114-4AF0-8C56-8F76757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93251-1AB0-4BD6-A8C4-E9BB1588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E0926-212D-4A80-BC0E-4C4D01C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EA34F-E2D8-40D7-BF08-31B1E62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034AA-9F5B-47C2-AA40-994F296C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LLM Provider와 비용 경계이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9BA1B-2C2D-4FE4-95D0-55F4D15E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4DAE2-2469-4102-843F-B09895AF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625E5-3E1B-43D9-9322-C5FFAD5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codex login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19C6B-B01B-40F0-A31F-1B55063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0C01A-2E2E-4339-855A-75F62157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26948-01AA-4355-BDD2-46B38AB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06_provider_diagnostics.json과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D49B9-8FFC-415E-A808-E08B626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LangGraph 사람 검증</a:t>
            </a:r>
          </a:p>
        </p:txBody>
      </p:sp>
    </p:spTree>
    <p:extLst>
      <p:ext uri="{BB962C8B-B14F-4D97-AF65-F5344CB8AC3E}">
        <p14:creationId xmlns:p14="http://schemas.microsoft.com/office/powerpoint/2010/main" val="985240867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9D81D-060C-48E2-BD43-ADA54BF4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6D8A4-D1BE-4FD1-8BDD-9B05C256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LangGraph 사람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F062D-10AF-4F11-9771-96D898F7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7차시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93209-ED9C-4C11-8DDA-7765F29B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15:50-16:40  (쉬는 시간·Q&amp;A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E09DD-693A-4AD6-AF0E-45453901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State · Node · 07_human_review.json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38A59-2E9F-4F78-ACCC-6DBD20F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888F9-2887-4CF0-B92F-D77ABA80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04FEC-7D5A-464C-BAED-334D3F4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LangGraph 사람 검증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D4845-FFDC-4F7A-8AC2-4D4BB94A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B76D7-B958-4BA0-B13A-749A0BD4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7C62B-3917-4D35-A3A2-7272DDE9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A51AA-814F-4B80-B8C3-15D94208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07_human_review.json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E3795-ED94-4A85-8B30-9A3A8DCD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7차시</a:t>
            </a:r>
          </a:p>
        </p:txBody>
      </p:sp>
    </p:spTree>
    <p:extLst>
      <p:ext uri="{BB962C8B-B14F-4D97-AF65-F5344CB8AC3E}">
        <p14:creationId xmlns:p14="http://schemas.microsoft.com/office/powerpoint/2010/main" val="1909869077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49F3F-23AA-402F-94C1-933D522D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652FA-00BE-4C1A-B081-967AE665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F738D-6151-478A-AA63-7BF019C2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9A712-CC7C-4B14-8BD2-A058DC3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3CF13-B87A-4C1D-A931-D952EE10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F8A53-2EFA-4490-9CA5-5D63C974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35C1E-D972-46E6-9ABB-19049B2F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08192-EB6F-408A-9876-E1155EFD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9FA51-8885-44C8-8660-EFDFB5CF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06_provider_diagnostics.json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DB7F7-9D9F-4DDB-8EFF-0C5D93FD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BB050-0A82-42DC-A1DF-E20056B6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04124-DBC3-4EB7-BEE3-7C0DF6D0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6EB2F-1790-43D7-B691-DDDFC51B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E3E5C-3288-468B-ABB9-AB876691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91E49-DC32-456D-B69C-D81699B8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58C6E-F494-48BF-9D5D-0AA0F43C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E6D4A-EC17-4273-AE35-918CFBD5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102AC-F5EF-4152-98D7-134AC07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</a:t>
            </a:r>
          </a:p>
        </p:txBody>
      </p:sp>
    </p:spTree>
    <p:extLst>
      <p:ext uri="{BB962C8B-B14F-4D97-AF65-F5344CB8AC3E}">
        <p14:creationId xmlns:p14="http://schemas.microsoft.com/office/powerpoint/2010/main" val="136022918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ABC26-18FB-4BE2-85FB-E9D00D7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AACE5-4B35-4113-B8BE-48CA199E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9DEA4-557D-4C5D-93F5-E44FEBC5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23C8B-C0C9-42E3-8910-02833571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94C96-A6D1-476D-AF8E-CAE576AF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279A3-AB2A-42D8-93CC-18413923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LangGraph는 AI가 아니라 AI와 코드가 어디서 멈추고 다시 시작할지 표현하는 상태 기계다.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42920-A6A3-4DFB-9C7D-A00A6B8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 정규화에서 07_human_review.json까지,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85BB5-FBCC-4E0C-8F21-567225BB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B9438-8DA7-4DBF-BC5D-5E81C4C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582210382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CACB0-E10B-460A-9A39-460E4E6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852BC-7CAB-4FCA-9A1A-63849AD7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EA6A-4C45-4E9D-9846-9593E1B7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FA62F-6427-4B99-AC3F-7402497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54FF5-F477-49C0-ABF7-8188C3C3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E437C-68A0-4464-998B-94193F3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0C05E-D2B2-4CE9-921A-44DB2E7F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DA05C-CFF9-4EA7-9B23-0BA9DEF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고정 순서와 예외 분기를 Graph로 보이고 approve·edit·reject 이후만 초안을 저장한다.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7298E-9C66-44A0-A0FF-CA2627E5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E54BA-C5AB-4DB3-B990-F3C31C4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592C1-309D-41B7-93B1-2BFF8EDA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READY를 사람 승인으로 오해해 Notion·Confluence·이메일에 바로 쓴다.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B8F9E-6AF6-4796-BBCB-064E182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8E0B9-148D-4EAB-B9BE-7FEFB9BD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CE1A6-09CD-41A3-8A58-BB74B20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971159621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E0479-9662-4497-AF72-1F3B9B80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60408-B051-400C-90B9-D4140C37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BCC40-C120-4038-A87D-23D47C7B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FF7EE-253C-4963-B01D-4F05F30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3BBC8-54D5-4DD9-9585-9E24F148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F1095-4ACD-44E5-A5DB-C039FC86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C482B-9A17-4B8C-9A45-C03D57FB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B7AEA-4FB8-41D8-A45E-86A0239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C45F3-16E2-4973-8C8E-73470DE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8189C-7982-4FD6-AC17-4906143E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53B61-B090-44CD-A75D-CF017A4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654C8-B2C7-4085-81A8-32907C71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1E6C8-0A73-4D60-B5C3-EF454BB2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37C6E-D23D-40B2-BBFE-A28B833F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단계가 공유하는 현재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362DB-D36D-4D6D-9A49-366CAD8A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E69F4-502F-4C77-B971-4EC6C48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29B46-CDDC-4698-AD4A-B0168F81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2C16A-BC28-47BC-8FEF-16B43FD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하나의 책임을 실행하는 단계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17314-1852-4A6B-AE85-A8DE68AB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FF992-CE03-408E-9E63-306FF80B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4C997-3B31-4309-9995-EB96CE0F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5185A-10D8-4F2A-9B40-CE84F30C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판단을 기다리며 멈추는 지점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F6E38-4FE8-428E-917E-A7622C2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717FA-3ACE-4E03-965C-3F22F27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E3B84-F645-42AC-BF7E-12A1E59F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5A35E-EFE7-4B32-A009-D08AB757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전이라 외부에 반영되지 않은 결과</a:t>
            </a:r>
          </a:p>
        </p:txBody>
      </p:sp>
    </p:spTree>
    <p:extLst>
      <p:ext uri="{BB962C8B-B14F-4D97-AF65-F5344CB8AC3E}">
        <p14:creationId xmlns:p14="http://schemas.microsoft.com/office/powerpoint/2010/main" val="1021986351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71DEE-2C07-4A57-92B2-123F20B5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4A4DE-A57D-4194-8683-D3E18DDC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B483A-FA89-4351-A0B0-D478724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E97FC-9D88-4985-BCB0-DDDF002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12D44-7A3A-447B-AA4F-0F265BB0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5D153-FF9F-4159-A212-79D1A0F7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2327D-939E-440F-A7D2-3BCC8036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6E087-A7DF-420A-929C-35F17BB6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A0826-16CA-4AB5-973E-E7B14F1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CE200-B81A-4D57-9123-1CE3E251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224E6-3546-49EB-BC28-1B0786C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정규화 → 맥락 계획 → 회의록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6219-69EF-453B-A239-200D502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CFC26-8680-4234-BA9D-DBBA215D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E2CDF-6D18-40E4-8859-9BEAB01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DDDA8-75D3-49B0-9319-9ED83B4A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86EF3-0E03-470E-B29A-0237CD8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E97BD-2170-4735-8FEE-D4107FEB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approve는 MD·email draft를 만들지만 external_write=false를 유지한다.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reject·unknown evidence·정책 위반은 외부 반영 없이 HOLD다.</a:t>
            </a:r>
          </a:p>
        </p:txBody>
      </p:sp>
    </p:spTree>
    <p:extLst>
      <p:ext uri="{BB962C8B-B14F-4D97-AF65-F5344CB8AC3E}">
        <p14:creationId xmlns:p14="http://schemas.microsoft.com/office/powerpoint/2010/main" val="1352331313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E99EE-73B2-4BA1-B8AE-FD1E911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A5DFE-BC49-4C74-AE96-E1713BDB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BD3C6-E31C-4CF2-BAD2-662C0B46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52B26-8122-460C-B3A8-BBCD4A5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3F43B-D9E5-4231-BB02-B0A2B91B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E366C-3836-414D-BDB8-88BC3B2C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E5AC-66AF-45DA-977A-379EE49D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1601B-F125-4651-A396-B1008CB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C894C-EADC-48FC-8816-07F736A6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정규화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7E539-126A-4B77-9C3C-6A7241B9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2B487-77A1-4878-8238-1F83310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FF8E8-7949-44FC-8E4A-BF537CC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맥락 계획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FEF21-9B63-4F96-B7FD-985C3561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90377-0E5B-4B28-B795-C1DC305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4E430-D9DD-4696-BA76-403835E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회의록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C1550-D1F4-48B4-94F3-51795775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3CF62-D665-476C-808D-9FF65264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75DEE-CA3C-42D7-9D70-364A55F0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B6577-AC55-4DD3-86E7-7046811A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8F266-A9B7-4B5E-A30F-DDFEB5B8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31E4A-8D35-4E5D-A844-51E541E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interrupt·초안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3E22B-083B-47F6-9810-EBFE952A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07_human_review.json에서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358147192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66B1C-D9FB-42AF-9395-6ABE772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A8F45-4B7A-46C2-B91A-D13D9243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43A85-C41F-4DA9-94E3-3E361AA4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F9854-4A9A-435E-8EDD-5EAE8E7A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4A2DF-2A3F-4540-9FBC-2935E4CB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30B9-4F27-400F-B69C-EFC27CAD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F61A6-ACCD-4D56-AF03-D3928B48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B5021-975E-4459-9453-E31750C2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approve는 MD·email draft를 만들지만 external_write=false를 유지한다.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7CFB6-F93D-4DA0-A271-E0E42877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22D7E-527C-4C47-AE06-ABD5590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CF25D-4E67-4D8E-B137-92BB13C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reject·unknown evidence·정책 위반은 외부 반영 없이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7066B-AF61-4A96-BFF9-6C7F81A4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629BB-0516-47B2-8F0B-F8046D39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BB056-3EFE-4438-9C4B-D4AF6EF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618B4-0206-4810-BE39-D685269A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A6135-4455-42BC-A70C-6068D77F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1C66F-92E6-4350-9B66-FD213271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211576208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BAEC2-BA69-4B74-8135-3BFE699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2501C-CA31-4AD2-A7EA-8D61A929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58820-9913-4F74-BAF1-64B55DB0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BBC3F-C9FE-4534-A89F-B5402C0D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1142B-629C-435A-A597-11D7218C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10099-5BA3-468C-94A0-0A569619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15F89-F756-48FE-8AE4-7A4592A4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3E6A1-E961-479F-A4F4-0A59CA7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5CB5C-23F1-4185-92EC-79F3AE2E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A4E58-0EF6-487C-AF16-4866F72A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3010E-6B4E-4A67-B113-AB62F056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94455-2D43-4BAC-8B7A-34B10A07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BFFBC-7870-43D3-82C3-7738E51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92E58-8D64-4BB9-B40F-805E2A2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7244A-7CFF-4C11-B21B-EEB569D4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95622-6BFA-4BA0-A749-2246BFC8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B730D-5004-434E-934F-AC06D5ED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4D667-860B-493E-AB5A-69C277AF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258099107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332F3-15A8-44C8-A3C3-B88859BB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6C8C6-7782-40B9-8E85-1CD435FC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A64CB-6561-4E14-A8C2-6AB9B26B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43457-0176-4C14-AB41-3896E4F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B4E7E-A59F-4C07-9168-11414DA7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30AAA-5E22-4C6C-921A-43583B9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9BB29-08CA-48B6-AF5A-A583A955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B3665-3412-4829-AE6B-48A43EB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각 단계가 공유하는 현재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14EC8-0CA4-4E78-96D9-5A5A24A0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ECD86-92CE-4E6B-B555-9232A8E8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src/course_services/day2_meeting_workflow.py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63D9B-1CAA-4079-8DC7-456630D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0369C-BD2F-47FB-9B4F-B73581FD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하나의 책임을 실행하는 단계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2DD20-602D-4E63-88CE-C8B06818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BE7C2-4C35-4C04-BF79-8CDB188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7EA3A-C664-44B6-97B6-D5568E1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934DB-7C9E-4FCE-BE37-3BDED1E1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 판단을 기다리며 멈추는 지점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11C0A-63AB-43BD-BC6B-6876A20C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0860B-535E-4D40-8BDB-829919BB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tests/test_day2_meeting_workflow.py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7F9DE-408F-4D74-91AC-9F7D712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00438-72A1-4C8B-B580-E082287A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승인 전이라 외부에 반영되지 않은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4F2CF-C8FC-472A-B773-BB1337E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C4AF9-9EAF-445D-B7A2-98DC232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output/course-labs/day2-v2/07_human_review.json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931504234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3AEC93-93AF-4D50-B7E9-41A2C9C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FC456-F1ED-4EB5-A986-DB71F795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B6036-AC05-419C-BCCC-F7D9A491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693E3-3709-4A3A-8487-753BCB2E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56A6A-BCF5-4AED-84F4-3AA31743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80903-7E27-4155-A636-2BF7543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8C485-7C58-4500-B84F-257764F9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FDEBD-9DC2-45BD-B46E-2D9B16C0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1CBBD-CAA8-49D7-8853-0D36E89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FCE5C-DE93-4D49-8085-7A23EBBF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73772-6E6E-453A-9ADE-EACDC55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7E45A-EB12-4CC8-BBD0-A6CBA52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DD082-E2B3-4FDE-9E6D-CDCF3ED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18A0B-085E-422F-818B-628793FE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E27FC-B1E7-40F9-AA27-1892FE5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6D449-062A-4CFD-864C-6C4850C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정규화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2FA9C-942C-43BB-84E0-05E7888C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333A7-E688-44BB-AB7E-10146795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B0F8E-D118-4942-827A-866385A9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61829-2C5B-4847-BA28-0C6B2BAB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A22EC-45E7-4F36-8830-935CF0F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9750F-EC86-4672-AB7A-94963288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맥락 계획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42898-6D8F-4AA1-80A6-C3FFF2A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A23D8-97F4-4EF3-9B02-11D7800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15E5C-0C85-4709-854C-EC9CF292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118E8-11CC-4F6A-9BFF-69E4C2C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0E027-3DCA-471B-AF64-AFC6E337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35851-6343-4551-B787-CD167F40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회의록 생성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E21C5-0428-4649-B403-E4AF9BEF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97A74-533A-4257-8BF1-EB214AA1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D90F23-73EA-45DA-9197-9096E208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0CCCA-025F-47CB-BDA9-41BF8B3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B64F0-BE6D-47C0-9A71-AF042C80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8E2C8F-B292-4C9F-92D1-A4D8F3EB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검증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D9287C-103F-42BB-B665-F68746FE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B81487-1E45-4EAF-BD3C-E1A2AE30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655845300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3FC5B-FAD5-483B-8974-BD112B5A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792EF-8BA3-4EEB-9AB9-33E5DBF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8F48B-16E7-457E-9336-7E5546D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344E8-9B62-43F9-9C0E-BFA5B514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CEEAC-4FCD-4C3D-A048-44B5E64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F92E6-C57A-42D8-8107-D1B9C20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83290-BAFD-40DA-886D-CF0EC1D3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8DD19-1C9E-4EF3-871B-85DA90BD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5384C-AF2B-4BC8-A0A5-EC2A5E96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READY를 사람 승인으로 오해해 Notion·Confluence·이메일에 바로 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4F4A3-C351-490F-A361-379695B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0149D-5D3D-4ECD-AE01-E7E64DC7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READY를 사람 승인으로 오해해 Notion·Confluence·이메일에 바로 쓴다. 상태에서는 07_human_review.json을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82A84-6C3C-4608-89A2-84B1AA5B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3836722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DE3D6-D646-471E-9335-9384C367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1B3B1-FFF3-4C4D-8A61-113158BB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6D500-562C-4144-BFC4-D79E04FA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83265-CB09-40EB-8EA9-442A87C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EE1E8-2F01-4260-9C16-600E3999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2C402-4DEA-4256-912E-C3FFBBC6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7EB2F-623D-4FCC-8F02-67B118C3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F87F3-5DC8-4187-8BB8-8634B808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4681E-93DA-4AA6-9AD6-30BADE5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reject·unknown evidence·정책 위반은 외부 반영 없이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BDC81-118D-4F81-967B-B7EC6975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57D95-8006-43A5-BADF-C1E30105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33ECA-0BEA-49E5-8107-1EEEF09C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READY를 사람 승인으로 오해해 Notion·Confluence·이메일에 바로 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FC514-8520-424F-8A67-5CDC7ABA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269A5-3D33-4630-92C1-3911631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B4EA4-B7B0-4809-91C0-D9FBEDF9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READY_FOR_REVIEW와 APPROVED를 다른 상태로 두고 외부 adapter를 호출하지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718AB-AB37-489F-B2F5-58E6AE7A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2ED4F-34E5-4F12-81A8-1EE0B17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9F8A2-5E1E-4CD9-BA47-BBDF9E7E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07_human_review.json과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279335548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9FF70-B103-4742-885C-62B18FC1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0756F-B7F3-4DE5-B053-197E9E5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28778-7A7E-45BC-BFBB-B030CE11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70A5E-95F0-45DD-9B88-763CC2C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483ED-7B8D-4F55-BC9F-2CDBEECA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663AD-7BE2-4CE0-99A9-8A04F5C7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69f46ae004248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119EA-E635-4D98-8C5E-4BC1FF4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materials/day2/day2_service_lab.ipynb의 책임을 찾고 07_human_review.json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9EEDB-EABD-41AC-A77F-CB0A297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LangGraph 사람 검증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25129232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58503-A8E0-4AE4-9FC4-BB1D56F3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29D71-F3E0-4BB1-BD88-54344C6A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AE910-1E5E-4297-9DF7-4B503F85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D1B05-B9E3-4460-B3ED-446FFB2E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5FE67-EA01-49CB-9D96-3636A2A1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620AF-B9BE-4FFA-B784-22FAE85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0BF17-F634-48FC-BC7D-0E4444EB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7E89C-E1CC-4E4F-8EA3-B7C4C36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97141-927B-4DE5-9282-7AE385D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approve·edit·reject·unknown evidence·미승인 export를 각각 상태 전이 test로 고정한다.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396D4-24DF-4BAB-BC64-D494090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19C5A-6F69-4494-818D-34848EE3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23B6E-2F88-449E-BC1A-4B80B4F2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ADF42-A1F7-4E14-84C6-D3FE01C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8F0C9-7232-4C3D-8BC9-C4BAA678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CA39-5BA2-459C-B00A-514F7B1D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approve는 MD·email draft를 만들지만 external_write=false를 유지한다.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reject·unknown evidence·정책 위반은 외부 반영 없이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897AE-4C6F-48EA-8D13-350C748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E3480-D030-45C1-8B7D-1CF50C91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6EF00-AB78-4DC7-8BA0-F2848080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506564999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4F897-CF3F-4376-A8C5-9EDD1154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142B0-6FA0-4BE0-9390-1F4405E2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CC692-D132-4529-86FB-BC2D41B0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F147D-D44A-4921-9E7F-6065C296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1974B-AB86-4632-B0C9-13F23EDA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CC921-8E92-44F8-8FAC-32C52618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17568-37DD-4259-85F5-B046E75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D91E8-0F63-4583-BF7F-72370D3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6D456-6CFA-4778-92A1-4ACB2CB5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9D0DA-3E34-4A66-8079-3580B45A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A3EA5-597B-47F7-98FC-E570480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486FC-7316-4B92-9CEB-E6FB1547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0B625-E326-4AB6-B5CA-41D7B830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5DF9E-ECD6-4F2B-8378-8184EFFD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approve는 MD·email draft를 만들지만 external_write=false를 유지한다.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58B5D-85C5-416C-8FC9-02555D2B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19269-D2BC-4F5E-B38B-7E17C119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6C8D5-AE43-4305-A428-5B8E2B03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C2DE5-B3D7-4838-8776-35EC4DE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F054D-3819-4F10-B24D-53A7F3A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BE254-9F9B-45EC-9526-491C4F2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92888-3AC1-4AC1-AD5C-95A09284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99A0D-1AC6-465D-8626-7F028764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930382023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9432F-1AC8-4C30-B7F3-3B918A1B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32A83-1CEC-4133-AB46-D7697279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92B9E-AC0C-4EB1-AF86-5F1EDDEC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67DF5-2FA9-4C0F-89B8-1E891BA6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724BB-AE10-40D6-8DC3-91EFB9C6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BCDC9-5C30-4BA1-869A-22D9B5E5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F3D40-4FF0-48F1-B0A4-989BAAE9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6CA04-36EA-49DD-9D59-C999255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53A52-3A83-4E54-AD6A-788E5121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src/course_services/day2_meeting_workflow.py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6EB25-A8B7-44F1-A147-59CAE70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8158D-9D6C-4AA7-A7C5-1978AAE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E0067-5E0B-4633-9ADC-E06F8D70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materials/day2/day2_service_lab.ipynb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12B89-3A3A-4B35-A00F-D34167E0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60CDC-F638-49CD-BE66-EFAD426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0710A-6005-4426-970C-F177828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 -k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42E2C-CB14-4A7A-B2E6-A60D11E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9CDD9-9269-49E6-AB0E-5652B73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51A9D-F9AD-4B19-938E-FC275AC0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approve는 MD·email draft를 만들지만 external_write=false를 유지한다.</a:t>
            </a:r>
          </a:p>
        </p:txBody>
      </p:sp>
    </p:spTree>
    <p:extLst>
      <p:ext uri="{BB962C8B-B14F-4D97-AF65-F5344CB8AC3E}">
        <p14:creationId xmlns:p14="http://schemas.microsoft.com/office/powerpoint/2010/main" val="952776738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2316D-7394-4CA6-B403-57F48B00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6A7AE-C141-4059-93DE-704999D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DDB27-E49F-474D-A367-8E3183A1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1D3E0-E5CE-4B0F-989E-8663142E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6A28C-3647-4973-8137-A84A9DBD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52E41-3C56-4DB7-BA80-A5616D31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E2F6A-B22F-4890-8A6B-3B39A26C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3DDEF-7C78-4786-8099-8DC22728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2C215-E7C0-433D-B58E-297B7DA7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tests/test_day2_meeting_workflow.py -k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2D2D9-7109-46FE-9E36-C2EBCEBD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299D9-478C-47F7-9A1D-5DA40022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306005818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D137D-2AB3-47DF-9842-22F7C1C5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28A8D-DB71-45AD-A2CE-5A0EE037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3B001-33A9-4B24-8753-67AD578A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E8F9-2B47-4ED8-AF62-3702C9BE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C46A6-2E74-4BC1-BBC3-F54D045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834C0-2ED2-4530-B72F-5C5EC2F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63DC1-F7B7-4606-B03D-AE1810C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FEB75-6804-4FF5-8319-1415257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"approve":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"DRAFT_READY",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"review":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"decision": "approve",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"status": "APPROVED_READY_FOR_DRAFT",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"export_ready":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"human_reviewed":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"export_status": "DRAFT_READY",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"edit":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"DRAFT_READY",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"review":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"status": "EDITED_READY_FOR_DRAFT",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"export_ready":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"human_reviewed":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"export_status": "DRAFT_READY",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48213380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01A47-80D5-49FC-9477-64BFFEAF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25251-873C-4BE5-B0DC-023C401A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EA519-E1B6-410B-A90B-F1B68D63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38C0E-56F3-4D05-BAA8-AEFE829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4C8D4-7ACC-4230-B1C4-F35487A8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A64C7-4CC2-4639-A6BF-DC9F7CD5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592C8-4F92-46E1-9441-04401ECC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38B7A-B6E3-4BFC-90B5-B532F398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reject·unknown evidence·정책 위반은 외부 반영 없이 HOLD다.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F80B0-2DA7-44D9-8695-D7865CF8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24CDC-54EB-45B7-BF62-0FF1D16E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7FD6C-A365-4D21-A958-7E00726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READY_FOR_REVIEW와 APPROVED를 다른 상태로 두고 외부 adapter를 호출하지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65006-BA3C-4E39-90F6-3775BDEF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reject·unknown evidence·정책 위반은 외부 반영 없이 HOLD다.</a:t>
            </a:r>
          </a:p>
        </p:txBody>
      </p:sp>
    </p:spTree>
    <p:extLst>
      <p:ext uri="{BB962C8B-B14F-4D97-AF65-F5344CB8AC3E}">
        <p14:creationId xmlns:p14="http://schemas.microsoft.com/office/powerpoint/2010/main" val="1266979682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DF378-CE94-4002-A8D1-595E65AF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692E7-6571-40EB-B070-3706F59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C6AC3-B91C-4DA6-8281-AD3927D2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8CEA5-3689-4A51-B6A9-3DDC4AAC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8C23E-374D-40BE-90D3-6FACDCEB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3EC15-8535-43E7-B619-2D554EFA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AA38C-30AB-4A0C-BF87-08F426F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246CA-8A82-4C85-A900-AD2ACB5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tests/test_day2_meeting_workflow.py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B8A4A-D1DD-4700-AEFE-BDD85B0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8F19A-EE13-4D82-9CF8-4D212D6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7D22B-9A68-4265-AAA2-15C5CF5A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9DE0B-FC52-460D-A7C0-A2F0CA5E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approve는 MD·email draft를 만들지만 external_write=false를 유지한다.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저장</a:t>
            </a:r>
          </a:p>
        </p:txBody>
      </p:sp>
    </p:spTree>
    <p:extLst>
      <p:ext uri="{BB962C8B-B14F-4D97-AF65-F5344CB8AC3E}">
        <p14:creationId xmlns:p14="http://schemas.microsoft.com/office/powerpoint/2010/main" val="1830733468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6DC49-44F8-4827-B83D-31C36279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968B0-3F82-4A61-87C8-9884C36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88B57-72B5-467E-B88F-6E476C8A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47F51-78A3-4BE5-AF10-43A05107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B13EC-9C3B-487E-A5CD-C404CF1E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DBA8A-9596-4C6E-9431-F9909EF8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D6056-F6D5-4E0A-9AFE-1AC8DEF1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7차시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0C3AB-728F-4821-9B87-10B3E424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055CA-77E7-4556-906C-4CF31751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review_runs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"approve": run_meeting_workflow(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sources["google_meet_text"], domain_context, review_decision="approve"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"edit": run_meeting_workflow(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sources["google_meet_text"], domain_context, review_decision="edit",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review_edits={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"meeting_summary": "사람이 근거를 확인하고 배송 지연 기록 범위를 수정했습니다.",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"todo_updates": {"0": {"owner": "민지", "due_date": "2026-09-05"}},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"reject": run_meeting_workflow(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sources["google_meet_text"], domain_context, review_decision="reject"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boundary_record = MeetingRecord.model_validate(review_runs["approve"]["record"])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boundary_payload = boundary_record.model_dump(mode="json")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boundary_payload["todos"][0]["evidence_ids"] = ["s999"]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evidence_boundary = validate_record_evidence(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MeetingRecord.model_validate(boundary_payload),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638302464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C73FA-1D71-48E2-BF90-989AAEDE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C7D3B-3429-412E-A8C5-E1D0C8E7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D68C2-070A-40B1-946F-BA7E1FD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36B8C-4068-4545-9653-B080122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34108-057B-449E-87F6-DF0653BD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3F1C3-719D-4829-B5DE-527CDAAB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015B5-9B39-4311-922B-A6515977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4BE44-9162-42B2-B578-531F1B12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tests/test_day2_meeting_workflow.py -k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EAF19-0BDC-47B1-A621-7207C793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output/course-labs/day2-v2/07_human_review.json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FF8A7-C330-428E-BE55-0C4E31DA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approve는 MD·email draft를 만들지만 external_write=false를 유지한다.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07_human_review.json의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848113650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C9E39-9734-4936-B52A-219B4F3C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A428B-FB3D-4CCA-9DEE-9DFCB36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3226C-F40B-4309-A690-10298C2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382A3-B31D-4F90-BAA7-94E34DC9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51E9D-D314-4224-B020-8EC3A3D8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8F90A-00C7-4BF9-B5C1-9128DCAB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B497F-26AD-4A71-AE8B-109D8E83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reject·unknown evidence·정책 위반은 외부 반영 없이 HOLD다.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45424-59F3-4D28-889B-56B34E1A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CC44A-9ED5-4B99-A45E-DFE6EFB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"output/course-labs/day2-v2/07_human_review.json"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7BBD5-90BF-41E0-A695-886E417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675101817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3437E-B7C6-4D64-AE02-7B22ED3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69905-1943-461E-B03C-34D0ED7E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FEAF3-88EC-4351-A410-CAE3F443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15E87-DB2B-4B1A-B2F5-D1164DE4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D72BA-0A12-498B-AA8B-AD5A1131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F453D-DA0B-40C4-A944-3B85A352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B2828-28AD-4BAA-9035-06DA97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5C897-0994-40D7-94D4-5EFF1C56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257ED-7C68-4B09-8DBC-636BAE9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approve는 MD·email draft를 만들지만 external_write=false를 유지한다.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2677C-F1CB-4488-9820-F43599A7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59B69-88DF-46F6-B933-526B82B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440EE-B24D-4206-9CA9-22AE1098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src/course_services/day2_meeting_workflow.py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C3F7B-0EE5-44DB-889F-C6A7A32C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A6B78-A08B-4392-AF46-9EE94853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02C54-38D2-48F7-9D36-64C848AD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BF33E-9BCD-4028-98CC-679B7647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2FBB7-B97F-4979-B130-D5B22F16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B55F9-F03F-4FCC-9C29-D5AF084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763796078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D3231-8E73-43B1-A027-E8799C63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4F86B-33FE-4860-84ED-8C5424D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7DD21-96BE-4C22-868E-1073A041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A17D4-BB7D-4EDE-882F-484F1480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0593A-1041-4686-B235-05BC12CE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C3732-6E0C-4E12-B148-DA74F25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D7CDF-C052-4AE5-AC8F-304FC967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7FF3D-5FE2-4F0A-89BD-14BEF76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6320B-99AD-4EFE-8A31-AAB0CABD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reject·unknown evidence·정책 위반은 외부 반영 없이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0BCA9-43E6-4F0D-9A0F-BAF644D7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7ED61-BCFC-4F08-B07D-6E64430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95620-EBD8-45D1-8ADE-B2010A1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699B0-BE3D-4A68-AE80-80883A4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0D444-4D1F-4BC7-8279-9CC6584D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8A766-94F1-4426-9702-D4ABB2E5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7B0D1-C80B-43B0-8A63-88BFD93A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01D8B-8ECF-4081-A213-35A6E55D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5B966-8AB8-4080-8E2C-91DEABE2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reject·unknown evidence·정책 위반은 외부 반영 없이 HOLD다.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340703636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E27DC-B354-4323-9E15-5A38E7AE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00E01-D004-4096-9FFA-E621898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90B13-8A93-48B1-9475-73117AD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D6308-23E2-48C7-B845-BAD0B66A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14AE2-D016-4192-931A-FF498957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B2741-8C5D-4838-B847-1ED7E1B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F8B16-E336-44BC-B002-C329C88B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원문·담당·기한·톤을 확인한 뒤에만 공유를 준비하는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24A5B-346C-4954-A6E7-CF18F90E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606E8-AD8C-40A2-8FA7-0AE42515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BBF31-0B04-40F7-901A-F9183C8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C4F3E-531E-4C5E-96F2-0B04A52B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5F862-19F4-4A6F-8169-6FE6FBD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667FB-D6EB-4071-A7D8-AF5A75F6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원문·담당·기한·톤을 확인한 뒤에만 공유를 준비하는 흐름의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0B57F-66BC-4463-99F6-ECAFFB1A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7D82D-7DAF-4DA2-9DE5-92799CE6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C103B-2DBC-4932-A1FF-CAE008AF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4D663-309E-42D6-998A-71526C91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EC0F5-C848-452A-9D93-35448276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7E9A6-0A4E-45B6-B12C-B835A2C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86026982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FC7DE-1EEE-47C2-AFBD-8643D25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E13A5-24BE-4908-B3E4-584CE35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E4626-75E4-4D88-AF9E-15D7552D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141BB-441C-4FA6-BFE9-ACB285E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D8F3E-BA2F-4AAE-9544-20790703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F7C19-6E7B-41CD-AD86-331F23DB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FBE49-0B69-4A2A-8EE5-B10F2DDC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1CDDC-BC17-43D5-A60A-0BC9F298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F3EFC-9FF1-4B62-9D33-2A347987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C20C8-0D94-40FC-8EF1-043B335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READY를 사람 승인으로 오해해 Notion·Confluence·이메일에 바로 쓴다.의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F2BE5-80CD-48DD-839B-F9F26ED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32FC8-2FBE-46DB-8228-88279AC2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1585-9445-46E1-93C5-613315BC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365CA-0308-4350-AE39-BEFF84D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3DAC6-6A5F-4C8B-B523-B6A8817A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16101-BD68-44BB-B1CF-5E7F1047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approve·edit·reject·unknown evidence·미승인 export를 각각 상태 전이 test로 고정한다.의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1BDB2-4799-4447-BD82-0155E8D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37793-DCA8-4E66-8EF9-6FCE183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C16CA-0856-4A20-A5A4-1088743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720237740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D426B-07B2-4C8A-AC81-14C5010D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5774A-B7F6-4921-A205-7688E3BA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2B761-1ED0-4E45-B26B-1B99617D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CD148-95B9-4ED7-96AC-D0DFADA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F7FF0-E58C-4B04-B044-F0D409AC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AF536-850D-443A-9ED1-2EE7A254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2CA53-EF1B-4D89-8BA3-619D2A26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60B18-2EF3-44D7-A87B-010BB3AC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C695A-A45F-4932-AD1F-2272CC4A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approve는 MD·email draft를 만들지만 external_write=false를 유지한다.로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0E081-B805-4502-BDDC-BA9D2972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8557D-5A3A-485F-B489-33CA1832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A0FAB-78DE-4D44-8700-5DDA802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사람 검증의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9634C-7632-4C8E-B639-283CD30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F1AB5-F13F-41EA-8084-3FEA7FBA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CDAF7-FF5E-4472-923C-23DAAE3D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READY를 사람 승인으로 오해해 Notion·Confluence·이메일에 바로 쓴다. 발생 시 07_human_review.json에서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4771E-284A-41B3-9D83-1D9D5714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E015A-6BFE-4A08-908C-8F5101E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91E17-8D0C-46BA-B390-6CFF8F33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503159777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E98CE-A6D2-4317-8B70-54E45B50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5E4E5-3A5A-4D64-B02E-5278944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FD94E-93B5-4854-85B4-56D57078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A9741-2124-4052-8164-CC0AB206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D3BCF-E3D3-41CA-B0E4-31678744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2CC1B-E4B5-4FC8-B8EC-D2A506E6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1FA9B-01DF-41F3-8E5D-349E8CD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B3A43-4C08-4C7F-A824-FA25E871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C2E8C-C545-42DC-AE8B-806F46F6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LangGraph 사람 검증이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C3EFB-EC39-4270-9F01-307C9B4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E79E8-A040-4263-B4D7-C6DF0A27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58A0A-72DA-4C11-A6E3-8588012E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tests/test_day2_meeting_workflow.py -k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2A294-647F-4BB3-B9C2-07246031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2690F-843E-4DF7-9EDF-B544A7BF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E6FEE-F203-4550-85E6-FDAEA6C0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07_human_review.json과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BEED1-EA09-48D1-9B40-B3F8FD0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Desktop 선물 패키지</a:t>
            </a:r>
          </a:p>
        </p:txBody>
      </p:sp>
    </p:spTree>
    <p:extLst>
      <p:ext uri="{BB962C8B-B14F-4D97-AF65-F5344CB8AC3E}">
        <p14:creationId xmlns:p14="http://schemas.microsoft.com/office/powerpoint/2010/main" val="1842104124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8CA34-AA01-4003-82CE-DEF343FC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6422E-02A6-45FC-B6B1-85623FAA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Desktop 선물 패키지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D0FFC-C4BA-4E57-A5F0-AE2BD5D1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8차시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9B593-4A76-4E46-9BCA-57491C12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16:40-17:30  (쉬는 시간·Q&amp;A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E8F82-7F2C-428D-8887-4106F25C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Desktop app · Container · 08_export_drafts.json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0CD79-FC71-4A03-8FF0-95AD99E0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511DE-A863-48F8-A7FC-036291B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1A277-1FCA-4572-8853-858798DA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Desktop 선물 패키지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37FD7-0840-48CE-8DDC-467237B9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79D51-178A-4EEB-A7EA-32ED249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desktop-app/meeting-intelligence/README.md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desktop-app/meeting-intelligence/docker-compose.yml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F7E5F-63CC-463F-9DB7-626CD3B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98487-0719-4AB1-9587-B1C9FB6E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08_export_drafts.json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354E6-E3EB-4198-8A4C-7CEFB991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회의기록 Agent 제작 · 8차시</a:t>
            </a:r>
          </a:p>
        </p:txBody>
      </p:sp>
    </p:spTree>
    <p:extLst>
      <p:ext uri="{BB962C8B-B14F-4D97-AF65-F5344CB8AC3E}">
        <p14:creationId xmlns:p14="http://schemas.microsoft.com/office/powerpoint/2010/main" val="827575817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B81E1-AADA-4C57-BC91-9693833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CE31F-CF48-47F9-A058-F5536EA9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EC9B6-0C73-40CC-B752-2E51B7E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45D6C-EAB0-43A0-91FA-78349F6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EFFB6-CA84-4A17-83BA-6383B3C3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9BA9C-8AA9-4FE3-BF42-9AE218CF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19CFD-FB8C-4272-80B1-71E6AD0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060FB-FE06-4CF8-8864-84C0D041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617A0-31ED-4EE8-829F-7CE87DA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07_human_review.json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A507D-AE88-4228-A9BD-63C22E5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C2AAC-0955-4E3C-A278-1357EB93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CC9C5-41DE-4260-A1FF-560DB50A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992C7-071D-4D0F-B7A5-5402235E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3BD31-0279-43A8-ABFF-979E5FEC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210E4-1B04-46CF-99B6-1C9A12B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AB107-4EED-4947-B002-60F3798B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58309-FFA9-47EF-869A-F64046F2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AEA12-11B5-4DA3-ADA4-5F2BC790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17:30-18:00 쉬는 시간·Q&amp;A</a:t>
            </a:r>
          </a:p>
        </p:txBody>
      </p:sp>
    </p:spTree>
    <p:extLst>
      <p:ext uri="{BB962C8B-B14F-4D97-AF65-F5344CB8AC3E}">
        <p14:creationId xmlns:p14="http://schemas.microsoft.com/office/powerpoint/2010/main" val="71940785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87173-2ED4-4089-AABE-02C7D7EB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1594D-BC2E-49A0-B3E0-680589E5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BDE71-3DD8-40C1-B9F0-91743FFD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1C23E-FDB5-4F05-8724-12625E15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66FF6-700A-4BD3-9354-931D74CA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DFA61-08D7-4A76-9CC8-430FCD7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일반인에게는 Notebook 성공보다 설치·첫 실행·오류 복구·결과 저장이 서비스의 품질이다.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A4E6C-73FC-4134-B5EC-2B5ED9DE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 선택에서 08_export_drafts.json까지,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51BB9-AB8B-41EB-B0A1-2738C97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02B24-561D-4BA0-B4AA-AFDACA29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08_export_drafts.json</a:t>
            </a:r>
          </a:p>
        </p:txBody>
      </p:sp>
    </p:spTree>
    <p:extLst>
      <p:ext uri="{BB962C8B-B14F-4D97-AF65-F5344CB8AC3E}">
        <p14:creationId xmlns:p14="http://schemas.microsoft.com/office/powerpoint/2010/main" val="1682530209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6AE67-8322-4B40-A057-76956532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456DC-BE62-405C-B499-6A88B305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4E422-894E-4EC4-96E0-C32DC82A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4F8D2-DFA3-4E10-AA05-EF390D4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22ECA-C239-4BDB-9D55-DDBB8FC5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96F26-172F-4113-8B82-CFA4B7FB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9BC6E-41AB-4B9D-9E52-151F81D1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374FF-6925-47E2-9023-49A3DA2E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입력·도메인 맥락·결과 선택·사람 검증을 macOS·Windows 앱으로 전달한다.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D2FBA-9B54-4E77-8C9B-30AF8F4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DAFDB-4FCC-4E75-8731-2FC3BCE0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F935D-38AD-4036-A8B2-DBA80E08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강사의 로그인·캐시·경로에서만 되는 Demo를 배포 가능한 제품으로 오해한다.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860CA-C23E-414B-B945-058BC39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11376-9237-4D77-8A7A-49DCDB4F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F8ED8-2DF0-4900-93A1-87336A9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038001714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86D8D-EABB-4ECD-9D07-158A176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CAC3B-7FA4-4C8B-9659-467BA6D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6C141-7BFA-4D4C-BAE4-7E626E94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9EDD4-7F1F-4AF3-ABDC-A7F83ACF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8D97F-7FEF-4090-91DA-E3A6A85F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027BB-574D-4DCC-95C6-13FEF66B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B2CF1-CD38-482B-8A81-31D9B468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B3383-831E-46F6-B913-0684D74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F3E62-969C-4CFF-B79A-74C4EAF0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BBD3B-A71F-405E-873A-78FEA128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A89D5-40F9-47BD-9CEB-03312DA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811D8-30BA-40D5-9B65-CC637BCF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D527E-3AC4-4117-B84C-9B228853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FCD41-2D36-4C47-B4DA-C385729F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일반인이 입력과 결과를 다루는 로컬 프로그램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9ABBE-4587-416E-97C9-7150BF7F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17D03-10C7-459D-8C22-1E751770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EDF55-565A-42B2-9F92-C95997DB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4B74D-53D9-4E2E-AE95-644754C8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실행 환경을 묶은 단위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5EE60-B484-4A2D-9981-DDF9FFD1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EBD44-E1B9-4FB0-AAB9-CE47773C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Integration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E18C6-8B0B-4A50-8A47-232D3943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1D807-9B90-4CBD-B12A-DDB5F46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후 어떤 외부 도구에 쓸지의 계획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2EC29-8370-4694-B5E6-F3DFF7A5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3F0D0-F79A-4C82-8093-78AA202D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Unsigned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8A2F7-5678-42B6-AAF7-936AD4B5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A3296-290E-4E42-A5B0-108BEEEB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조직 코드 서명이 아직 없는 교육용 패키지</a:t>
            </a:r>
          </a:p>
        </p:txBody>
      </p:sp>
    </p:spTree>
    <p:extLst>
      <p:ext uri="{BB962C8B-B14F-4D97-AF65-F5344CB8AC3E}">
        <p14:creationId xmlns:p14="http://schemas.microsoft.com/office/powerpoint/2010/main" val="12435003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A3826-8D2C-44F7-9470-9068F334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B12E2-4783-49FC-9329-8A27B850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A3ED9-E4E4-4275-BA4F-68D289A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E3F61-991C-4B5B-B0B9-53A9D87F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32B65-4D4F-402D-ABC8-9261534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6369B-62CF-48A5-90CB-1FBA9544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52300-B04E-4426-A721-BF21B006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12DF6-B03B-43A6-9E25-6C4EABCE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FC45D-0797-457B-A49E-C19E072E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3A7DF-9FEB-4464-A164-A41D1525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AADF5-27D7-44B8-B3AA-41BC3D48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선택 → 도메인 맥락 → Workflow·Agent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AAE30-81E0-4C93-916A-DF0AE17F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7879C-C896-49F2-8BA5-2931D5A1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6DF3C-E915-4E7F-BC78-8E80DD3A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E5573-56B0-4BE5-AA0A-87D4F3AB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E2F5E-17C3-45D7-A638-95576040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4F5D9-CF96-4546-9A57-79D44F5A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중 하나로 MeetingRecord·MD·email draft를 만들고 검토 상태를 보여준다.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미로그인·STT 실패·미승인·MCP 쓰기 요청은 외부 쓰기 없이 HOLD다.</a:t>
            </a:r>
          </a:p>
        </p:txBody>
      </p:sp>
    </p:spTree>
    <p:extLst>
      <p:ext uri="{BB962C8B-B14F-4D97-AF65-F5344CB8AC3E}">
        <p14:creationId xmlns:p14="http://schemas.microsoft.com/office/powerpoint/2010/main" val="312944086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71393-0DFF-4B6E-9C86-531A3DEE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181B6-FB02-4C88-8A73-BD10A09B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13666-9BEE-4522-A625-0DE091C0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9434A-3CBB-44A2-A283-F9C576F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00180-A42E-44C9-8DA4-862F01EE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5FFCB-52FF-40BC-B889-48854D1A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17A89-584D-46FF-A2D8-C7854DCA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C321F-5896-4185-B803-569E779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EDFB8-8F9F-4F52-86D3-D8FAEDB7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06321-6A3C-4593-AF4B-5C85B85F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BEA37-9614-4A4F-B889-B03BCE7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5C7B5-5511-45C1-902B-1CCD501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8B54F-5B4D-42B1-B62F-0035BCEF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14BF7-A161-4A68-8190-8FAEEA9D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09763-96D1-4706-B3D0-AF78E640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Workflow·Agent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61D16-D51C-44B9-834D-90A194E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5753B-E07E-43D6-A7BE-7EB14D84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A64A6-D3BE-4B56-8769-76783845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0D09D-3BF4-4FD8-99C6-1FFEDA84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43CDB-A0DD-4540-B6E8-6E9B47C9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6065A-921D-42FD-9416-A21312C0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MD·email 초안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81C6C-9D06-405B-AE67-E580109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08_export_drafts.json에서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52559681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ED70D-8727-45F2-90D5-0044DD00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EDE76-91E5-42C6-ADBD-D9850A4F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8D9D-11A9-4000-9876-A219232E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70960-321C-4AFA-8913-8023BD6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E75F-66AD-4DA0-9F08-4BC60D30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E632-39FF-4E9D-B15F-85A140B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58CED-49AB-491B-AD5F-1F4BD20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D0CB0-8E25-46DD-8A69-14404CA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중 하나로 MeetingRecord·MD·email draft를 만들고 검토 상태를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A79AC-C5AF-4B1E-9851-8D6A0FB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3A32D-8654-4B83-82B7-B99FFB8B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C848-A108-4EFD-B082-B339DC5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미로그인·STT 실패·미승인·MCP 쓰기 요청은 외부 쓰기 없이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917B8-5758-4A55-A9FB-315CD917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B2B38-667A-4BC5-A4F6-5A8960E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25842-279A-459D-A5DB-8FAB9293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FB758-71B9-4EC0-B718-7257C66D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99B61-3BA5-4703-9B17-635CB556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562FF-B93C-45FE-A101-37DA9E8B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식별자·08_export_drafts.json</a:t>
            </a:r>
          </a:p>
        </p:txBody>
      </p:sp>
    </p:spTree>
    <p:extLst>
      <p:ext uri="{BB962C8B-B14F-4D97-AF65-F5344CB8AC3E}">
        <p14:creationId xmlns:p14="http://schemas.microsoft.com/office/powerpoint/2010/main" val="1472887022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81FCB-5150-4BC7-86B0-F4537DAD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9F343-056C-48BD-9576-A7D0CB45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EE8B5-6DF8-45D3-9944-B0F38C2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E25D4-9191-4536-ADCF-1D49B7C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EFB06-4A2E-419B-9EFD-005B548C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6C60A-C266-4FD1-8E99-A5B2EB80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21DC4-1469-449C-8EA3-DB2CD0F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4FC6D-1018-424E-94B8-2369DB7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F4705-321A-4845-A37E-C35852E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662F7-202A-46B1-9F72-EC265BF4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74047-D946-46CD-B12B-A68042E5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2E282-5A4F-4DA7-8BB9-5EEF3C2B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desktop-app/meeting-intelligence/docker-compose.yml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2CCC4-8915-406D-A3F5-63500BEA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7E809-D136-4CDF-A08B-82E1E18D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3AF63-EA66-4658-8D03-CFE9555E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845EB-0893-481B-9EE0-6CDBEE2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54A36-28D9-4089-B12A-2530DAF7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E36AA-B6A2-47AC-AE20-9D8999EF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output/course-labs/day2-v2/08_export_drafts.json</a:t>
            </a:r>
          </a:p>
        </p:txBody>
      </p:sp>
    </p:spTree>
    <p:extLst>
      <p:ext uri="{BB962C8B-B14F-4D97-AF65-F5344CB8AC3E}">
        <p14:creationId xmlns:p14="http://schemas.microsoft.com/office/powerpoint/2010/main" val="1389449326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F4118-1957-4C77-97A5-F2113B8E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45D29-027D-4D9C-AB7D-90A52BD3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3D99D-6BB1-4CC2-B450-50B2EF7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98BCD-82EA-44EE-98C4-EFDE1315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C8E12-4563-43A5-9AD8-030E96B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9714C-185E-4799-B010-D130A56E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6EE67-085A-4ACE-BB62-C37CC78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82848-1D27-4FB6-AE28-684F8934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일반인이 입력과 결과를 다루는 로컬 프로그램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58B0B-F174-4153-BFCC-56EBF6DE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68825-593C-49A2-A599-D32F0F8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desktop-app/meeting-intelligence/README.md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5011A-F3D8-4DB2-8256-C69FB34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7BAF0-02E6-4A8C-BB26-AA5E6E8B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같은 실행 환경을 묶은 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4A2C0-B393-4EBA-9171-21AE411B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D307F-C049-4153-BFF4-76A996ED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desktop-app/meeting-intelligence/docker-compose.yml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9BE20-591F-403B-8E9E-076B96C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Integration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08BAD-0079-41BF-9469-CFA873C7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승인 후 어떤 외부 도구에 쓸지의 계획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36786-1167-4368-958D-7B8B58A0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D733F-07A1-450E-B0B5-1EDBCC91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materials/day2/day2_service_lab.ipynb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E09FF-4084-4660-B9C8-FE69F6EA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Unsigned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0F01F-180B-47F1-BA61-686A12DA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조직 코드 서명이 아직 없는 교육용 패키지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D454B-72B6-45B4-97AF-464FAB0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889CF-33F4-486B-A3D8-27F1D9B9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output/course-labs/day2-v2/08_export_drafts.json</a:t>
            </a:r>
          </a:p>
        </p:txBody>
      </p:sp>
    </p:spTree>
    <p:extLst>
      <p:ext uri="{BB962C8B-B14F-4D97-AF65-F5344CB8AC3E}">
        <p14:creationId xmlns:p14="http://schemas.microsoft.com/office/powerpoint/2010/main" val="1039077745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15E140-7FFA-49EC-B661-945F332F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12FD9-CCF2-42FD-A91C-D5BE8841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57B3E-618A-4A4F-B0EA-72D3DFB0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D8ED6-9487-45C2-9CED-E4655077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DE650-7674-4E9D-B282-6BA6FFDA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4BABF-974F-42C1-A260-534FB0DA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7B65-5718-4BCC-BE45-24AA93E3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07348-174E-49F1-BC73-E4158B4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B3E09-729D-42E4-A331-3D1B447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90AE1-7501-4F33-844A-9C89A5A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5D5CB-58C4-42A8-97B7-47EE7AD1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CD791-C77A-4B84-B160-CCE360CA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E4150-336B-47C4-B510-3431C2A3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93683-F6D9-4B3C-9141-7B186A5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D4980-D05B-4AA1-AB3B-F30B0DE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B1FFA-519E-40B4-B2C9-04A6809E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선택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58031-34C4-4C0B-83B2-A2C6979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C7D22-A0A1-4DBB-A006-7F859F00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88A46-4C97-44CB-A22F-0B559C30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5AB7D-2D42-4F10-9D37-89B1ABB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Container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5B947-C6AD-4AAA-AD6D-2773EE2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3F303-ACDC-47FC-BC0F-B57BBA90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 맥락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1E534-48FC-45F2-A586-AC1522E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AD09B-9F71-4E8C-B82C-DF1912CC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0F598-CC4B-4CD8-9495-CF07FE59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99F92-5BC4-4DC0-B9EC-6DB2065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Integration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2CB86-2042-4AC5-B014-F2BC7733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C4CCB-1F1F-40D7-AF52-C7ADF7E7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Workflow·Agent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207CC-D470-4F85-A791-CAE6F55F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918B7-0506-4B60-93B2-6F41A72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A7208E-DDC8-49C0-839C-5C61452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A81F9-257D-450D-A979-53B49760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Unsigned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31627-8200-4402-845B-B4D511E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80FC74-0E12-4368-BADA-F456A95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검증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BC6D5A-8946-42AA-8C34-F95C1D2B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4F61FD-B527-4E32-85D9-EABF0DC4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61286991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D473B-AFD0-488D-92C4-D82B9C7E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828F7-C734-4EEE-8C1B-0D70AC04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E550A-C97A-4224-B814-1BFB5FA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024FF-044B-42F7-A2AE-D6B039B5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FBCB4-01EF-4ACA-ABEE-82063EE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38969-AC82-4C51-BD2A-CDB41304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0AC56-7BF4-4BDC-A60E-6BD35FE1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CE404-4F72-4C4F-913C-472BC9D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0720E-B69E-422D-A446-F9608BB8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강사의 로그인·캐시·경로에서만 되는 Demo를 배포 가능한 제품으로 오해한다.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92DC9-F7C1-43A9-B09D-CEDE2050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1444E-AF72-49C0-8F35-4F2B03D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강사의 로그인·캐시·경로에서만 되는 Demo를 배포 가능한 제품으로 오해한다. 상태에서는 08_export_drafts.json을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36EB8-CA57-4034-B64B-40A9E389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67226132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81444-7E2B-40CB-88DB-09923DAD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DB520-88B1-48CB-A8B0-B2A0D1D2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F0122-C0A5-45AF-BE27-3C85208C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9EDA8-F408-4CB2-89BE-0D191BFD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DB16F-8E65-4C34-A3EA-33E2DDE1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54D1A-A77B-43A4-8DA9-A8085F3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09927-E297-484A-817E-6287AA6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413E8-6A27-4401-85B2-4415127F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3FD72-FE61-4723-976E-48254F6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미로그인·STT 실패·미승인·MCP 쓰기 요청은 외부 쓰기 없이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39C56-77AB-49AE-A6D5-E17CD5A0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1B778-BE14-484B-B2AB-364A586F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37F44-E666-4D01-9842-13BE17F6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강사의 로그인·캐시·경로에서만 되는 Demo를 배포 가능한 제품으로 오해한다.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19C77-1B7B-49D2-83CC-511CA431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840B4-F3F5-46B2-B6EE-F768A18A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02573-A441-4D17-AEDC-4B66227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fixture 완주를 기본으로 두고 STT·Ollama·CLI·API를 선택 확장으로 분리한다.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CEC54-E410-4415-98F6-573D4DE9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BE70C-3F11-4A92-983F-ADE50BC1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7AC3A-A05A-4A1D-869B-38CD1890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08_export_drafts.json과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393364424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9C39B-75DB-4B36-989F-D06EA0B2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D2124-0BD3-4EC2-9259-25C98D24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05CDF-B6ED-438B-970C-D6B2617D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D10F3-7DEA-42EB-8D71-8ED2CD13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B6625-7954-43F1-B248-63D7604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BED76-8589-41A2-B1A3-D2E8541C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b71cdfd9f4d98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5F6F1-54E0-4906-90D8-DC524AC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desktop-app/meeting-intelligence/docker-compose.yml의 책임을 찾고 08_export_drafts.json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4B966-1138-457B-A0F7-34A803DE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Desktop 선물 패키지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864614613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9A855-EDC0-41D8-B6C2-81AF311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11D24-A72A-40FF-BFDD-7E512876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A8FDB-BF9B-47F1-A5AA-65815D4B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03349-B608-4A88-8EE3-AACEFEA7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CAB22-F0EF-461C-81FA-009A4E2F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129B8-9C5B-40B3-8B50-D4A95E38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BD6BD-CEED-4B49-A512-6EB5B203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CA9B2-490C-4577-BDE2-D64BE953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0F3E1-1DDB-4886-A560-5065DABA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API·UI·Docker·Windows EXE·macOS PKG가 같은 schema와 port를 쓰는지 검증한다.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4149E-B03A-4F17-923F-9C3F9EB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8797B-3E3B-46D6-88DE-0A9C9B4D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5EFC4-817D-4B50-B098-CFC55D92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desktop-app/meeting-intelligence/docker-compose.yml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9F386-6346-4E38-AF89-7861D65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BDA72-880F-4161-BEC1-EEDC4D0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4A344-3531-4E4A-A4EB-1CEA295F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중 하나로 MeetingRecord·MD·email draft를 만들고 검토 상태를 보여준다.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미로그인·STT 실패·미승인·MCP 쓰기 요청은 외부 쓰기 없이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23FB3-9B9A-4D5C-80B4-12133E84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772FF-6749-4A10-BD6F-6CE0B82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23962-DA61-411F-B903-B9396A6B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667303357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CF8B7-5402-4089-8FEC-E1FDE2E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90C4-9282-46F6-BF8C-A83EE056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2D791-334C-48EE-A206-5CD06E6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180AD-8C80-4E2E-BFE7-06CAFD35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9153B-31AA-479F-95AC-E197F06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221A-3F28-4AC3-9C18-7C0176BD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C5F7A-DE74-43D4-96C6-A9A498A6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477E1-AFC8-4966-9257-BF59B537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575A6-91AA-4286-82A5-1809A442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74801-7A9C-4F03-A630-68517BF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913D1-356A-43A8-90B3-2BAE5FF7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A0F9A-34A1-48A7-B192-053939EB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39DB1-64C5-4261-83DE-D9B66CF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FD5C5-F933-41F0-8528-D588B4F4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중 하나로 MeetingRecord·MD·email draft를 만들고 검토 상태를 보여준다.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BA5DE-4170-4662-892C-991ED52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280D7-1CFB-4C01-95A1-E9EBBEB9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E61FA-4C2F-4435-9B3E-F095EBF8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FFD8E-2AD4-4EA7-AFC7-AC95BF88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C8054-85F9-40B1-B111-C6302A3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CF5F2-EE4F-482D-8AC3-37B32CD2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FB755-7F36-4DB7-92CB-E8CDE486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731C7-7DCE-4E92-9BC8-36452686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714994765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8EB99-AB0D-4B45-91F7-13513438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7FAC5-00F4-471D-A8B3-DA9C6AAD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94B38-5074-41ED-8790-A50CA808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F501E-5494-4295-8431-FB93A9EE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1C546-2FFB-40D8-AD24-3002B7DF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6E52C-DE07-4EC9-B681-7574FBCC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65652-52DC-4297-B67E-3CB1BC3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E35BA-A9E8-4793-901D-6AD6648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6DC32-6FFF-4970-AA60-FF2BA32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desktop-app/meeting-intelligence/README.md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AC9D1-130D-4F79-A914-50FE3D32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6C91B-A43B-4257-946B-0898054D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D6CA3-80D9-4CFA-9237-13E4BE6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desktop-app/meeting-intelligence/docker-compose.yml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D7E1C-64DF-416C-B5F6-3510B9E3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5AF36-53AA-413C-9932-D667E4E9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319F9-34F9-478F-A721-8A89A3C4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cd desktop-app/meeting-intelligence &amp;&amp; python -m pytest -q &amp;&amp; go test ./...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924E7-300B-4FA4-8EB3-B721E3ED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9876F-96FD-4580-B98A-CADAC89B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05C31-7EE6-4B41-BC1E-B9EE32EF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세 입력 중 하나로 MeetingRecord·MD·email draft를 만들고 검토 상태를 보여준다.</a:t>
            </a:r>
          </a:p>
        </p:txBody>
      </p:sp>
    </p:spTree>
    <p:extLst>
      <p:ext uri="{BB962C8B-B14F-4D97-AF65-F5344CB8AC3E}">
        <p14:creationId xmlns:p14="http://schemas.microsoft.com/office/powerpoint/2010/main" val="729713092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EC392-0E86-43EF-98CB-98978C92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246F7-D07A-4FCB-8177-369AD47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033F0-CA1D-473B-92FC-2911969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84E1F-67EA-4E16-B2E9-20B7B5D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A3E30-60EC-4A94-B4FA-75C30157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A51A1-812F-4732-8DFE-C13F6982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51D15-86A3-4D18-9098-6516433C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93D9E-D975-4F78-8102-EDA8B04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528CB-070B-464E-8CB0-CE8FB202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cd desktop-app/meeting-intelligence &amp;&amp; python -m pytest -q &amp;&amp; go test ./...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71E27-A77E-4F97-B856-15D12A62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20284-7002-422D-B4F3-5211653C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809884002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E07DD-C2AC-4FC4-A4CA-62D2995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89715-E82A-4C7C-8674-76256ABE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FF1B4-17C4-4622-994D-1EBDBC8D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BC133-52BD-48D2-93D4-7B37471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8E197-D081-4EE1-BA11-583F6737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69825-C1BA-4D65-83C1-AEDB509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36AA7-61A7-4A05-AC2B-F68FD7C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D984B-C1C4-44A4-A167-BBD487F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"markdown_files":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"google_meet_text": "output/course-labs/day2-v2/08_google_meet_text_meeting.md",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"clovanote_txt": "output/course-labs/day2-v2/08_clovanote_txt_meeting.md",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"audio_stt": "output/course-labs/day2-v2/08_audio_stt_meeting.md"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"email_drafts":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"google_meet_text":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"subject": "[회의 기록] 배송 지연 회의 기록 자동화 범위 확정 회의 기록",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"audience": "internal",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"to":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"body": "안녕하세요, 회의 참석자 여러분.\n\n배송 지연 회의 기록 자동화 범위 확정 관련 회의 내용을 아래와 같이 정리했습니다.\n\n오늘은 배송 지연 회의 기록 자동화 범위를 확정하겠습니다. WISMO 문의를 우선 처리하고 환불 자동화는 보류하는 것이 좋겠습니다.\n\n[후속 조치]\n- 제가 9월 2일까지 고객 안내 문구를 정리해 공유하겠습니다. / 서연 / 2026-09-02\n\n담당자·기한·대외 공유 범위를 확인한 뒤 발송해 주세요.",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"send":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"external_write":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"human_recipient_check_required":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"clovanote_txt":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"subject": "[회의 기록] 배송 지연 회의 기록 자동화 범위 확정 회의 기록",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"audience": "internal",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"to":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"body": "안녕하세요, 회의 참석자 여러분.\n\n배송 지연 회의 기록 자동화 범위 확정 관련 회의 내용을 아래와 같이 정리했습니다.\n\n배송 지연 원인 분류를 1차 범위로 확정합니다. 운영팀 부담을 확인한 뒤 다음 범위를 결정하겠습니다.\n\n[후속 조치]\n- 제가 9월 3일까지 분류 기준을 작성하겠습니다. / 준호 / 2026-09-03\n\n담당자·기한·대외 공유 범위를 확인한 뒤 발송해 주세요.",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"send":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"external_write":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"human_recipient_check_required":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305908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1339C-BB9D-4F39-87D1-E93FE651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BBAF1-E58E-4A0F-A41C-7FB878AC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42CA2-9155-47D8-9376-0838254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80883-4BDC-46DF-95A0-EE3E903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8A49A-C0D6-4168-9509-0CFF0B58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965D4-856E-4E18-A65C-3BE95627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EAFC5-7DA0-4A2A-A67E-398001EE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146AB-955C-45F1-B212-B3D61F41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미로그인·STT 실패·미승인·MCP 쓰기 요청은 외부 쓰기 없이 HOLD다.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196D9-5A06-4650-9B54-C92AAA21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E5D32-15AA-4E74-8E53-46B6E00D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93DAD-C2AD-48E9-A50B-E9443254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완주를 기본으로 두고 STT·Ollama·CLI·API를 선택 확장으로 분리한다.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B0C69-AA2D-4803-83F0-EAEC9768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미로그인·STT 실패·미승인·MCP 쓰기 요청은 외부 쓰기 없이 HOLD다.</a:t>
            </a:r>
          </a:p>
        </p:txBody>
      </p:sp>
    </p:spTree>
    <p:extLst>
      <p:ext uri="{BB962C8B-B14F-4D97-AF65-F5344CB8AC3E}">
        <p14:creationId xmlns:p14="http://schemas.microsoft.com/office/powerpoint/2010/main" val="1669195427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F0C90-88AF-4B4F-9D17-AE617D85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67323-64DB-43E1-AE26-EA6C45EE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ED37-2058-4B79-9B87-754D7705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E427D-CA7F-4751-BB3E-931E219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BAFA-912C-4FEE-B4AC-D312CB5B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F1FEC-1FBC-4847-8F2A-B6477CE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14734-8494-428F-B38C-947A5188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CC2B6-B790-44DA-9368-9A96960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desktop-app/meeting-intelligence/docker-compose.yml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3CE0A-497E-4E86-80D5-CF90393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EF6ED-30E4-4E26-A3A1-F56B7D9E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3FED6-7172-43F9-8C92-6E6919C3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BE5C0-1762-47BA-AB78-0599A4A4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중 하나로 MeetingRecord·MD·email draft를 만들고 검토 상태를 보여준다.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저장</a:t>
            </a:r>
          </a:p>
        </p:txBody>
      </p:sp>
    </p:spTree>
    <p:extLst>
      <p:ext uri="{BB962C8B-B14F-4D97-AF65-F5344CB8AC3E}">
        <p14:creationId xmlns:p14="http://schemas.microsoft.com/office/powerpoint/2010/main" val="1028426941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17FE1-A642-48CC-B983-4465BF88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DFC21-8803-4C81-9E7E-22B913A8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BD69F-9D48-409C-B11B-8EC6D160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BE383-2A07-400D-B69F-F752C2A4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3E2B0-F3B2-4F31-8257-B5A992ED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78F0C-85E0-4DE7-9323-F03899D2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AB5E7-5544-438E-990E-E73CA0D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materials/day2/day2_service_lab.ipynb · 8차시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FD985-578E-4138-A923-B45A65A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9680B-97CE-4C77-9B70-06D48B13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markdown_files = {}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email_drafts = {}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name, result in workflow_runs.items():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record = MeetingRecord.model_validate(result["record"])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markdown_text = result["exports"]["markdown"]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markdown_path = save_text(f"08_{name}_meeting.md", markdown_text)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markdown_files[name] = str(markdown_path.relative_to(ROOT))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email_drafts[name] = render_email_draft(record, audience="internal")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save_json("08_email_drafts.json", email_drafts)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focused_test = run_command(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sys.executable, "-m", "pytest", "-q", "tests/test_day2_meeting_workflow.py"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day1_suite = run_command(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sys.executable, "-m", "pytest", "-q",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"tests/test_day1_agent.py",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"tests/test_langchain_langgraph_lab.py",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"tests/test_meeting_agent_workflow.py",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"tests/test_openai_provider.py",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"tests/test_ollama_tool_agent.py",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60337083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5749C-918A-4A4A-A8B7-0901B34A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F1AAF-A0C6-4605-8D0F-0AC95A93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C2C62-D55A-4576-B29A-FE7A7771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FEEE9-A5FD-496B-A5C9-7A11596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9591D-2218-40CB-8E73-9D515E9F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525B9-C7AD-48DC-844A-68C4E4F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83EF6-4D0D-4F22-A3C3-7A29035F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667E1-2C12-42BB-A6A3-E4C3B918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cd desktop-app/meeting-intelligence &amp;&amp; python -m pytest -q &amp;&amp; go test ./...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F9541-6669-4310-90EB-210F2A7E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output/course-labs/day2-v2/08_export_drafts.json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BE78F-C2D0-4518-96EF-25D9CE1B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입력 중 하나로 MeetingRecord·MD·email draft를 만들고 검토 상태를 보여준다.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08_export_drafts.json의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345657940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F5488-DD67-4D0F-B7F7-7DCE6D13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A13A8-C70B-4BD7-B799-B25876DC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8B06A-3987-44DF-A206-06D26ABA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2194D-4DE0-4E91-9295-FC8D77FA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B33E2-8787-4C57-B848-7667672C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D4A43-41AB-4333-B0D3-A9AD8F25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9CD41-1EEE-4E06-8ECC-83280AD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미로그인·STT 실패·미승인·MCP 쓰기 요청은 외부 쓰기 없이 HOLD다.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E3693-F0EE-4172-941A-635B0C4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AEC42-1739-4B8D-9723-DE4BF5A8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"output/course-labs/day2-v2/08_export_drafts.json"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09603-5D14-47CD-AAB1-07EE1B87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862840392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793E7-6876-4A39-AC25-16421A22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2830B-0943-4938-A26B-7E167685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A2831-5715-49FB-AB4B-533F6A00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C2711-26CA-4BEC-AD62-06178E04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37375-E4E2-4B32-B520-7FD9D432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7DF01-A842-47CD-8A04-39C15AD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29262-C674-4694-9099-55901F01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A52A5-0529-461D-9AAE-0BFE199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2A034-E52C-428B-AFDC-FE1DDDE0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입력 중 하나로 MeetingRecord·MD·email draft를 만들고 검토 상태를 보여준다.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23810-B1AE-4D7B-A0F7-5AF19F7A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134E1-E025-489D-AC6B-3775B3B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EBEFD-5CB9-4B54-BCBD-D9F6058B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desktop-app/meeting-intelligence/README.md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ED047-E022-430F-8B5F-01A2C26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38093-260B-43C0-A0CA-772D91A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C3841-B5C0-45D5-B0A4-23A5441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32F89-901A-4F5F-AE04-E1D6A83E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E6896-F357-4CA3-8879-52B5547D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BFC15-0210-48BE-82A1-38D2222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402339304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004DC-4CA7-4701-BDEC-5B39E3FA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3B3D1-D01A-4E6E-82E2-30A710DC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B7266-CC88-4A13-B94A-82096553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AADDC-F3B2-4927-BFD1-CD7E0A70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1E7BA-9810-4487-946F-D3AD85D4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0863B-F78A-4308-86C6-72AF8F10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4FEA1-B751-4351-B467-2F3D966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66DC5-5458-4353-8FED-2CAA6237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F0F0B-0F33-4706-987F-4F7E6187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미로그인·STT 실패·미승인·MCP 쓰기 요청은 외부 쓰기 없이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777C6-35E0-4B2D-A7F5-CE9EEDDA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1874B-96DC-47A4-AF27-5CC3E7C2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8ED4F-778D-4BC4-8875-2E45A012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BA57C-492E-424A-90FD-26E11D4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44544-8E49-4234-B30C-D3C0A83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7E721-E526-4782-83DC-C886A92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D2634-EEB6-44CF-8DC0-CFE698BB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8E46E-4F4C-48BD-9EC9-E48A7CE7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2ECF9-F7C5-4825-8679-93F309F2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미로그인·STT 실패·미승인·MCP 쓰기 요청은 외부 쓰기 없이 HOLD다.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996597295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C2352-A19F-4E3E-AFDF-50681B8E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F83CB-BCD3-4FFF-B6C0-149BE0C9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752C1-2E1D-44D8-B68F-0E534B6C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5EFE3-6A3A-457A-AD99-2FE8CBD0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6AC3F-FE0D-475E-80A6-E3AE42E5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EFA47-6D46-4F45-8348-82935AD9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55151-FFDB-4452-A810-A4C89B2F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도구가 달라도 자신의 맥락과 톤을 유지하는 개인용 회의기록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939AE-6997-4FC4-A487-09194342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524B2-87B8-473C-9705-035D578B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748F4-FF86-4DC2-AEC0-6E009265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AA86D-CB33-4CAB-9A9B-F67879B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6ECE2-A290-48E7-93E8-00AEF93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C65F0-CCE8-4B9F-B4D3-5D39E9EF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도구가 달라도 자신의 맥락과 톤을 유지하는 개인용 회의기록 Agent의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E7D5B-C9B8-44E0-9D88-D87CF96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673A1-D492-467D-94D5-AAA698B8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2FB2C-C069-41A1-9963-7A347D8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6E1D3-2DC6-4082-BF23-A18D967C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355AB-9363-41AD-84CD-9D67E5DF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87DB8-7B20-4FAB-A49F-9944B33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15912004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3DB30-D150-4288-A11B-D51AFDD9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E073B-6D9B-4FB0-B82B-97F523B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8FBF9-09F0-4BA7-8F42-039C75C1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4D675-97CD-4109-A1F4-79E739A6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415E4-AB3E-40ED-8F0F-99F9C011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2DA0F-B1E6-4ECD-B47F-B3377357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6EE86-F4DE-410F-8E0E-82081C3C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1B2BD-3725-49D0-8C4A-2343671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66ABA-15CD-4448-AF3A-A878F150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42544-B0D6-43C8-95F3-39F6EBF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강사의 로그인·캐시·경로에서만 되는 Demo를 배포 가능한 제품으로 오해한다.의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70DE0-7652-442E-A848-E4270CB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FAB98-2382-4FEE-9256-134078FD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526E2-9677-47EE-8EFD-DBD6FEB6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E7C93-95CC-4C7E-A063-FC0F345C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3641E-1779-440E-8CE4-B6D9B3E4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DA094-976F-4377-B3D3-6AA65AC8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API·UI·Docker·Windows EXE·macOS PKG가 같은 schema와 port를 쓰는지 검증한다.의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B1E9E-7EC5-4A32-9210-9EC1E4B1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F4535-22F2-4EFA-9D5B-1BD147B3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42210-8E40-4403-A6FF-1B6F7F67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921503373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68D95-C72C-4AD3-808C-0FFB0C4A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9FBC5-3993-4934-A932-82138C75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FD805-3CB2-4C0B-848C-48005DD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4CBC7-7D4E-44D5-A9FD-52D1CD3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63214-55DD-418E-8FAB-CDD0071C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5442D-5A1F-41E6-B74B-EFFB3C71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E22C0-E10B-47AE-B985-FB2497F1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8D3CE-456C-4ED7-8C50-62C68D5A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C0D7E-DD36-4671-85D6-1561F34D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세 입력 중 하나로 MeetingRecord·MD·email draft를 만들고 검토 상태를 보여준다.로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40EAE-73C0-446C-B222-3D1FF83B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BF254-466E-40D1-88BF-C19FC8F3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8C80B-4BD2-4F08-A81E-A67E5294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Desktop 선물 패키지의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5AAFF-8119-4DD1-8188-E31A882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0E143-6739-4077-8A37-3E7FED08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BE053-A3BD-49AA-8BCC-59D051B2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강사의 로그인·캐시·경로에서만 되는 Demo를 배포 가능한 제품으로 오해한다. 발생 시 08_export_drafts.json에서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94CA9-7229-40D1-84CC-A067E2A9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DF109-2016-4BB1-9EC0-A3B147F2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2E6DB-DFF1-41BD-B448-F3992030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783198131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C5B3B-A936-4538-8883-C27BD83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08_export_drafts.json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1BD97-43E6-416D-B7E2-C42A0678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321EB-4514-47D7-AD2E-FE389E86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D2301-DF07-40D9-8AE1-C66A279B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Well-being Meeting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4BEE3-9C5A-49AB-92BB-88F3317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F43EA-C75D-4EDD-A253-C527460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EBAD1-9F9A-4024-9283-9DA5448E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60382-3A83-47D0-9E86-0DD6264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100C5-3EFF-49B2-8872-D93038EA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Desktop 선물 패키지이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5883D-E9BE-4D91-A41D-B6F5DBA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3BCF5-9C60-486A-98B7-D4AFBB74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3DA5B-ADB6-4CBF-B86A-928266C1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cd desktop-app/meeting-intelligence &amp;&amp; python -m pytest -q &amp;&amp; go test ./...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55B7D-4F9B-4175-98F8-1486359F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8F7E0-C90C-45CC-A60F-62554C8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A81CE-5AE5-4F3B-8468-3792184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08_export_drafts.json과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56291-31B0-4E56-A14C-98F2B1CD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17:30-18:00 쉬는 시간·Q&amp;A</a:t>
            </a:r>
          </a:p>
        </p:txBody>
      </p:sp>
    </p:spTree>
    <p:extLst>
      <p:ext uri="{BB962C8B-B14F-4D97-AF65-F5344CB8AC3E}">
        <p14:creationId xmlns:p14="http://schemas.microsoft.com/office/powerpoint/2010/main" val="193909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2026-08-29T18:15:21.9310000Z</dcterms:created>
  <dcterms:modified xsi:type="dcterms:W3CDTF">2026-08-29T18:15:21.9310000Z</dcterms:modified>
</coreProperties>
</file>