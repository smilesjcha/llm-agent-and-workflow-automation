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  <Override PartName="/ppt/slides/slide221.xml" ContentType="application/vnd.openxmlformats-officedocument.presentationml.slide+xml"/>
  <Override PartName="/ppt/notesSlides/notesSlide221.xml" ContentType="application/vnd.openxmlformats-officedocument.presentationml.notesSlide+xml"/>
  <Override PartName="/ppt/slides/slide222.xml" ContentType="application/vnd.openxmlformats-officedocument.presentationml.slide+xml"/>
  <Override PartName="/ppt/notesSlides/notesSlide222.xml" ContentType="application/vnd.openxmlformats-officedocument.presentationml.notesSlide+xml"/>
  <Override PartName="/ppt/slides/slide223.xml" ContentType="application/vnd.openxmlformats-officedocument.presentationml.slide+xml"/>
  <Override PartName="/ppt/notesSlides/notesSlide223.xml" ContentType="application/vnd.openxmlformats-officedocument.presentationml.notesSlide+xml"/>
  <Override PartName="/ppt/slides/slide224.xml" ContentType="application/vnd.openxmlformats-officedocument.presentationml.slide+xml"/>
  <Override PartName="/ppt/notesSlides/notesSlide224.xml" ContentType="application/vnd.openxmlformats-officedocument.presentationml.notesSlide+xml"/>
  <Override PartName="/ppt/slides/slide225.xml" ContentType="application/vnd.openxmlformats-officedocument.presentationml.slide+xml"/>
  <Override PartName="/ppt/notesSlides/notesSlide225.xml" ContentType="application/vnd.openxmlformats-officedocument.presentationml.notesSlide+xml"/>
  <Override PartName="/ppt/slides/slide226.xml" ContentType="application/vnd.openxmlformats-officedocument.presentationml.slide+xml"/>
  <Override PartName="/ppt/notesSlides/notesSlide226.xml" ContentType="application/vnd.openxmlformats-officedocument.presentationml.notesSlide+xml"/>
  <Override PartName="/ppt/slides/slide227.xml" ContentType="application/vnd.openxmlformats-officedocument.presentationml.slide+xml"/>
  <Override PartName="/ppt/notesSlides/notesSlide227.xml" ContentType="application/vnd.openxmlformats-officedocument.presentationml.notesSlide+xml"/>
  <Override PartName="/ppt/slides/slide228.xml" ContentType="application/vnd.openxmlformats-officedocument.presentationml.slide+xml"/>
  <Override PartName="/ppt/notesSlides/notesSlide228.xml" ContentType="application/vnd.openxmlformats-officedocument.presentationml.notesSlide+xml"/>
  <Override PartName="/ppt/slides/slide229.xml" ContentType="application/vnd.openxmlformats-officedocument.presentationml.slide+xml"/>
  <Override PartName="/ppt/notesSlides/notesSlide229.xml" ContentType="application/vnd.openxmlformats-officedocument.presentationml.notesSlide+xml"/>
  <Override PartName="/ppt/slides/slide230.xml" ContentType="application/vnd.openxmlformats-officedocument.presentationml.slide+xml"/>
  <Override PartName="/ppt/notesSlides/notesSlide230.xml" ContentType="application/vnd.openxmlformats-officedocument.presentationml.notesSlide+xml"/>
  <Override PartName="/ppt/slides/slide231.xml" ContentType="application/vnd.openxmlformats-officedocument.presentationml.slide+xml"/>
  <Override PartName="/ppt/notesSlides/notesSlide231.xml" ContentType="application/vnd.openxmlformats-officedocument.presentationml.notesSlide+xml"/>
  <Override PartName="/ppt/slides/slide232.xml" ContentType="application/vnd.openxmlformats-officedocument.presentationml.slide+xml"/>
  <Override PartName="/ppt/notesSlides/notesSlide232.xml" ContentType="application/vnd.openxmlformats-officedocument.presentationml.notesSlide+xml"/>
  <Override PartName="/ppt/slides/slide233.xml" ContentType="application/vnd.openxmlformats-officedocument.presentationml.slide+xml"/>
  <Override PartName="/ppt/notesSlides/notesSlide233.xml" ContentType="application/vnd.openxmlformats-officedocument.presentationml.notesSlide+xml"/>
  <Override PartName="/ppt/slides/slide234.xml" ContentType="application/vnd.openxmlformats-officedocument.presentationml.slide+xml"/>
  <Override PartName="/ppt/notesSlides/notesSlide234.xml" ContentType="application/vnd.openxmlformats-officedocument.presentationml.notesSlide+xml"/>
  <Override PartName="/ppt/slides/slide235.xml" ContentType="application/vnd.openxmlformats-officedocument.presentationml.slide+xml"/>
  <Override PartName="/ppt/notesSlides/notesSlide235.xml" ContentType="application/vnd.openxmlformats-officedocument.presentationml.notesSlide+xml"/>
  <Override PartName="/ppt/slides/slide236.xml" ContentType="application/vnd.openxmlformats-officedocument.presentationml.slide+xml"/>
  <Override PartName="/ppt/notesSlides/notesSlide236.xml" ContentType="application/vnd.openxmlformats-officedocument.presentationml.notesSlide+xml"/>
  <Override PartName="/ppt/slides/slide237.xml" ContentType="application/vnd.openxmlformats-officedocument.presentationml.slide+xml"/>
  <Override PartName="/ppt/notesSlides/notesSlide237.xml" ContentType="application/vnd.openxmlformats-officedocument.presentationml.notesSlide+xml"/>
  <Override PartName="/ppt/slides/slide238.xml" ContentType="application/vnd.openxmlformats-officedocument.presentationml.slide+xml"/>
  <Override PartName="/ppt/notesSlides/notesSlide238.xml" ContentType="application/vnd.openxmlformats-officedocument.presentationml.notesSlide+xml"/>
  <Override PartName="/ppt/slides/slide239.xml" ContentType="application/vnd.openxmlformats-officedocument.presentationml.slide+xml"/>
  <Override PartName="/ppt/notesSlides/notesSlide239.xml" ContentType="application/vnd.openxmlformats-officedocument.presentationml.notesSlide+xml"/>
  <Override PartName="/ppt/slides/slide240.xml" ContentType="application/vnd.openxmlformats-officedocument.presentationml.slide+xml"/>
  <Override PartName="/ppt/notesSlides/notesSlide2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cd305c51f2422f" /><Relationship Type="http://schemas.openxmlformats.org/officeDocument/2006/relationships/extended-properties" Target="/docProps/app.xml" Id="Rfbc12fdbe59146a6" /><Relationship Type="http://schemas.openxmlformats.org/officeDocument/2006/relationships/officeDocument" Target="/ppt/presentation.xml" Id="Re64c91a0a80746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2a2b7c2aa94927"/>
  </p:sldMasterIdLst>
  <p:notesMasterIdLst>
    <p:notesMasterId xmlns:r="http://schemas.openxmlformats.org/officeDocument/2006/relationships" r:id="R9f1bf90c4aeb41ef"/>
  </p:notesMasterIdLst>
  <p:sldIdLst>
    <p:sldId xmlns:r="http://schemas.openxmlformats.org/officeDocument/2006/relationships" id="256" r:id="R4d92a9fdf2a94ed7"/>
    <p:sldId xmlns:r="http://schemas.openxmlformats.org/officeDocument/2006/relationships" id="257" r:id="Rfac824305aae47fa"/>
    <p:sldId xmlns:r="http://schemas.openxmlformats.org/officeDocument/2006/relationships" id="258" r:id="R34bb1a311da34808"/>
    <p:sldId xmlns:r="http://schemas.openxmlformats.org/officeDocument/2006/relationships" id="259" r:id="Ra1cc5ef213df4da1"/>
    <p:sldId xmlns:r="http://schemas.openxmlformats.org/officeDocument/2006/relationships" id="260" r:id="R18cdfd14878c4969"/>
    <p:sldId xmlns:r="http://schemas.openxmlformats.org/officeDocument/2006/relationships" id="261" r:id="R1073fa572a2f408d"/>
    <p:sldId xmlns:r="http://schemas.openxmlformats.org/officeDocument/2006/relationships" id="262" r:id="Raa3c623067ae4fac"/>
    <p:sldId xmlns:r="http://schemas.openxmlformats.org/officeDocument/2006/relationships" id="263" r:id="Ra00e57826f2545b1"/>
    <p:sldId xmlns:r="http://schemas.openxmlformats.org/officeDocument/2006/relationships" id="264" r:id="R57ebecf1a29247a2"/>
    <p:sldId xmlns:r="http://schemas.openxmlformats.org/officeDocument/2006/relationships" id="265" r:id="R4e43417ee22e4b48"/>
    <p:sldId xmlns:r="http://schemas.openxmlformats.org/officeDocument/2006/relationships" id="266" r:id="R83f76415df194272"/>
    <p:sldId xmlns:r="http://schemas.openxmlformats.org/officeDocument/2006/relationships" id="267" r:id="Rbd29528d15f64676"/>
    <p:sldId xmlns:r="http://schemas.openxmlformats.org/officeDocument/2006/relationships" id="268" r:id="Rbbd3aa8f07714d1e"/>
    <p:sldId xmlns:r="http://schemas.openxmlformats.org/officeDocument/2006/relationships" id="269" r:id="Ra12c8230589e4bb5"/>
    <p:sldId xmlns:r="http://schemas.openxmlformats.org/officeDocument/2006/relationships" id="270" r:id="Rb4dfdc91fb31423f"/>
    <p:sldId xmlns:r="http://schemas.openxmlformats.org/officeDocument/2006/relationships" id="271" r:id="R613e134aa0184cd8"/>
    <p:sldId xmlns:r="http://schemas.openxmlformats.org/officeDocument/2006/relationships" id="272" r:id="Rbdb4ee623e9443cb"/>
    <p:sldId xmlns:r="http://schemas.openxmlformats.org/officeDocument/2006/relationships" id="273" r:id="R6bb71354e5734725"/>
    <p:sldId xmlns:r="http://schemas.openxmlformats.org/officeDocument/2006/relationships" id="274" r:id="R7c139d98773542f1"/>
    <p:sldId xmlns:r="http://schemas.openxmlformats.org/officeDocument/2006/relationships" id="275" r:id="Ra7ba11efc2d34e69"/>
    <p:sldId xmlns:r="http://schemas.openxmlformats.org/officeDocument/2006/relationships" id="276" r:id="R5b7adbe0d0a5485e"/>
    <p:sldId xmlns:r="http://schemas.openxmlformats.org/officeDocument/2006/relationships" id="277" r:id="Ra086f2d4a1184fe3"/>
    <p:sldId xmlns:r="http://schemas.openxmlformats.org/officeDocument/2006/relationships" id="278" r:id="R7f3a3fbf0a164a3d"/>
    <p:sldId xmlns:r="http://schemas.openxmlformats.org/officeDocument/2006/relationships" id="279" r:id="Rd89c3951214d480b"/>
    <p:sldId xmlns:r="http://schemas.openxmlformats.org/officeDocument/2006/relationships" id="280" r:id="R95b6f982ae8d429f"/>
    <p:sldId xmlns:r="http://schemas.openxmlformats.org/officeDocument/2006/relationships" id="281" r:id="Rb122ed83ef26478a"/>
    <p:sldId xmlns:r="http://schemas.openxmlformats.org/officeDocument/2006/relationships" id="282" r:id="Rf791981fbee348a1"/>
    <p:sldId xmlns:r="http://schemas.openxmlformats.org/officeDocument/2006/relationships" id="283" r:id="Rf45f6b4ffed04c5d"/>
    <p:sldId xmlns:r="http://schemas.openxmlformats.org/officeDocument/2006/relationships" id="284" r:id="R834006ce8d3043a1"/>
    <p:sldId xmlns:r="http://schemas.openxmlformats.org/officeDocument/2006/relationships" id="285" r:id="R3d689289b2f44473"/>
    <p:sldId xmlns:r="http://schemas.openxmlformats.org/officeDocument/2006/relationships" id="286" r:id="R48ff3e88c5ae4071"/>
    <p:sldId xmlns:r="http://schemas.openxmlformats.org/officeDocument/2006/relationships" id="287" r:id="Rb12b985cf62a4f26"/>
    <p:sldId xmlns:r="http://schemas.openxmlformats.org/officeDocument/2006/relationships" id="288" r:id="Rc58b26271ee54875"/>
    <p:sldId xmlns:r="http://schemas.openxmlformats.org/officeDocument/2006/relationships" id="289" r:id="Rc1069e4d43b844db"/>
    <p:sldId xmlns:r="http://schemas.openxmlformats.org/officeDocument/2006/relationships" id="290" r:id="R879bb1b0647842bd"/>
    <p:sldId xmlns:r="http://schemas.openxmlformats.org/officeDocument/2006/relationships" id="291" r:id="Rebd68c4014394b87"/>
    <p:sldId xmlns:r="http://schemas.openxmlformats.org/officeDocument/2006/relationships" id="292" r:id="R8ff56e70f65e4d90"/>
    <p:sldId xmlns:r="http://schemas.openxmlformats.org/officeDocument/2006/relationships" id="293" r:id="R750cb6fd2fec42db"/>
    <p:sldId xmlns:r="http://schemas.openxmlformats.org/officeDocument/2006/relationships" id="294" r:id="Rd1290dba1ca5472a"/>
    <p:sldId xmlns:r="http://schemas.openxmlformats.org/officeDocument/2006/relationships" id="295" r:id="R89728514effe485a"/>
    <p:sldId xmlns:r="http://schemas.openxmlformats.org/officeDocument/2006/relationships" id="296" r:id="Ra94f980f70974864"/>
    <p:sldId xmlns:r="http://schemas.openxmlformats.org/officeDocument/2006/relationships" id="297" r:id="R039bc1bf2f284aff"/>
    <p:sldId xmlns:r="http://schemas.openxmlformats.org/officeDocument/2006/relationships" id="298" r:id="R6be3a65f328e4076"/>
    <p:sldId xmlns:r="http://schemas.openxmlformats.org/officeDocument/2006/relationships" id="299" r:id="R191ce970d66347eb"/>
    <p:sldId xmlns:r="http://schemas.openxmlformats.org/officeDocument/2006/relationships" id="300" r:id="Ra35b951a46fa47e2"/>
    <p:sldId xmlns:r="http://schemas.openxmlformats.org/officeDocument/2006/relationships" id="301" r:id="R7732d29eecde4e7c"/>
    <p:sldId xmlns:r="http://schemas.openxmlformats.org/officeDocument/2006/relationships" id="302" r:id="R0ebe8927c6a74947"/>
    <p:sldId xmlns:r="http://schemas.openxmlformats.org/officeDocument/2006/relationships" id="303" r:id="Rd7d4d67b20ef4ae6"/>
    <p:sldId xmlns:r="http://schemas.openxmlformats.org/officeDocument/2006/relationships" id="304" r:id="R2c183e35be414338"/>
    <p:sldId xmlns:r="http://schemas.openxmlformats.org/officeDocument/2006/relationships" id="305" r:id="R9a7339129b9f433f"/>
    <p:sldId xmlns:r="http://schemas.openxmlformats.org/officeDocument/2006/relationships" id="306" r:id="R9bc1957214704502"/>
    <p:sldId xmlns:r="http://schemas.openxmlformats.org/officeDocument/2006/relationships" id="307" r:id="R431c22b4dcf8461d"/>
    <p:sldId xmlns:r="http://schemas.openxmlformats.org/officeDocument/2006/relationships" id="308" r:id="Rf3fcc3fe84684e10"/>
    <p:sldId xmlns:r="http://schemas.openxmlformats.org/officeDocument/2006/relationships" id="309" r:id="R1304fa1c9ee040b6"/>
    <p:sldId xmlns:r="http://schemas.openxmlformats.org/officeDocument/2006/relationships" id="310" r:id="R60ad924cad724dcb"/>
    <p:sldId xmlns:r="http://schemas.openxmlformats.org/officeDocument/2006/relationships" id="311" r:id="Rddb63aca7bc74913"/>
    <p:sldId xmlns:r="http://schemas.openxmlformats.org/officeDocument/2006/relationships" id="312" r:id="Rb071d34ac746428d"/>
    <p:sldId xmlns:r="http://schemas.openxmlformats.org/officeDocument/2006/relationships" id="313" r:id="Rf76e9fce91ac41e7"/>
    <p:sldId xmlns:r="http://schemas.openxmlformats.org/officeDocument/2006/relationships" id="314" r:id="R545d367e228444a8"/>
    <p:sldId xmlns:r="http://schemas.openxmlformats.org/officeDocument/2006/relationships" id="315" r:id="Rcb5958a92ee4485b"/>
    <p:sldId xmlns:r="http://schemas.openxmlformats.org/officeDocument/2006/relationships" id="316" r:id="R33e211abf87e4019"/>
    <p:sldId xmlns:r="http://schemas.openxmlformats.org/officeDocument/2006/relationships" id="317" r:id="R33b4c5b5a1b04a11"/>
    <p:sldId xmlns:r="http://schemas.openxmlformats.org/officeDocument/2006/relationships" id="318" r:id="Rc41dbc336e86495c"/>
    <p:sldId xmlns:r="http://schemas.openxmlformats.org/officeDocument/2006/relationships" id="319" r:id="R7a4854bd42bb4b6d"/>
    <p:sldId xmlns:r="http://schemas.openxmlformats.org/officeDocument/2006/relationships" id="320" r:id="R662d65e581b6419a"/>
    <p:sldId xmlns:r="http://schemas.openxmlformats.org/officeDocument/2006/relationships" id="321" r:id="R40a7810e82054154"/>
    <p:sldId xmlns:r="http://schemas.openxmlformats.org/officeDocument/2006/relationships" id="322" r:id="R83cbd298e12b47ff"/>
    <p:sldId xmlns:r="http://schemas.openxmlformats.org/officeDocument/2006/relationships" id="323" r:id="R127d3018046a4289"/>
    <p:sldId xmlns:r="http://schemas.openxmlformats.org/officeDocument/2006/relationships" id="324" r:id="R8621926c05f44449"/>
    <p:sldId xmlns:r="http://schemas.openxmlformats.org/officeDocument/2006/relationships" id="325" r:id="R033003e70e354447"/>
    <p:sldId xmlns:r="http://schemas.openxmlformats.org/officeDocument/2006/relationships" id="326" r:id="R935c2135b9c2457e"/>
    <p:sldId xmlns:r="http://schemas.openxmlformats.org/officeDocument/2006/relationships" id="327" r:id="R5d7dd7ae2632497c"/>
    <p:sldId xmlns:r="http://schemas.openxmlformats.org/officeDocument/2006/relationships" id="328" r:id="R857d857771e645e6"/>
    <p:sldId xmlns:r="http://schemas.openxmlformats.org/officeDocument/2006/relationships" id="329" r:id="R9e85afd11bec4412"/>
    <p:sldId xmlns:r="http://schemas.openxmlformats.org/officeDocument/2006/relationships" id="330" r:id="R6cad0c2edfd9438e"/>
    <p:sldId xmlns:r="http://schemas.openxmlformats.org/officeDocument/2006/relationships" id="331" r:id="Rb23c6267ab644a55"/>
    <p:sldId xmlns:r="http://schemas.openxmlformats.org/officeDocument/2006/relationships" id="332" r:id="R9c8eaed521d247f6"/>
    <p:sldId xmlns:r="http://schemas.openxmlformats.org/officeDocument/2006/relationships" id="333" r:id="R178ad3f89c594dba"/>
    <p:sldId xmlns:r="http://schemas.openxmlformats.org/officeDocument/2006/relationships" id="334" r:id="Rdb3a7cf22a8a4dbf"/>
    <p:sldId xmlns:r="http://schemas.openxmlformats.org/officeDocument/2006/relationships" id="335" r:id="R2a99fcc1113c4398"/>
    <p:sldId xmlns:r="http://schemas.openxmlformats.org/officeDocument/2006/relationships" id="336" r:id="R9bfce959de124949"/>
    <p:sldId xmlns:r="http://schemas.openxmlformats.org/officeDocument/2006/relationships" id="337" r:id="R439df95a80a5498e"/>
    <p:sldId xmlns:r="http://schemas.openxmlformats.org/officeDocument/2006/relationships" id="338" r:id="R75d3f914a50a4ab8"/>
    <p:sldId xmlns:r="http://schemas.openxmlformats.org/officeDocument/2006/relationships" id="339" r:id="R793a8926d3ef4f30"/>
    <p:sldId xmlns:r="http://schemas.openxmlformats.org/officeDocument/2006/relationships" id="340" r:id="Re689aba6c63a4cb9"/>
    <p:sldId xmlns:r="http://schemas.openxmlformats.org/officeDocument/2006/relationships" id="341" r:id="R17018c069eeb4099"/>
    <p:sldId xmlns:r="http://schemas.openxmlformats.org/officeDocument/2006/relationships" id="342" r:id="Rbdb2f73df682477e"/>
    <p:sldId xmlns:r="http://schemas.openxmlformats.org/officeDocument/2006/relationships" id="343" r:id="Ra52de5bdd0ee45c4"/>
    <p:sldId xmlns:r="http://schemas.openxmlformats.org/officeDocument/2006/relationships" id="344" r:id="R4e78b0dc75d24c3b"/>
    <p:sldId xmlns:r="http://schemas.openxmlformats.org/officeDocument/2006/relationships" id="345" r:id="R7a2633e978a54cba"/>
    <p:sldId xmlns:r="http://schemas.openxmlformats.org/officeDocument/2006/relationships" id="346" r:id="Re73e473fe7e84537"/>
    <p:sldId xmlns:r="http://schemas.openxmlformats.org/officeDocument/2006/relationships" id="347" r:id="R62b70edcfa794c6d"/>
    <p:sldId xmlns:r="http://schemas.openxmlformats.org/officeDocument/2006/relationships" id="348" r:id="Rdc6cdb3ac61e4297"/>
    <p:sldId xmlns:r="http://schemas.openxmlformats.org/officeDocument/2006/relationships" id="349" r:id="R1f258d5db64d43ec"/>
    <p:sldId xmlns:r="http://schemas.openxmlformats.org/officeDocument/2006/relationships" id="350" r:id="Re8a89b91967a4905"/>
    <p:sldId xmlns:r="http://schemas.openxmlformats.org/officeDocument/2006/relationships" id="351" r:id="Rbe4d27e6a5af4d17"/>
    <p:sldId xmlns:r="http://schemas.openxmlformats.org/officeDocument/2006/relationships" id="352" r:id="Rbe64fd82ac254e54"/>
    <p:sldId xmlns:r="http://schemas.openxmlformats.org/officeDocument/2006/relationships" id="353" r:id="R3295bb4c83084689"/>
    <p:sldId xmlns:r="http://schemas.openxmlformats.org/officeDocument/2006/relationships" id="354" r:id="R53e635007f6d4b18"/>
    <p:sldId xmlns:r="http://schemas.openxmlformats.org/officeDocument/2006/relationships" id="355" r:id="R2d2a7688a5ee4797"/>
    <p:sldId xmlns:r="http://schemas.openxmlformats.org/officeDocument/2006/relationships" id="356" r:id="Ra640c5445123403e"/>
    <p:sldId xmlns:r="http://schemas.openxmlformats.org/officeDocument/2006/relationships" id="357" r:id="R4e0b2d9473814d38"/>
    <p:sldId xmlns:r="http://schemas.openxmlformats.org/officeDocument/2006/relationships" id="358" r:id="R73452cd2909648ef"/>
    <p:sldId xmlns:r="http://schemas.openxmlformats.org/officeDocument/2006/relationships" id="359" r:id="Re9a0d8a1555d4d4d"/>
    <p:sldId xmlns:r="http://schemas.openxmlformats.org/officeDocument/2006/relationships" id="360" r:id="R7bd0a5a169ff49f0"/>
    <p:sldId xmlns:r="http://schemas.openxmlformats.org/officeDocument/2006/relationships" id="361" r:id="R7f2579d4dd9b4bcd"/>
    <p:sldId xmlns:r="http://schemas.openxmlformats.org/officeDocument/2006/relationships" id="362" r:id="Rb6295eba80d045f5"/>
    <p:sldId xmlns:r="http://schemas.openxmlformats.org/officeDocument/2006/relationships" id="363" r:id="Rb7cbe262437e4718"/>
    <p:sldId xmlns:r="http://schemas.openxmlformats.org/officeDocument/2006/relationships" id="364" r:id="R1d2e483b92a44c0b"/>
    <p:sldId xmlns:r="http://schemas.openxmlformats.org/officeDocument/2006/relationships" id="365" r:id="Rde452da6a2af4e52"/>
    <p:sldId xmlns:r="http://schemas.openxmlformats.org/officeDocument/2006/relationships" id="366" r:id="R8a177851147040a2"/>
    <p:sldId xmlns:r="http://schemas.openxmlformats.org/officeDocument/2006/relationships" id="367" r:id="Ra112c8af738b4ac0"/>
    <p:sldId xmlns:r="http://schemas.openxmlformats.org/officeDocument/2006/relationships" id="368" r:id="R0a73232ae6c84a04"/>
    <p:sldId xmlns:r="http://schemas.openxmlformats.org/officeDocument/2006/relationships" id="369" r:id="R03a564320fc74a7c"/>
    <p:sldId xmlns:r="http://schemas.openxmlformats.org/officeDocument/2006/relationships" id="370" r:id="Rde13af057c6a4a9a"/>
    <p:sldId xmlns:r="http://schemas.openxmlformats.org/officeDocument/2006/relationships" id="371" r:id="Ra418235bc1b1423e"/>
    <p:sldId xmlns:r="http://schemas.openxmlformats.org/officeDocument/2006/relationships" id="372" r:id="R31fdfe2dc3554a14"/>
    <p:sldId xmlns:r="http://schemas.openxmlformats.org/officeDocument/2006/relationships" id="373" r:id="R584aad89bd93490b"/>
    <p:sldId xmlns:r="http://schemas.openxmlformats.org/officeDocument/2006/relationships" id="374" r:id="Ree8d2a5d1cd54bee"/>
    <p:sldId xmlns:r="http://schemas.openxmlformats.org/officeDocument/2006/relationships" id="375" r:id="R121ffdea22b84dc6"/>
    <p:sldId xmlns:r="http://schemas.openxmlformats.org/officeDocument/2006/relationships" id="376" r:id="R1efb8c6545c74fd3"/>
    <p:sldId xmlns:r="http://schemas.openxmlformats.org/officeDocument/2006/relationships" id="377" r:id="R04e1ab66726a4752"/>
    <p:sldId xmlns:r="http://schemas.openxmlformats.org/officeDocument/2006/relationships" id="378" r:id="Rc3066188362844ae"/>
    <p:sldId xmlns:r="http://schemas.openxmlformats.org/officeDocument/2006/relationships" id="379" r:id="Ra7b3a9044471449d"/>
    <p:sldId xmlns:r="http://schemas.openxmlformats.org/officeDocument/2006/relationships" id="380" r:id="Ra327d55c279b4a12"/>
    <p:sldId xmlns:r="http://schemas.openxmlformats.org/officeDocument/2006/relationships" id="381" r:id="Rd7d4ac0af1344d3c"/>
    <p:sldId xmlns:r="http://schemas.openxmlformats.org/officeDocument/2006/relationships" id="382" r:id="R6120d2a224fd420a"/>
    <p:sldId xmlns:r="http://schemas.openxmlformats.org/officeDocument/2006/relationships" id="383" r:id="Rba09c184a72f48ea"/>
    <p:sldId xmlns:r="http://schemas.openxmlformats.org/officeDocument/2006/relationships" id="384" r:id="R357e78d26b18478d"/>
    <p:sldId xmlns:r="http://schemas.openxmlformats.org/officeDocument/2006/relationships" id="385" r:id="R6abd438099054c0f"/>
    <p:sldId xmlns:r="http://schemas.openxmlformats.org/officeDocument/2006/relationships" id="386" r:id="R0476082430614b8d"/>
    <p:sldId xmlns:r="http://schemas.openxmlformats.org/officeDocument/2006/relationships" id="387" r:id="R6b4674230c6e4a9c"/>
    <p:sldId xmlns:r="http://schemas.openxmlformats.org/officeDocument/2006/relationships" id="388" r:id="Rabef4e4fdbd34cb1"/>
    <p:sldId xmlns:r="http://schemas.openxmlformats.org/officeDocument/2006/relationships" id="389" r:id="R2031908b01f34728"/>
    <p:sldId xmlns:r="http://schemas.openxmlformats.org/officeDocument/2006/relationships" id="390" r:id="R1568ef3c968b463d"/>
    <p:sldId xmlns:r="http://schemas.openxmlformats.org/officeDocument/2006/relationships" id="391" r:id="R796bf1f2cf6d4c5a"/>
    <p:sldId xmlns:r="http://schemas.openxmlformats.org/officeDocument/2006/relationships" id="392" r:id="R52c7961caf24478d"/>
    <p:sldId xmlns:r="http://schemas.openxmlformats.org/officeDocument/2006/relationships" id="393" r:id="Refacecd46aa34855"/>
    <p:sldId xmlns:r="http://schemas.openxmlformats.org/officeDocument/2006/relationships" id="394" r:id="Re7f8727f8b674f89"/>
    <p:sldId xmlns:r="http://schemas.openxmlformats.org/officeDocument/2006/relationships" id="395" r:id="Rfb52b57f5eed41cf"/>
    <p:sldId xmlns:r="http://schemas.openxmlformats.org/officeDocument/2006/relationships" id="396" r:id="Rf8af9a27a6db4697"/>
    <p:sldId xmlns:r="http://schemas.openxmlformats.org/officeDocument/2006/relationships" id="397" r:id="Rd502f0668d514489"/>
    <p:sldId xmlns:r="http://schemas.openxmlformats.org/officeDocument/2006/relationships" id="398" r:id="Ra1382281e0224334"/>
    <p:sldId xmlns:r="http://schemas.openxmlformats.org/officeDocument/2006/relationships" id="399" r:id="R16bdb13efe8b4421"/>
    <p:sldId xmlns:r="http://schemas.openxmlformats.org/officeDocument/2006/relationships" id="400" r:id="R20b9a91dd3da47c1"/>
    <p:sldId xmlns:r="http://schemas.openxmlformats.org/officeDocument/2006/relationships" id="401" r:id="R0f87e49e98b647f9"/>
    <p:sldId xmlns:r="http://schemas.openxmlformats.org/officeDocument/2006/relationships" id="402" r:id="R35d94b14a91c455b"/>
    <p:sldId xmlns:r="http://schemas.openxmlformats.org/officeDocument/2006/relationships" id="403" r:id="R967b6ce3a14b49c6"/>
    <p:sldId xmlns:r="http://schemas.openxmlformats.org/officeDocument/2006/relationships" id="404" r:id="R395abecf9e5e4b82"/>
    <p:sldId xmlns:r="http://schemas.openxmlformats.org/officeDocument/2006/relationships" id="405" r:id="R393110d19a734e69"/>
    <p:sldId xmlns:r="http://schemas.openxmlformats.org/officeDocument/2006/relationships" id="406" r:id="R33a3a144c2aa4a3b"/>
    <p:sldId xmlns:r="http://schemas.openxmlformats.org/officeDocument/2006/relationships" id="407" r:id="Ra78f45d39d1d4907"/>
    <p:sldId xmlns:r="http://schemas.openxmlformats.org/officeDocument/2006/relationships" id="408" r:id="Rb3d0f48ecf3646f1"/>
    <p:sldId xmlns:r="http://schemas.openxmlformats.org/officeDocument/2006/relationships" id="409" r:id="R95460f53e0d04abb"/>
    <p:sldId xmlns:r="http://schemas.openxmlformats.org/officeDocument/2006/relationships" id="410" r:id="Re330e76e77774b81"/>
    <p:sldId xmlns:r="http://schemas.openxmlformats.org/officeDocument/2006/relationships" id="411" r:id="R2ec902a67d384e4d"/>
    <p:sldId xmlns:r="http://schemas.openxmlformats.org/officeDocument/2006/relationships" id="412" r:id="Re76aeea26bd44d18"/>
    <p:sldId xmlns:r="http://schemas.openxmlformats.org/officeDocument/2006/relationships" id="413" r:id="R7735b9259cc445fd"/>
    <p:sldId xmlns:r="http://schemas.openxmlformats.org/officeDocument/2006/relationships" id="414" r:id="Rd85a191c81d24971"/>
    <p:sldId xmlns:r="http://schemas.openxmlformats.org/officeDocument/2006/relationships" id="415" r:id="R5fe35a5511a0481e"/>
    <p:sldId xmlns:r="http://schemas.openxmlformats.org/officeDocument/2006/relationships" id="416" r:id="R4d5dbf95330e4a6f"/>
    <p:sldId xmlns:r="http://schemas.openxmlformats.org/officeDocument/2006/relationships" id="417" r:id="R521a05484e224eca"/>
    <p:sldId xmlns:r="http://schemas.openxmlformats.org/officeDocument/2006/relationships" id="418" r:id="R47018951a89f4732"/>
    <p:sldId xmlns:r="http://schemas.openxmlformats.org/officeDocument/2006/relationships" id="419" r:id="R89ff97fdda95401e"/>
    <p:sldId xmlns:r="http://schemas.openxmlformats.org/officeDocument/2006/relationships" id="420" r:id="R2f042ddbb7e74e92"/>
    <p:sldId xmlns:r="http://schemas.openxmlformats.org/officeDocument/2006/relationships" id="421" r:id="R61183b3317034348"/>
    <p:sldId xmlns:r="http://schemas.openxmlformats.org/officeDocument/2006/relationships" id="422" r:id="Rc613b5fa6bf84ca4"/>
    <p:sldId xmlns:r="http://schemas.openxmlformats.org/officeDocument/2006/relationships" id="423" r:id="Ra5f9bfcfdcaf4963"/>
    <p:sldId xmlns:r="http://schemas.openxmlformats.org/officeDocument/2006/relationships" id="424" r:id="Rb1d398f024874d20"/>
    <p:sldId xmlns:r="http://schemas.openxmlformats.org/officeDocument/2006/relationships" id="425" r:id="Rc991d52746e14eac"/>
    <p:sldId xmlns:r="http://schemas.openxmlformats.org/officeDocument/2006/relationships" id="426" r:id="R981e0f78e0554414"/>
    <p:sldId xmlns:r="http://schemas.openxmlformats.org/officeDocument/2006/relationships" id="427" r:id="Rc0f75797f50a40b0"/>
    <p:sldId xmlns:r="http://schemas.openxmlformats.org/officeDocument/2006/relationships" id="428" r:id="R954f9b0ad1b7473d"/>
    <p:sldId xmlns:r="http://schemas.openxmlformats.org/officeDocument/2006/relationships" id="429" r:id="Rd21d114d30cc4c96"/>
    <p:sldId xmlns:r="http://schemas.openxmlformats.org/officeDocument/2006/relationships" id="430" r:id="Rd13c7ff4cc1445f9"/>
    <p:sldId xmlns:r="http://schemas.openxmlformats.org/officeDocument/2006/relationships" id="431" r:id="Rbcbc26a5c5b74e02"/>
    <p:sldId xmlns:r="http://schemas.openxmlformats.org/officeDocument/2006/relationships" id="432" r:id="R6ed38dac9c1045a8"/>
    <p:sldId xmlns:r="http://schemas.openxmlformats.org/officeDocument/2006/relationships" id="433" r:id="Rac9bdd48b3b8400f"/>
    <p:sldId xmlns:r="http://schemas.openxmlformats.org/officeDocument/2006/relationships" id="434" r:id="R58c5e144201e4858"/>
    <p:sldId xmlns:r="http://schemas.openxmlformats.org/officeDocument/2006/relationships" id="435" r:id="R540f9244d55c47c3"/>
    <p:sldId xmlns:r="http://schemas.openxmlformats.org/officeDocument/2006/relationships" id="436" r:id="R88c73eaf1dd84658"/>
    <p:sldId xmlns:r="http://schemas.openxmlformats.org/officeDocument/2006/relationships" id="437" r:id="R0fc263ce66df48bc"/>
    <p:sldId xmlns:r="http://schemas.openxmlformats.org/officeDocument/2006/relationships" id="438" r:id="R0bca3f08322e46ee"/>
    <p:sldId xmlns:r="http://schemas.openxmlformats.org/officeDocument/2006/relationships" id="439" r:id="Re9188f4f46b64650"/>
    <p:sldId xmlns:r="http://schemas.openxmlformats.org/officeDocument/2006/relationships" id="440" r:id="R59d4218aaeb845b7"/>
    <p:sldId xmlns:r="http://schemas.openxmlformats.org/officeDocument/2006/relationships" id="441" r:id="R19f29a4a2627480c"/>
    <p:sldId xmlns:r="http://schemas.openxmlformats.org/officeDocument/2006/relationships" id="442" r:id="Rc5d93471258b418e"/>
    <p:sldId xmlns:r="http://schemas.openxmlformats.org/officeDocument/2006/relationships" id="443" r:id="R827a9fe9e6654f1e"/>
    <p:sldId xmlns:r="http://schemas.openxmlformats.org/officeDocument/2006/relationships" id="444" r:id="Rad8f224bd3c041eb"/>
    <p:sldId xmlns:r="http://schemas.openxmlformats.org/officeDocument/2006/relationships" id="445" r:id="Ra1b0042cfa284ae3"/>
    <p:sldId xmlns:r="http://schemas.openxmlformats.org/officeDocument/2006/relationships" id="446" r:id="Rcbc1f24e32974e14"/>
    <p:sldId xmlns:r="http://schemas.openxmlformats.org/officeDocument/2006/relationships" id="447" r:id="Ra6560cd66f00481f"/>
    <p:sldId xmlns:r="http://schemas.openxmlformats.org/officeDocument/2006/relationships" id="448" r:id="R1a3250ac100d4753"/>
    <p:sldId xmlns:r="http://schemas.openxmlformats.org/officeDocument/2006/relationships" id="449" r:id="R8791a9cfccff42d4"/>
    <p:sldId xmlns:r="http://schemas.openxmlformats.org/officeDocument/2006/relationships" id="450" r:id="R577bdb1032384a32"/>
    <p:sldId xmlns:r="http://schemas.openxmlformats.org/officeDocument/2006/relationships" id="451" r:id="R3810a5e24ea24396"/>
    <p:sldId xmlns:r="http://schemas.openxmlformats.org/officeDocument/2006/relationships" id="452" r:id="R0c9217877b0e4029"/>
    <p:sldId xmlns:r="http://schemas.openxmlformats.org/officeDocument/2006/relationships" id="453" r:id="R0de29f25aa224ac4"/>
    <p:sldId xmlns:r="http://schemas.openxmlformats.org/officeDocument/2006/relationships" id="454" r:id="Rd2e65e7346544539"/>
    <p:sldId xmlns:r="http://schemas.openxmlformats.org/officeDocument/2006/relationships" id="455" r:id="Rf95ac327233643f7"/>
    <p:sldId xmlns:r="http://schemas.openxmlformats.org/officeDocument/2006/relationships" id="456" r:id="R61543b59cbd14c49"/>
    <p:sldId xmlns:r="http://schemas.openxmlformats.org/officeDocument/2006/relationships" id="457" r:id="R3a294f7df0134611"/>
    <p:sldId xmlns:r="http://schemas.openxmlformats.org/officeDocument/2006/relationships" id="458" r:id="Rabf07dbc82544675"/>
    <p:sldId xmlns:r="http://schemas.openxmlformats.org/officeDocument/2006/relationships" id="459" r:id="R0776c7c23bfb4722"/>
    <p:sldId xmlns:r="http://schemas.openxmlformats.org/officeDocument/2006/relationships" id="460" r:id="Rc668b278161b4392"/>
    <p:sldId xmlns:r="http://schemas.openxmlformats.org/officeDocument/2006/relationships" id="461" r:id="R3893b745d61542f6"/>
    <p:sldId xmlns:r="http://schemas.openxmlformats.org/officeDocument/2006/relationships" id="462" r:id="Re5db287fed0a4de1"/>
    <p:sldId xmlns:r="http://schemas.openxmlformats.org/officeDocument/2006/relationships" id="463" r:id="Rc5038c233a034f55"/>
    <p:sldId xmlns:r="http://schemas.openxmlformats.org/officeDocument/2006/relationships" id="464" r:id="R06dde23b92ad4cc1"/>
    <p:sldId xmlns:r="http://schemas.openxmlformats.org/officeDocument/2006/relationships" id="465" r:id="R83e98a3b2ef04bae"/>
    <p:sldId xmlns:r="http://schemas.openxmlformats.org/officeDocument/2006/relationships" id="466" r:id="Rbf58f4105f524bb5"/>
    <p:sldId xmlns:r="http://schemas.openxmlformats.org/officeDocument/2006/relationships" id="467" r:id="R7d9fea5c42284ef6"/>
    <p:sldId xmlns:r="http://schemas.openxmlformats.org/officeDocument/2006/relationships" id="468" r:id="Rcde3000d08474378"/>
    <p:sldId xmlns:r="http://schemas.openxmlformats.org/officeDocument/2006/relationships" id="469" r:id="R529a4d39ce724dc9"/>
    <p:sldId xmlns:r="http://schemas.openxmlformats.org/officeDocument/2006/relationships" id="470" r:id="R7357c209bdb64aca"/>
    <p:sldId xmlns:r="http://schemas.openxmlformats.org/officeDocument/2006/relationships" id="471" r:id="R5c8e8d6307f54b99"/>
    <p:sldId xmlns:r="http://schemas.openxmlformats.org/officeDocument/2006/relationships" id="472" r:id="R611ad535f2824f64"/>
    <p:sldId xmlns:r="http://schemas.openxmlformats.org/officeDocument/2006/relationships" id="473" r:id="R65f4c7cae8444de6"/>
    <p:sldId xmlns:r="http://schemas.openxmlformats.org/officeDocument/2006/relationships" id="474" r:id="Rfcc90c84a9b649f0"/>
    <p:sldId xmlns:r="http://schemas.openxmlformats.org/officeDocument/2006/relationships" id="475" r:id="R66c4f17125704a5e"/>
    <p:sldId xmlns:r="http://schemas.openxmlformats.org/officeDocument/2006/relationships" id="476" r:id="Ra3369160174a47a6"/>
    <p:sldId xmlns:r="http://schemas.openxmlformats.org/officeDocument/2006/relationships" id="477" r:id="R19ce89d1bab748b5"/>
    <p:sldId xmlns:r="http://schemas.openxmlformats.org/officeDocument/2006/relationships" id="478" r:id="Rf58aa78aada843f2"/>
    <p:sldId xmlns:r="http://schemas.openxmlformats.org/officeDocument/2006/relationships" id="479" r:id="R40e49d0c41e8483d"/>
    <p:sldId xmlns:r="http://schemas.openxmlformats.org/officeDocument/2006/relationships" id="480" r:id="R875bf0abd0474f6b"/>
    <p:sldId xmlns:r="http://schemas.openxmlformats.org/officeDocument/2006/relationships" id="481" r:id="R85a633463b6e4744"/>
    <p:sldId xmlns:r="http://schemas.openxmlformats.org/officeDocument/2006/relationships" id="482" r:id="R6b7f14ec554f4168"/>
    <p:sldId xmlns:r="http://schemas.openxmlformats.org/officeDocument/2006/relationships" id="483" r:id="Rf93e5a8b07ca45a0"/>
    <p:sldId xmlns:r="http://schemas.openxmlformats.org/officeDocument/2006/relationships" id="484" r:id="R8c8d5ccc13eb4544"/>
    <p:sldId xmlns:r="http://schemas.openxmlformats.org/officeDocument/2006/relationships" id="485" r:id="Rdd744136011042d8"/>
    <p:sldId xmlns:r="http://schemas.openxmlformats.org/officeDocument/2006/relationships" id="486" r:id="R204ac2fff0224380"/>
    <p:sldId xmlns:r="http://schemas.openxmlformats.org/officeDocument/2006/relationships" id="487" r:id="Rb7d8ddc7a28d4977"/>
    <p:sldId xmlns:r="http://schemas.openxmlformats.org/officeDocument/2006/relationships" id="488" r:id="Rf90d6c1351504183"/>
    <p:sldId xmlns:r="http://schemas.openxmlformats.org/officeDocument/2006/relationships" id="489" r:id="R365c8169c1164d67"/>
    <p:sldId xmlns:r="http://schemas.openxmlformats.org/officeDocument/2006/relationships" id="490" r:id="Rad8681664f6c4bd7"/>
    <p:sldId xmlns:r="http://schemas.openxmlformats.org/officeDocument/2006/relationships" id="491" r:id="R637c22986f3e4f8f"/>
    <p:sldId xmlns:r="http://schemas.openxmlformats.org/officeDocument/2006/relationships" id="492" r:id="R8c52fe9ed1534621"/>
    <p:sldId xmlns:r="http://schemas.openxmlformats.org/officeDocument/2006/relationships" id="493" r:id="Rea998a4000d84680"/>
    <p:sldId xmlns:r="http://schemas.openxmlformats.org/officeDocument/2006/relationships" id="494" r:id="R39a71d6878204c3a"/>
    <p:sldId xmlns:r="http://schemas.openxmlformats.org/officeDocument/2006/relationships" id="495" r:id="R1dfbdb5a881e49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812ef031ca4788" /><Relationship Type="http://schemas.openxmlformats.org/officeDocument/2006/relationships/slideMaster" Target="/ppt/slideMasters/slideMaster1.xml" Id="Rdf2a2b7c2aa94927" /><Relationship Type="http://schemas.openxmlformats.org/officeDocument/2006/relationships/notesMaster" Target="/ppt/notesMasters/notesMaster1.xml" Id="R9f1bf90c4aeb41ef" /><Relationship Type="http://schemas.openxmlformats.org/officeDocument/2006/relationships/presProps" Target="/ppt/presProps.xml" Id="Re07a3398e6414423" /><Relationship Type="http://schemas.openxmlformats.org/officeDocument/2006/relationships/tableStyles" Target="/ppt/tableStyles.xml" Id="R5311bc2c63234f42" /><Relationship Type="http://schemas.openxmlformats.org/officeDocument/2006/relationships/slide" Target="/ppt/slides/slide1.xml" Id="R4d92a9fdf2a94ed7" /><Relationship Type="http://schemas.openxmlformats.org/officeDocument/2006/relationships/slide" Target="/ppt/slides/slide2.xml" Id="Rfac824305aae47fa" /><Relationship Type="http://schemas.openxmlformats.org/officeDocument/2006/relationships/slide" Target="/ppt/slides/slide3.xml" Id="R34bb1a311da34808" /><Relationship Type="http://schemas.openxmlformats.org/officeDocument/2006/relationships/slide" Target="/ppt/slides/slide4.xml" Id="Ra1cc5ef213df4da1" /><Relationship Type="http://schemas.openxmlformats.org/officeDocument/2006/relationships/slide" Target="/ppt/slides/slide5.xml" Id="R18cdfd14878c4969" /><Relationship Type="http://schemas.openxmlformats.org/officeDocument/2006/relationships/slide" Target="/ppt/slides/slide6.xml" Id="R1073fa572a2f408d" /><Relationship Type="http://schemas.openxmlformats.org/officeDocument/2006/relationships/slide" Target="/ppt/slides/slide7.xml" Id="Raa3c623067ae4fac" /><Relationship Type="http://schemas.openxmlformats.org/officeDocument/2006/relationships/slide" Target="/ppt/slides/slide8.xml" Id="Ra00e57826f2545b1" /><Relationship Type="http://schemas.openxmlformats.org/officeDocument/2006/relationships/slide" Target="/ppt/slides/slide9.xml" Id="R57ebecf1a29247a2" /><Relationship Type="http://schemas.openxmlformats.org/officeDocument/2006/relationships/slide" Target="/ppt/slides/slide10.xml" Id="R4e43417ee22e4b48" /><Relationship Type="http://schemas.openxmlformats.org/officeDocument/2006/relationships/slide" Target="/ppt/slides/slide11.xml" Id="R83f76415df194272" /><Relationship Type="http://schemas.openxmlformats.org/officeDocument/2006/relationships/slide" Target="/ppt/slides/slide12.xml" Id="Rbd29528d15f64676" /><Relationship Type="http://schemas.openxmlformats.org/officeDocument/2006/relationships/slide" Target="/ppt/slides/slide13.xml" Id="Rbbd3aa8f07714d1e" /><Relationship Type="http://schemas.openxmlformats.org/officeDocument/2006/relationships/slide" Target="/ppt/slides/slide14.xml" Id="Ra12c8230589e4bb5" /><Relationship Type="http://schemas.openxmlformats.org/officeDocument/2006/relationships/slide" Target="/ppt/slides/slide15.xml" Id="Rb4dfdc91fb31423f" /><Relationship Type="http://schemas.openxmlformats.org/officeDocument/2006/relationships/slide" Target="/ppt/slides/slide16.xml" Id="R613e134aa0184cd8" /><Relationship Type="http://schemas.openxmlformats.org/officeDocument/2006/relationships/slide" Target="/ppt/slides/slide17.xml" Id="Rbdb4ee623e9443cb" /><Relationship Type="http://schemas.openxmlformats.org/officeDocument/2006/relationships/slide" Target="/ppt/slides/slide18.xml" Id="R6bb71354e5734725" /><Relationship Type="http://schemas.openxmlformats.org/officeDocument/2006/relationships/slide" Target="/ppt/slides/slide19.xml" Id="R7c139d98773542f1" /><Relationship Type="http://schemas.openxmlformats.org/officeDocument/2006/relationships/slide" Target="/ppt/slides/slide20.xml" Id="Ra7ba11efc2d34e69" /><Relationship Type="http://schemas.openxmlformats.org/officeDocument/2006/relationships/slide" Target="/ppt/slides/slide21.xml" Id="R5b7adbe0d0a5485e" /><Relationship Type="http://schemas.openxmlformats.org/officeDocument/2006/relationships/slide" Target="/ppt/slides/slide22.xml" Id="Ra086f2d4a1184fe3" /><Relationship Type="http://schemas.openxmlformats.org/officeDocument/2006/relationships/slide" Target="/ppt/slides/slide23.xml" Id="R7f3a3fbf0a164a3d" /><Relationship Type="http://schemas.openxmlformats.org/officeDocument/2006/relationships/slide" Target="/ppt/slides/slide24.xml" Id="Rd89c3951214d480b" /><Relationship Type="http://schemas.openxmlformats.org/officeDocument/2006/relationships/slide" Target="/ppt/slides/slide25.xml" Id="R95b6f982ae8d429f" /><Relationship Type="http://schemas.openxmlformats.org/officeDocument/2006/relationships/slide" Target="/ppt/slides/slide26.xml" Id="Rb122ed83ef26478a" /><Relationship Type="http://schemas.openxmlformats.org/officeDocument/2006/relationships/slide" Target="/ppt/slides/slide27.xml" Id="Rf791981fbee348a1" /><Relationship Type="http://schemas.openxmlformats.org/officeDocument/2006/relationships/slide" Target="/ppt/slides/slide28.xml" Id="Rf45f6b4ffed04c5d" /><Relationship Type="http://schemas.openxmlformats.org/officeDocument/2006/relationships/slide" Target="/ppt/slides/slide29.xml" Id="R834006ce8d3043a1" /><Relationship Type="http://schemas.openxmlformats.org/officeDocument/2006/relationships/slide" Target="/ppt/slides/slide30.xml" Id="R3d689289b2f44473" /><Relationship Type="http://schemas.openxmlformats.org/officeDocument/2006/relationships/slide" Target="/ppt/slides/slide31.xml" Id="R48ff3e88c5ae4071" /><Relationship Type="http://schemas.openxmlformats.org/officeDocument/2006/relationships/slide" Target="/ppt/slides/slide32.xml" Id="Rb12b985cf62a4f26" /><Relationship Type="http://schemas.openxmlformats.org/officeDocument/2006/relationships/slide" Target="/ppt/slides/slide33.xml" Id="Rc58b26271ee54875" /><Relationship Type="http://schemas.openxmlformats.org/officeDocument/2006/relationships/slide" Target="/ppt/slides/slide34.xml" Id="Rc1069e4d43b844db" /><Relationship Type="http://schemas.openxmlformats.org/officeDocument/2006/relationships/slide" Target="/ppt/slides/slide35.xml" Id="R879bb1b0647842bd" /><Relationship Type="http://schemas.openxmlformats.org/officeDocument/2006/relationships/slide" Target="/ppt/slides/slide36.xml" Id="Rebd68c4014394b87" /><Relationship Type="http://schemas.openxmlformats.org/officeDocument/2006/relationships/slide" Target="/ppt/slides/slide37.xml" Id="R8ff56e70f65e4d90" /><Relationship Type="http://schemas.openxmlformats.org/officeDocument/2006/relationships/slide" Target="/ppt/slides/slide38.xml" Id="R750cb6fd2fec42db" /><Relationship Type="http://schemas.openxmlformats.org/officeDocument/2006/relationships/slide" Target="/ppt/slides/slide39.xml" Id="Rd1290dba1ca5472a" /><Relationship Type="http://schemas.openxmlformats.org/officeDocument/2006/relationships/slide" Target="/ppt/slides/slide40.xml" Id="R89728514effe485a" /><Relationship Type="http://schemas.openxmlformats.org/officeDocument/2006/relationships/slide" Target="/ppt/slides/slide41.xml" Id="Ra94f980f70974864" /><Relationship Type="http://schemas.openxmlformats.org/officeDocument/2006/relationships/slide" Target="/ppt/slides/slide42.xml" Id="R039bc1bf2f284aff" /><Relationship Type="http://schemas.openxmlformats.org/officeDocument/2006/relationships/slide" Target="/ppt/slides/slide43.xml" Id="R6be3a65f328e4076" /><Relationship Type="http://schemas.openxmlformats.org/officeDocument/2006/relationships/slide" Target="/ppt/slides/slide44.xml" Id="R191ce970d66347eb" /><Relationship Type="http://schemas.openxmlformats.org/officeDocument/2006/relationships/slide" Target="/ppt/slides/slide45.xml" Id="Ra35b951a46fa47e2" /><Relationship Type="http://schemas.openxmlformats.org/officeDocument/2006/relationships/slide" Target="/ppt/slides/slide46.xml" Id="R7732d29eecde4e7c" /><Relationship Type="http://schemas.openxmlformats.org/officeDocument/2006/relationships/slide" Target="/ppt/slides/slide47.xml" Id="R0ebe8927c6a74947" /><Relationship Type="http://schemas.openxmlformats.org/officeDocument/2006/relationships/slide" Target="/ppt/slides/slide48.xml" Id="Rd7d4d67b20ef4ae6" /><Relationship Type="http://schemas.openxmlformats.org/officeDocument/2006/relationships/slide" Target="/ppt/slides/slide49.xml" Id="R2c183e35be414338" /><Relationship Type="http://schemas.openxmlformats.org/officeDocument/2006/relationships/slide" Target="/ppt/slides/slide50.xml" Id="R9a7339129b9f433f" /><Relationship Type="http://schemas.openxmlformats.org/officeDocument/2006/relationships/slide" Target="/ppt/slides/slide51.xml" Id="R9bc1957214704502" /><Relationship Type="http://schemas.openxmlformats.org/officeDocument/2006/relationships/slide" Target="/ppt/slides/slide52.xml" Id="R431c22b4dcf8461d" /><Relationship Type="http://schemas.openxmlformats.org/officeDocument/2006/relationships/slide" Target="/ppt/slides/slide53.xml" Id="Rf3fcc3fe84684e10" /><Relationship Type="http://schemas.openxmlformats.org/officeDocument/2006/relationships/slide" Target="/ppt/slides/slide54.xml" Id="R1304fa1c9ee040b6" /><Relationship Type="http://schemas.openxmlformats.org/officeDocument/2006/relationships/slide" Target="/ppt/slides/slide55.xml" Id="R60ad924cad724dcb" /><Relationship Type="http://schemas.openxmlformats.org/officeDocument/2006/relationships/slide" Target="/ppt/slides/slide56.xml" Id="Rddb63aca7bc74913" /><Relationship Type="http://schemas.openxmlformats.org/officeDocument/2006/relationships/slide" Target="/ppt/slides/slide57.xml" Id="Rb071d34ac746428d" /><Relationship Type="http://schemas.openxmlformats.org/officeDocument/2006/relationships/slide" Target="/ppt/slides/slide58.xml" Id="Rf76e9fce91ac41e7" /><Relationship Type="http://schemas.openxmlformats.org/officeDocument/2006/relationships/slide" Target="/ppt/slides/slide59.xml" Id="R545d367e228444a8" /><Relationship Type="http://schemas.openxmlformats.org/officeDocument/2006/relationships/slide" Target="/ppt/slides/slide60.xml" Id="Rcb5958a92ee4485b" /><Relationship Type="http://schemas.openxmlformats.org/officeDocument/2006/relationships/slide" Target="/ppt/slides/slide61.xml" Id="R33e211abf87e4019" /><Relationship Type="http://schemas.openxmlformats.org/officeDocument/2006/relationships/slide" Target="/ppt/slides/slide62.xml" Id="R33b4c5b5a1b04a11" /><Relationship Type="http://schemas.openxmlformats.org/officeDocument/2006/relationships/slide" Target="/ppt/slides/slide63.xml" Id="Rc41dbc336e86495c" /><Relationship Type="http://schemas.openxmlformats.org/officeDocument/2006/relationships/slide" Target="/ppt/slides/slide64.xml" Id="R7a4854bd42bb4b6d" /><Relationship Type="http://schemas.openxmlformats.org/officeDocument/2006/relationships/slide" Target="/ppt/slides/slide65.xml" Id="R662d65e581b6419a" /><Relationship Type="http://schemas.openxmlformats.org/officeDocument/2006/relationships/slide" Target="/ppt/slides/slide66.xml" Id="R40a7810e82054154" /><Relationship Type="http://schemas.openxmlformats.org/officeDocument/2006/relationships/slide" Target="/ppt/slides/slide67.xml" Id="R83cbd298e12b47ff" /><Relationship Type="http://schemas.openxmlformats.org/officeDocument/2006/relationships/slide" Target="/ppt/slides/slide68.xml" Id="R127d3018046a4289" /><Relationship Type="http://schemas.openxmlformats.org/officeDocument/2006/relationships/slide" Target="/ppt/slides/slide69.xml" Id="R8621926c05f44449" /><Relationship Type="http://schemas.openxmlformats.org/officeDocument/2006/relationships/slide" Target="/ppt/slides/slide70.xml" Id="R033003e70e354447" /><Relationship Type="http://schemas.openxmlformats.org/officeDocument/2006/relationships/slide" Target="/ppt/slides/slide71.xml" Id="R935c2135b9c2457e" /><Relationship Type="http://schemas.openxmlformats.org/officeDocument/2006/relationships/slide" Target="/ppt/slides/slide72.xml" Id="R5d7dd7ae2632497c" /><Relationship Type="http://schemas.openxmlformats.org/officeDocument/2006/relationships/slide" Target="/ppt/slides/slide73.xml" Id="R857d857771e645e6" /><Relationship Type="http://schemas.openxmlformats.org/officeDocument/2006/relationships/slide" Target="/ppt/slides/slide74.xml" Id="R9e85afd11bec4412" /><Relationship Type="http://schemas.openxmlformats.org/officeDocument/2006/relationships/slide" Target="/ppt/slides/slide75.xml" Id="R6cad0c2edfd9438e" /><Relationship Type="http://schemas.openxmlformats.org/officeDocument/2006/relationships/slide" Target="/ppt/slides/slide76.xml" Id="Rb23c6267ab644a55" /><Relationship Type="http://schemas.openxmlformats.org/officeDocument/2006/relationships/slide" Target="/ppt/slides/slide77.xml" Id="R9c8eaed521d247f6" /><Relationship Type="http://schemas.openxmlformats.org/officeDocument/2006/relationships/slide" Target="/ppt/slides/slide78.xml" Id="R178ad3f89c594dba" /><Relationship Type="http://schemas.openxmlformats.org/officeDocument/2006/relationships/slide" Target="/ppt/slides/slide79.xml" Id="Rdb3a7cf22a8a4dbf" /><Relationship Type="http://schemas.openxmlformats.org/officeDocument/2006/relationships/slide" Target="/ppt/slides/slide80.xml" Id="R2a99fcc1113c4398" /><Relationship Type="http://schemas.openxmlformats.org/officeDocument/2006/relationships/slide" Target="/ppt/slides/slide81.xml" Id="R9bfce959de124949" /><Relationship Type="http://schemas.openxmlformats.org/officeDocument/2006/relationships/slide" Target="/ppt/slides/slide82.xml" Id="R439df95a80a5498e" /><Relationship Type="http://schemas.openxmlformats.org/officeDocument/2006/relationships/slide" Target="/ppt/slides/slide83.xml" Id="R75d3f914a50a4ab8" /><Relationship Type="http://schemas.openxmlformats.org/officeDocument/2006/relationships/slide" Target="/ppt/slides/slide84.xml" Id="R793a8926d3ef4f30" /><Relationship Type="http://schemas.openxmlformats.org/officeDocument/2006/relationships/slide" Target="/ppt/slides/slide85.xml" Id="Re689aba6c63a4cb9" /><Relationship Type="http://schemas.openxmlformats.org/officeDocument/2006/relationships/slide" Target="/ppt/slides/slide86.xml" Id="R17018c069eeb4099" /><Relationship Type="http://schemas.openxmlformats.org/officeDocument/2006/relationships/slide" Target="/ppt/slides/slide87.xml" Id="Rbdb2f73df682477e" /><Relationship Type="http://schemas.openxmlformats.org/officeDocument/2006/relationships/slide" Target="/ppt/slides/slide88.xml" Id="Ra52de5bdd0ee45c4" /><Relationship Type="http://schemas.openxmlformats.org/officeDocument/2006/relationships/slide" Target="/ppt/slides/slide89.xml" Id="R4e78b0dc75d24c3b" /><Relationship Type="http://schemas.openxmlformats.org/officeDocument/2006/relationships/slide" Target="/ppt/slides/slide90.xml" Id="R7a2633e978a54cba" /><Relationship Type="http://schemas.openxmlformats.org/officeDocument/2006/relationships/slide" Target="/ppt/slides/slide91.xml" Id="Re73e473fe7e84537" /><Relationship Type="http://schemas.openxmlformats.org/officeDocument/2006/relationships/slide" Target="/ppt/slides/slide92.xml" Id="R62b70edcfa794c6d" /><Relationship Type="http://schemas.openxmlformats.org/officeDocument/2006/relationships/slide" Target="/ppt/slides/slide93.xml" Id="Rdc6cdb3ac61e4297" /><Relationship Type="http://schemas.openxmlformats.org/officeDocument/2006/relationships/slide" Target="/ppt/slides/slide94.xml" Id="R1f258d5db64d43ec" /><Relationship Type="http://schemas.openxmlformats.org/officeDocument/2006/relationships/slide" Target="/ppt/slides/slide95.xml" Id="Re8a89b91967a4905" /><Relationship Type="http://schemas.openxmlformats.org/officeDocument/2006/relationships/slide" Target="/ppt/slides/slide96.xml" Id="Rbe4d27e6a5af4d17" /><Relationship Type="http://schemas.openxmlformats.org/officeDocument/2006/relationships/slide" Target="/ppt/slides/slide97.xml" Id="Rbe64fd82ac254e54" /><Relationship Type="http://schemas.openxmlformats.org/officeDocument/2006/relationships/slide" Target="/ppt/slides/slide98.xml" Id="R3295bb4c83084689" /><Relationship Type="http://schemas.openxmlformats.org/officeDocument/2006/relationships/slide" Target="/ppt/slides/slide99.xml" Id="R53e635007f6d4b18" /><Relationship Type="http://schemas.openxmlformats.org/officeDocument/2006/relationships/slide" Target="/ppt/slides/slide100.xml" Id="R2d2a7688a5ee4797" /><Relationship Type="http://schemas.openxmlformats.org/officeDocument/2006/relationships/slide" Target="/ppt/slides/slide101.xml" Id="Ra640c5445123403e" /><Relationship Type="http://schemas.openxmlformats.org/officeDocument/2006/relationships/slide" Target="/ppt/slides/slide102.xml" Id="R4e0b2d9473814d38" /><Relationship Type="http://schemas.openxmlformats.org/officeDocument/2006/relationships/slide" Target="/ppt/slides/slide103.xml" Id="R73452cd2909648ef" /><Relationship Type="http://schemas.openxmlformats.org/officeDocument/2006/relationships/slide" Target="/ppt/slides/slide104.xml" Id="Re9a0d8a1555d4d4d" /><Relationship Type="http://schemas.openxmlformats.org/officeDocument/2006/relationships/slide" Target="/ppt/slides/slide105.xml" Id="R7bd0a5a169ff49f0" /><Relationship Type="http://schemas.openxmlformats.org/officeDocument/2006/relationships/slide" Target="/ppt/slides/slide106.xml" Id="R7f2579d4dd9b4bcd" /><Relationship Type="http://schemas.openxmlformats.org/officeDocument/2006/relationships/slide" Target="/ppt/slides/slide107.xml" Id="Rb6295eba80d045f5" /><Relationship Type="http://schemas.openxmlformats.org/officeDocument/2006/relationships/slide" Target="/ppt/slides/slide108.xml" Id="Rb7cbe262437e4718" /><Relationship Type="http://schemas.openxmlformats.org/officeDocument/2006/relationships/slide" Target="/ppt/slides/slide109.xml" Id="R1d2e483b92a44c0b" /><Relationship Type="http://schemas.openxmlformats.org/officeDocument/2006/relationships/slide" Target="/ppt/slides/slide110.xml" Id="Rde452da6a2af4e52" /><Relationship Type="http://schemas.openxmlformats.org/officeDocument/2006/relationships/slide" Target="/ppt/slides/slide111.xml" Id="R8a177851147040a2" /><Relationship Type="http://schemas.openxmlformats.org/officeDocument/2006/relationships/slide" Target="/ppt/slides/slide112.xml" Id="Ra112c8af738b4ac0" /><Relationship Type="http://schemas.openxmlformats.org/officeDocument/2006/relationships/slide" Target="/ppt/slides/slide113.xml" Id="R0a73232ae6c84a04" /><Relationship Type="http://schemas.openxmlformats.org/officeDocument/2006/relationships/slide" Target="/ppt/slides/slide114.xml" Id="R03a564320fc74a7c" /><Relationship Type="http://schemas.openxmlformats.org/officeDocument/2006/relationships/slide" Target="/ppt/slides/slide115.xml" Id="Rde13af057c6a4a9a" /><Relationship Type="http://schemas.openxmlformats.org/officeDocument/2006/relationships/slide" Target="/ppt/slides/slide116.xml" Id="Ra418235bc1b1423e" /><Relationship Type="http://schemas.openxmlformats.org/officeDocument/2006/relationships/slide" Target="/ppt/slides/slide117.xml" Id="R31fdfe2dc3554a14" /><Relationship Type="http://schemas.openxmlformats.org/officeDocument/2006/relationships/slide" Target="/ppt/slides/slide118.xml" Id="R584aad89bd93490b" /><Relationship Type="http://schemas.openxmlformats.org/officeDocument/2006/relationships/slide" Target="/ppt/slides/slide119.xml" Id="Ree8d2a5d1cd54bee" /><Relationship Type="http://schemas.openxmlformats.org/officeDocument/2006/relationships/slide" Target="/ppt/slides/slide120.xml" Id="R121ffdea22b84dc6" /><Relationship Type="http://schemas.openxmlformats.org/officeDocument/2006/relationships/slide" Target="/ppt/slides/slide121.xml" Id="R1efb8c6545c74fd3" /><Relationship Type="http://schemas.openxmlformats.org/officeDocument/2006/relationships/slide" Target="/ppt/slides/slide122.xml" Id="R04e1ab66726a4752" /><Relationship Type="http://schemas.openxmlformats.org/officeDocument/2006/relationships/slide" Target="/ppt/slides/slide123.xml" Id="Rc3066188362844ae" /><Relationship Type="http://schemas.openxmlformats.org/officeDocument/2006/relationships/slide" Target="/ppt/slides/slide124.xml" Id="Ra7b3a9044471449d" /><Relationship Type="http://schemas.openxmlformats.org/officeDocument/2006/relationships/slide" Target="/ppt/slides/slide125.xml" Id="Ra327d55c279b4a12" /><Relationship Type="http://schemas.openxmlformats.org/officeDocument/2006/relationships/slide" Target="/ppt/slides/slide126.xml" Id="Rd7d4ac0af1344d3c" /><Relationship Type="http://schemas.openxmlformats.org/officeDocument/2006/relationships/slide" Target="/ppt/slides/slide127.xml" Id="R6120d2a224fd420a" /><Relationship Type="http://schemas.openxmlformats.org/officeDocument/2006/relationships/slide" Target="/ppt/slides/slide128.xml" Id="Rba09c184a72f48ea" /><Relationship Type="http://schemas.openxmlformats.org/officeDocument/2006/relationships/slide" Target="/ppt/slides/slide129.xml" Id="R357e78d26b18478d" /><Relationship Type="http://schemas.openxmlformats.org/officeDocument/2006/relationships/slide" Target="/ppt/slides/slide130.xml" Id="R6abd438099054c0f" /><Relationship Type="http://schemas.openxmlformats.org/officeDocument/2006/relationships/slide" Target="/ppt/slides/slide131.xml" Id="R0476082430614b8d" /><Relationship Type="http://schemas.openxmlformats.org/officeDocument/2006/relationships/slide" Target="/ppt/slides/slide132.xml" Id="R6b4674230c6e4a9c" /><Relationship Type="http://schemas.openxmlformats.org/officeDocument/2006/relationships/slide" Target="/ppt/slides/slide133.xml" Id="Rabef4e4fdbd34cb1" /><Relationship Type="http://schemas.openxmlformats.org/officeDocument/2006/relationships/slide" Target="/ppt/slides/slide134.xml" Id="R2031908b01f34728" /><Relationship Type="http://schemas.openxmlformats.org/officeDocument/2006/relationships/slide" Target="/ppt/slides/slide135.xml" Id="R1568ef3c968b463d" /><Relationship Type="http://schemas.openxmlformats.org/officeDocument/2006/relationships/slide" Target="/ppt/slides/slide136.xml" Id="R796bf1f2cf6d4c5a" /><Relationship Type="http://schemas.openxmlformats.org/officeDocument/2006/relationships/slide" Target="/ppt/slides/slide137.xml" Id="R52c7961caf24478d" /><Relationship Type="http://schemas.openxmlformats.org/officeDocument/2006/relationships/slide" Target="/ppt/slides/slide138.xml" Id="Refacecd46aa34855" /><Relationship Type="http://schemas.openxmlformats.org/officeDocument/2006/relationships/slide" Target="/ppt/slides/slide139.xml" Id="Re7f8727f8b674f89" /><Relationship Type="http://schemas.openxmlformats.org/officeDocument/2006/relationships/slide" Target="/ppt/slides/slide140.xml" Id="Rfb52b57f5eed41cf" /><Relationship Type="http://schemas.openxmlformats.org/officeDocument/2006/relationships/slide" Target="/ppt/slides/slide141.xml" Id="Rf8af9a27a6db4697" /><Relationship Type="http://schemas.openxmlformats.org/officeDocument/2006/relationships/slide" Target="/ppt/slides/slide142.xml" Id="Rd502f0668d514489" /><Relationship Type="http://schemas.openxmlformats.org/officeDocument/2006/relationships/slide" Target="/ppt/slides/slide143.xml" Id="Ra1382281e0224334" /><Relationship Type="http://schemas.openxmlformats.org/officeDocument/2006/relationships/slide" Target="/ppt/slides/slide144.xml" Id="R16bdb13efe8b4421" /><Relationship Type="http://schemas.openxmlformats.org/officeDocument/2006/relationships/slide" Target="/ppt/slides/slide145.xml" Id="R20b9a91dd3da47c1" /><Relationship Type="http://schemas.openxmlformats.org/officeDocument/2006/relationships/slide" Target="/ppt/slides/slide146.xml" Id="R0f87e49e98b647f9" /><Relationship Type="http://schemas.openxmlformats.org/officeDocument/2006/relationships/slide" Target="/ppt/slides/slide147.xml" Id="R35d94b14a91c455b" /><Relationship Type="http://schemas.openxmlformats.org/officeDocument/2006/relationships/slide" Target="/ppt/slides/slide148.xml" Id="R967b6ce3a14b49c6" /><Relationship Type="http://schemas.openxmlformats.org/officeDocument/2006/relationships/slide" Target="/ppt/slides/slide149.xml" Id="R395abecf9e5e4b82" /><Relationship Type="http://schemas.openxmlformats.org/officeDocument/2006/relationships/slide" Target="/ppt/slides/slide150.xml" Id="R393110d19a734e69" /><Relationship Type="http://schemas.openxmlformats.org/officeDocument/2006/relationships/slide" Target="/ppt/slides/slide151.xml" Id="R33a3a144c2aa4a3b" /><Relationship Type="http://schemas.openxmlformats.org/officeDocument/2006/relationships/slide" Target="/ppt/slides/slide152.xml" Id="Ra78f45d39d1d4907" /><Relationship Type="http://schemas.openxmlformats.org/officeDocument/2006/relationships/slide" Target="/ppt/slides/slide153.xml" Id="Rb3d0f48ecf3646f1" /><Relationship Type="http://schemas.openxmlformats.org/officeDocument/2006/relationships/slide" Target="/ppt/slides/slide154.xml" Id="R95460f53e0d04abb" /><Relationship Type="http://schemas.openxmlformats.org/officeDocument/2006/relationships/slide" Target="/ppt/slides/slide155.xml" Id="Re330e76e77774b81" /><Relationship Type="http://schemas.openxmlformats.org/officeDocument/2006/relationships/slide" Target="/ppt/slides/slide156.xml" Id="R2ec902a67d384e4d" /><Relationship Type="http://schemas.openxmlformats.org/officeDocument/2006/relationships/slide" Target="/ppt/slides/slide157.xml" Id="Re76aeea26bd44d18" /><Relationship Type="http://schemas.openxmlformats.org/officeDocument/2006/relationships/slide" Target="/ppt/slides/slide158.xml" Id="R7735b9259cc445fd" /><Relationship Type="http://schemas.openxmlformats.org/officeDocument/2006/relationships/slide" Target="/ppt/slides/slide159.xml" Id="Rd85a191c81d24971" /><Relationship Type="http://schemas.openxmlformats.org/officeDocument/2006/relationships/slide" Target="/ppt/slides/slide160.xml" Id="R5fe35a5511a0481e" /><Relationship Type="http://schemas.openxmlformats.org/officeDocument/2006/relationships/slide" Target="/ppt/slides/slide161.xml" Id="R4d5dbf95330e4a6f" /><Relationship Type="http://schemas.openxmlformats.org/officeDocument/2006/relationships/slide" Target="/ppt/slides/slide162.xml" Id="R521a05484e224eca" /><Relationship Type="http://schemas.openxmlformats.org/officeDocument/2006/relationships/slide" Target="/ppt/slides/slide163.xml" Id="R47018951a89f4732" /><Relationship Type="http://schemas.openxmlformats.org/officeDocument/2006/relationships/slide" Target="/ppt/slides/slide164.xml" Id="R89ff97fdda95401e" /><Relationship Type="http://schemas.openxmlformats.org/officeDocument/2006/relationships/slide" Target="/ppt/slides/slide165.xml" Id="R2f042ddbb7e74e92" /><Relationship Type="http://schemas.openxmlformats.org/officeDocument/2006/relationships/slide" Target="/ppt/slides/slide166.xml" Id="R61183b3317034348" /><Relationship Type="http://schemas.openxmlformats.org/officeDocument/2006/relationships/slide" Target="/ppt/slides/slide167.xml" Id="Rc613b5fa6bf84ca4" /><Relationship Type="http://schemas.openxmlformats.org/officeDocument/2006/relationships/slide" Target="/ppt/slides/slide168.xml" Id="Ra5f9bfcfdcaf4963" /><Relationship Type="http://schemas.openxmlformats.org/officeDocument/2006/relationships/slide" Target="/ppt/slides/slide169.xml" Id="Rb1d398f024874d20" /><Relationship Type="http://schemas.openxmlformats.org/officeDocument/2006/relationships/slide" Target="/ppt/slides/slide170.xml" Id="Rc991d52746e14eac" /><Relationship Type="http://schemas.openxmlformats.org/officeDocument/2006/relationships/slide" Target="/ppt/slides/slide171.xml" Id="R981e0f78e0554414" /><Relationship Type="http://schemas.openxmlformats.org/officeDocument/2006/relationships/slide" Target="/ppt/slides/slide172.xml" Id="Rc0f75797f50a40b0" /><Relationship Type="http://schemas.openxmlformats.org/officeDocument/2006/relationships/slide" Target="/ppt/slides/slide173.xml" Id="R954f9b0ad1b7473d" /><Relationship Type="http://schemas.openxmlformats.org/officeDocument/2006/relationships/slide" Target="/ppt/slides/slide174.xml" Id="Rd21d114d30cc4c96" /><Relationship Type="http://schemas.openxmlformats.org/officeDocument/2006/relationships/slide" Target="/ppt/slides/slide175.xml" Id="Rd13c7ff4cc1445f9" /><Relationship Type="http://schemas.openxmlformats.org/officeDocument/2006/relationships/slide" Target="/ppt/slides/slide176.xml" Id="Rbcbc26a5c5b74e02" /><Relationship Type="http://schemas.openxmlformats.org/officeDocument/2006/relationships/slide" Target="/ppt/slides/slide177.xml" Id="R6ed38dac9c1045a8" /><Relationship Type="http://schemas.openxmlformats.org/officeDocument/2006/relationships/slide" Target="/ppt/slides/slide178.xml" Id="Rac9bdd48b3b8400f" /><Relationship Type="http://schemas.openxmlformats.org/officeDocument/2006/relationships/slide" Target="/ppt/slides/slide179.xml" Id="R58c5e144201e4858" /><Relationship Type="http://schemas.openxmlformats.org/officeDocument/2006/relationships/slide" Target="/ppt/slides/slide180.xml" Id="R540f9244d55c47c3" /><Relationship Type="http://schemas.openxmlformats.org/officeDocument/2006/relationships/slide" Target="/ppt/slides/slide181.xml" Id="R88c73eaf1dd84658" /><Relationship Type="http://schemas.openxmlformats.org/officeDocument/2006/relationships/slide" Target="/ppt/slides/slide182.xml" Id="R0fc263ce66df48bc" /><Relationship Type="http://schemas.openxmlformats.org/officeDocument/2006/relationships/slide" Target="/ppt/slides/slide183.xml" Id="R0bca3f08322e46ee" /><Relationship Type="http://schemas.openxmlformats.org/officeDocument/2006/relationships/slide" Target="/ppt/slides/slide184.xml" Id="Re9188f4f46b64650" /><Relationship Type="http://schemas.openxmlformats.org/officeDocument/2006/relationships/slide" Target="/ppt/slides/slide185.xml" Id="R59d4218aaeb845b7" /><Relationship Type="http://schemas.openxmlformats.org/officeDocument/2006/relationships/slide" Target="/ppt/slides/slide186.xml" Id="R19f29a4a2627480c" /><Relationship Type="http://schemas.openxmlformats.org/officeDocument/2006/relationships/slide" Target="/ppt/slides/slide187.xml" Id="Rc5d93471258b418e" /><Relationship Type="http://schemas.openxmlformats.org/officeDocument/2006/relationships/slide" Target="/ppt/slides/slide188.xml" Id="R827a9fe9e6654f1e" /><Relationship Type="http://schemas.openxmlformats.org/officeDocument/2006/relationships/slide" Target="/ppt/slides/slide189.xml" Id="Rad8f224bd3c041eb" /><Relationship Type="http://schemas.openxmlformats.org/officeDocument/2006/relationships/slide" Target="/ppt/slides/slide190.xml" Id="Ra1b0042cfa284ae3" /><Relationship Type="http://schemas.openxmlformats.org/officeDocument/2006/relationships/slide" Target="/ppt/slides/slide191.xml" Id="Rcbc1f24e32974e14" /><Relationship Type="http://schemas.openxmlformats.org/officeDocument/2006/relationships/slide" Target="/ppt/slides/slide192.xml" Id="Ra6560cd66f00481f" /><Relationship Type="http://schemas.openxmlformats.org/officeDocument/2006/relationships/slide" Target="/ppt/slides/slide193.xml" Id="R1a3250ac100d4753" /><Relationship Type="http://schemas.openxmlformats.org/officeDocument/2006/relationships/slide" Target="/ppt/slides/slide194.xml" Id="R8791a9cfccff42d4" /><Relationship Type="http://schemas.openxmlformats.org/officeDocument/2006/relationships/slide" Target="/ppt/slides/slide195.xml" Id="R577bdb1032384a32" /><Relationship Type="http://schemas.openxmlformats.org/officeDocument/2006/relationships/slide" Target="/ppt/slides/slide196.xml" Id="R3810a5e24ea24396" /><Relationship Type="http://schemas.openxmlformats.org/officeDocument/2006/relationships/slide" Target="/ppt/slides/slide197.xml" Id="R0c9217877b0e4029" /><Relationship Type="http://schemas.openxmlformats.org/officeDocument/2006/relationships/slide" Target="/ppt/slides/slide198.xml" Id="R0de29f25aa224ac4" /><Relationship Type="http://schemas.openxmlformats.org/officeDocument/2006/relationships/slide" Target="/ppt/slides/slide199.xml" Id="Rd2e65e7346544539" /><Relationship Type="http://schemas.openxmlformats.org/officeDocument/2006/relationships/slide" Target="/ppt/slides/slide200.xml" Id="Rf95ac327233643f7" /><Relationship Type="http://schemas.openxmlformats.org/officeDocument/2006/relationships/slide" Target="/ppt/slides/slide201.xml" Id="R61543b59cbd14c49" /><Relationship Type="http://schemas.openxmlformats.org/officeDocument/2006/relationships/slide" Target="/ppt/slides/slide202.xml" Id="R3a294f7df0134611" /><Relationship Type="http://schemas.openxmlformats.org/officeDocument/2006/relationships/slide" Target="/ppt/slides/slide203.xml" Id="Rabf07dbc82544675" /><Relationship Type="http://schemas.openxmlformats.org/officeDocument/2006/relationships/slide" Target="/ppt/slides/slide204.xml" Id="R0776c7c23bfb4722" /><Relationship Type="http://schemas.openxmlformats.org/officeDocument/2006/relationships/slide" Target="/ppt/slides/slide205.xml" Id="Rc668b278161b4392" /><Relationship Type="http://schemas.openxmlformats.org/officeDocument/2006/relationships/slide" Target="/ppt/slides/slide206.xml" Id="R3893b745d61542f6" /><Relationship Type="http://schemas.openxmlformats.org/officeDocument/2006/relationships/slide" Target="/ppt/slides/slide207.xml" Id="Re5db287fed0a4de1" /><Relationship Type="http://schemas.openxmlformats.org/officeDocument/2006/relationships/slide" Target="/ppt/slides/slide208.xml" Id="Rc5038c233a034f55" /><Relationship Type="http://schemas.openxmlformats.org/officeDocument/2006/relationships/slide" Target="/ppt/slides/slide209.xml" Id="R06dde23b92ad4cc1" /><Relationship Type="http://schemas.openxmlformats.org/officeDocument/2006/relationships/slide" Target="/ppt/slides/slide210.xml" Id="R83e98a3b2ef04bae" /><Relationship Type="http://schemas.openxmlformats.org/officeDocument/2006/relationships/slide" Target="/ppt/slides/slide211.xml" Id="Rbf58f4105f524bb5" /><Relationship Type="http://schemas.openxmlformats.org/officeDocument/2006/relationships/slide" Target="/ppt/slides/slide212.xml" Id="R7d9fea5c42284ef6" /><Relationship Type="http://schemas.openxmlformats.org/officeDocument/2006/relationships/slide" Target="/ppt/slides/slide213.xml" Id="Rcde3000d08474378" /><Relationship Type="http://schemas.openxmlformats.org/officeDocument/2006/relationships/slide" Target="/ppt/slides/slide214.xml" Id="R529a4d39ce724dc9" /><Relationship Type="http://schemas.openxmlformats.org/officeDocument/2006/relationships/slide" Target="/ppt/slides/slide215.xml" Id="R7357c209bdb64aca" /><Relationship Type="http://schemas.openxmlformats.org/officeDocument/2006/relationships/slide" Target="/ppt/slides/slide216.xml" Id="R5c8e8d6307f54b99" /><Relationship Type="http://schemas.openxmlformats.org/officeDocument/2006/relationships/slide" Target="/ppt/slides/slide217.xml" Id="R611ad535f2824f64" /><Relationship Type="http://schemas.openxmlformats.org/officeDocument/2006/relationships/slide" Target="/ppt/slides/slide218.xml" Id="R65f4c7cae8444de6" /><Relationship Type="http://schemas.openxmlformats.org/officeDocument/2006/relationships/slide" Target="/ppt/slides/slide219.xml" Id="Rfcc90c84a9b649f0" /><Relationship Type="http://schemas.openxmlformats.org/officeDocument/2006/relationships/slide" Target="/ppt/slides/slide220.xml" Id="R66c4f17125704a5e" /><Relationship Type="http://schemas.openxmlformats.org/officeDocument/2006/relationships/slide" Target="/ppt/slides/slide221.xml" Id="Ra3369160174a47a6" /><Relationship Type="http://schemas.openxmlformats.org/officeDocument/2006/relationships/slide" Target="/ppt/slides/slide222.xml" Id="R19ce89d1bab748b5" /><Relationship Type="http://schemas.openxmlformats.org/officeDocument/2006/relationships/slide" Target="/ppt/slides/slide223.xml" Id="Rf58aa78aada843f2" /><Relationship Type="http://schemas.openxmlformats.org/officeDocument/2006/relationships/slide" Target="/ppt/slides/slide224.xml" Id="R40e49d0c41e8483d" /><Relationship Type="http://schemas.openxmlformats.org/officeDocument/2006/relationships/slide" Target="/ppt/slides/slide225.xml" Id="R875bf0abd0474f6b" /><Relationship Type="http://schemas.openxmlformats.org/officeDocument/2006/relationships/slide" Target="/ppt/slides/slide226.xml" Id="R85a633463b6e4744" /><Relationship Type="http://schemas.openxmlformats.org/officeDocument/2006/relationships/slide" Target="/ppt/slides/slide227.xml" Id="R6b7f14ec554f4168" /><Relationship Type="http://schemas.openxmlformats.org/officeDocument/2006/relationships/slide" Target="/ppt/slides/slide228.xml" Id="Rf93e5a8b07ca45a0" /><Relationship Type="http://schemas.openxmlformats.org/officeDocument/2006/relationships/slide" Target="/ppt/slides/slide229.xml" Id="R8c8d5ccc13eb4544" /><Relationship Type="http://schemas.openxmlformats.org/officeDocument/2006/relationships/slide" Target="/ppt/slides/slide230.xml" Id="Rdd744136011042d8" /><Relationship Type="http://schemas.openxmlformats.org/officeDocument/2006/relationships/slide" Target="/ppt/slides/slide231.xml" Id="R204ac2fff0224380" /><Relationship Type="http://schemas.openxmlformats.org/officeDocument/2006/relationships/slide" Target="/ppt/slides/slide232.xml" Id="Rb7d8ddc7a28d4977" /><Relationship Type="http://schemas.openxmlformats.org/officeDocument/2006/relationships/slide" Target="/ppt/slides/slide233.xml" Id="Rf90d6c1351504183" /><Relationship Type="http://schemas.openxmlformats.org/officeDocument/2006/relationships/slide" Target="/ppt/slides/slide234.xml" Id="R365c8169c1164d67" /><Relationship Type="http://schemas.openxmlformats.org/officeDocument/2006/relationships/slide" Target="/ppt/slides/slide235.xml" Id="Rad8681664f6c4bd7" /><Relationship Type="http://schemas.openxmlformats.org/officeDocument/2006/relationships/slide" Target="/ppt/slides/slide236.xml" Id="R637c22986f3e4f8f" /><Relationship Type="http://schemas.openxmlformats.org/officeDocument/2006/relationships/slide" Target="/ppt/slides/slide237.xml" Id="R8c52fe9ed1534621" /><Relationship Type="http://schemas.openxmlformats.org/officeDocument/2006/relationships/slide" Target="/ppt/slides/slide238.xml" Id="Rea998a4000d84680" /><Relationship Type="http://schemas.openxmlformats.org/officeDocument/2006/relationships/slide" Target="/ppt/slides/slide239.xml" Id="R39a71d6878204c3a" /><Relationship Type="http://schemas.openxmlformats.org/officeDocument/2006/relationships/slide" Target="/ppt/slides/slide240.xml" Id="R1dfbdb5a881e49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ca5b4b775f4b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51570148e04ce9" /><Relationship Type="http://schemas.openxmlformats.org/officeDocument/2006/relationships/notesMaster" Target="/ppt/notesMasters/notesMaster1.xml" Id="R9242f3cc96844f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b07a2d8ad64d69" /><Relationship Type="http://schemas.openxmlformats.org/officeDocument/2006/relationships/notesMaster" Target="/ppt/notesMasters/notesMaster1.xml" Id="R558176b4b7cb4f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9e9af237964d57" /><Relationship Type="http://schemas.openxmlformats.org/officeDocument/2006/relationships/notesMaster" Target="/ppt/notesMasters/notesMaster1.xml" Id="Rf99dc37944aa46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9f82e8b00c4c80" /><Relationship Type="http://schemas.openxmlformats.org/officeDocument/2006/relationships/notesMaster" Target="/ppt/notesMasters/notesMaster1.xml" Id="R5fc609c5265d41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61a649950042d4" /><Relationship Type="http://schemas.openxmlformats.org/officeDocument/2006/relationships/notesMaster" Target="/ppt/notesMasters/notesMaster1.xml" Id="Rbe558361005a4e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f1b9b77a754bba" /><Relationship Type="http://schemas.openxmlformats.org/officeDocument/2006/relationships/notesMaster" Target="/ppt/notesMasters/notesMaster1.xml" Id="R51997ab2ee1741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b22f9df7f04fb5" /><Relationship Type="http://schemas.openxmlformats.org/officeDocument/2006/relationships/notesMaster" Target="/ppt/notesMasters/notesMaster1.xml" Id="R85122e9a996146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4ac7af342544ab" /><Relationship Type="http://schemas.openxmlformats.org/officeDocument/2006/relationships/notesMaster" Target="/ppt/notesMasters/notesMaster1.xml" Id="Rd8d1e16911e8493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e8c37ae9bd453e" /><Relationship Type="http://schemas.openxmlformats.org/officeDocument/2006/relationships/notesMaster" Target="/ppt/notesMasters/notesMaster1.xml" Id="R7485ed9544d447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cf62ee880cb4234" /><Relationship Type="http://schemas.openxmlformats.org/officeDocument/2006/relationships/notesMaster" Target="/ppt/notesMasters/notesMaster1.xml" Id="Rc33159f01b39443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612fea55edb4ce3" /><Relationship Type="http://schemas.openxmlformats.org/officeDocument/2006/relationships/notesMaster" Target="/ppt/notesMasters/notesMaster1.xml" Id="Rf8dd8905b8fb42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abb15eec2f46e5" /><Relationship Type="http://schemas.openxmlformats.org/officeDocument/2006/relationships/notesMaster" Target="/ppt/notesMasters/notesMaster1.xml" Id="Rffae8685e0d24b8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bde685028b7434e" /><Relationship Type="http://schemas.openxmlformats.org/officeDocument/2006/relationships/notesMaster" Target="/ppt/notesMasters/notesMaster1.xml" Id="Rb9177dfedf3b450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33a974f399042e0" /><Relationship Type="http://schemas.openxmlformats.org/officeDocument/2006/relationships/notesMaster" Target="/ppt/notesMasters/notesMaster1.xml" Id="Rfa2f5b00d4da420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72f09cfe1224aaa" /><Relationship Type="http://schemas.openxmlformats.org/officeDocument/2006/relationships/notesMaster" Target="/ppt/notesMasters/notesMaster1.xml" Id="R40d6b6e304444a3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2dd0ed0be1b4f49" /><Relationship Type="http://schemas.openxmlformats.org/officeDocument/2006/relationships/notesMaster" Target="/ppt/notesMasters/notesMaster1.xml" Id="Ra114a24ecf41417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ec6c3e597104f8b" /><Relationship Type="http://schemas.openxmlformats.org/officeDocument/2006/relationships/notesMaster" Target="/ppt/notesMasters/notesMaster1.xml" Id="R31bb6fc7e4f24a4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4fc29c06e9b46f9" /><Relationship Type="http://schemas.openxmlformats.org/officeDocument/2006/relationships/notesMaster" Target="/ppt/notesMasters/notesMaster1.xml" Id="R46907d63432848b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0edf0190b9c477e" /><Relationship Type="http://schemas.openxmlformats.org/officeDocument/2006/relationships/notesMaster" Target="/ppt/notesMasters/notesMaster1.xml" Id="Rb87ab9c88661415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29bfbf904d1419a" /><Relationship Type="http://schemas.openxmlformats.org/officeDocument/2006/relationships/notesMaster" Target="/ppt/notesMasters/notesMaster1.xml" Id="R8f4021ccca53461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eae69b9cb724297" /><Relationship Type="http://schemas.openxmlformats.org/officeDocument/2006/relationships/notesMaster" Target="/ppt/notesMasters/notesMaster1.xml" Id="R96eb3538b9104c0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d6f66f3ab274a5a" /><Relationship Type="http://schemas.openxmlformats.org/officeDocument/2006/relationships/notesMaster" Target="/ppt/notesMasters/notesMaster1.xml" Id="R8f79d59be3324be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d1f5a069f6648a3" /><Relationship Type="http://schemas.openxmlformats.org/officeDocument/2006/relationships/notesMaster" Target="/ppt/notesMasters/notesMaster1.xml" Id="R3cc82f18b15a460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8b6ff3bb89b4cb0" /><Relationship Type="http://schemas.openxmlformats.org/officeDocument/2006/relationships/notesMaster" Target="/ppt/notesMasters/notesMaster1.xml" Id="Rea97aeccfd4e4fb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e77347fbcdc4031" /><Relationship Type="http://schemas.openxmlformats.org/officeDocument/2006/relationships/notesMaster" Target="/ppt/notesMasters/notesMaster1.xml" Id="R79d0f9dd60c2473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59c383a83174aa5" /><Relationship Type="http://schemas.openxmlformats.org/officeDocument/2006/relationships/notesMaster" Target="/ppt/notesMasters/notesMaster1.xml" Id="R195118a1aa5b4a3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13c3a4a6ab94787" /><Relationship Type="http://schemas.openxmlformats.org/officeDocument/2006/relationships/notesMaster" Target="/ppt/notesMasters/notesMaster1.xml" Id="R077027fb9c874d1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e1f4fb89e914435" /><Relationship Type="http://schemas.openxmlformats.org/officeDocument/2006/relationships/notesMaster" Target="/ppt/notesMasters/notesMaster1.xml" Id="R5c4ee10c485c4ef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5d9b58afb294cae" /><Relationship Type="http://schemas.openxmlformats.org/officeDocument/2006/relationships/notesMaster" Target="/ppt/notesMasters/notesMaster1.xml" Id="R92c567aab3e9458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4f1e363754e44c5" /><Relationship Type="http://schemas.openxmlformats.org/officeDocument/2006/relationships/notesMaster" Target="/ppt/notesMasters/notesMaster1.xml" Id="R0bf60dd884bb4d1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9ed81419b5d49d3" /><Relationship Type="http://schemas.openxmlformats.org/officeDocument/2006/relationships/notesMaster" Target="/ppt/notesMasters/notesMaster1.xml" Id="Re3ffffe7e51e4ef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784a08d5b4546d5" /><Relationship Type="http://schemas.openxmlformats.org/officeDocument/2006/relationships/notesMaster" Target="/ppt/notesMasters/notesMaster1.xml" Id="R809fa0b1cb544a7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ba29d87d8dd405a" /><Relationship Type="http://schemas.openxmlformats.org/officeDocument/2006/relationships/notesMaster" Target="/ppt/notesMasters/notesMaster1.xml" Id="R6fb6959ce2574b0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4465d458c8745f3" /><Relationship Type="http://schemas.openxmlformats.org/officeDocument/2006/relationships/notesMaster" Target="/ppt/notesMasters/notesMaster1.xml" Id="R72895f11a0f443e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16ad78d3b724fbc" /><Relationship Type="http://schemas.openxmlformats.org/officeDocument/2006/relationships/notesMaster" Target="/ppt/notesMasters/notesMaster1.xml" Id="R4035f48c5cb64d5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7340fb30de0497d" /><Relationship Type="http://schemas.openxmlformats.org/officeDocument/2006/relationships/notesMaster" Target="/ppt/notesMasters/notesMaster1.xml" Id="R3f2b55001b4f4ec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cd333f66687424b" /><Relationship Type="http://schemas.openxmlformats.org/officeDocument/2006/relationships/notesMaster" Target="/ppt/notesMasters/notesMaster1.xml" Id="Reec494536d804e1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9c8da6c7a0c4057" /><Relationship Type="http://schemas.openxmlformats.org/officeDocument/2006/relationships/notesMaster" Target="/ppt/notesMasters/notesMaster1.xml" Id="Re13eb9287486439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52f3495490d4cf9" /><Relationship Type="http://schemas.openxmlformats.org/officeDocument/2006/relationships/notesMaster" Target="/ppt/notesMasters/notesMaster1.xml" Id="Rddbd37c468ab48a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249f666a79074b06" /><Relationship Type="http://schemas.openxmlformats.org/officeDocument/2006/relationships/notesMaster" Target="/ppt/notesMasters/notesMaster1.xml" Id="R2744ab3125fa427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5da9ec87bff47ed" /><Relationship Type="http://schemas.openxmlformats.org/officeDocument/2006/relationships/notesMaster" Target="/ppt/notesMasters/notesMaster1.xml" Id="R290657827e874e4b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c8b35c84f5b4bdc" /><Relationship Type="http://schemas.openxmlformats.org/officeDocument/2006/relationships/notesMaster" Target="/ppt/notesMasters/notesMaster1.xml" Id="R17b30f49244f441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edade9f970442e9" /><Relationship Type="http://schemas.openxmlformats.org/officeDocument/2006/relationships/notesMaster" Target="/ppt/notesMasters/notesMaster1.xml" Id="R326f212116044c08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fb0c4341a5b499c" /><Relationship Type="http://schemas.openxmlformats.org/officeDocument/2006/relationships/notesMaster" Target="/ppt/notesMasters/notesMaster1.xml" Id="R60d6295f5742458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8340a1f995e4f11" /><Relationship Type="http://schemas.openxmlformats.org/officeDocument/2006/relationships/notesMaster" Target="/ppt/notesMasters/notesMaster1.xml" Id="Rfb382fa946b549eb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59873f40b6384ad6" /><Relationship Type="http://schemas.openxmlformats.org/officeDocument/2006/relationships/notesMaster" Target="/ppt/notesMasters/notesMaster1.xml" Id="Ra3f968dcc49840d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19d190c609c4545" /><Relationship Type="http://schemas.openxmlformats.org/officeDocument/2006/relationships/notesMaster" Target="/ppt/notesMasters/notesMaster1.xml" Id="Rad30817bd6484ab1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b638212a12a4c39" /><Relationship Type="http://schemas.openxmlformats.org/officeDocument/2006/relationships/notesMaster" Target="/ppt/notesMasters/notesMaster1.xml" Id="R76e6eb7d2267402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ca0f6bbb670b40d3" /><Relationship Type="http://schemas.openxmlformats.org/officeDocument/2006/relationships/notesMaster" Target="/ppt/notesMasters/notesMaster1.xml" Id="R131f1881a8754d7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b1a1ae4c9d3d4762" /><Relationship Type="http://schemas.openxmlformats.org/officeDocument/2006/relationships/notesMaster" Target="/ppt/notesMasters/notesMaster1.xml" Id="R3cf98e77d96c4c35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794cf5ff155e4659" /><Relationship Type="http://schemas.openxmlformats.org/officeDocument/2006/relationships/notesMaster" Target="/ppt/notesMasters/notesMaster1.xml" Id="Rf30ff9e199da41a3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87cc2721759c4bfc" /><Relationship Type="http://schemas.openxmlformats.org/officeDocument/2006/relationships/notesMaster" Target="/ppt/notesMasters/notesMaster1.xml" Id="R1151fdcd10d94d42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95e64e4ed54e44aa" /><Relationship Type="http://schemas.openxmlformats.org/officeDocument/2006/relationships/notesMaster" Target="/ppt/notesMasters/notesMaster1.xml" Id="R9ec0d09af6564d07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dea9d4f770f346ca" /><Relationship Type="http://schemas.openxmlformats.org/officeDocument/2006/relationships/notesMaster" Target="/ppt/notesMasters/notesMaster1.xml" Id="Rf0e13269b03f4a60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4c8853b7a774485" /><Relationship Type="http://schemas.openxmlformats.org/officeDocument/2006/relationships/notesMaster" Target="/ppt/notesMasters/notesMaster1.xml" Id="Rfa83c39a68cd4c6a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406c8d6d05314dba" /><Relationship Type="http://schemas.openxmlformats.org/officeDocument/2006/relationships/notesMaster" Target="/ppt/notesMasters/notesMaster1.xml" Id="Re621386f096d47ce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8cb8bc9b24e24d88" /><Relationship Type="http://schemas.openxmlformats.org/officeDocument/2006/relationships/notesMaster" Target="/ppt/notesMasters/notesMaster1.xml" Id="R1b14e46141f84872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9195e016af534c79" /><Relationship Type="http://schemas.openxmlformats.org/officeDocument/2006/relationships/notesMaster" Target="/ppt/notesMasters/notesMaster1.xml" Id="R79f09f4f6ee148cd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def4b1411b7f4e41" /><Relationship Type="http://schemas.openxmlformats.org/officeDocument/2006/relationships/notesMaster" Target="/ppt/notesMasters/notesMaster1.xml" Id="Rb41958a0f29747b4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f661e306da844a46" /><Relationship Type="http://schemas.openxmlformats.org/officeDocument/2006/relationships/notesMaster" Target="/ppt/notesMasters/notesMaster1.xml" Id="R57550cf812814882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9fc06d5e793f40cf" /><Relationship Type="http://schemas.openxmlformats.org/officeDocument/2006/relationships/notesMaster" Target="/ppt/notesMasters/notesMaster1.xml" Id="Rd56a9cfec4a4457c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7dc8477038434405" /><Relationship Type="http://schemas.openxmlformats.org/officeDocument/2006/relationships/notesMaster" Target="/ppt/notesMasters/notesMaster1.xml" Id="R09bdbfdd3316424d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ee760f0dde8f47f1" /><Relationship Type="http://schemas.openxmlformats.org/officeDocument/2006/relationships/notesMaster" Target="/ppt/notesMasters/notesMaster1.xml" Id="R08d505dc6dcc49a5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7dd908dc0c194627" /><Relationship Type="http://schemas.openxmlformats.org/officeDocument/2006/relationships/notesMaster" Target="/ppt/notesMasters/notesMaster1.xml" Id="R66efffef027540ad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77b437fbbed241c6" /><Relationship Type="http://schemas.openxmlformats.org/officeDocument/2006/relationships/notesMaster" Target="/ppt/notesMasters/notesMaster1.xml" Id="Rea3e7ae86a5f4d19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8ee3b8a79ecc4fb6" /><Relationship Type="http://schemas.openxmlformats.org/officeDocument/2006/relationships/notesMaster" Target="/ppt/notesMasters/notesMaster1.xml" Id="Ra6d7b8bae75f44a1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ef46ff35e3544e6e" /><Relationship Type="http://schemas.openxmlformats.org/officeDocument/2006/relationships/notesMaster" Target="/ppt/notesMasters/notesMaster1.xml" Id="R4d71086e86b84d02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8ff03cc7242d478b" /><Relationship Type="http://schemas.openxmlformats.org/officeDocument/2006/relationships/notesMaster" Target="/ppt/notesMasters/notesMaster1.xml" Id="R1a2695be62924ab4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bbf77cdf1c9b4daf" /><Relationship Type="http://schemas.openxmlformats.org/officeDocument/2006/relationships/notesMaster" Target="/ppt/notesMasters/notesMaster1.xml" Id="Rc87f656aac334bf7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8794650eb0464281" /><Relationship Type="http://schemas.openxmlformats.org/officeDocument/2006/relationships/notesMaster" Target="/ppt/notesMasters/notesMaster1.xml" Id="R1ae45943c5ad4bad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777527eb9e7341df" /><Relationship Type="http://schemas.openxmlformats.org/officeDocument/2006/relationships/notesMaster" Target="/ppt/notesMasters/notesMaster1.xml" Id="R4ce15559c9124bb3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855e263ecb384c5e" /><Relationship Type="http://schemas.openxmlformats.org/officeDocument/2006/relationships/notesMaster" Target="/ppt/notesMasters/notesMaster1.xml" Id="Ra45895408d8445c1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1869e9e9dc644253" /><Relationship Type="http://schemas.openxmlformats.org/officeDocument/2006/relationships/notesMaster" Target="/ppt/notesMasters/notesMaster1.xml" Id="Rfaf6d23eb6d54c41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a872c40be08943ae" /><Relationship Type="http://schemas.openxmlformats.org/officeDocument/2006/relationships/notesMaster" Target="/ppt/notesMasters/notesMaster1.xml" Id="R520e3641ed994714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5b11b8c519f54934" /><Relationship Type="http://schemas.openxmlformats.org/officeDocument/2006/relationships/notesMaster" Target="/ppt/notesMasters/notesMaster1.xml" Id="Ra9a327f008fa40f4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79a223822bd54ce8" /><Relationship Type="http://schemas.openxmlformats.org/officeDocument/2006/relationships/notesMaster" Target="/ppt/notesMasters/notesMaster1.xml" Id="Ra26f751499ee4e0e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9f250171c95e4997" /><Relationship Type="http://schemas.openxmlformats.org/officeDocument/2006/relationships/notesMaster" Target="/ppt/notesMasters/notesMaster1.xml" Id="R242a24262d3147ab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2963cf83c16646e7" /><Relationship Type="http://schemas.openxmlformats.org/officeDocument/2006/relationships/notesMaster" Target="/ppt/notesMasters/notesMaster1.xml" Id="Rf80d2a16e8324ee2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e90b9d48f7b6439d" /><Relationship Type="http://schemas.openxmlformats.org/officeDocument/2006/relationships/notesMaster" Target="/ppt/notesMasters/notesMaster1.xml" Id="Rc5ddf79fcb734a97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e962444da59a4c3e" /><Relationship Type="http://schemas.openxmlformats.org/officeDocument/2006/relationships/notesMaster" Target="/ppt/notesMasters/notesMaster1.xml" Id="Rdfb5e6bdd38b447e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65cd29951be04f25" /><Relationship Type="http://schemas.openxmlformats.org/officeDocument/2006/relationships/notesMaster" Target="/ppt/notesMasters/notesMaster1.xml" Id="R25864bb759ab4adf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a01f8ad442b34d87" /><Relationship Type="http://schemas.openxmlformats.org/officeDocument/2006/relationships/notesMaster" Target="/ppt/notesMasters/notesMaster1.xml" Id="Rdbd30d6ce7404091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0ee73434877f4b20" /><Relationship Type="http://schemas.openxmlformats.org/officeDocument/2006/relationships/notesMaster" Target="/ppt/notesMasters/notesMaster1.xml" Id="R55b01e066a2341bd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f261e60b429a40c4" /><Relationship Type="http://schemas.openxmlformats.org/officeDocument/2006/relationships/notesMaster" Target="/ppt/notesMasters/notesMaster1.xml" Id="Rcf2124ce52354bdc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dfb5a4db71234c5d" /><Relationship Type="http://schemas.openxmlformats.org/officeDocument/2006/relationships/notesMaster" Target="/ppt/notesMasters/notesMaster1.xml" Id="R5b2127536a27472c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f041e12fb9c94784" /><Relationship Type="http://schemas.openxmlformats.org/officeDocument/2006/relationships/notesMaster" Target="/ppt/notesMasters/notesMaster1.xml" Id="R6d05628977f1422f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d1989aba1efd4f73" /><Relationship Type="http://schemas.openxmlformats.org/officeDocument/2006/relationships/notesMaster" Target="/ppt/notesMasters/notesMaster1.xml" Id="R8cc08ee6409d4644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e7671f9bcd534299" /><Relationship Type="http://schemas.openxmlformats.org/officeDocument/2006/relationships/notesMaster" Target="/ppt/notesMasters/notesMaster1.xml" Id="Raa9d6a4e0e094d3c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4ef3facce57543d3" /><Relationship Type="http://schemas.openxmlformats.org/officeDocument/2006/relationships/notesMaster" Target="/ppt/notesMasters/notesMaster1.xml" Id="R12d2f0aa35514505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27715f8d9cbc4524" /><Relationship Type="http://schemas.openxmlformats.org/officeDocument/2006/relationships/notesMaster" Target="/ppt/notesMasters/notesMaster1.xml" Id="Rc7fc3f0fc4374a59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dfce83d9b19440d8" /><Relationship Type="http://schemas.openxmlformats.org/officeDocument/2006/relationships/notesMaster" Target="/ppt/notesMasters/notesMaster1.xml" Id="Rbbca165f21094a6b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6bf27420990c4ff8" /><Relationship Type="http://schemas.openxmlformats.org/officeDocument/2006/relationships/notesMaster" Target="/ppt/notesMasters/notesMaster1.xml" Id="R11c3989b2da848bf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219d8428a1e54027" /><Relationship Type="http://schemas.openxmlformats.org/officeDocument/2006/relationships/notesMaster" Target="/ppt/notesMasters/notesMaster1.xml" Id="R251f5d58d51a4d7f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af34f2c9fcaa4b00" /><Relationship Type="http://schemas.openxmlformats.org/officeDocument/2006/relationships/notesMaster" Target="/ppt/notesMasters/notesMaster1.xml" Id="R77cfb8ff59af4b2a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d9412d02949c4be4" /><Relationship Type="http://schemas.openxmlformats.org/officeDocument/2006/relationships/notesMaster" Target="/ppt/notesMasters/notesMaster1.xml" Id="R2d595573350740d6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7978bb15a37641e3" /><Relationship Type="http://schemas.openxmlformats.org/officeDocument/2006/relationships/notesMaster" Target="/ppt/notesMasters/notesMaster1.xml" Id="R75950a0b09de4669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5911300b17e44c5c" /><Relationship Type="http://schemas.openxmlformats.org/officeDocument/2006/relationships/notesMaster" Target="/ppt/notesMasters/notesMaster1.xml" Id="Rcf3c884a821a4c6f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24d39a8a44a64faf" /><Relationship Type="http://schemas.openxmlformats.org/officeDocument/2006/relationships/notesMaster" Target="/ppt/notesMasters/notesMaster1.xml" Id="Rff6a78923f4343be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4d03df9deaa64b70" /><Relationship Type="http://schemas.openxmlformats.org/officeDocument/2006/relationships/notesMaster" Target="/ppt/notesMasters/notesMaster1.xml" Id="R8737ee4aa7524e30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c104b14c4d264249" /><Relationship Type="http://schemas.openxmlformats.org/officeDocument/2006/relationships/notesMaster" Target="/ppt/notesMasters/notesMaster1.xml" Id="R6d15b7326a4543b0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5ffa8e23c2a9485d" /><Relationship Type="http://schemas.openxmlformats.org/officeDocument/2006/relationships/notesMaster" Target="/ppt/notesMasters/notesMaster1.xml" Id="R32ce92ed516b41ab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d18399daeba14387" /><Relationship Type="http://schemas.openxmlformats.org/officeDocument/2006/relationships/notesMaster" Target="/ppt/notesMasters/notesMaster1.xml" Id="R71ee08a1dddd4df2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27da2b6525834255" /><Relationship Type="http://schemas.openxmlformats.org/officeDocument/2006/relationships/notesMaster" Target="/ppt/notesMasters/notesMaster1.xml" Id="R83806dd3ab724e69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468971b956d24324" /><Relationship Type="http://schemas.openxmlformats.org/officeDocument/2006/relationships/notesMaster" Target="/ppt/notesMasters/notesMaster1.xml" Id="Rd572b810f3304658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26ce0b8821ba4ced" /><Relationship Type="http://schemas.openxmlformats.org/officeDocument/2006/relationships/notesMaster" Target="/ppt/notesMasters/notesMaster1.xml" Id="Rbac8387d04ba4b7f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f5b636b17e9e45c0" /><Relationship Type="http://schemas.openxmlformats.org/officeDocument/2006/relationships/notesMaster" Target="/ppt/notesMasters/notesMaster1.xml" Id="R9bec79b3c08a497e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5c9e6ce27f024291" /><Relationship Type="http://schemas.openxmlformats.org/officeDocument/2006/relationships/notesMaster" Target="/ppt/notesMasters/notesMaster1.xml" Id="Rd8e2d0bb807849bc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f88362ef051e4fea" /><Relationship Type="http://schemas.openxmlformats.org/officeDocument/2006/relationships/notesMaster" Target="/ppt/notesMasters/notesMaster1.xml" Id="R32ca1066da2c456a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f1fb2b21528f478f" /><Relationship Type="http://schemas.openxmlformats.org/officeDocument/2006/relationships/notesMaster" Target="/ppt/notesMasters/notesMaster1.xml" Id="R2b0006080179434b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2ce3393f55f14ca5" /><Relationship Type="http://schemas.openxmlformats.org/officeDocument/2006/relationships/notesMaster" Target="/ppt/notesMasters/notesMaster1.xml" Id="R664d42d55ea24bb9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6f6a4c9bb054493f" /><Relationship Type="http://schemas.openxmlformats.org/officeDocument/2006/relationships/notesMaster" Target="/ppt/notesMasters/notesMaster1.xml" Id="Rb4eb2f8050c54869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b91b4214d48c4736" /><Relationship Type="http://schemas.openxmlformats.org/officeDocument/2006/relationships/notesMaster" Target="/ppt/notesMasters/notesMaster1.xml" Id="R32a3cad21d134b1b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62c739e6159b46cd" /><Relationship Type="http://schemas.openxmlformats.org/officeDocument/2006/relationships/notesMaster" Target="/ppt/notesMasters/notesMaster1.xml" Id="Rf8f39a9d5b2e4b26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086d85e56a8e4c83" /><Relationship Type="http://schemas.openxmlformats.org/officeDocument/2006/relationships/notesMaster" Target="/ppt/notesMasters/notesMaster1.xml" Id="Rf18d37f0015045e2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e1c45f7229b74514" /><Relationship Type="http://schemas.openxmlformats.org/officeDocument/2006/relationships/notesMaster" Target="/ppt/notesMasters/notesMaster1.xml" Id="Rec9fc04b208146a5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750460f1fd604c07" /><Relationship Type="http://schemas.openxmlformats.org/officeDocument/2006/relationships/notesMaster" Target="/ppt/notesMasters/notesMaster1.xml" Id="R42b80a0dc0aa4428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1fe5b53af0444549" /><Relationship Type="http://schemas.openxmlformats.org/officeDocument/2006/relationships/notesMaster" Target="/ppt/notesMasters/notesMaster1.xml" Id="R9119f7be570a4747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9f184605e0be4849" /><Relationship Type="http://schemas.openxmlformats.org/officeDocument/2006/relationships/notesMaster" Target="/ppt/notesMasters/notesMaster1.xml" Id="R66459dd664894048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703af6ea34154b63" /><Relationship Type="http://schemas.openxmlformats.org/officeDocument/2006/relationships/notesMaster" Target="/ppt/notesMasters/notesMaster1.xml" Id="Rbb55b98ec2164c5c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de61f8405d8d4199" /><Relationship Type="http://schemas.openxmlformats.org/officeDocument/2006/relationships/notesMaster" Target="/ppt/notesMasters/notesMaster1.xml" Id="R406e5f9a2fd844ff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2d3fa8d3cc5e4b52" /><Relationship Type="http://schemas.openxmlformats.org/officeDocument/2006/relationships/notesMaster" Target="/ppt/notesMasters/notesMaster1.xml" Id="R571f3d650bd94aae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6b1bd550e45a4d37" /><Relationship Type="http://schemas.openxmlformats.org/officeDocument/2006/relationships/notesMaster" Target="/ppt/notesMasters/notesMaster1.xml" Id="R9016f5cae12c4967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b6097dbcb52249bb" /><Relationship Type="http://schemas.openxmlformats.org/officeDocument/2006/relationships/notesMaster" Target="/ppt/notesMasters/notesMaster1.xml" Id="R98050cb3f17847d6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ee8d0795a9d042f0" /><Relationship Type="http://schemas.openxmlformats.org/officeDocument/2006/relationships/notesMaster" Target="/ppt/notesMasters/notesMaster1.xml" Id="R1d4c24175e0b4ffa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badf8af026b24fb5" /><Relationship Type="http://schemas.openxmlformats.org/officeDocument/2006/relationships/notesMaster" Target="/ppt/notesMasters/notesMaster1.xml" Id="Rd14d1de062924d91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17bd9c9085a04d10" /><Relationship Type="http://schemas.openxmlformats.org/officeDocument/2006/relationships/notesMaster" Target="/ppt/notesMasters/notesMaster1.xml" Id="Rbce95ca0cdd147c6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bb96ea1421d241b6" /><Relationship Type="http://schemas.openxmlformats.org/officeDocument/2006/relationships/notesMaster" Target="/ppt/notesMasters/notesMaster1.xml" Id="R6c1462f85a2c497f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e4e3b04d9d814051" /><Relationship Type="http://schemas.openxmlformats.org/officeDocument/2006/relationships/notesMaster" Target="/ppt/notesMasters/notesMaster1.xml" Id="R0992bdf9ae584c99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6639f4047a994e98" /><Relationship Type="http://schemas.openxmlformats.org/officeDocument/2006/relationships/notesMaster" Target="/ppt/notesMasters/notesMaster1.xml" Id="Rc1d6d9a0adb9472c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48413de5bb004b6e" /><Relationship Type="http://schemas.openxmlformats.org/officeDocument/2006/relationships/notesMaster" Target="/ppt/notesMasters/notesMaster1.xml" Id="Rc49d35a1bbf94a22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d0a82bf13a8645c6" /><Relationship Type="http://schemas.openxmlformats.org/officeDocument/2006/relationships/notesMaster" Target="/ppt/notesMasters/notesMaster1.xml" Id="Ra8ae2f6de94d4e42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117048ed282e484b" /><Relationship Type="http://schemas.openxmlformats.org/officeDocument/2006/relationships/notesMaster" Target="/ppt/notesMasters/notesMaster1.xml" Id="R788fb4871fcb4f97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e8c2c6a8ad274e6e" /><Relationship Type="http://schemas.openxmlformats.org/officeDocument/2006/relationships/notesMaster" Target="/ppt/notesMasters/notesMaster1.xml" Id="R916fe042fd97476a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4d8f9c88e97d4000" /><Relationship Type="http://schemas.openxmlformats.org/officeDocument/2006/relationships/notesMaster" Target="/ppt/notesMasters/notesMaster1.xml" Id="R3cd15ba037864c56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0c6485ca1ac54cd5" /><Relationship Type="http://schemas.openxmlformats.org/officeDocument/2006/relationships/notesMaster" Target="/ppt/notesMasters/notesMaster1.xml" Id="Rf6098b3becf843d6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8981ce5c42804678" /><Relationship Type="http://schemas.openxmlformats.org/officeDocument/2006/relationships/notesMaster" Target="/ppt/notesMasters/notesMaster1.xml" Id="R2810dbd7e20f455b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03b70ca4233148f9" /><Relationship Type="http://schemas.openxmlformats.org/officeDocument/2006/relationships/notesMaster" Target="/ppt/notesMasters/notesMaster1.xml" Id="R28938c2dbc1c434f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6b3a75b601e743a0" /><Relationship Type="http://schemas.openxmlformats.org/officeDocument/2006/relationships/notesMaster" Target="/ppt/notesMasters/notesMaster1.xml" Id="R97a2793da907458b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28742aa2930a43ab" /><Relationship Type="http://schemas.openxmlformats.org/officeDocument/2006/relationships/notesMaster" Target="/ppt/notesMasters/notesMaster1.xml" Id="Rc7b8285078c64732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763b135b13c64b7b" /><Relationship Type="http://schemas.openxmlformats.org/officeDocument/2006/relationships/notesMaster" Target="/ppt/notesMasters/notesMaster1.xml" Id="R2ec22f16799a4985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af843078ff98446e" /><Relationship Type="http://schemas.openxmlformats.org/officeDocument/2006/relationships/notesMaster" Target="/ppt/notesMasters/notesMaster1.xml" Id="Rbd857e1dc39548aa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8e93fee91d7f44b4" /><Relationship Type="http://schemas.openxmlformats.org/officeDocument/2006/relationships/notesMaster" Target="/ppt/notesMasters/notesMaster1.xml" Id="Re66c1062dee94662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ed618c5af045480e" /><Relationship Type="http://schemas.openxmlformats.org/officeDocument/2006/relationships/notesMaster" Target="/ppt/notesMasters/notesMaster1.xml" Id="R66840224860848be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2a7e53c3f52547cf" /><Relationship Type="http://schemas.openxmlformats.org/officeDocument/2006/relationships/notesMaster" Target="/ppt/notesMasters/notesMaster1.xml" Id="R91f176f15d34457d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4e7195ba7ef34b71" /><Relationship Type="http://schemas.openxmlformats.org/officeDocument/2006/relationships/notesMaster" Target="/ppt/notesMasters/notesMaster1.xml" Id="R1256ebb515404411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19f4310a04c44f8a" /><Relationship Type="http://schemas.openxmlformats.org/officeDocument/2006/relationships/notesMaster" Target="/ppt/notesMasters/notesMaster1.xml" Id="R8530386f24c94cfc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ba6aab945c104b83" /><Relationship Type="http://schemas.openxmlformats.org/officeDocument/2006/relationships/notesMaster" Target="/ppt/notesMasters/notesMaster1.xml" Id="R6d356bd678b54919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222f190f2a6c4e1b" /><Relationship Type="http://schemas.openxmlformats.org/officeDocument/2006/relationships/notesMaster" Target="/ppt/notesMasters/notesMaster1.xml" Id="Rb91e80ed3a1040d0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d2ed774f2f5f4f53" /><Relationship Type="http://schemas.openxmlformats.org/officeDocument/2006/relationships/notesMaster" Target="/ppt/notesMasters/notesMaster1.xml" Id="R9188ab068c5746c8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a7d1c05be5774322" /><Relationship Type="http://schemas.openxmlformats.org/officeDocument/2006/relationships/notesMaster" Target="/ppt/notesMasters/notesMaster1.xml" Id="Rcfad5e292f58485a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28db7af87ada4d3f" /><Relationship Type="http://schemas.openxmlformats.org/officeDocument/2006/relationships/notesMaster" Target="/ppt/notesMasters/notesMaster1.xml" Id="R2804c1b9503a421a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471548f56b5845a5" /><Relationship Type="http://schemas.openxmlformats.org/officeDocument/2006/relationships/notesMaster" Target="/ppt/notesMasters/notesMaster1.xml" Id="R02b875a146474732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d6151411c6254563" /><Relationship Type="http://schemas.openxmlformats.org/officeDocument/2006/relationships/notesMaster" Target="/ppt/notesMasters/notesMaster1.xml" Id="R2fa1e9260bab400c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65798904e78442b2" /><Relationship Type="http://schemas.openxmlformats.org/officeDocument/2006/relationships/notesMaster" Target="/ppt/notesMasters/notesMaster1.xml" Id="R3702e2639d2f4510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a61986ba94ff4a82" /><Relationship Type="http://schemas.openxmlformats.org/officeDocument/2006/relationships/notesMaster" Target="/ppt/notesMasters/notesMaster1.xml" Id="R93a1ef091ccf4d0a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ed959dd0ee9845f9" /><Relationship Type="http://schemas.openxmlformats.org/officeDocument/2006/relationships/notesMaster" Target="/ppt/notesMasters/notesMaster1.xml" Id="R0df9a88b440040aa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05310f3e2ab14e89" /><Relationship Type="http://schemas.openxmlformats.org/officeDocument/2006/relationships/notesMaster" Target="/ppt/notesMasters/notesMaster1.xml" Id="Re76e3bacfba34d1f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090ac1dbde174ac4" /><Relationship Type="http://schemas.openxmlformats.org/officeDocument/2006/relationships/notesMaster" Target="/ppt/notesMasters/notesMaster1.xml" Id="R0cc07d0a13a34c10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1c7dffb593ed4a4e" /><Relationship Type="http://schemas.openxmlformats.org/officeDocument/2006/relationships/notesMaster" Target="/ppt/notesMasters/notesMaster1.xml" Id="R6998c258dc764c28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9ebb3ff1191847f2" /><Relationship Type="http://schemas.openxmlformats.org/officeDocument/2006/relationships/notesMaster" Target="/ppt/notesMasters/notesMaster1.xml" Id="Rfde08c3c941f44aa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4ba56d12bafe4051" /><Relationship Type="http://schemas.openxmlformats.org/officeDocument/2006/relationships/notesMaster" Target="/ppt/notesMasters/notesMaster1.xml" Id="R1776c2eec38f4811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6cdf9429fb904fab" /><Relationship Type="http://schemas.openxmlformats.org/officeDocument/2006/relationships/notesMaster" Target="/ppt/notesMasters/notesMaster1.xml" Id="Rff42f70d946f4d96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bdf58335ca374327" /><Relationship Type="http://schemas.openxmlformats.org/officeDocument/2006/relationships/notesMaster" Target="/ppt/notesMasters/notesMaster1.xml" Id="R077e658a49d346c3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b86ceaef1b394740" /><Relationship Type="http://schemas.openxmlformats.org/officeDocument/2006/relationships/notesMaster" Target="/ppt/notesMasters/notesMaster1.xml" Id="R24de0b4234c144a7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b9453325e21943b9" /><Relationship Type="http://schemas.openxmlformats.org/officeDocument/2006/relationships/notesMaster" Target="/ppt/notesMasters/notesMaster1.xml" Id="R1a0ce61969ce4e76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0d3198e036c24c62" /><Relationship Type="http://schemas.openxmlformats.org/officeDocument/2006/relationships/notesMaster" Target="/ppt/notesMasters/notesMaster1.xml" Id="R6ea7f9f3915f464b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1667c56537214881" /><Relationship Type="http://schemas.openxmlformats.org/officeDocument/2006/relationships/notesMaster" Target="/ppt/notesMasters/notesMaster1.xml" Id="R5631ea96fadd40f0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79f98e10514a4ee1" /><Relationship Type="http://schemas.openxmlformats.org/officeDocument/2006/relationships/notesMaster" Target="/ppt/notesMasters/notesMaster1.xml" Id="Rac52c0433dd34d92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ee424ff10be24115" /><Relationship Type="http://schemas.openxmlformats.org/officeDocument/2006/relationships/notesMaster" Target="/ppt/notesMasters/notesMaster1.xml" Id="R6aab7aadb56745b6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13c6428bfa86462c" /><Relationship Type="http://schemas.openxmlformats.org/officeDocument/2006/relationships/notesMaster" Target="/ppt/notesMasters/notesMaster1.xml" Id="R0104fd2377124f65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14dba651a0ad483d" /><Relationship Type="http://schemas.openxmlformats.org/officeDocument/2006/relationships/notesMaster" Target="/ppt/notesMasters/notesMaster1.xml" Id="R2e3667b169f44d8e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ba9e92b718f84a81" /><Relationship Type="http://schemas.openxmlformats.org/officeDocument/2006/relationships/notesMaster" Target="/ppt/notesMasters/notesMaster1.xml" Id="R1e19883e45d54574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5ebc030c1fd44410" /><Relationship Type="http://schemas.openxmlformats.org/officeDocument/2006/relationships/notesMaster" Target="/ppt/notesMasters/notesMaster1.xml" Id="R87fbc492775b4f4b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c40d8eee00d44db4" /><Relationship Type="http://schemas.openxmlformats.org/officeDocument/2006/relationships/notesMaster" Target="/ppt/notesMasters/notesMaster1.xml" Id="R23db72d7441a4bb6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a38634bbc2cc4ffc" /><Relationship Type="http://schemas.openxmlformats.org/officeDocument/2006/relationships/notesMaster" Target="/ppt/notesMasters/notesMaster1.xml" Id="Ra985f900ede34066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826d0a174cae4d24" /><Relationship Type="http://schemas.openxmlformats.org/officeDocument/2006/relationships/notesMaster" Target="/ppt/notesMasters/notesMaster1.xml" Id="R397bced7c6ba48ce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99750c1eb2f24370" /><Relationship Type="http://schemas.openxmlformats.org/officeDocument/2006/relationships/notesMaster" Target="/ppt/notesMasters/notesMaster1.xml" Id="Ra388d011339f44e9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ae7c8046b5f6426d" /><Relationship Type="http://schemas.openxmlformats.org/officeDocument/2006/relationships/notesMaster" Target="/ppt/notesMasters/notesMaster1.xml" Id="Ra1c39beb92da4227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cb1f36f876db44e6" /><Relationship Type="http://schemas.openxmlformats.org/officeDocument/2006/relationships/notesMaster" Target="/ppt/notesMasters/notesMaster1.xml" Id="Radeb81b868de4aa8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8679398f7725454a" /><Relationship Type="http://schemas.openxmlformats.org/officeDocument/2006/relationships/notesMaster" Target="/ppt/notesMasters/notesMaster1.xml" Id="Ra0d7baabc290443b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7b66b2ae301a4202" /><Relationship Type="http://schemas.openxmlformats.org/officeDocument/2006/relationships/notesMaster" Target="/ppt/notesMasters/notesMaster1.xml" Id="R142bb49ad1364de3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6f23576c237640ec" /><Relationship Type="http://schemas.openxmlformats.org/officeDocument/2006/relationships/notesMaster" Target="/ppt/notesMasters/notesMaster1.xml" Id="R80027502810548d1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b1838006f8924bd2" /><Relationship Type="http://schemas.openxmlformats.org/officeDocument/2006/relationships/notesMaster" Target="/ppt/notesMasters/notesMaster1.xml" Id="Recdbe7404ec546df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718719880f714f1d" /><Relationship Type="http://schemas.openxmlformats.org/officeDocument/2006/relationships/notesMaster" Target="/ppt/notesMasters/notesMaster1.xml" Id="R61d1bf18f5b34c0d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4c234692239b4ec6" /><Relationship Type="http://schemas.openxmlformats.org/officeDocument/2006/relationships/notesMaster" Target="/ppt/notesMasters/notesMaster1.xml" Id="Rf19feee2e44a4d97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ed66b6e72d1948ac" /><Relationship Type="http://schemas.openxmlformats.org/officeDocument/2006/relationships/notesMaster" Target="/ppt/notesMasters/notesMaster1.xml" Id="Rd007156693ab453f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4e51d4d03be04ec4" /><Relationship Type="http://schemas.openxmlformats.org/officeDocument/2006/relationships/notesMaster" Target="/ppt/notesMasters/notesMaster1.xml" Id="R60906308da2f48c9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902a52324f0947ef" /><Relationship Type="http://schemas.openxmlformats.org/officeDocument/2006/relationships/notesMaster" Target="/ppt/notesMasters/notesMaster1.xml" Id="Rda135ea37af14a89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2c88e2a52bb24396" /><Relationship Type="http://schemas.openxmlformats.org/officeDocument/2006/relationships/notesMaster" Target="/ppt/notesMasters/notesMaster1.xml" Id="R69b7c5cf763a41dd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4e25bb8d69b54bd4" /><Relationship Type="http://schemas.openxmlformats.org/officeDocument/2006/relationships/notesMaster" Target="/ppt/notesMasters/notesMaster1.xml" Id="Reaf26e530aa04d6f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8d02e70ce60642d5" /><Relationship Type="http://schemas.openxmlformats.org/officeDocument/2006/relationships/notesMaster" Target="/ppt/notesMasters/notesMaster1.xml" Id="R02649f54fd814aa4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0d03db947cb04fd7" /><Relationship Type="http://schemas.openxmlformats.org/officeDocument/2006/relationships/notesMaster" Target="/ppt/notesMasters/notesMaster1.xml" Id="Rd8eee38db36b4c6d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84c739ba478a485e" /><Relationship Type="http://schemas.openxmlformats.org/officeDocument/2006/relationships/notesMaster" Target="/ppt/notesMasters/notesMaster1.xml" Id="R077bf0bda2f14772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c7e460de7f9b40a7" /><Relationship Type="http://schemas.openxmlformats.org/officeDocument/2006/relationships/notesMaster" Target="/ppt/notesMasters/notesMaster1.xml" Id="R02404cbb4a4d4836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75a63dd573f14d24" /><Relationship Type="http://schemas.openxmlformats.org/officeDocument/2006/relationships/notesMaster" Target="/ppt/notesMasters/notesMaster1.xml" Id="R8664e3ac208e42eb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b3775c78b3f647df" /><Relationship Type="http://schemas.openxmlformats.org/officeDocument/2006/relationships/notesMaster" Target="/ppt/notesMasters/notesMaster1.xml" Id="Rc4d8eea52c264d5d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373d3462ed344e4d" /><Relationship Type="http://schemas.openxmlformats.org/officeDocument/2006/relationships/notesMaster" Target="/ppt/notesMasters/notesMaster1.xml" Id="R2e0d219e73b84776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90da22fe90cc4e6e" /><Relationship Type="http://schemas.openxmlformats.org/officeDocument/2006/relationships/notesMaster" Target="/ppt/notesMasters/notesMaster1.xml" Id="R1982b2e6b423494f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955a3f8c013a429b" /><Relationship Type="http://schemas.openxmlformats.org/officeDocument/2006/relationships/notesMaster" Target="/ppt/notesMasters/notesMaster1.xml" Id="Raed24107daa3414e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786b0265be194308" /><Relationship Type="http://schemas.openxmlformats.org/officeDocument/2006/relationships/notesMaster" Target="/ppt/notesMasters/notesMaster1.xml" Id="Rb21a93aecc684163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f8bab5fc01534bf1" /><Relationship Type="http://schemas.openxmlformats.org/officeDocument/2006/relationships/notesMaster" Target="/ppt/notesMasters/notesMaster1.xml" Id="Ra23bf1e200d74d6f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7db518c5cc1b482c" /><Relationship Type="http://schemas.openxmlformats.org/officeDocument/2006/relationships/notesMaster" Target="/ppt/notesMasters/notesMaster1.xml" Id="Rde1bda2c6ab04a9f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ef6b10a2f38d4fd0" /><Relationship Type="http://schemas.openxmlformats.org/officeDocument/2006/relationships/notesMaster" Target="/ppt/notesMasters/notesMaster1.xml" Id="R9c3d471829014a8a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b651aafd753249e0" /><Relationship Type="http://schemas.openxmlformats.org/officeDocument/2006/relationships/notesMaster" Target="/ppt/notesMasters/notesMaster1.xml" Id="R0c726b3c9aeb45e9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c8a0c1bfc03f48e0" /><Relationship Type="http://schemas.openxmlformats.org/officeDocument/2006/relationships/notesMaster" Target="/ppt/notesMasters/notesMaster1.xml" Id="Rc18849ca077541b9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a4fea3a19d254865" /><Relationship Type="http://schemas.openxmlformats.org/officeDocument/2006/relationships/notesMaster" Target="/ppt/notesMasters/notesMaster1.xml" Id="Rf9a5b57875cb451c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ae650e282eb14d8a" /><Relationship Type="http://schemas.openxmlformats.org/officeDocument/2006/relationships/notesMaster" Target="/ppt/notesMasters/notesMaster1.xml" Id="R68659d170fe148a2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d43e10c162bd4c59" /><Relationship Type="http://schemas.openxmlformats.org/officeDocument/2006/relationships/notesMaster" Target="/ppt/notesMasters/notesMaster1.xml" Id="R35c11dace6a2455c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a38c0268e101406a" /><Relationship Type="http://schemas.openxmlformats.org/officeDocument/2006/relationships/notesMaster" Target="/ppt/notesMasters/notesMaster1.xml" Id="R5f04d84e8683423b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46f2067d497244e3" /><Relationship Type="http://schemas.openxmlformats.org/officeDocument/2006/relationships/notesMaster" Target="/ppt/notesMasters/notesMaster1.xml" Id="Rbf58244b6b564c1a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4760bfbc81c24c2d" /><Relationship Type="http://schemas.openxmlformats.org/officeDocument/2006/relationships/notesMaster" Target="/ppt/notesMasters/notesMaster1.xml" Id="R68c53fbe132a48de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a32cb2d2f72b408d" /><Relationship Type="http://schemas.openxmlformats.org/officeDocument/2006/relationships/notesMaster" Target="/ppt/notesMasters/notesMaster1.xml" Id="R1718a2fab4e54a14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249414ba020048c6" /><Relationship Type="http://schemas.openxmlformats.org/officeDocument/2006/relationships/notesMaster" Target="/ppt/notesMasters/notesMaster1.xml" Id="R8058e4f89b5645d0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8b0f01b05f934d19" /><Relationship Type="http://schemas.openxmlformats.org/officeDocument/2006/relationships/notesMaster" Target="/ppt/notesMasters/notesMaster1.xml" Id="Rf325210bed1e4d30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c8ea26fbaaba4788" /><Relationship Type="http://schemas.openxmlformats.org/officeDocument/2006/relationships/notesMaster" Target="/ppt/notesMasters/notesMaster1.xml" Id="R8093766e75944d80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1dd50b8b3dee4441" /><Relationship Type="http://schemas.openxmlformats.org/officeDocument/2006/relationships/notesMaster" Target="/ppt/notesMasters/notesMaster1.xml" Id="R44c2541ff8f744bc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a88c62a16d2948df" /><Relationship Type="http://schemas.openxmlformats.org/officeDocument/2006/relationships/notesMaster" Target="/ppt/notesMasters/notesMaster1.xml" Id="Rcdce4241be274e35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eb8310ec09be4936" /><Relationship Type="http://schemas.openxmlformats.org/officeDocument/2006/relationships/notesMaster" Target="/ppt/notesMasters/notesMaster1.xml" Id="R8a74bbb9d4024e2c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9cb4261e40af4c0c" /><Relationship Type="http://schemas.openxmlformats.org/officeDocument/2006/relationships/notesMaster" Target="/ppt/notesMasters/notesMaster1.xml" Id="Rc4f059dbe0b54b8a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3d46bbdd59a04187" /><Relationship Type="http://schemas.openxmlformats.org/officeDocument/2006/relationships/notesMaster" Target="/ppt/notesMasters/notesMaster1.xml" Id="R8bc04f709c6744a0" /></Relationships>
</file>

<file path=ppt/notesSlides/_rels/notesSlide221.xml.rels>&#65279;<?xml version="1.0" encoding="utf-8"?><Relationships xmlns="http://schemas.openxmlformats.org/package/2006/relationships"><Relationship Type="http://schemas.openxmlformats.org/officeDocument/2006/relationships/slide" Target="/ppt/slides/slide221.xml" Id="R6953778268784064" /><Relationship Type="http://schemas.openxmlformats.org/officeDocument/2006/relationships/notesMaster" Target="/ppt/notesMasters/notesMaster1.xml" Id="R9290d98728ed4b79" /></Relationships>
</file>

<file path=ppt/notesSlides/_rels/notesSlide222.xml.rels>&#65279;<?xml version="1.0" encoding="utf-8"?><Relationships xmlns="http://schemas.openxmlformats.org/package/2006/relationships"><Relationship Type="http://schemas.openxmlformats.org/officeDocument/2006/relationships/slide" Target="/ppt/slides/slide222.xml" Id="Re8ffb5bbda594fdf" /><Relationship Type="http://schemas.openxmlformats.org/officeDocument/2006/relationships/notesMaster" Target="/ppt/notesMasters/notesMaster1.xml" Id="Reea373cd76264b39" /></Relationships>
</file>

<file path=ppt/notesSlides/_rels/notesSlide223.xml.rels>&#65279;<?xml version="1.0" encoding="utf-8"?><Relationships xmlns="http://schemas.openxmlformats.org/package/2006/relationships"><Relationship Type="http://schemas.openxmlformats.org/officeDocument/2006/relationships/slide" Target="/ppt/slides/slide223.xml" Id="R877045fe1398496a" /><Relationship Type="http://schemas.openxmlformats.org/officeDocument/2006/relationships/notesMaster" Target="/ppt/notesMasters/notesMaster1.xml" Id="R1b428bd3d4264103" /></Relationships>
</file>

<file path=ppt/notesSlides/_rels/notesSlide224.xml.rels>&#65279;<?xml version="1.0" encoding="utf-8"?><Relationships xmlns="http://schemas.openxmlformats.org/package/2006/relationships"><Relationship Type="http://schemas.openxmlformats.org/officeDocument/2006/relationships/slide" Target="/ppt/slides/slide224.xml" Id="R016d3d1834c44de6" /><Relationship Type="http://schemas.openxmlformats.org/officeDocument/2006/relationships/notesMaster" Target="/ppt/notesMasters/notesMaster1.xml" Id="Rbb8f4cdb1a9b429d" /></Relationships>
</file>

<file path=ppt/notesSlides/_rels/notesSlide225.xml.rels>&#65279;<?xml version="1.0" encoding="utf-8"?><Relationships xmlns="http://schemas.openxmlformats.org/package/2006/relationships"><Relationship Type="http://schemas.openxmlformats.org/officeDocument/2006/relationships/slide" Target="/ppt/slides/slide225.xml" Id="R94bb3c8bd20f48cf" /><Relationship Type="http://schemas.openxmlformats.org/officeDocument/2006/relationships/notesMaster" Target="/ppt/notesMasters/notesMaster1.xml" Id="R781b1114071c4272" /></Relationships>
</file>

<file path=ppt/notesSlides/_rels/notesSlide226.xml.rels>&#65279;<?xml version="1.0" encoding="utf-8"?><Relationships xmlns="http://schemas.openxmlformats.org/package/2006/relationships"><Relationship Type="http://schemas.openxmlformats.org/officeDocument/2006/relationships/slide" Target="/ppt/slides/slide226.xml" Id="Rec2bc9b978bc49e4" /><Relationship Type="http://schemas.openxmlformats.org/officeDocument/2006/relationships/notesMaster" Target="/ppt/notesMasters/notesMaster1.xml" Id="Re55c26df22b7465a" /></Relationships>
</file>

<file path=ppt/notesSlides/_rels/notesSlide227.xml.rels>&#65279;<?xml version="1.0" encoding="utf-8"?><Relationships xmlns="http://schemas.openxmlformats.org/package/2006/relationships"><Relationship Type="http://schemas.openxmlformats.org/officeDocument/2006/relationships/slide" Target="/ppt/slides/slide227.xml" Id="R98acfd9eca7c4dd6" /><Relationship Type="http://schemas.openxmlformats.org/officeDocument/2006/relationships/notesMaster" Target="/ppt/notesMasters/notesMaster1.xml" Id="Re48881dd2f834ea6" /></Relationships>
</file>

<file path=ppt/notesSlides/_rels/notesSlide228.xml.rels>&#65279;<?xml version="1.0" encoding="utf-8"?><Relationships xmlns="http://schemas.openxmlformats.org/package/2006/relationships"><Relationship Type="http://schemas.openxmlformats.org/officeDocument/2006/relationships/slide" Target="/ppt/slides/slide228.xml" Id="Rbff309a28e6447fc" /><Relationship Type="http://schemas.openxmlformats.org/officeDocument/2006/relationships/notesMaster" Target="/ppt/notesMasters/notesMaster1.xml" Id="R63d8028eed874b77" /></Relationships>
</file>

<file path=ppt/notesSlides/_rels/notesSlide229.xml.rels>&#65279;<?xml version="1.0" encoding="utf-8"?><Relationships xmlns="http://schemas.openxmlformats.org/package/2006/relationships"><Relationship Type="http://schemas.openxmlformats.org/officeDocument/2006/relationships/slide" Target="/ppt/slides/slide229.xml" Id="Ra2c35fd3abaf4697" /><Relationship Type="http://schemas.openxmlformats.org/officeDocument/2006/relationships/notesMaster" Target="/ppt/notesMasters/notesMaster1.xml" Id="R6353580ad32844ab" /></Relationships>
</file>

<file path=ppt/notesSlides/_rels/notesSlide230.xml.rels>&#65279;<?xml version="1.0" encoding="utf-8"?><Relationships xmlns="http://schemas.openxmlformats.org/package/2006/relationships"><Relationship Type="http://schemas.openxmlformats.org/officeDocument/2006/relationships/slide" Target="/ppt/slides/slide230.xml" Id="R1161baa0d4494f1d" /><Relationship Type="http://schemas.openxmlformats.org/officeDocument/2006/relationships/notesMaster" Target="/ppt/notesMasters/notesMaster1.xml" Id="Re3dfaa47d5bd4908" /></Relationships>
</file>

<file path=ppt/notesSlides/_rels/notesSlide231.xml.rels>&#65279;<?xml version="1.0" encoding="utf-8"?><Relationships xmlns="http://schemas.openxmlformats.org/package/2006/relationships"><Relationship Type="http://schemas.openxmlformats.org/officeDocument/2006/relationships/slide" Target="/ppt/slides/slide231.xml" Id="R04451b88b35f495c" /><Relationship Type="http://schemas.openxmlformats.org/officeDocument/2006/relationships/notesMaster" Target="/ppt/notesMasters/notesMaster1.xml" Id="R73760c0cd65b4222" /></Relationships>
</file>

<file path=ppt/notesSlides/_rels/notesSlide232.xml.rels>&#65279;<?xml version="1.0" encoding="utf-8"?><Relationships xmlns="http://schemas.openxmlformats.org/package/2006/relationships"><Relationship Type="http://schemas.openxmlformats.org/officeDocument/2006/relationships/slide" Target="/ppt/slides/slide232.xml" Id="R3628443d7c3c48b4" /><Relationship Type="http://schemas.openxmlformats.org/officeDocument/2006/relationships/notesMaster" Target="/ppt/notesMasters/notesMaster1.xml" Id="R50bb9808ff0c49d0" /></Relationships>
</file>

<file path=ppt/notesSlides/_rels/notesSlide233.xml.rels>&#65279;<?xml version="1.0" encoding="utf-8"?><Relationships xmlns="http://schemas.openxmlformats.org/package/2006/relationships"><Relationship Type="http://schemas.openxmlformats.org/officeDocument/2006/relationships/slide" Target="/ppt/slides/slide233.xml" Id="R75ca94f9b55845ea" /><Relationship Type="http://schemas.openxmlformats.org/officeDocument/2006/relationships/notesMaster" Target="/ppt/notesMasters/notesMaster1.xml" Id="R19236d6cff6841aa" /></Relationships>
</file>

<file path=ppt/notesSlides/_rels/notesSlide234.xml.rels>&#65279;<?xml version="1.0" encoding="utf-8"?><Relationships xmlns="http://schemas.openxmlformats.org/package/2006/relationships"><Relationship Type="http://schemas.openxmlformats.org/officeDocument/2006/relationships/slide" Target="/ppt/slides/slide234.xml" Id="R5f94ecf94ca74ffb" /><Relationship Type="http://schemas.openxmlformats.org/officeDocument/2006/relationships/notesMaster" Target="/ppt/notesMasters/notesMaster1.xml" Id="Rbf41eea9618a40c6" /></Relationships>
</file>

<file path=ppt/notesSlides/_rels/notesSlide235.xml.rels>&#65279;<?xml version="1.0" encoding="utf-8"?><Relationships xmlns="http://schemas.openxmlformats.org/package/2006/relationships"><Relationship Type="http://schemas.openxmlformats.org/officeDocument/2006/relationships/slide" Target="/ppt/slides/slide235.xml" Id="R90d093f5b41b4445" /><Relationship Type="http://schemas.openxmlformats.org/officeDocument/2006/relationships/notesMaster" Target="/ppt/notesMasters/notesMaster1.xml" Id="R407fc124265042f2" /></Relationships>
</file>

<file path=ppt/notesSlides/_rels/notesSlide236.xml.rels>&#65279;<?xml version="1.0" encoding="utf-8"?><Relationships xmlns="http://schemas.openxmlformats.org/package/2006/relationships"><Relationship Type="http://schemas.openxmlformats.org/officeDocument/2006/relationships/slide" Target="/ppt/slides/slide236.xml" Id="R8b5437baf5904d10" /><Relationship Type="http://schemas.openxmlformats.org/officeDocument/2006/relationships/notesMaster" Target="/ppt/notesMasters/notesMaster1.xml" Id="R939d8cbbd98b4623" /></Relationships>
</file>

<file path=ppt/notesSlides/_rels/notesSlide237.xml.rels>&#65279;<?xml version="1.0" encoding="utf-8"?><Relationships xmlns="http://schemas.openxmlformats.org/package/2006/relationships"><Relationship Type="http://schemas.openxmlformats.org/officeDocument/2006/relationships/slide" Target="/ppt/slides/slide237.xml" Id="R9b9f3578c66c49ca" /><Relationship Type="http://schemas.openxmlformats.org/officeDocument/2006/relationships/notesMaster" Target="/ppt/notesMasters/notesMaster1.xml" Id="R1842570c6e23436b" /></Relationships>
</file>

<file path=ppt/notesSlides/_rels/notesSlide238.xml.rels>&#65279;<?xml version="1.0" encoding="utf-8"?><Relationships xmlns="http://schemas.openxmlformats.org/package/2006/relationships"><Relationship Type="http://schemas.openxmlformats.org/officeDocument/2006/relationships/slide" Target="/ppt/slides/slide238.xml" Id="R918bb9d6b3354b86" /><Relationship Type="http://schemas.openxmlformats.org/officeDocument/2006/relationships/notesMaster" Target="/ppt/notesMasters/notesMaster1.xml" Id="R0c1d837f55a14e82" /></Relationships>
</file>

<file path=ppt/notesSlides/_rels/notesSlide239.xml.rels>&#65279;<?xml version="1.0" encoding="utf-8"?><Relationships xmlns="http://schemas.openxmlformats.org/package/2006/relationships"><Relationship Type="http://schemas.openxmlformats.org/officeDocument/2006/relationships/slide" Target="/ppt/slides/slide239.xml" Id="R5920bca21620493b" /><Relationship Type="http://schemas.openxmlformats.org/officeDocument/2006/relationships/notesMaster" Target="/ppt/notesMasters/notesMaster1.xml" Id="R1fe0c9e03e484719" /></Relationships>
</file>

<file path=ppt/notesSlides/_rels/notesSlide240.xml.rels>&#65279;<?xml version="1.0" encoding="utf-8"?><Relationships xmlns="http://schemas.openxmlformats.org/package/2006/relationships"><Relationship Type="http://schemas.openxmlformats.org/officeDocument/2006/relationships/slide" Target="/ppt/slides/slide240.xml" Id="Rc4061e5ae1434fa8" /><Relationship Type="http://schemas.openxmlformats.org/officeDocument/2006/relationships/notesMaster" Target="/ppt/notesMasters/notesMaster1.xml" Id="R9add7ad970374e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1차시의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현재 차시와 강의·시연·소프트웨어 실습 비중을 한 번에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local:src/course_services/service_router.py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https://docs.langchain.com/oss/python/langgraph/overview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local:src/course_services/service_router.py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local:src/course_services/service_router.py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local:src/course_services/service_router.py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local:src/course_services/service_router.py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local:src/course_services/service_router.py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local:src/course_services/service_router.py</a:t>
            </a:r>
          </a:p>
          <a:p xmlns:a="http://schemas.openxmlformats.org/drawingml/2006/main">
            <a:r>
              <a:t>- local:src/course_services/meeting_service.py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2차시의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local:src/workflow_service.py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https://docs.langchain.com/langsmith/observability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local:src/workflow_service.py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local:src/workflow_service.py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local:src/workflow_service.py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local:src/workflow_service.py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local:src/workflow_service.py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local:src/workflow_service.py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3차시의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https://www.langchain.com/pricing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local:output/day1-workflow/trace.json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4차시의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5차시의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6차시의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local:materials/day1/강사_회의음성_라이브데모_런북.md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https://support.google.com/meet/answer/14754931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local:materials/day1/강사_회의음성_라이브데모_런북.md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local:materials/day1/강사_회의음성_라이브데모_런북.md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local:materials/day1/강사_회의음성_라이브데모_런북.md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local:materials/day1/강사_회의음성_라이브데모_런북.md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local:src/observability_lab.py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local:materials/day1/강사_회의음성_라이브데모_런북.md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7차시의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local:web-demo/</a:t>
            </a:r>
          </a:p>
          <a:p xmlns:a="http://schemas.openxmlformats.org/drawingml/2006/main">
            <a:r>
              <a:t>- local:scripts/run_day1_preflight.py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https://vercel.com/docs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local:web-demo/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local:web-demo/</a:t>
            </a:r>
          </a:p>
          <a:p xmlns:a="http://schemas.openxmlformats.org/drawingml/2006/main">
            <a:r>
              <a:t>- local:scripts/run_day1_preflight.py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local:web-demo/</a:t>
            </a:r>
          </a:p>
          <a:p xmlns:a="http://schemas.openxmlformats.org/drawingml/2006/main">
            <a:r>
              <a:t>- local:scripts/run_day1_preflight.py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local:web-demo/</a:t>
            </a:r>
          </a:p>
          <a:p xmlns:a="http://schemas.openxmlformats.org/drawingml/2006/main">
            <a:r>
              <a:t>- local:scripts/run_day1_preflight.py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local:web-demo/</a:t>
            </a:r>
          </a:p>
          <a:p xmlns:a="http://schemas.openxmlformats.org/drawingml/2006/main">
            <a:r>
              <a:t>- local:scripts/run_day1_preflight.py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local:web-demo/</a:t>
            </a:r>
          </a:p>
          <a:p xmlns:a="http://schemas.openxmlformats.org/drawingml/2006/main">
            <a:r>
              <a:t>- local:scripts/run_day1_preflight.py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8차시의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local:output/day1-workflow/</a:t>
            </a:r>
          </a:p>
          <a:p xmlns:a="http://schemas.openxmlformats.org/drawingml/2006/main">
            <a:r>
              <a:t>- local:slides/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local:output/day1-workflow/</a:t>
            </a:r>
          </a:p>
          <a:p xmlns:a="http://schemas.openxmlformats.org/drawingml/2006/main">
            <a:r>
              <a:t>- local:slides/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local:output/day1-workflow/</a:t>
            </a:r>
          </a:p>
          <a:p xmlns:a="http://schemas.openxmlformats.org/drawingml/2006/main">
            <a:r>
              <a:t>- local:slides/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local:output/day1-workflow/</a:t>
            </a:r>
          </a:p>
          <a:p xmlns:a="http://schemas.openxmlformats.org/drawingml/2006/main">
            <a:r>
              <a:t>- local:slides/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local:output/day1-workflow/</a:t>
            </a:r>
          </a:p>
          <a:p xmlns:a="http://schemas.openxmlformats.org/drawingml/2006/main">
            <a:r>
              <a:t>- local:slides/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- local:materials/day5/day5_service_lab.ipynb</a:t>
            </a:r>
          </a:p>
          <a:p xmlns:a="http://schemas.openxmlformats.org/drawingml/2006/main">
            <a:r>
              <a:t>- local:output/day1-workflow/</a:t>
            </a:r>
          </a:p>
          <a:p xmlns:a="http://schemas.openxmlformats.org/drawingml/2006/main">
            <a:r>
              <a:t>- local:slides/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07e1f5cb3e40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c98703436c45bf" /><Relationship Type="http://schemas.openxmlformats.org/officeDocument/2006/relationships/slideLayout" Target="/ppt/slideLayouts/slideLayout1.xml" Id="Rc6252982ab5949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252982ab5949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bc564c92014ebb" /><Relationship Type="http://schemas.openxmlformats.org/officeDocument/2006/relationships/notesSlide" Target="/ppt/notesSlides/notesSlide1.xml" Id="R276624a9a4b545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951867ff504842" /><Relationship Type="http://schemas.openxmlformats.org/officeDocument/2006/relationships/notesSlide" Target="/ppt/notesSlides/notesSlide2.xml" Id="R768e79bafac649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64583bfd44d65" /><Relationship Type="http://schemas.openxmlformats.org/officeDocument/2006/relationships/notesSlide" Target="/ppt/notesSlides/notesSlide3.xml" Id="Rc702c98a85684e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425a500a74e32" /><Relationship Type="http://schemas.openxmlformats.org/officeDocument/2006/relationships/notesSlide" Target="/ppt/notesSlides/notesSlide4.xml" Id="R2fbc0708a3774d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248b591f94d1e" /><Relationship Type="http://schemas.openxmlformats.org/officeDocument/2006/relationships/notesSlide" Target="/ppt/notesSlides/notesSlide5.xml" Id="R60cd2541bc7d48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c0407fdeb4fe6" /><Relationship Type="http://schemas.openxmlformats.org/officeDocument/2006/relationships/notesSlide" Target="/ppt/notesSlides/notesSlide6.xml" Id="R010bed25ff5241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9016097ee4937" /><Relationship Type="http://schemas.openxmlformats.org/officeDocument/2006/relationships/notesSlide" Target="/ppt/notesSlides/notesSlide7.xml" Id="Re02efbed292b40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ecb239ce34baf" /><Relationship Type="http://schemas.openxmlformats.org/officeDocument/2006/relationships/notesSlide" Target="/ppt/notesSlides/notesSlide8.xml" Id="Rc0c9d1e78c8944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0db59b3dd4bfd" /><Relationship Type="http://schemas.openxmlformats.org/officeDocument/2006/relationships/notesSlide" Target="/ppt/notesSlides/notesSlide9.xml" Id="R1a3d00502ae74e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1beff3c2034112" /><Relationship Type="http://schemas.openxmlformats.org/officeDocument/2006/relationships/notesSlide" Target="/ppt/notesSlides/notesSlide10.xml" Id="R524055904a55446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8e632153640ca" /><Relationship Type="http://schemas.openxmlformats.org/officeDocument/2006/relationships/notesSlide" Target="/ppt/notesSlides/notesSlide11.xml" Id="R36eddfeaeac843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8def5073241e1" /><Relationship Type="http://schemas.openxmlformats.org/officeDocument/2006/relationships/notesSlide" Target="/ppt/notesSlides/notesSlide12.xml" Id="R0fd30bfb755943a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9c2c7476124fc2" /><Relationship Type="http://schemas.openxmlformats.org/officeDocument/2006/relationships/notesSlide" Target="/ppt/notesSlides/notesSlide13.xml" Id="R3102fa304e7f4c3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40afe372d424f" /><Relationship Type="http://schemas.openxmlformats.org/officeDocument/2006/relationships/image" Target="/ppt/media/image.jpeg" Id="Rf4777bcb32bd4b51" /><Relationship Type="http://schemas.openxmlformats.org/officeDocument/2006/relationships/notesSlide" Target="/ppt/notesSlides/notesSlide14.xml" Id="R82db286579c0416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140460ffd4dce" /><Relationship Type="http://schemas.openxmlformats.org/officeDocument/2006/relationships/notesSlide" Target="/ppt/notesSlides/notesSlide15.xml" Id="R3d17a38aabef489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f294fa8c74981" /><Relationship Type="http://schemas.openxmlformats.org/officeDocument/2006/relationships/notesSlide" Target="/ppt/notesSlides/notesSlide16.xml" Id="R8f108be779824fd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9e6c383b24097" /><Relationship Type="http://schemas.openxmlformats.org/officeDocument/2006/relationships/notesSlide" Target="/ppt/notesSlides/notesSlide17.xml" Id="Raf6e46ce5834402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322d2a47f4df4" /><Relationship Type="http://schemas.openxmlformats.org/officeDocument/2006/relationships/notesSlide" Target="/ppt/notesSlides/notesSlide18.xml" Id="R1f7a033e67ac4b9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50b8ec6864123" /><Relationship Type="http://schemas.openxmlformats.org/officeDocument/2006/relationships/notesSlide" Target="/ppt/notesSlides/notesSlide19.xml" Id="R87e42526bf27478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186fa5b854cec" /><Relationship Type="http://schemas.openxmlformats.org/officeDocument/2006/relationships/notesSlide" Target="/ppt/notesSlides/notesSlide20.xml" Id="R2560ae1e205c4cf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13ea69fba478f" /><Relationship Type="http://schemas.openxmlformats.org/officeDocument/2006/relationships/notesSlide" Target="/ppt/notesSlides/notesSlide21.xml" Id="R3808081b68cc4a8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5427af5de4215" /><Relationship Type="http://schemas.openxmlformats.org/officeDocument/2006/relationships/notesSlide" Target="/ppt/notesSlides/notesSlide22.xml" Id="Rf425ebc729914c3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62260413034843" /><Relationship Type="http://schemas.openxmlformats.org/officeDocument/2006/relationships/notesSlide" Target="/ppt/notesSlides/notesSlide23.xml" Id="R067503f151d94e7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b5aac37bb34cbf" /><Relationship Type="http://schemas.openxmlformats.org/officeDocument/2006/relationships/notesSlide" Target="/ppt/notesSlides/notesSlide24.xml" Id="R182d7414731843d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823556e3bc4408" /><Relationship Type="http://schemas.openxmlformats.org/officeDocument/2006/relationships/notesSlide" Target="/ppt/notesSlides/notesSlide25.xml" Id="R31c27e23a3594a6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3b40907a64666" /><Relationship Type="http://schemas.openxmlformats.org/officeDocument/2006/relationships/notesSlide" Target="/ppt/notesSlides/notesSlide26.xml" Id="R846e3834dd7a441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ff7d95e444a54" /><Relationship Type="http://schemas.openxmlformats.org/officeDocument/2006/relationships/notesSlide" Target="/ppt/notesSlides/notesSlide27.xml" Id="Rebc458f6c869416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05e31b32ad42c0" /><Relationship Type="http://schemas.openxmlformats.org/officeDocument/2006/relationships/notesSlide" Target="/ppt/notesSlides/notesSlide28.xml" Id="R54b4f14c22a149f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e95b9e95144a8" /><Relationship Type="http://schemas.openxmlformats.org/officeDocument/2006/relationships/notesSlide" Target="/ppt/notesSlides/notesSlide29.xml" Id="R03659be3e354460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e5021a047462e" /><Relationship Type="http://schemas.openxmlformats.org/officeDocument/2006/relationships/notesSlide" Target="/ppt/notesSlides/notesSlide30.xml" Id="R8015f04b037c43c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530afc3bf49e6" /><Relationship Type="http://schemas.openxmlformats.org/officeDocument/2006/relationships/notesSlide" Target="/ppt/notesSlides/notesSlide31.xml" Id="R7d8c89da46344ee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78f19c691400d" /><Relationship Type="http://schemas.openxmlformats.org/officeDocument/2006/relationships/notesSlide" Target="/ppt/notesSlides/notesSlide32.xml" Id="R91d57b7c90db47b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461a22dd174c95" /><Relationship Type="http://schemas.openxmlformats.org/officeDocument/2006/relationships/notesSlide" Target="/ppt/notesSlides/notesSlide33.xml" Id="R796a1e7cfe9a4ca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4b1ea57504802" /><Relationship Type="http://schemas.openxmlformats.org/officeDocument/2006/relationships/notesSlide" Target="/ppt/notesSlides/notesSlide34.xml" Id="R019cc5dae2ec495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bfb22fd64540b2" /><Relationship Type="http://schemas.openxmlformats.org/officeDocument/2006/relationships/notesSlide" Target="/ppt/notesSlides/notesSlide35.xml" Id="R4d31660f77204cf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775580e2a4b54" /><Relationship Type="http://schemas.openxmlformats.org/officeDocument/2006/relationships/notesSlide" Target="/ppt/notesSlides/notesSlide36.xml" Id="R91e02bedc4c44fd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8fae6284d344a1" /><Relationship Type="http://schemas.openxmlformats.org/officeDocument/2006/relationships/notesSlide" Target="/ppt/notesSlides/notesSlide37.xml" Id="R3f30275f44384a8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ea901a454b4078" /><Relationship Type="http://schemas.openxmlformats.org/officeDocument/2006/relationships/notesSlide" Target="/ppt/notesSlides/notesSlide38.xml" Id="R31614d78ff604de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4ebea66c36416d" /><Relationship Type="http://schemas.openxmlformats.org/officeDocument/2006/relationships/notesSlide" Target="/ppt/notesSlides/notesSlide39.xml" Id="Re470a645979a472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42cacaae124de4" /><Relationship Type="http://schemas.openxmlformats.org/officeDocument/2006/relationships/notesSlide" Target="/ppt/notesSlides/notesSlide40.xml" Id="R2810c7681ba0414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463989a0a4eb6" /><Relationship Type="http://schemas.openxmlformats.org/officeDocument/2006/relationships/notesSlide" Target="/ppt/notesSlides/notesSlide41.xml" Id="Rebcff6682ee8476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382494caa94a99" /><Relationship Type="http://schemas.openxmlformats.org/officeDocument/2006/relationships/notesSlide" Target="/ppt/notesSlides/notesSlide42.xml" Id="R6956e3b178a9449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ac85aec464722" /><Relationship Type="http://schemas.openxmlformats.org/officeDocument/2006/relationships/notesSlide" Target="/ppt/notesSlides/notesSlide43.xml" Id="Rbb6641c464db4c9b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899e260ec42a5" /><Relationship Type="http://schemas.openxmlformats.org/officeDocument/2006/relationships/image" Target="/ppt/media/image2.jpeg" Id="R1f34509432f1475e" /><Relationship Type="http://schemas.openxmlformats.org/officeDocument/2006/relationships/notesSlide" Target="/ppt/notesSlides/notesSlide44.xml" Id="R6d2e99ad3e58453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c123d923741af" /><Relationship Type="http://schemas.openxmlformats.org/officeDocument/2006/relationships/notesSlide" Target="/ppt/notesSlides/notesSlide45.xml" Id="R8a63a054fb044cf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1fa47354b43da" /><Relationship Type="http://schemas.openxmlformats.org/officeDocument/2006/relationships/notesSlide" Target="/ppt/notesSlides/notesSlide46.xml" Id="R4e7817e02e044b4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c2fa7d1e94bb0" /><Relationship Type="http://schemas.openxmlformats.org/officeDocument/2006/relationships/notesSlide" Target="/ppt/notesSlides/notesSlide47.xml" Id="R41d23cd70e37407a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582c7705d43ad" /><Relationship Type="http://schemas.openxmlformats.org/officeDocument/2006/relationships/notesSlide" Target="/ppt/notesSlides/notesSlide48.xml" Id="Rf86fa245baef4be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c072710694dd5" /><Relationship Type="http://schemas.openxmlformats.org/officeDocument/2006/relationships/notesSlide" Target="/ppt/notesSlides/notesSlide49.xml" Id="R5564caa040604baf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65822206b4ad1" /><Relationship Type="http://schemas.openxmlformats.org/officeDocument/2006/relationships/notesSlide" Target="/ppt/notesSlides/notesSlide50.xml" Id="Red6cc7c7b53d48c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dec9e575d4620" /><Relationship Type="http://schemas.openxmlformats.org/officeDocument/2006/relationships/notesSlide" Target="/ppt/notesSlides/notesSlide51.xml" Id="Rd633278598a04d24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8a5bc667642be" /><Relationship Type="http://schemas.openxmlformats.org/officeDocument/2006/relationships/notesSlide" Target="/ppt/notesSlides/notesSlide52.xml" Id="R8700bd0d9c244f7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e0f6e90797447c" /><Relationship Type="http://schemas.openxmlformats.org/officeDocument/2006/relationships/notesSlide" Target="/ppt/notesSlides/notesSlide53.xml" Id="R53a0a36d8d174f53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80005783c497b" /><Relationship Type="http://schemas.openxmlformats.org/officeDocument/2006/relationships/notesSlide" Target="/ppt/notesSlides/notesSlide54.xml" Id="R0b87a2903bdc44d3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3dab3c8ec41d1" /><Relationship Type="http://schemas.openxmlformats.org/officeDocument/2006/relationships/notesSlide" Target="/ppt/notesSlides/notesSlide55.xml" Id="Rca392fcdfe8b4dcc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4d8fe7a71546fe" /><Relationship Type="http://schemas.openxmlformats.org/officeDocument/2006/relationships/notesSlide" Target="/ppt/notesSlides/notesSlide56.xml" Id="R5180e3fa2fb24a0b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6ed8a424f4fc7" /><Relationship Type="http://schemas.openxmlformats.org/officeDocument/2006/relationships/notesSlide" Target="/ppt/notesSlides/notesSlide57.xml" Id="R6a1b5d6c31734931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ce7ecc59a46eb" /><Relationship Type="http://schemas.openxmlformats.org/officeDocument/2006/relationships/notesSlide" Target="/ppt/notesSlides/notesSlide58.xml" Id="Rbfe113a5db834fe4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f083f794e4929" /><Relationship Type="http://schemas.openxmlformats.org/officeDocument/2006/relationships/notesSlide" Target="/ppt/notesSlides/notesSlide59.xml" Id="Rf54896f8c5af4efb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872f0ee674ea9" /><Relationship Type="http://schemas.openxmlformats.org/officeDocument/2006/relationships/notesSlide" Target="/ppt/notesSlides/notesSlide60.xml" Id="Rcc439162acfe475c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b35641a0a4648" /><Relationship Type="http://schemas.openxmlformats.org/officeDocument/2006/relationships/notesSlide" Target="/ppt/notesSlides/notesSlide61.xml" Id="Re2c5656b4ff04bb4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dabdfe07e434f" /><Relationship Type="http://schemas.openxmlformats.org/officeDocument/2006/relationships/notesSlide" Target="/ppt/notesSlides/notesSlide62.xml" Id="R80c2373c265d4277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7937396d44cbf" /><Relationship Type="http://schemas.openxmlformats.org/officeDocument/2006/relationships/notesSlide" Target="/ppt/notesSlides/notesSlide63.xml" Id="Rb740aab0b55f44a4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0e51fcd17491a" /><Relationship Type="http://schemas.openxmlformats.org/officeDocument/2006/relationships/notesSlide" Target="/ppt/notesSlides/notesSlide64.xml" Id="Raa757415b8f948c1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b2682338e468e" /><Relationship Type="http://schemas.openxmlformats.org/officeDocument/2006/relationships/notesSlide" Target="/ppt/notesSlides/notesSlide65.xml" Id="R80e04ddbb4c94989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c7a420e0dc44da" /><Relationship Type="http://schemas.openxmlformats.org/officeDocument/2006/relationships/notesSlide" Target="/ppt/notesSlides/notesSlide66.xml" Id="R3c7761720123465d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9508330fb4f38" /><Relationship Type="http://schemas.openxmlformats.org/officeDocument/2006/relationships/notesSlide" Target="/ppt/notesSlides/notesSlide67.xml" Id="R48392321429e48fd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78aa9784b4a50" /><Relationship Type="http://schemas.openxmlformats.org/officeDocument/2006/relationships/notesSlide" Target="/ppt/notesSlides/notesSlide68.xml" Id="R08f2b17db05b48ba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2c6c5996a460f" /><Relationship Type="http://schemas.openxmlformats.org/officeDocument/2006/relationships/notesSlide" Target="/ppt/notesSlides/notesSlide69.xml" Id="R2dad7b72835c4764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bc0bf36bb4392" /><Relationship Type="http://schemas.openxmlformats.org/officeDocument/2006/relationships/notesSlide" Target="/ppt/notesSlides/notesSlide70.xml" Id="R5e70fa42b27b4e05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152011d9343fb" /><Relationship Type="http://schemas.openxmlformats.org/officeDocument/2006/relationships/notesSlide" Target="/ppt/notesSlides/notesSlide71.xml" Id="R0f321b1eb7234150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2cc5045384818" /><Relationship Type="http://schemas.openxmlformats.org/officeDocument/2006/relationships/notesSlide" Target="/ppt/notesSlides/notesSlide72.xml" Id="Raa0e9685bcda449e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879e939cc41db" /><Relationship Type="http://schemas.openxmlformats.org/officeDocument/2006/relationships/notesSlide" Target="/ppt/notesSlides/notesSlide73.xml" Id="R3132deba2a084785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3401c84e04b66" /><Relationship Type="http://schemas.openxmlformats.org/officeDocument/2006/relationships/image" Target="/ppt/media/image3.jpeg" Id="Rdeb594f6c6b84f3b" /><Relationship Type="http://schemas.openxmlformats.org/officeDocument/2006/relationships/notesSlide" Target="/ppt/notesSlides/notesSlide74.xml" Id="R0aa949008893407d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91551be3f646f2" /><Relationship Type="http://schemas.openxmlformats.org/officeDocument/2006/relationships/notesSlide" Target="/ppt/notesSlides/notesSlide75.xml" Id="R57951f24a790450c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2482a882f74810" /><Relationship Type="http://schemas.openxmlformats.org/officeDocument/2006/relationships/notesSlide" Target="/ppt/notesSlides/notesSlide76.xml" Id="R02ee835f4fde48f5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9ae411e9754b6c" /><Relationship Type="http://schemas.openxmlformats.org/officeDocument/2006/relationships/notesSlide" Target="/ppt/notesSlides/notesSlide77.xml" Id="Rf2f975d8518b4eb4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541ba5c21495e" /><Relationship Type="http://schemas.openxmlformats.org/officeDocument/2006/relationships/notesSlide" Target="/ppt/notesSlides/notesSlide78.xml" Id="Ra3b3e9c2e7714cb8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5321a47ca549fa" /><Relationship Type="http://schemas.openxmlformats.org/officeDocument/2006/relationships/notesSlide" Target="/ppt/notesSlides/notesSlide79.xml" Id="R082b16d680d542e4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73d792fea44d7" /><Relationship Type="http://schemas.openxmlformats.org/officeDocument/2006/relationships/notesSlide" Target="/ppt/notesSlides/notesSlide80.xml" Id="Rfdeaef6b2dc5466d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17b92f97a4ff1" /><Relationship Type="http://schemas.openxmlformats.org/officeDocument/2006/relationships/notesSlide" Target="/ppt/notesSlides/notesSlide81.xml" Id="R62eebe1400164421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ca90a17450464f" /><Relationship Type="http://schemas.openxmlformats.org/officeDocument/2006/relationships/notesSlide" Target="/ppt/notesSlides/notesSlide82.xml" Id="R3fa910b413934677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2a5c71dad49a3" /><Relationship Type="http://schemas.openxmlformats.org/officeDocument/2006/relationships/notesSlide" Target="/ppt/notesSlides/notesSlide83.xml" Id="R5e72c2341b8348f3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2861d8aa54878" /><Relationship Type="http://schemas.openxmlformats.org/officeDocument/2006/relationships/notesSlide" Target="/ppt/notesSlides/notesSlide84.xml" Id="R484f8cef5a99405f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4c8b562e94087" /><Relationship Type="http://schemas.openxmlformats.org/officeDocument/2006/relationships/notesSlide" Target="/ppt/notesSlides/notesSlide85.xml" Id="R3a32b3efdf834aa7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f6d2aab9741a2" /><Relationship Type="http://schemas.openxmlformats.org/officeDocument/2006/relationships/notesSlide" Target="/ppt/notesSlides/notesSlide86.xml" Id="R131dd5b0fd614b89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134ce869e485e" /><Relationship Type="http://schemas.openxmlformats.org/officeDocument/2006/relationships/notesSlide" Target="/ppt/notesSlides/notesSlide87.xml" Id="Rbc7de6fcffc44df1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bafd61af74249" /><Relationship Type="http://schemas.openxmlformats.org/officeDocument/2006/relationships/notesSlide" Target="/ppt/notesSlides/notesSlide88.xml" Id="Ra9697dee6c484504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261594ba24ff7" /><Relationship Type="http://schemas.openxmlformats.org/officeDocument/2006/relationships/notesSlide" Target="/ppt/notesSlides/notesSlide89.xml" Id="Rf9b153b85c374807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554a8de8434d63" /><Relationship Type="http://schemas.openxmlformats.org/officeDocument/2006/relationships/notesSlide" Target="/ppt/notesSlides/notesSlide90.xml" Id="R2d58a7a019f044b6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122fa52524bbd" /><Relationship Type="http://schemas.openxmlformats.org/officeDocument/2006/relationships/notesSlide" Target="/ppt/notesSlides/notesSlide91.xml" Id="Rfc6cce86fe944913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5fa8fd2ca4cfb" /><Relationship Type="http://schemas.openxmlformats.org/officeDocument/2006/relationships/notesSlide" Target="/ppt/notesSlides/notesSlide92.xml" Id="R664d593d778b4177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75ec6a74e94f99" /><Relationship Type="http://schemas.openxmlformats.org/officeDocument/2006/relationships/notesSlide" Target="/ppt/notesSlides/notesSlide93.xml" Id="R6e276cfb74564ae4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5350d9ca64f64" /><Relationship Type="http://schemas.openxmlformats.org/officeDocument/2006/relationships/notesSlide" Target="/ppt/notesSlides/notesSlide94.xml" Id="R2aa5ad30f7d94932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bad23d6094fa6" /><Relationship Type="http://schemas.openxmlformats.org/officeDocument/2006/relationships/notesSlide" Target="/ppt/notesSlides/notesSlide95.xml" Id="R04dba29a73ff49b3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30aadf84a4e8c" /><Relationship Type="http://schemas.openxmlformats.org/officeDocument/2006/relationships/notesSlide" Target="/ppt/notesSlides/notesSlide96.xml" Id="R2188b77ff2b84887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54fe33f2646ad" /><Relationship Type="http://schemas.openxmlformats.org/officeDocument/2006/relationships/notesSlide" Target="/ppt/notesSlides/notesSlide97.xml" Id="R0c311128282f4708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da54c9b3d498c" /><Relationship Type="http://schemas.openxmlformats.org/officeDocument/2006/relationships/notesSlide" Target="/ppt/notesSlides/notesSlide98.xml" Id="R9a9ce8f28dbf4422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82617f8094c24" /><Relationship Type="http://schemas.openxmlformats.org/officeDocument/2006/relationships/notesSlide" Target="/ppt/notesSlides/notesSlide99.xml" Id="Rbdc615081fcb45b6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62706c2d44c18" /><Relationship Type="http://schemas.openxmlformats.org/officeDocument/2006/relationships/notesSlide" Target="/ppt/notesSlides/notesSlide100.xml" Id="R6d2a672ea4094e15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452a02fb90430d" /><Relationship Type="http://schemas.openxmlformats.org/officeDocument/2006/relationships/notesSlide" Target="/ppt/notesSlides/notesSlide101.xml" Id="Rf9652723e581430e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2c1507bd6411a" /><Relationship Type="http://schemas.openxmlformats.org/officeDocument/2006/relationships/notesSlide" Target="/ppt/notesSlides/notesSlide102.xml" Id="R1824b9584d8d42a4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cbba2ec04d4207" /><Relationship Type="http://schemas.openxmlformats.org/officeDocument/2006/relationships/notesSlide" Target="/ppt/notesSlides/notesSlide103.xml" Id="R69ae3564b41d4eaa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c0e312f794ba2" /><Relationship Type="http://schemas.openxmlformats.org/officeDocument/2006/relationships/image" Target="/ppt/media/image4.jpeg" Id="Rc9fc4a8a62004f35" /><Relationship Type="http://schemas.openxmlformats.org/officeDocument/2006/relationships/notesSlide" Target="/ppt/notesSlides/notesSlide104.xml" Id="Ra9fd8dd6296744a6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ed86d3cc94de2" /><Relationship Type="http://schemas.openxmlformats.org/officeDocument/2006/relationships/notesSlide" Target="/ppt/notesSlides/notesSlide105.xml" Id="Re86f332d9725460f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d5f7e1f1cd47ab" /><Relationship Type="http://schemas.openxmlformats.org/officeDocument/2006/relationships/notesSlide" Target="/ppt/notesSlides/notesSlide106.xml" Id="Redc9b4bedc4d47fa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afe934c274e14" /><Relationship Type="http://schemas.openxmlformats.org/officeDocument/2006/relationships/notesSlide" Target="/ppt/notesSlides/notesSlide107.xml" Id="Ra53619301f634fc8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f8f2d3f304d6f" /><Relationship Type="http://schemas.openxmlformats.org/officeDocument/2006/relationships/notesSlide" Target="/ppt/notesSlides/notesSlide108.xml" Id="Re88b70a3ea2d4d40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a87b123d04c9d" /><Relationship Type="http://schemas.openxmlformats.org/officeDocument/2006/relationships/notesSlide" Target="/ppt/notesSlides/notesSlide109.xml" Id="R72fc239905424fcb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ac262ee2cd47f6" /><Relationship Type="http://schemas.openxmlformats.org/officeDocument/2006/relationships/notesSlide" Target="/ppt/notesSlides/notesSlide110.xml" Id="R943ee0fd67d9423e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85cbcbdd58495d" /><Relationship Type="http://schemas.openxmlformats.org/officeDocument/2006/relationships/notesSlide" Target="/ppt/notesSlides/notesSlide111.xml" Id="R93cefc05d07a42b1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6952d9d8a48dd" /><Relationship Type="http://schemas.openxmlformats.org/officeDocument/2006/relationships/notesSlide" Target="/ppt/notesSlides/notesSlide112.xml" Id="Rc27a6b7c913e4c45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24fc543654420" /><Relationship Type="http://schemas.openxmlformats.org/officeDocument/2006/relationships/notesSlide" Target="/ppt/notesSlides/notesSlide113.xml" Id="R887a42d0a06f41cc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e26c000194346" /><Relationship Type="http://schemas.openxmlformats.org/officeDocument/2006/relationships/notesSlide" Target="/ppt/notesSlides/notesSlide114.xml" Id="Ra26a6fef3c144c13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a0d0c6a4d6464e" /><Relationship Type="http://schemas.openxmlformats.org/officeDocument/2006/relationships/notesSlide" Target="/ppt/notesSlides/notesSlide115.xml" Id="Rb7812015358b4951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12b05c56c4c39" /><Relationship Type="http://schemas.openxmlformats.org/officeDocument/2006/relationships/notesSlide" Target="/ppt/notesSlides/notesSlide116.xml" Id="Rb8738ba7245c4ecd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c81b8dfb2449d" /><Relationship Type="http://schemas.openxmlformats.org/officeDocument/2006/relationships/notesSlide" Target="/ppt/notesSlides/notesSlide117.xml" Id="R5c1843fd315f4165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5470619d74a7d" /><Relationship Type="http://schemas.openxmlformats.org/officeDocument/2006/relationships/notesSlide" Target="/ppt/notesSlides/notesSlide118.xml" Id="R6ee2e8d6137946b7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dce642ba8413b" /><Relationship Type="http://schemas.openxmlformats.org/officeDocument/2006/relationships/notesSlide" Target="/ppt/notesSlides/notesSlide119.xml" Id="R16287366577d40f0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ab9490755f49f9" /><Relationship Type="http://schemas.openxmlformats.org/officeDocument/2006/relationships/notesSlide" Target="/ppt/notesSlides/notesSlide120.xml" Id="R8c6f186a47ee43a0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96a335c82454d" /><Relationship Type="http://schemas.openxmlformats.org/officeDocument/2006/relationships/notesSlide" Target="/ppt/notesSlides/notesSlide121.xml" Id="Rd55cf0aaaaa94d9d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4e6eba8bb14559" /><Relationship Type="http://schemas.openxmlformats.org/officeDocument/2006/relationships/notesSlide" Target="/ppt/notesSlides/notesSlide122.xml" Id="Rcf3bf212fb814d34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a8a37502c444b" /><Relationship Type="http://schemas.openxmlformats.org/officeDocument/2006/relationships/notesSlide" Target="/ppt/notesSlides/notesSlide123.xml" Id="R2a27713721a14034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7e67c9e424f9e" /><Relationship Type="http://schemas.openxmlformats.org/officeDocument/2006/relationships/notesSlide" Target="/ppt/notesSlides/notesSlide124.xml" Id="R8d761e9fdbba4dda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ccf84819b64cd1" /><Relationship Type="http://schemas.openxmlformats.org/officeDocument/2006/relationships/notesSlide" Target="/ppt/notesSlides/notesSlide125.xml" Id="R0f28479215994313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141f502b747e9" /><Relationship Type="http://schemas.openxmlformats.org/officeDocument/2006/relationships/notesSlide" Target="/ppt/notesSlides/notesSlide126.xml" Id="Rf326f2b72a5e43c1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b48649f9f415d" /><Relationship Type="http://schemas.openxmlformats.org/officeDocument/2006/relationships/notesSlide" Target="/ppt/notesSlides/notesSlide127.xml" Id="R730a4883f8a44e45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f6e52d70a4aa2" /><Relationship Type="http://schemas.openxmlformats.org/officeDocument/2006/relationships/notesSlide" Target="/ppt/notesSlides/notesSlide128.xml" Id="R9606e1d0645b421e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4e4e6338a4603" /><Relationship Type="http://schemas.openxmlformats.org/officeDocument/2006/relationships/notesSlide" Target="/ppt/notesSlides/notesSlide129.xml" Id="R5a5cdae6f66b4ea1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6c67d4d8547e2" /><Relationship Type="http://schemas.openxmlformats.org/officeDocument/2006/relationships/notesSlide" Target="/ppt/notesSlides/notesSlide130.xml" Id="R8d79278f6dd94a4c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3d65deeab4399" /><Relationship Type="http://schemas.openxmlformats.org/officeDocument/2006/relationships/notesSlide" Target="/ppt/notesSlides/notesSlide131.xml" Id="Rd71fe1d6701b4fbb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ea3e146764bbf" /><Relationship Type="http://schemas.openxmlformats.org/officeDocument/2006/relationships/notesSlide" Target="/ppt/notesSlides/notesSlide132.xml" Id="R326d78d2705b4d9e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0529e568a4cbc" /><Relationship Type="http://schemas.openxmlformats.org/officeDocument/2006/relationships/notesSlide" Target="/ppt/notesSlides/notesSlide133.xml" Id="Re4f4abee0a0e48a7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6687f091a24263" /><Relationship Type="http://schemas.openxmlformats.org/officeDocument/2006/relationships/image" Target="/ppt/media/image5.jpeg" Id="Rc996ce798f874ab3" /><Relationship Type="http://schemas.openxmlformats.org/officeDocument/2006/relationships/notesSlide" Target="/ppt/notesSlides/notesSlide134.xml" Id="Rce835aca0fad4f14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0a528b34c4c91" /><Relationship Type="http://schemas.openxmlformats.org/officeDocument/2006/relationships/notesSlide" Target="/ppt/notesSlides/notesSlide135.xml" Id="Ra2dfdf4e579b47bc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eb81f86988454c" /><Relationship Type="http://schemas.openxmlformats.org/officeDocument/2006/relationships/notesSlide" Target="/ppt/notesSlides/notesSlide136.xml" Id="R61532cfee4664b82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426e822ef4f0a" /><Relationship Type="http://schemas.openxmlformats.org/officeDocument/2006/relationships/notesSlide" Target="/ppt/notesSlides/notesSlide137.xml" Id="Ra38c80beb7664bdf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1d1be8d1d4ff0" /><Relationship Type="http://schemas.openxmlformats.org/officeDocument/2006/relationships/notesSlide" Target="/ppt/notesSlides/notesSlide138.xml" Id="R0263c420a8794811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aada2213b4260" /><Relationship Type="http://schemas.openxmlformats.org/officeDocument/2006/relationships/notesSlide" Target="/ppt/notesSlides/notesSlide139.xml" Id="R8916459cd037471f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845b4bffd46cc" /><Relationship Type="http://schemas.openxmlformats.org/officeDocument/2006/relationships/notesSlide" Target="/ppt/notesSlides/notesSlide140.xml" Id="Rfd5c8cb8913849e9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0a19a5e0741b4" /><Relationship Type="http://schemas.openxmlformats.org/officeDocument/2006/relationships/notesSlide" Target="/ppt/notesSlides/notesSlide141.xml" Id="R12774ad1293846cc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ca51ef4d840a1" /><Relationship Type="http://schemas.openxmlformats.org/officeDocument/2006/relationships/notesSlide" Target="/ppt/notesSlides/notesSlide142.xml" Id="Reef7a8cd0f164128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fb90646174b60" /><Relationship Type="http://schemas.openxmlformats.org/officeDocument/2006/relationships/notesSlide" Target="/ppt/notesSlides/notesSlide143.xml" Id="Rd0115d88bff249f6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dcf54085749b8" /><Relationship Type="http://schemas.openxmlformats.org/officeDocument/2006/relationships/notesSlide" Target="/ppt/notesSlides/notesSlide144.xml" Id="Rde8ba9030c924cef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d06cf46f8742a4" /><Relationship Type="http://schemas.openxmlformats.org/officeDocument/2006/relationships/notesSlide" Target="/ppt/notesSlides/notesSlide145.xml" Id="Rfccd63ed05e5455b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c25026f1d4f21" /><Relationship Type="http://schemas.openxmlformats.org/officeDocument/2006/relationships/notesSlide" Target="/ppt/notesSlides/notesSlide146.xml" Id="Rb2b7a974079c4951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27263556249f6" /><Relationship Type="http://schemas.openxmlformats.org/officeDocument/2006/relationships/notesSlide" Target="/ppt/notesSlides/notesSlide147.xml" Id="R5ef7fbff696044c4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8ce3fc2d84d8c" /><Relationship Type="http://schemas.openxmlformats.org/officeDocument/2006/relationships/notesSlide" Target="/ppt/notesSlides/notesSlide148.xml" Id="R416d18516d0f4643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29782e908401d" /><Relationship Type="http://schemas.openxmlformats.org/officeDocument/2006/relationships/notesSlide" Target="/ppt/notesSlides/notesSlide149.xml" Id="R7c41e7f944b745fd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2f82c54794ea0" /><Relationship Type="http://schemas.openxmlformats.org/officeDocument/2006/relationships/notesSlide" Target="/ppt/notesSlides/notesSlide150.xml" Id="Rcb157ab4667e475c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b562d6cef4f0f" /><Relationship Type="http://schemas.openxmlformats.org/officeDocument/2006/relationships/notesSlide" Target="/ppt/notesSlides/notesSlide151.xml" Id="Reabaecc3ef204c14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f319aef954023" /><Relationship Type="http://schemas.openxmlformats.org/officeDocument/2006/relationships/notesSlide" Target="/ppt/notesSlides/notesSlide152.xml" Id="Ra218028d9020413c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826bb07d346e7" /><Relationship Type="http://schemas.openxmlformats.org/officeDocument/2006/relationships/notesSlide" Target="/ppt/notesSlides/notesSlide153.xml" Id="R5b45d5afed444c42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688232d4254674" /><Relationship Type="http://schemas.openxmlformats.org/officeDocument/2006/relationships/notesSlide" Target="/ppt/notesSlides/notesSlide154.xml" Id="Re3785e52a3224129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0f1a35a67c4d1f" /><Relationship Type="http://schemas.openxmlformats.org/officeDocument/2006/relationships/notesSlide" Target="/ppt/notesSlides/notesSlide155.xml" Id="R6e867298a2604af8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4d75422e445e1" /><Relationship Type="http://schemas.openxmlformats.org/officeDocument/2006/relationships/notesSlide" Target="/ppt/notesSlides/notesSlide156.xml" Id="R6b074a8fe6a4478f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26e33d6bf4bc9" /><Relationship Type="http://schemas.openxmlformats.org/officeDocument/2006/relationships/notesSlide" Target="/ppt/notesSlides/notesSlide157.xml" Id="R095eeb17e1594636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8a09a2d149407f" /><Relationship Type="http://schemas.openxmlformats.org/officeDocument/2006/relationships/notesSlide" Target="/ppt/notesSlides/notesSlide158.xml" Id="R1f8e0b6205fe4a2b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32b7a372f4508" /><Relationship Type="http://schemas.openxmlformats.org/officeDocument/2006/relationships/notesSlide" Target="/ppt/notesSlides/notesSlide159.xml" Id="Rc6d01c307a854d7d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0a710ac614af5" /><Relationship Type="http://schemas.openxmlformats.org/officeDocument/2006/relationships/notesSlide" Target="/ppt/notesSlides/notesSlide160.xml" Id="R97dbb92ba6194d99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7210841e94853" /><Relationship Type="http://schemas.openxmlformats.org/officeDocument/2006/relationships/notesSlide" Target="/ppt/notesSlides/notesSlide161.xml" Id="Ra00ce8cf74554c21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599630f01a4088" /><Relationship Type="http://schemas.openxmlformats.org/officeDocument/2006/relationships/notesSlide" Target="/ppt/notesSlides/notesSlide162.xml" Id="R55d207ec01974936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3cab7540a84243" /><Relationship Type="http://schemas.openxmlformats.org/officeDocument/2006/relationships/notesSlide" Target="/ppt/notesSlides/notesSlide163.xml" Id="R8d4000a979424bcd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0d0ba17ef4389" /><Relationship Type="http://schemas.openxmlformats.org/officeDocument/2006/relationships/image" Target="/ppt/media/image6.jpeg" Id="R102c1e38d9b44232" /><Relationship Type="http://schemas.openxmlformats.org/officeDocument/2006/relationships/notesSlide" Target="/ppt/notesSlides/notesSlide164.xml" Id="R66558264bd3f4f08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a270eef3084ece" /><Relationship Type="http://schemas.openxmlformats.org/officeDocument/2006/relationships/notesSlide" Target="/ppt/notesSlides/notesSlide165.xml" Id="R07c7bdf4062d48ee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8763407dd14487" /><Relationship Type="http://schemas.openxmlformats.org/officeDocument/2006/relationships/notesSlide" Target="/ppt/notesSlides/notesSlide166.xml" Id="Re5a170a2ad4044da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643281c8e46da" /><Relationship Type="http://schemas.openxmlformats.org/officeDocument/2006/relationships/notesSlide" Target="/ppt/notesSlides/notesSlide167.xml" Id="R7815ebbe9f964f53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29b00847034be8" /><Relationship Type="http://schemas.openxmlformats.org/officeDocument/2006/relationships/notesSlide" Target="/ppt/notesSlides/notesSlide168.xml" Id="R9fd3833aa8014dcf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a2a1bef6843f7" /><Relationship Type="http://schemas.openxmlformats.org/officeDocument/2006/relationships/notesSlide" Target="/ppt/notesSlides/notesSlide169.xml" Id="Ra84c8b73ebdc4ad5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5599c53c640ee" /><Relationship Type="http://schemas.openxmlformats.org/officeDocument/2006/relationships/notesSlide" Target="/ppt/notesSlides/notesSlide170.xml" Id="Ra130843206074884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236017cf574942" /><Relationship Type="http://schemas.openxmlformats.org/officeDocument/2006/relationships/notesSlide" Target="/ppt/notesSlides/notesSlide171.xml" Id="R12d0c0463636427e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5d72648ec45ca" /><Relationship Type="http://schemas.openxmlformats.org/officeDocument/2006/relationships/notesSlide" Target="/ppt/notesSlides/notesSlide172.xml" Id="R7bc4c91ab1b74c7e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e6f65f2c4142e7" /><Relationship Type="http://schemas.openxmlformats.org/officeDocument/2006/relationships/notesSlide" Target="/ppt/notesSlides/notesSlide173.xml" Id="R43fc7feac29b49de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6a706649524d33" /><Relationship Type="http://schemas.openxmlformats.org/officeDocument/2006/relationships/notesSlide" Target="/ppt/notesSlides/notesSlide174.xml" Id="R289932abb44e4d9d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a750f0a2d475e" /><Relationship Type="http://schemas.openxmlformats.org/officeDocument/2006/relationships/notesSlide" Target="/ppt/notesSlides/notesSlide175.xml" Id="R6cf92b07b1e94dab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4e85c1a4348df" /><Relationship Type="http://schemas.openxmlformats.org/officeDocument/2006/relationships/notesSlide" Target="/ppt/notesSlides/notesSlide176.xml" Id="R1143ab7eac084f21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02c55dd114ea1" /><Relationship Type="http://schemas.openxmlformats.org/officeDocument/2006/relationships/notesSlide" Target="/ppt/notesSlides/notesSlide177.xml" Id="R90ef734664c54ceb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9f9196401a43f3" /><Relationship Type="http://schemas.openxmlformats.org/officeDocument/2006/relationships/notesSlide" Target="/ppt/notesSlides/notesSlide178.xml" Id="R9521c33726224961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6b6bdf3a74429" /><Relationship Type="http://schemas.openxmlformats.org/officeDocument/2006/relationships/notesSlide" Target="/ppt/notesSlides/notesSlide179.xml" Id="R62aa1af9a0894e24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3770a767c4b87" /><Relationship Type="http://schemas.openxmlformats.org/officeDocument/2006/relationships/notesSlide" Target="/ppt/notesSlides/notesSlide180.xml" Id="R06bb9e2440044e8a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2211ee7884e86" /><Relationship Type="http://schemas.openxmlformats.org/officeDocument/2006/relationships/notesSlide" Target="/ppt/notesSlides/notesSlide181.xml" Id="Rd0130b5d5505497e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6e361119f41c1" /><Relationship Type="http://schemas.openxmlformats.org/officeDocument/2006/relationships/notesSlide" Target="/ppt/notesSlides/notesSlide182.xml" Id="R340a178512324a85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238bc449b4887" /><Relationship Type="http://schemas.openxmlformats.org/officeDocument/2006/relationships/notesSlide" Target="/ppt/notesSlides/notesSlide183.xml" Id="R978180eacd9f4655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1574347aaa4afc" /><Relationship Type="http://schemas.openxmlformats.org/officeDocument/2006/relationships/notesSlide" Target="/ppt/notesSlides/notesSlide184.xml" Id="Rbca79ffc7824484c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29b8725bf453a" /><Relationship Type="http://schemas.openxmlformats.org/officeDocument/2006/relationships/notesSlide" Target="/ppt/notesSlides/notesSlide185.xml" Id="R39690ef14d304908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5d5977de1545fd" /><Relationship Type="http://schemas.openxmlformats.org/officeDocument/2006/relationships/notesSlide" Target="/ppt/notesSlides/notesSlide186.xml" Id="Ree48728c1d5e49f2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3ed1509bc4121" /><Relationship Type="http://schemas.openxmlformats.org/officeDocument/2006/relationships/notesSlide" Target="/ppt/notesSlides/notesSlide187.xml" Id="R0f2ee0ab4a7c47a4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d9c830098a439e" /><Relationship Type="http://schemas.openxmlformats.org/officeDocument/2006/relationships/notesSlide" Target="/ppt/notesSlides/notesSlide188.xml" Id="R468a6f2d8e6243fe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0c028193d4ae8" /><Relationship Type="http://schemas.openxmlformats.org/officeDocument/2006/relationships/notesSlide" Target="/ppt/notesSlides/notesSlide189.xml" Id="Rb374293c38c24ead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8f499b7c34791" /><Relationship Type="http://schemas.openxmlformats.org/officeDocument/2006/relationships/notesSlide" Target="/ppt/notesSlides/notesSlide190.xml" Id="Rbdb5d6936d3e4d48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c6af058284b37" /><Relationship Type="http://schemas.openxmlformats.org/officeDocument/2006/relationships/notesSlide" Target="/ppt/notesSlides/notesSlide191.xml" Id="R90e23f384102464f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17fd7eb294de3" /><Relationship Type="http://schemas.openxmlformats.org/officeDocument/2006/relationships/notesSlide" Target="/ppt/notesSlides/notesSlide192.xml" Id="Rce41d51d907b430c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d2157a78c040e2" /><Relationship Type="http://schemas.openxmlformats.org/officeDocument/2006/relationships/notesSlide" Target="/ppt/notesSlides/notesSlide193.xml" Id="Rad7763bf123f46bd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22ffc2a0e24b79" /><Relationship Type="http://schemas.openxmlformats.org/officeDocument/2006/relationships/image" Target="/ppt/media/image7.jpeg" Id="Rc26becd3a5ff4729" /><Relationship Type="http://schemas.openxmlformats.org/officeDocument/2006/relationships/notesSlide" Target="/ppt/notesSlides/notesSlide194.xml" Id="R92d375d93fc74491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1a664b046447a" /><Relationship Type="http://schemas.openxmlformats.org/officeDocument/2006/relationships/notesSlide" Target="/ppt/notesSlides/notesSlide195.xml" Id="R8b97aea145bb4574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62e63b39d4c1a" /><Relationship Type="http://schemas.openxmlformats.org/officeDocument/2006/relationships/notesSlide" Target="/ppt/notesSlides/notesSlide196.xml" Id="R728d7b6cdeb44e31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2dbd199904748" /><Relationship Type="http://schemas.openxmlformats.org/officeDocument/2006/relationships/notesSlide" Target="/ppt/notesSlides/notesSlide197.xml" Id="R0246b5b4bccb47d1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c3ce62c5764345" /><Relationship Type="http://schemas.openxmlformats.org/officeDocument/2006/relationships/notesSlide" Target="/ppt/notesSlides/notesSlide198.xml" Id="Rd1077629caaf4fae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552d6201c4a6b" /><Relationship Type="http://schemas.openxmlformats.org/officeDocument/2006/relationships/notesSlide" Target="/ppt/notesSlides/notesSlide199.xml" Id="R5fb205db4b5b4903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bd07331024ac4" /><Relationship Type="http://schemas.openxmlformats.org/officeDocument/2006/relationships/notesSlide" Target="/ppt/notesSlides/notesSlide200.xml" Id="R0c2ce289e9e34ec6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bb13ce0ec84fb0" /><Relationship Type="http://schemas.openxmlformats.org/officeDocument/2006/relationships/notesSlide" Target="/ppt/notesSlides/notesSlide201.xml" Id="R21d190a034b34e4e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6d14e1306142f5" /><Relationship Type="http://schemas.openxmlformats.org/officeDocument/2006/relationships/notesSlide" Target="/ppt/notesSlides/notesSlide202.xml" Id="R6be63e65ebf642b1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b611f5fe14769" /><Relationship Type="http://schemas.openxmlformats.org/officeDocument/2006/relationships/notesSlide" Target="/ppt/notesSlides/notesSlide203.xml" Id="R9e6a83b2b8704eeb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444176bd0450a" /><Relationship Type="http://schemas.openxmlformats.org/officeDocument/2006/relationships/notesSlide" Target="/ppt/notesSlides/notesSlide204.xml" Id="R2fc11c67557a4708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cf96205b8473b" /><Relationship Type="http://schemas.openxmlformats.org/officeDocument/2006/relationships/notesSlide" Target="/ppt/notesSlides/notesSlide205.xml" Id="R4d09afb21fec4e5f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eb41063194a80" /><Relationship Type="http://schemas.openxmlformats.org/officeDocument/2006/relationships/notesSlide" Target="/ppt/notesSlides/notesSlide206.xml" Id="R54b4453624aa477e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5ec21ede74f78" /><Relationship Type="http://schemas.openxmlformats.org/officeDocument/2006/relationships/notesSlide" Target="/ppt/notesSlides/notesSlide207.xml" Id="R12f07e8ae88c4ca3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af35512b44012" /><Relationship Type="http://schemas.openxmlformats.org/officeDocument/2006/relationships/notesSlide" Target="/ppt/notesSlides/notesSlide208.xml" Id="Rf5183c5462ef47ec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ce7b3876594855" /><Relationship Type="http://schemas.openxmlformats.org/officeDocument/2006/relationships/notesSlide" Target="/ppt/notesSlides/notesSlide209.xml" Id="R211cf3eeebbf4d5a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d163c891a4d58" /><Relationship Type="http://schemas.openxmlformats.org/officeDocument/2006/relationships/notesSlide" Target="/ppt/notesSlides/notesSlide210.xml" Id="R017cb667f2704076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40bc7e7d44a6e" /><Relationship Type="http://schemas.openxmlformats.org/officeDocument/2006/relationships/notesSlide" Target="/ppt/notesSlides/notesSlide211.xml" Id="Rccf392299a2942b9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0e310381c48b7" /><Relationship Type="http://schemas.openxmlformats.org/officeDocument/2006/relationships/notesSlide" Target="/ppt/notesSlides/notesSlide212.xml" Id="Rfba673e97a2c4855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e927f16944b72" /><Relationship Type="http://schemas.openxmlformats.org/officeDocument/2006/relationships/notesSlide" Target="/ppt/notesSlides/notesSlide213.xml" Id="R3464088086244b6e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ff055f4ff477b" /><Relationship Type="http://schemas.openxmlformats.org/officeDocument/2006/relationships/notesSlide" Target="/ppt/notesSlides/notesSlide214.xml" Id="Rdd3dab7d183541c2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9ecc6167040ed" /><Relationship Type="http://schemas.openxmlformats.org/officeDocument/2006/relationships/notesSlide" Target="/ppt/notesSlides/notesSlide215.xml" Id="R1e5bab9ebc734ccf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fc685c4bc7434f" /><Relationship Type="http://schemas.openxmlformats.org/officeDocument/2006/relationships/notesSlide" Target="/ppt/notesSlides/notesSlide216.xml" Id="R6e0cc822cc004c0c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0a70ed01748cd" /><Relationship Type="http://schemas.openxmlformats.org/officeDocument/2006/relationships/notesSlide" Target="/ppt/notesSlides/notesSlide217.xml" Id="R9f03d384524a4d65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13fe362eb4e76" /><Relationship Type="http://schemas.openxmlformats.org/officeDocument/2006/relationships/notesSlide" Target="/ppt/notesSlides/notesSlide218.xml" Id="R0c9275e31a5d4d61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20cad0c764bce" /><Relationship Type="http://schemas.openxmlformats.org/officeDocument/2006/relationships/notesSlide" Target="/ppt/notesSlides/notesSlide219.xml" Id="Rebf342c70237416e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c272b0d6a42dc" /><Relationship Type="http://schemas.openxmlformats.org/officeDocument/2006/relationships/notesSlide" Target="/ppt/notesSlides/notesSlide220.xml" Id="R547d079f1ab348d5" /></Relationships>
</file>

<file path=ppt/slides/_rels/slide2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90901a9204405" /><Relationship Type="http://schemas.openxmlformats.org/officeDocument/2006/relationships/notesSlide" Target="/ppt/notesSlides/notesSlide221.xml" Id="Rfc4b8eb4f2f04889" /></Relationships>
</file>

<file path=ppt/slides/_rels/slide2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0654a4ce046cb" /><Relationship Type="http://schemas.openxmlformats.org/officeDocument/2006/relationships/notesSlide" Target="/ppt/notesSlides/notesSlide222.xml" Id="R4c320fb55c3d4134" /></Relationships>
</file>

<file path=ppt/slides/_rels/slide2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7d31d583847a9" /><Relationship Type="http://schemas.openxmlformats.org/officeDocument/2006/relationships/notesSlide" Target="/ppt/notesSlides/notesSlide223.xml" Id="Rbe69054870014cfc" /></Relationships>
</file>

<file path=ppt/slides/_rels/slide2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a15d1ce5c14d6c" /><Relationship Type="http://schemas.openxmlformats.org/officeDocument/2006/relationships/image" Target="/ppt/media/image8.jpeg" Id="R682cfdbdf2f54f0c" /><Relationship Type="http://schemas.openxmlformats.org/officeDocument/2006/relationships/notesSlide" Target="/ppt/notesSlides/notesSlide224.xml" Id="Rab9868f6b3ff4f75" /></Relationships>
</file>

<file path=ppt/slides/_rels/slide2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abe5bbb7b4b64" /><Relationship Type="http://schemas.openxmlformats.org/officeDocument/2006/relationships/notesSlide" Target="/ppt/notesSlides/notesSlide225.xml" Id="Rb29cf9441f2a4f0f" /></Relationships>
</file>

<file path=ppt/slides/_rels/slide2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06feaaa7c4a05" /><Relationship Type="http://schemas.openxmlformats.org/officeDocument/2006/relationships/notesSlide" Target="/ppt/notesSlides/notesSlide226.xml" Id="Re403a511d1be42ef" /></Relationships>
</file>

<file path=ppt/slides/_rels/slide2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3f4d212884f71" /><Relationship Type="http://schemas.openxmlformats.org/officeDocument/2006/relationships/notesSlide" Target="/ppt/notesSlides/notesSlide227.xml" Id="R9f97e60533fe4628" /></Relationships>
</file>

<file path=ppt/slides/_rels/slide2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c05a3f10b4d64" /><Relationship Type="http://schemas.openxmlformats.org/officeDocument/2006/relationships/notesSlide" Target="/ppt/notesSlides/notesSlide228.xml" Id="Rb2bdd4da52964e85" /></Relationships>
</file>

<file path=ppt/slides/_rels/slide2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12699f08fd4da9" /><Relationship Type="http://schemas.openxmlformats.org/officeDocument/2006/relationships/notesSlide" Target="/ppt/notesSlides/notesSlide229.xml" Id="Rac3496a6c0bf45bc" /></Relationships>
</file>

<file path=ppt/slides/_rels/slide2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4c2341b2d466d" /><Relationship Type="http://schemas.openxmlformats.org/officeDocument/2006/relationships/notesSlide" Target="/ppt/notesSlides/notesSlide230.xml" Id="Re18a166fb031402c" /></Relationships>
</file>

<file path=ppt/slides/_rels/slide2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8be46de2d4d0a" /><Relationship Type="http://schemas.openxmlformats.org/officeDocument/2006/relationships/notesSlide" Target="/ppt/notesSlides/notesSlide231.xml" Id="Rce72bd10845b41a2" /></Relationships>
</file>

<file path=ppt/slides/_rels/slide2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86c1efc7341e7" /><Relationship Type="http://schemas.openxmlformats.org/officeDocument/2006/relationships/notesSlide" Target="/ppt/notesSlides/notesSlide232.xml" Id="Rcf77371375434856" /></Relationships>
</file>

<file path=ppt/slides/_rels/slide2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dc3cb23ea44d4" /><Relationship Type="http://schemas.openxmlformats.org/officeDocument/2006/relationships/notesSlide" Target="/ppt/notesSlides/notesSlide233.xml" Id="R1ec761f8c39942d3" /></Relationships>
</file>

<file path=ppt/slides/_rels/slide2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3cdeb400c4cf7" /><Relationship Type="http://schemas.openxmlformats.org/officeDocument/2006/relationships/notesSlide" Target="/ppt/notesSlides/notesSlide234.xml" Id="R3b0adf627f0440ab" /></Relationships>
</file>

<file path=ppt/slides/_rels/slide2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bef49f3d946ec" /><Relationship Type="http://schemas.openxmlformats.org/officeDocument/2006/relationships/notesSlide" Target="/ppt/notesSlides/notesSlide235.xml" Id="Rd1bc51d32ffb4c9b" /></Relationships>
</file>

<file path=ppt/slides/_rels/slide2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788466fdb4671" /><Relationship Type="http://schemas.openxmlformats.org/officeDocument/2006/relationships/notesSlide" Target="/ppt/notesSlides/notesSlide236.xml" Id="R8b0eea5f013249d7" /></Relationships>
</file>

<file path=ppt/slides/_rels/slide2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5bc77fe6ac4de1" /><Relationship Type="http://schemas.openxmlformats.org/officeDocument/2006/relationships/notesSlide" Target="/ppt/notesSlides/notesSlide237.xml" Id="R551338883ba64012" /></Relationships>
</file>

<file path=ppt/slides/_rels/slide2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ebd5de9194370" /><Relationship Type="http://schemas.openxmlformats.org/officeDocument/2006/relationships/notesSlide" Target="/ppt/notesSlides/notesSlide238.xml" Id="R3af81a91d9a843df" /></Relationships>
</file>

<file path=ppt/slides/_rels/slide2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08b8cd31c4a22" /><Relationship Type="http://schemas.openxmlformats.org/officeDocument/2006/relationships/notesSlide" Target="/ppt/notesSlides/notesSlide239.xml" Id="Rf5af515d278a4b54" /></Relationships>
</file>

<file path=ppt/slides/_rels/slide2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b2ee467134d50" /><Relationship Type="http://schemas.openxmlformats.org/officeDocument/2006/relationships/notesSlide" Target="/ppt/notesSlides/notesSlide240.xml" Id="R20c231db0c1b40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B598D4-E883-4976-B7E6-A5774A02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D54D06-CCFD-43F0-A746-16574C4E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IPA · LLM AGENT &amp; 업무자동화 40H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425DD7-91B3-4923-9ADC-5732EF41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09:00-09:50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9A8D0-585A-4967-8F9E-9FE47DCD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Meeting·Review Service Router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A13B87-C8C8-4579-A5C9-ED21A054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Router · Input kind · unified_service_result.json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66648-A8D0-47B7-A39E-ABA8C602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ED45C-96B1-418E-80A4-09B04D55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DF93C5-CAE2-4A1C-97F5-11B1D4841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506E08-6CB5-41C2-8093-D58B22EB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A2B606-8D52-4882-80E8-D84A5927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src/course_services/service_router.py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F17352-336A-47A8-8364-37DC7DBE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22511C-36EF-4F20-A5E2-60C7962C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unified_service_result.json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FA6E86-4986-4EFD-A4A0-F7E35683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5 · 통합·관측·평가·배포 · 1차시</a:t>
            </a:r>
          </a:p>
        </p:txBody>
      </p:sp>
    </p:spTree>
    <p:extLst>
      <p:ext uri="{BB962C8B-B14F-4D97-AF65-F5344CB8AC3E}">
        <p14:creationId xmlns:p14="http://schemas.microsoft.com/office/powerpoint/2010/main" val="9674119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A78B304-2EEB-444D-8225-BCE1D075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하루 운영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6A05B-BDA1-46EB-9B92-EC637509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5일차 전체 시간표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5F2E3-DB3C-443C-8BB7-0206FFD2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F0F23-43CA-4B32-81A2-980F7204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78963-33DC-4B1B-B80F-5D7C1D7C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019A9-9474-4FB7-9768-A6875A3E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FD774-0F19-43CE-98FB-FFC19D77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3시간 블록(30분 휴식) · 2시간 블록(20분 휴식) · 점심 14:00-15:00 · 3시간 블록(30분 휴식)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D4C28-A81C-455F-953B-048AEBAB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619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13867-4343-4E50-A705-1FF05516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6E6C11-F161-4456-AE85-BBEDD7F4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145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9EB577-517A-4328-BD07-B3A9A32C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7907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86E8C3-3A22-4E95-A858-4861509A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714500"/>
            <a:ext cx="4057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CDAAFE-0BA8-40E3-A76C-A8E1A9B7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790700"/>
            <a:ext cx="3867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배우는 내용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C99230-3192-4141-8EFC-0E90167E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145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7569A7-FF2F-400B-A087-19472FE9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CF6AF1-0ADD-4DCE-8D88-9532FB5B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1450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ED5048-59DC-4CFC-922B-BC42366A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907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6AC7ED-237D-4DA0-9938-040AD0D1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8059DC-7CAE-40E7-BAB4-0CCF66D5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431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3B175F-7200-415B-A6B9-0C966200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764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FF35B2-0B1E-4C6F-BFBC-66178B4C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431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484C18-2FA5-4864-88A2-C8F2CB11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764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79B65-843C-4C18-A3ED-17839EF5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431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Meeting·Review Service Router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69C6A8-CE3D-4329-B4A3-EA5B99A3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764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FE243E-9A61-478A-8987-DCE5A080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431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E5CC3A-2C5E-4AF9-AEBF-75388A64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0764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E09356-84CC-4424-9270-76A6A892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431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unified_service_result.json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779C0F-C7D2-41F1-A7AD-ABB09620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52DB15-8491-4C2F-8D10-E5CDFA71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A1A1D1-CDEA-4274-8441-241CDD11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5527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1553BB-F582-4080-B333-7EEB1E22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193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FFD2E1-6857-44C4-A050-3144B15B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527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C4AAF9-186A-4405-8554-18391178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193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LangSmith Trace 구조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3F890E-4540-4DC9-9F09-48C9CB1E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527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A951F8-0155-406F-904D-5C44A929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193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5D4256-2ABF-47B4-A9F4-A8D6A8BA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5527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CC3087-8970-4E01-BEBE-BF155EF8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6193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trace.json 또는 LangSmith run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E1A8DB-4DA8-4DC5-A524-DB52B3BB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08411C-9D64-46E3-B999-0EF99205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28BD92-1540-49AA-99D2-63D7A8C5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289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2AEAE2-639F-45D1-B9F2-5AB0D145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956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4AD6497-3BC6-44AF-B42C-EE2B1539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289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8F7BE4-FEAE-4F63-8261-44D1B49C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956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 Metadata와 Monitoring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787334-2CE7-4F5D-9196-205EB12B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289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FAFC85-E419-41D8-89D0-1225942C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956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DA1799-5CF3-4FE8-A8E1-3BFF0620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289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E15DB0-653E-4667-8A52-711AFFAF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956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monitoring_view.md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ABBCF13-F653-4634-9956-7593192D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00FE45-F56E-4D8E-8CCF-F9985D12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718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F56EDCF-0165-4F69-82D9-AA0F3C0E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5052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2FC7AD9-BCAC-40FE-A288-36072BEA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718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DBEB8BC-8E85-4FC7-834A-37086705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052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9325434-77A6-467B-93A9-53228194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718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Dataset Experiment와 Release Gate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461EE63-50FE-4643-9F18-DE5DDEEE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C3DB2CA-66EC-4882-8B04-38AA0E25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718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5AB73BF-808E-40D2-8618-4A58C765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052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763151C-5654-4194-BC4A-1EC5F5E1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5718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experiment_result.json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08A634E-19C7-4BA5-81C6-F25CB5C8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A6D2027-0E8E-4641-85CC-176E2915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405AE6F-5A6A-48C9-94B7-98BF9EBA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814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4F8E3A7-8C8B-41EF-A3FE-99ED3E13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481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2782CB2-152E-4066-BDFB-8A87D2EB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814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453B0EE-3327-41CE-991B-8D31C4AA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481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Feedback과 Annotation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0D89DD3-C08E-4D02-BCEA-1643ACFB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9814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DBB7944-FF3C-4E1C-9BA7-03F8B536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481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D2870DD-489D-465F-BB52-2CEE0C06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9814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E3EB39A-CFEE-431B-90D7-A6518709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481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human_feedback.jsonl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105F1E5-D351-40AB-8EEB-D7DBB49D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5B6B880-707D-44ED-AEA9-C478727B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243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9A129CC-B845-488D-9B6A-7346E6D6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4577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D6F7DF9-AEDC-40D8-B10D-820BA5D7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243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6AE9C99-57A9-4F93-985F-07926F8A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577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07A4060-0646-448F-A149-F9317EB3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243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PII·Retention·Incident 운영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AF11DD-C6D7-4C2E-A6B2-11C9A4A6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577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7D8D32F-A82F-415D-A20E-641D0E7B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5243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E59870D-8D5E-416A-BDD6-7E3B835B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4577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AF8EC79-0699-4A4D-8744-02B35A1B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5243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ops_checklist.md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A0B9842-97E6-428F-8524-7073C499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E47623D-D267-4D4D-B903-AA3D82BC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006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FB822B6-0F96-4A19-854E-957F42BE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339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D76C7F4-3E4A-4018-9448-FD864EC7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0006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52D2D6B-4545-4FD4-9F4B-E0BC338F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339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2EE056F-2DDE-4354-A3F1-74EE5338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006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 Candidate와 Vercel Demo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FB2328E-9259-404A-BF5D-30216720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9339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4FAC077-B585-4636-AA25-5D45C3AB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0DC2F33-1FA5-410E-BEB7-B49F857E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36D3CB0-4600-4222-AC00-9A58AD19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0006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release_candidate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F0815B6-A7CE-49CF-80D4-DABEF36C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9B89F84-4453-4B23-BF32-43511A99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A169FAA-959F-42C9-ABBC-8F58D485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4102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E4B5752-063C-4D4C-83B9-718D8FE4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4768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552701B-E081-4997-BCFC-B938E31B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4102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40DE253-AA6E-4B9E-BA80-36DFC4DB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4768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최종 Demo와 Scorecard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A06ACEE-33F6-4C3C-9904-5605A7F2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410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1C5A1E6-D69C-4A20-90A5-585AE8E0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4768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6577658-8820-43A3-A64D-A32D3856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4102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35AAB03-4C20-4025-9A44-E24E40A6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768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final_tag_and_scorecard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33FB102-2C71-48EB-8016-6514FF96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11:30-12:00 쉬는 시간 · 13:40-14:00 쉬는 시간 · 14:00-15:00 점심시간 · 17:30-18:00 쉬는 시간</a:t>
            </a:r>
          </a:p>
        </p:txBody>
      </p:sp>
    </p:spTree>
    <p:extLst>
      <p:ext uri="{BB962C8B-B14F-4D97-AF65-F5344CB8AC3E}">
        <p14:creationId xmlns:p14="http://schemas.microsoft.com/office/powerpoint/2010/main" val="5082630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7F036-4237-493F-8FA3-2106083E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A43C50-E1E3-42F1-A331-5224AC9E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04894-FFC2-47F0-99C7-33AA4710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1FAA8-8073-4040-80A5-6FEDF4F4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5E6A69-13F1-4B69-9880-775581A2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467F4-4086-4270-AD91-C644F066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추측으로 업무 종류를 고르면 잘못된 tool과 권한이 연결될 수 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3077AB-E241-4565-91A6-C7842A19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meeting_transcript와 code_diff를 같은 entry point에서 실행한다.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B231A-E601-4F21-A95D-373FA315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FEA46C-DC0B-4CC1-AF63-3C51267B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unified_service_result.json</a:t>
            </a:r>
          </a:p>
        </p:txBody>
      </p:sp>
    </p:spTree>
    <p:extLst>
      <p:ext uri="{BB962C8B-B14F-4D97-AF65-F5344CB8AC3E}">
        <p14:creationId xmlns:p14="http://schemas.microsoft.com/office/powerpoint/2010/main" val="1724864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F8F0D6-6D2C-44D1-9319-E16EB383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14C5BF-920C-4B58-9625-FFD319AE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6A05B5-FA9A-4550-AC25-40C4ADFA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66B34-958D-44A5-B060-620732FE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166456-2D06-424E-A3C9-7F276E8F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8F759-DF76-483D-AB53-1CC67F5E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EA666D-7D6C-4D41-9C81-2250457D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606729-88E8-4F8E-9110-C60D4CC2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meeting_transcript와 code_diff를 같은 entry point에서 실행한다.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F9246-CBC0-4E13-A833-A4C7DE3E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FFB1BE-52FD-478A-B9B7-6DDFA8D0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80F341-FA58-427C-B21F-DA03E055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내용을 LLM에게 보여주고 업무 종류와 권한을 함께 추측시킨다.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D2FB2F-D632-49AC-9F68-EBA004FC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6CA16E-E291-4269-82E1-14745D2A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D5C84D-11D5-45EC-B9E4-527D3611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unified_service_result.json에서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8012011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AA24BD-7165-4575-8330-1BCD95C4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651C30-2468-4DD8-9BB1-7AA1B559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08261-00B1-40D8-AD37-989653B7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19D0C4-686C-4414-A29D-3ED03776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3C2ED-4AF2-4059-B56A-C9CF1ADC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C170B3-50E3-42A6-A4AF-6AEE0C11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64CB6-355B-41A6-80F3-D0EDF684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AF8C18-9962-4C26-A9D1-370C7B02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5D14B1-087A-46E2-A795-A64AD967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2EBC9-60D4-477C-97EF-844F4327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25B25F-EADE-4376-80A6-D96FD1A5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E8571E-8E1A-4090-89A4-D9EDB534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82BBF8-9CA7-4B9B-8155-F39F81E3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E72FFE-0310-4FCB-974C-E3A08189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입력을 알맞은 workflow로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29B799-F7BF-49A6-AF23-731B3C13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C721DE-0AE3-486A-A8CB-23D6BC6F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kind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8B13B0-D16B-456F-9D5F-CDF3A2C0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F4218A-1A77-4952-91F8-B897C958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호출자가 명시한 업무 종류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16C79D-1E90-4128-B330-D6FD722C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B9EF0A-8E24-4E18-A84C-B5CDC5E2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05D5BF-1FDF-4D39-A476-1ED48D1D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F14145-E163-40E9-8328-097D7C2F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서로 다른 service 결과를 연결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1CFA99-13F2-437E-8719-CCECC2B4D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927D15-18D3-480C-8F4C-4672FAA3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522B6E-2E34-4F07-B4B4-7EF7DFDD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E95DEB-6979-4C5C-96DE-111EB2C3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읽기·쓰기·승인 경계</a:t>
            </a:r>
          </a:p>
        </p:txBody>
      </p:sp>
    </p:spTree>
    <p:extLst>
      <p:ext uri="{BB962C8B-B14F-4D97-AF65-F5344CB8AC3E}">
        <p14:creationId xmlns:p14="http://schemas.microsoft.com/office/powerpoint/2010/main" val="714032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696398-77F6-4EBF-8044-015619AA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0CD4BC-F54C-46FD-A394-143FEE7A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76889-752C-4A9C-A325-480D632A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AB4EE9-4C7E-4B25-A4A8-CE530490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A93295-2143-4FAB-A2A5-0839F1A3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3C2C48-B09B-47E1-9377-8C98A680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F96997-D89C-4329-939D-EBF2C36B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2CA2B1-78FC-4931-809A-D876EBA3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src/course_services/service_router.py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013C58-0D2B-4ECD-93BF-DFCB088F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97CAF-ADF8-4687-8139-94834E11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95FAF4-334B-4054-A454-01DEE732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path validate → input kind 확인 → meeting 또는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C58EA-62EC-4F1A-896C-3FDE5729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9861C8-BDF8-454C-A85C-B58DBA6A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4319CF-8B31-4861-8439-4DCF66F4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unified_service_result.json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1B3C84-1C7E-4C8E-B19F-4B96546D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60DEC5-0266-4652-9DB8-0BDB4B61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F67162-BC34-410B-A9DE-7922F2D6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회의와 diff가 각각 올바른 service 이름으로 반환된다.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 kind와 workspace escape는 EXPECTED_FAILURE다.</a:t>
            </a:r>
          </a:p>
        </p:txBody>
      </p:sp>
    </p:spTree>
    <p:extLst>
      <p:ext uri="{BB962C8B-B14F-4D97-AF65-F5344CB8AC3E}">
        <p14:creationId xmlns:p14="http://schemas.microsoft.com/office/powerpoint/2010/main" val="12152945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1F3552-A2EC-44E9-93D4-56F83FB9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C8BBA-D1EA-49D2-860B-B3A8D99A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EA2059-82B5-47AD-B623-073E7986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79265-2DAD-4F53-A314-6D601F2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BEEF0-3B3D-4F25-88A5-6B998893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35D860-CA49-451D-A0F6-E5682D0D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90AAC-8490-4627-AB29-02221069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38E65-93E3-43EE-93F0-9D57C50A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E0FF80-1443-42BC-AF1B-2AD6ACF7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path validate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D15DE2-89B2-4864-8F61-4CBA7259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FD1395-D940-4386-A8E9-88F60576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920D15-DF2C-4CDF-AD02-CB2F5B5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kind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B6CB67-6774-4D01-9CF0-792F8C20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904D34-1D08-45CC-A784-62C14C0A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5D5ED4-A116-4F44-A235-C220515D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 또는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58332F-83AE-468F-8347-51CFEF12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77D2B5-01F4-4013-8FEA-092DA204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1457C1-C5BD-4833-9957-FB60F9FA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공통 result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1F84D2-62CC-46C2-B29E-64C44F72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0A8A5A-4E6B-4865-9027-98AE06CE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6CE61B-C29D-43F8-9181-DD06DFA0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9612CD-02E0-4910-8D42-65739D91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unified_service_result.json에서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6682735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3B15C7-3DB4-451A-8349-727EF915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4433C7-8D90-471F-B255-465CEA8C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C8B84F-04B3-48F0-B750-1DBA1701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801FC-56B5-46FB-83B3-2E39F419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74C0CF-1380-4E88-BC70-E4D521C4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F44DBC-4960-4E0F-9200-EB5D76B9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ECCE8-803B-41D9-AF6C-05E27DAE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710BE9-D40F-4254-A36F-FD133A0C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회의와 diff가 각각 올바른 service 이름으로 반환된다.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39B5D7-427B-4BCA-8B8A-4140B12B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CCE24F-32C1-4979-B035-73BBB1A1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40D706-30CD-42F8-89D7-1FDC2459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 kind와 workspace escape는 EXPECTED_FAILURE다.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D7995-06DE-4C91-94E4-08EE6E1D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0F1F9D-DECE-42AB-ACEE-23C49123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5E6CF-F4BB-42E4-BE5C-3D8AD07E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A2ABA9-615D-4ADC-96D8-8DEC6612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02F021-380D-4811-B1F7-3325E70E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79FDA0-FBD2-497B-B6E2-A113742A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식별자·unified_service_result.json</a:t>
            </a:r>
          </a:p>
        </p:txBody>
      </p:sp>
    </p:spTree>
    <p:extLst>
      <p:ext uri="{BB962C8B-B14F-4D97-AF65-F5344CB8AC3E}">
        <p14:creationId xmlns:p14="http://schemas.microsoft.com/office/powerpoint/2010/main" val="9826276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2DFC25-53BB-43AC-A86F-615A2F6C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4B5B75-8D60-4585-BAF3-1D63D403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50845-DA23-4A82-AC38-2655F70D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39D68-CCAF-4D8F-B958-8515140B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B88D6-0AAE-46A9-B534-FAA19C9A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B72593-7282-4D37-8FF9-C3C7C3ED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F85E4-2A36-4D10-A2D8-4BB47EF1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8118C-E27D-4920-AFFC-8EB0021F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A7F29-43F6-4927-A93A-3540190F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src/course_services/service_router.py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9AC1A0-ED3B-4E89-B79C-80EF1981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4A7789-96F6-4741-A53C-4A0EA1DC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E4E1D6-BDA2-4A4E-95D5-AF6DBA49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D64D95-56C6-4F46-9ED3-F3EE1ECC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819AAE-DE33-4B8B-B5EE-13A47FA4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2FA07F-C1F2-44B5-BDC2-86564CA3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03D5D6-913C-4FD6-9A38-9E951B04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629E6A-AE8B-4C00-94BA-F97D35C0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68F936-F575-4DA6-915C-6B20ED46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19406503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B5C80-FB21-4C8E-BBD6-90548243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Meeting·Review Service Router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9E46D-6ADE-4B1B-87DC-0A18E3B9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93488-93E5-4B65-96CD-F9396116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759E59-15D0-4EDA-A55E-9219818D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1827B6-49FE-4364-B080-8999FD00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BEB75D-3AA3-4005-AEE9-C16A2F40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41496-3C97-44A5-82B1-1CD22248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추측으로 업무 종류를 고르면 잘못된 tool과 권한이 연결될 수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10B009-6FF6-4D96-9D5C-E6602739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23E387-4E6F-4A1B-974E-9174EFFA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85237-0C95-4819-8E33-EC6AD517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내용을 LLM에게 보여주고 업무 종류와 권한을 함께 추측시킨다.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C7306-6E57-427D-BF4C-83BEA1BA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input_kind를 API contract로 받고 unsupported type은 거부한다.</a:t>
            </a:r>
          </a:p>
        </p:txBody>
      </p:sp>
    </p:spTree>
    <p:extLst>
      <p:ext uri="{BB962C8B-B14F-4D97-AF65-F5344CB8AC3E}">
        <p14:creationId xmlns:p14="http://schemas.microsoft.com/office/powerpoint/2010/main" val="14092877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BF94D2-DE7F-481C-9136-A8485C80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D43B6-9003-4742-BE8E-8208FBC6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CCA48C-0E15-496B-80B2-CCE01BC3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973747-7573-4760-8E51-55B3F91F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DEECB-0D94-47E5-8106-C24569F2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2125CF-4ADF-4BBA-BD37-0B767807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553C3-E835-4EB9-8F5C-44B0A736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1CA5FF-A747-4072-BAF0-F37FC9B1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6412AC-CE92-4CF2-A0DD-13C1F59F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17799-26DC-4971-8F50-5F90B110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93E76-6921-4E2A-8EE9-B89A2572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DB0E6B-CD98-465C-8233-CCAD0B9F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C3C58C-A5B3-4870-8EC9-5E070B31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975ED7-EE97-4A8F-BA0A-F272BF88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3C7C55-F5A0-45C8-B9F6-03C9677D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BD1B27-8B2B-473B-9EBD-60C9E808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입력을 알맞은 workflow로 전달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3B22D1-BA93-4F09-B133-257614E5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E8F79D-1FAA-45C5-8DB6-9252E6A0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EA347A-258F-4EAF-9CC7-682E6B80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336B4E-3EB5-492A-9FD5-09925619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kind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EF1083-5645-4D95-B144-7403F770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F71EA2-92DB-4171-90CB-8F345659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호출자가 명시한 업무 종류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1A5A60-D674-4242-8293-231CB9D4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191337-F9A3-4B95-87BF-EA45EC9C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9A3FD6-C81C-40A1-9E2D-9EE8AA26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7BED33-3578-4458-809B-2E5449D9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08B58A-DC2C-4D3B-AECA-0C8B6653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15234A-8A26-4350-955C-F7DD5B35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서로 다른 service 결과를 연결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EDCC30-CE60-456A-97FF-2BCECFD4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03FE65-4026-4E05-9719-39D681F5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49A41B-1B02-49E4-A711-393D5CB3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07A6B5-28D2-4790-ADA6-A3B75269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8CBF08-DD9A-4C35-9FC9-4F098D28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58C33E-DBAA-46E8-9E50-A6E49692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읽기·쓰기·승인 경계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E0D6CB-D7B9-449E-BFD8-561D5332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45B98B-B01F-4DAE-BED0-14DF15BC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5509741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C8B5F7-AA10-4AB1-849B-32E07C25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21577-D70D-4833-9ACD-1E2F5C87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25653-81B2-453C-9969-2C8D7A87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62057-526B-471C-B775-37A67A3B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BF16F-8D14-42F5-B965-6650EA35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4A1214-CFC5-4E32-89E5-19C5162A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85B7C0-1E62-4DD9-8C67-A54E8908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D40C75-0268-4735-9427-664FADC6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F634AB-B926-4691-AB31-2885F036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내용을 LLM에게 보여주고 업무 종류와 권한을 함께 추측시킨다.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8D59A-47B5-44EB-BF3B-F50C144B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DD17E-9474-4775-8D53-A697D34C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추측으로 업무 종류를 고르면 잘못된 tool과 권한이 연결될 수 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7CAA3-2328-4B22-87E2-30255F6B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517648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034CF7-B0C7-4A93-AD95-2B056D5E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7A2E04-95BE-4319-8FB8-4FF8818D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3BF418-94B3-41E0-B1F8-7DE1CBCA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D4DAB2-2662-43F3-B8D8-2A5A68C7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23FD9A-4630-4B9B-9B90-9F2FB25F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4D438E-914C-4CA9-A101-1B195CE4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300F0-0FEB-4B32-A2C2-04E7D1DF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DFB9E2-EEB4-4E85-B249-D37E4D47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E4AA12-2D17-4E2F-B255-5B4BEE34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unknown kind와 workspace escape는 EXPECTED_FAILURE다.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D4EA22-451C-4192-8A20-B22B721F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2188E7-F32C-4031-9CC1-8F94BA2C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00C9D1-E4BA-4F16-AF9D-6F60DAD8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내용을 LLM에게 보여주고 업무 종류와 권한을 함께 추측시킨다.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93EE18-FA54-4646-9C80-D62E84E3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609E91-4A4C-40DD-9D99-D1D0657F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6D322C-D3ED-48EF-8048-6B277243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input_kind를 API contract로 받고 unsupported type은 거부한다.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5C8A7D-FEFA-41C9-9FAF-62D4BAD3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F1EF8D-E9C1-4BBE-B2C8-03B17188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349D7D-AA4B-4C9A-8CF8-8246673E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unified_service_result.json과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80542301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597319-52D9-4E27-AC6A-EBEE6A4E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0384C1-4BDD-4AFB-86AD-262152D5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3A807C-B0AD-4552-A31D-DA129CFB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3F349-C961-4ABA-A90A-4CAADD0B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655EA7-8B22-466B-86A3-C133B928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5F3FC-C16A-41FE-94DF-7187D7C3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777bcb32bd4b51"/>
          <a:stretch xmlns:a="http://schemas.openxmlformats.org/drawingml/2006/main"/>
        </p:blipFill>
        <p:spPr>
          <a:xfrm xmlns:a="http://schemas.openxmlformats.org/drawingml/2006/main">
            <a:off x="7387248" y="1485900"/>
            <a:ext cx="1437055" cy="4171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A44331-BE71-4002-BCDD-11D2C4A7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service route를 추가할 때 workspace 경계와 external_write=false를 test한다.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DD7656-6EA3-4A34-B624-19C8DFE6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6953461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5C8F3E-FE41-471A-8DCB-529CB672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7111EF-88FC-4CA0-8241-503AE7E4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D69E27-7681-40EB-AE9A-C45F88C8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8DEA63-C781-4C5D-A079-49A75E85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72A5F2-508C-4405-8EDA-A9051C34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D8C397-C1C7-4737-94F7-15F450B0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19699E-9FC4-49CE-829B-DC0BF372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31A71C-D2D0-4F42-830B-4D1ADA4A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37A1F3-8BA9-4DE0-893D-E47686C5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service route를 추가할 때 workspace 경계와 external_write=false를 test한다.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A642D9-53A9-40A3-9740-5E7422FA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E8EE29-F8FB-494D-8DF4-B631A066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D67168-E1E7-4825-AF38-86CD2703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8EDB2B-C6F2-49DC-AC56-744FA12A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21681-9405-4169-9AD5-0D96BF12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25757A-84EF-401C-94F0-A4863A12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회의와 diff가 각각 올바른 service 이름으로 반환된다.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 kind와 workspace escape는 EXPECTED_FAILURE다.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20C6B9-2F3E-4C3C-9180-B2006576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71359C-A077-4915-9C6A-8FB93BA6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66DF90-462C-4B97-A236-1B33464F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38403867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9A9632-730C-4737-A3D1-BE471938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E64E7-66A3-4189-8A4F-53AF0BDC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20C4B2-3D7B-4483-8BC3-09FE7366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F4D8D-A1DE-4F1C-A19D-8AEFC165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007454-36C4-4CAE-9A4F-5FC89682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E47FF-F720-4254-A694-A142C0C3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1143D5-2105-498C-B142-3969E63A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C0653-5371-47E1-A190-EBA339CD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0E7DEF-E725-42B1-A763-22A0B378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621B09-A9DD-4151-9115-7E1D559F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43376D-2B23-46E6-BF68-664A47CF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DC04D7-9881-44EB-BF06-C5762244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B03CB4-0519-4AEC-8DA7-70104285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D557B4-FCC0-45BE-881B-0F67262B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회의와 diff가 각각 올바른 service 이름으로 반환된다.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A37EBC-3380-457F-AD83-2831A718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1A4ABF-DC90-4791-8A40-9D4F336C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B766AC-9E24-49F6-BD33-1493B162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4973AE-983F-4238-A925-E33BD038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 kind와 workspace escape는 EXPECTED_FAILURE다.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6C4CBA-92D0-444D-AB0A-3500E58B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687470-00CC-41E5-8180-216FB056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5A00A0-7D04-4C68-8C89-59B73C64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2A0BF9-8F83-4146-AA4D-233C69E7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71531121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1941B2-8385-4AD4-956A-C7A9FA1E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0BC41-2C28-4251-8F66-10D1366B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4A830-FF69-49E1-B314-0E26381E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B52F77-0DE8-4507-84C7-A92C5D71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74AD5-C074-402E-B6AB-87A0948B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584BC3-909C-4AAC-81F6-B0720AAB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90AFD-0E34-406B-A964-67DCEF21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97DD26-D4F6-4509-92C7-0FBF2078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54DFBB-8664-445D-A5B9-A7135A32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src/course_services/service_router.py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95DA10-AFA4-4163-99D5-0B4B8D09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B2B2F5-3384-4FBB-8D6C-6B7F21A9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971598-B2AF-4E2F-A3E2-5B07E55DB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src/course_services/meeting_service.py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5E5286-D239-4CE9-B196-190C1412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330340-D1AD-431F-8A84-1DBC594D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86F0E1-DA8E-417A-8E21-C4D09394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router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81D553-108E-4E13-AA82-31F4CA08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EAECDC-BEF1-497E-8F20-D5B4C56E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9C1C48-5C4D-48CC-AB59-DCF1999A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회의와 diff가 각각 올바른 service 이름으로 반환된다.</a:t>
            </a:r>
          </a:p>
        </p:txBody>
      </p:sp>
    </p:spTree>
    <p:extLst>
      <p:ext uri="{BB962C8B-B14F-4D97-AF65-F5344CB8AC3E}">
        <p14:creationId xmlns:p14="http://schemas.microsoft.com/office/powerpoint/2010/main" val="90407874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9656EF-241C-420C-A574-D103994D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9A4737-D219-46DD-A95E-A888A3C7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EB6F6-A29E-40DC-A0FC-BF447D70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188DE-CB78-4CEC-8AC1-834C861C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B45733-C317-485C-A483-0B860547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EFD3AC-BB3E-40B4-9D98-66D46642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147868-DD5D-4C8C-84FD-4BC5E953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A11647-38B3-4F62-954D-3627E2E8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9E0138-BEF7-414B-B7D6-9DA39CB6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 -k router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4ECF49-8997-4513-AD98-BF97DCA6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303A07-E5EF-4978-BC74-799B619A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5100334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CC35D6-3D7E-4F1D-A4D7-893DCBD4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D865E-4177-4020-A2A3-1D78B774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98182-B023-41A1-9AD7-9293CED3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8CAE9-31AB-44A9-A7B4-27ADED89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FA6D4-CE65-49EF-ABE5-06736EA0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2272B0-909C-47E4-BAE1-825C6A4C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A0728-00A8-4DEC-9EF1-011B1C66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E63E4-1815-429B-9A60-281A7231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D80DD9-0DEC-423D-AF2C-D60D5AA8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A472B9-8F89-4AF6-9247-8A08669C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unified_service_result.json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BDD44A-F092-483C-8BD7-F6A6128A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26037F-F1C4-489C-B4D3-E7E80F88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32EAF-F05B-4DAC-9D54-90B46C0A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회의와 diff가 각각 올바른 service 이름으로 반환된다.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unknown kind와 workspace escape는 EXPECTED_FAILURE다.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09387887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8C0F8F-511A-47D5-B89D-A984AB92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EBED4-1190-4A1E-BA4C-9153D4DB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16231-3CDF-4165-BFA7-952377E9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9B137-C671-49B1-BCD5-1E633746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6A7AF-BB85-48A1-B549-8D483700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42E5AC-E65D-4215-BA31-BCFA0A3C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740D5-0C48-43C3-A024-38188F66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B3B255-C16F-4A61-A387-D28B464B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내용을 LLM에게 보여주고 업무 종류와 권한을 함께 추측시킨다.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7ADEFB-FE23-4E39-8850-07A5454D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485602-C0B4-48F6-B221-D2CF6A7F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35F28-6E5E-449C-B5C9-BB0E72ED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input_kind를 API contract로 받고 unsupported type은 거부한다.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3AE340-D464-4E07-B26D-E57B1A3A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unknown kind와 workspace escape는 EXPECTED_FAILURE다.</a:t>
            </a:r>
          </a:p>
        </p:txBody>
      </p:sp>
    </p:spTree>
    <p:extLst>
      <p:ext uri="{BB962C8B-B14F-4D97-AF65-F5344CB8AC3E}">
        <p14:creationId xmlns:p14="http://schemas.microsoft.com/office/powerpoint/2010/main" val="11336787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E855BB-AA6D-4C4B-A26A-2A0487BE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E9207-74B2-4468-A3A5-8901C46B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DC4ACD-44DE-494A-ABEA-6035454D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3A962-E318-45AA-9529-6E1F3578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E6485-2014-4D0B-A183-46CEC0E7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28286E-E843-4DFE-87F9-23CC10C4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C6F48F-83C3-4CB3-B12F-7240CC27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E6C9C-0B6A-40F0-953F-522EA412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src/course_services/meeting_service.py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5687A7-FB3E-4B48-81A7-B4C64D74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F63A95-D260-4A55-B92C-B1419BA0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A29A8-C453-4D64-834F-6EAACD6F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E10412-10C2-4532-83F8-0BC91CFC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회의와 diff가 각각 올바른 service 이름으로 반환된다.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unified_service_result.json 저장</a:t>
            </a:r>
          </a:p>
        </p:txBody>
      </p:sp>
    </p:spTree>
    <p:extLst>
      <p:ext uri="{BB962C8B-B14F-4D97-AF65-F5344CB8AC3E}">
        <p14:creationId xmlns:p14="http://schemas.microsoft.com/office/powerpoint/2010/main" val="163085613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937252-33BF-4F37-A755-40F47494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91BA4-B0F6-47C6-9173-AB7D9070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09D2A1-E029-4D0D-ACE7-7FBF0A55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1F6FEA-2362-4B77-9F39-AAF96F42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50AC4-ED63-4DB8-8996-C97A9B2B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51A95C-DA55-4777-AD83-0234DFD5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95F46-1FB5-43C6-B4C7-06161A38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service route를 추가할 때 workspace 경계와 external_write=false를 test한다.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src/course_services/meeting_service.py · src/course_services/review_service.py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7D1853-10FA-496F-8919-1FEAEF92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CED70F-B8E9-4E8B-B71E-954DAC1B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unified_service_result.json</a:t>
            </a:r>
          </a:p>
        </p:txBody>
      </p:sp>
    </p:spTree>
    <p:extLst>
      <p:ext uri="{BB962C8B-B14F-4D97-AF65-F5344CB8AC3E}">
        <p14:creationId xmlns:p14="http://schemas.microsoft.com/office/powerpoint/2010/main" val="74407682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EA64-763B-49B3-85A9-A15956AB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016B34-4DCF-459F-9788-D870FA75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B4DBB1-1D1A-4665-8686-6AFD01B5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6A10D9-9D7D-409F-A484-17C5D15F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D7765-C7F1-43D9-9911-D33CA5BF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6A0638-03B6-4035-BE5F-219B4B94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532AF-2A60-4BDB-8F35-BB16D16A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 -k router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회의와 diff가 각각 올바른 service 이름으로 반환된다.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B627A4-5A69-44CB-B6BA-FC1E5C55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EBEFB-A622-4EF1-89B6-57933CFE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unified_service_result.json</a:t>
            </a:r>
          </a:p>
        </p:txBody>
      </p:sp>
    </p:spTree>
    <p:extLst>
      <p:ext uri="{BB962C8B-B14F-4D97-AF65-F5344CB8AC3E}">
        <p14:creationId xmlns:p14="http://schemas.microsoft.com/office/powerpoint/2010/main" val="144043166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B0A102-9CDA-47F5-8D39-AB884ED8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0012E6-5ED5-4877-B09E-EFA2B8F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251AA8-C420-4C9D-AAAF-98A3E783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DD4F2-1C14-4309-8423-BDD7AD58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C65A2-EA03-4432-8314-725E7B3C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A324E4-BD0E-4431-8CA5-D85815CD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93FD28-D00C-46EE-AABA-2CC66909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 kind와 workspace escape는 EXPECTED_FAILURE다.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input_kind를 API contract로 받고 unsupported type은 거부한다.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D6CA09-9F8E-4687-9EA3-ECB8B80C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F61D5E-06F7-4DE6-9358-FFD8F8AA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24601661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02551-D42D-4673-9F1D-DEBB5A3E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CD6E7A-72BE-411C-9210-1FC015E9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A28B3A-122F-4A2A-AAC4-5CE37180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57771-A4A8-497A-BD04-294C3A98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ADF0C7-B409-47A3-800E-BAD1158B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AAF04-58D0-4981-B4ED-FF339573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9463D4-27D5-4D2C-B367-C31DCC8E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91D07E-F861-468C-AA55-077A1E9E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B815BF-DFFC-4029-9AF0-D536F7E9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회의와 diff가 각각 올바른 service 이름으로 반환된다.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32F2F7-0C30-452D-B29A-A555E212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27ADF2-30E6-4BBD-B705-072AC6AD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0F908-05F5-467A-8B28-9C6E9AE8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0FACD-DCDE-41A3-A138-76483105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6D2E95-3822-4D93-8829-1807A630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68FD3A-DDE5-4E24-84EA-07E1AF55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D0200A-D909-40E5-91DB-3596DCFF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B28DE8-9627-4B16-BC18-30A6635B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F6EC1F-0A25-4DF4-9241-CF27FDFE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24760221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482CDB-9027-46B5-9BD9-A572D740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03CAE-A103-49B6-8532-7C85FB96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0D0C37-4458-4DF0-B25B-3040A16B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8C162-F8E3-4D15-B0AB-0D0DB4B2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A492F-311E-4878-B25E-7B722790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B20B60-53D0-4827-8AD6-CA2CEF74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A264AC-5C75-498D-935C-7FE65DB9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192C0-8362-45F0-800F-BDD910F6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8EAFDD-79F7-43D5-9AF3-2D5893B0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unknown kind와 workspace escape는 EXPECTED_FAILURE다.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77AC79-51CC-4D7F-B5D7-EF5A06DE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83B975-B45B-479C-B455-D80A4A22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602154-3AA8-428A-BD96-DD69A9E4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73193C-77E4-40CD-9E22-4BCA7BAA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825814-6CBD-406F-AEF9-D1E907C6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CA3693-F621-40E1-A528-808AE8F0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46DD1B-022B-4476-8CBE-28E81095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B08E5C-610A-40EE-9C6A-B94C4150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6F759A-AF5D-4994-B365-7418FCC2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65479930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DF4CE9-E768-4315-BAA9-474DFBF0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3DC79-2D12-4BC5-8CAD-D481AB51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9B5918-E449-4B7F-8FDE-87CA0271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36B2C-DE9B-4C3E-A785-163280A9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9332B5-F1C1-40BC-B82C-D3A07E22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F5F757-A373-48BF-846B-94592A0E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761B8D-D307-47A3-A1EE-292704F4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화면에서 회의·PR 리뷰를 선택 실행하는 내부 도구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F09942-6DD9-4F49-8003-C528C61D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07FAD4-197C-4C20-B241-CF1F098D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676F7-79A0-4CC2-AB3E-3ADCE848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77C03-33E2-46B5-89F8-8C47AA76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66A4C5-474F-4165-8E62-904E3E97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BA8FC-4313-4945-A094-53E7EC91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27E2A1-E749-406F-BC51-5235B9C8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CE53E5-BA31-4712-94C7-5F52D762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E46A88-5FB1-4804-B397-289AF3E2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29A86F-5F0E-4E8F-8FB2-5410EB3A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E37165-3112-4DB8-8CAE-DD6E60FA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08AB55-23D2-4A48-93BB-9BA77712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unified_service_result.json을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60228733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A9CE82-6950-4168-BF3D-A4BD94B3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21049B-EE95-4859-8E53-0594C131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809E2-63B5-49F8-BED7-3D4A79A5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9620E-EEC3-42B1-9FAA-E11FC9A1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EE48A2-B5CC-43D5-A028-D02798B1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5368E5-C90A-4F8D-9BE2-E1A6D756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D9597-8FA3-43BF-B679-3016188B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화면에서 회의·PR 리뷰를 선택 실행하는 내부 도구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9DE63-FBF1-4FF9-83C8-B4F50A48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0C6E72-2B3A-4D7E-8661-E4DD2CEE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1787C8-A555-4687-A2F6-66E657CA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A56797-1F79-4AD0-B471-FF0A30EE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098269-2DC5-4ECC-99C2-E9ED7432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58B6F5-5F23-4B69-8B15-A0DA8C86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E3CF54-DED2-4E8D-8A67-F8ABC88C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2FF2F2-9791-4B28-970B-7F49F85D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052EF-8315-4B3C-B8C6-704B6632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B6321F-5776-4B44-94BB-1A9227FB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155227-4E87-4D65-B515-F2993310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F1DBAA-02A5-48EE-A015-4E3D3F64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unified_service_result.json과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33372683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B39B22-EED1-42D3-8E15-96A6E324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BAF1D-5424-4301-9205-6ADFA47F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B414D7-6163-42E2-A9B7-5A247844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5BA491-93EF-40BE-AE15-588C37EE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BC063C-7AED-4745-B651-F46592BA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9D14E-6CA4-4985-9C49-23E50EE8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D2BD7-0AE3-4CCE-8B0F-209CB031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C6B3C-9751-4E22-B544-78683758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64935F-7505-41FA-AEDF-E0E6E0FB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회의와 diff가 각각 올바른 service 이름으로 반환된다.로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B73E5-5187-41C8-A752-FFC8306B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50A17-0627-4AF0-91B3-F3CD3E83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975F8-69AC-4410-9CAD-D3339D9B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F7E22F-AFBD-4820-B0A6-6C40BD71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9E61AA-B6EE-43DF-AAC7-DBF9257C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787010-01B3-40BA-AC21-C8ACF800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input_kind를 API contract로 받고 unsupported type은 거부한다.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8F666F-2F31-4DCC-8695-6DD9BD0C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8D6916-B066-479C-8A07-29767332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25A887-D93B-4777-91CE-A9050AE7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unified_service_result.json에서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32004096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9B03D1-C74E-48C3-8186-C561CB5D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4383B-2FDA-4B20-AEE1-B2C2462A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BFD1B8-E8BB-4F03-ADAA-FE9E0DD6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56F5E-6BB8-498C-8BB8-D11FF88E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45EB5-01D8-409B-A64D-C486C22B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023782-8F89-46DE-A174-835BA909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7B3DB5-5516-401C-9FFD-AA2D124D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B065BC-A862-42B0-8D34-96817C23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A62055-569C-4813-9C0E-05F4712A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Meeting·Review Service Router이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B91D59-87C4-4175-A92E-265E14A8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6A0D33-3419-4BE1-94C4-70D4DD3D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3BD7FD-C845-4CB6-8762-5BA420E9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50868B-B065-4848-9A3D-AB4ED6C0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D427C6-5C83-451C-992F-5CCB87D8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5E9B40-CD95-4C41-BC8C-23603FDB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unified_service_result.json과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BB0F37-306F-4565-A2B3-6342C286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LangSmith Trace 구조</a:t>
            </a:r>
          </a:p>
        </p:txBody>
      </p:sp>
    </p:spTree>
    <p:extLst>
      <p:ext uri="{BB962C8B-B14F-4D97-AF65-F5344CB8AC3E}">
        <p14:creationId xmlns:p14="http://schemas.microsoft.com/office/powerpoint/2010/main" val="143450037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4677A-364D-41E5-9682-B416819B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16E577-99E4-42B4-A973-B3D2F355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5 · 2차시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AA1E92-4635-4A2E-B9FC-CBDDBB7B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09:50-10:40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C00155-1283-4A55-99E4-D30872F2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LangSmith Trace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6A0167-5170-44D8-A175-00629BB9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Project · Trace · trace.json 또는 LangSmith 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238A3-477E-4DD1-BE01-119403AC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0648A-490B-4F50-AA10-A80CBD66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162CA-8865-4A07-90F1-F1ED4D22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DAEE9-26DC-4343-A4A3-E79C535D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34E5BA-87F3-4921-853F-16170EB4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src/workflow_service.py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A5596-E1A6-406E-9EDF-1A812E6B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5E0E2-77A7-4721-A190-FC76EECD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trace.json 또는 LangSmith run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9E60E-4BDE-459B-9579-0C1904F4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5 · 통합·관측·평가·배포 · 2차시</a:t>
            </a:r>
          </a:p>
        </p:txBody>
      </p:sp>
    </p:spTree>
    <p:extLst>
      <p:ext uri="{BB962C8B-B14F-4D97-AF65-F5344CB8AC3E}">
        <p14:creationId xmlns:p14="http://schemas.microsoft.com/office/powerpoint/2010/main" val="190967153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C13338-95FB-4E73-9271-06AF7B62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CE3F2F-66E0-4BD6-AD01-579AFB83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813F5C-02A4-4E9A-81A4-CEBE045D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13D5DB-6786-49B7-ADD7-BBF1AF86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6FE32-7240-4ECF-B539-47AA5143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6DCA03-8A2F-45DA-9998-FE5C3516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EF50B9-B584-4C96-A3F5-6C6D76A1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A57229-8B74-4555-BF3F-CA38DE29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55B80-C99E-4AFB-805A-13CB61E4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unified_service_result.json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FF20D0-B781-477B-96D4-057B0F0C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11CD0B-19A1-42E1-8D5E-E85F0034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E1853-48F7-4FE7-94E3-F3F52A7C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LangSmith Trace 구조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F192A8-837F-4B26-BBE5-63455C03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59E7B3-3D52-476A-AFE0-8EAF3354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A1C543-D247-4EF6-86BF-2740B42D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trace.json 또는 LangSmith 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A5AFF0-F1A6-46DB-AD65-A7F6F9D5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051644-AB29-47F3-8321-EFAE1F98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A03F80-9D44-46B5-B08A-F4BCF267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 Metadata와 Monitoring</a:t>
            </a:r>
          </a:p>
        </p:txBody>
      </p:sp>
    </p:spTree>
    <p:extLst>
      <p:ext uri="{BB962C8B-B14F-4D97-AF65-F5344CB8AC3E}">
        <p14:creationId xmlns:p14="http://schemas.microsoft.com/office/powerpoint/2010/main" val="124659887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876E2A-F309-40FC-BCBC-B8F1C905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930A0A-F42D-4116-BC05-C8E413CE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5AE9D0-96ED-414A-BF38-F0F450E7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C9633-3C5E-4703-881D-0967B427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34D34-063A-4618-B956-DFFFACD4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760E5-CEF9-4139-A89E-A48C137A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최종 JSON만 저장하면 느린 node와 실패 원인을 다시 찾기 어렵다.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D4DFD-D9C4-4201-BB39-FFFC3ED9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project·trace·run·thread의 관계를 이해하고 첫 trace를 남긴다.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868954-A799-4147-B937-96DECAF9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EC1271-7B11-404F-A966-63DC4F0B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trace.json 또는 LangSmith run</a:t>
            </a:r>
          </a:p>
        </p:txBody>
      </p:sp>
    </p:spTree>
    <p:extLst>
      <p:ext uri="{BB962C8B-B14F-4D97-AF65-F5344CB8AC3E}">
        <p14:creationId xmlns:p14="http://schemas.microsoft.com/office/powerpoint/2010/main" val="136838037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DC3D0A-46F0-480C-BBB4-3D560A2E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99A6C-E703-4E7B-B0CF-9738F4AC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C567F7-2EDB-4689-9E5A-8282034D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47593F-61BD-49FE-B3AB-E16E531B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E6408C-00C3-493C-9AE5-9200AF78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53588A-817B-4E69-9C6B-9D85D058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84C9B-3882-41BE-A489-12A80361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076E7-F628-440B-8941-D706FB03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project·trace·run·thread의 관계를 이해하고 첫 trace를 남긴다.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6951CC-6FBC-4CA2-B888-A3E5A1CB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37F52-71F9-4762-B435-A542FD5C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4BD2FC-0474-4ACF-AF38-2C82817B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transcript·token·고객 정보를 trace input에 그대로 보낸다.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A30C8-582C-4AEE-A4F6-FAB98B8B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552B35-5873-49F7-BCBE-4322DF8D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7D418-7DCC-49FB-82EE-57BD3D26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trace.json 또는 LangSmith run에서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69049625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941341-AB09-4365-B553-0CA8727E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8B196-861F-4AE3-9B8D-1770F2BB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D3687-2C91-4E69-9C51-11CCB9ED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21DC4-996B-468C-A913-DEC53F38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24752-77BB-4161-9710-06DF975B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A7C77-D45B-4E21-B9D7-71DE81CB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BCFA6C-67C9-4E92-BB96-DC739BEC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034F0-ABB2-4F71-8889-90560424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ED51E3-D924-4444-9629-4538ABAB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8C5506-2ABE-4F1F-9FC8-5A65E150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3E828-8DC8-4D0B-A976-F3157D2C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00D63F-9D3A-419F-B7C1-8344E486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Project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60AA5B-40E8-413D-BE7C-64F34559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3B1DFB-D453-4545-BE79-DE8C4131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관련 실행을 모으는 공간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565D3-7B75-4FF6-9160-46403EA3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D4A6CC-EE6F-4408-A54A-E704A7DD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1625E5-44C2-433C-942E-8A106E4E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DEBC32-253A-46BC-B96F-71794B33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요청의 전체 실행 계보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28A7E3-1B0C-48AC-AE9B-59E08E66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5ECFC6-39F1-4BA8-95B4-7794A09B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4AB417-1DBC-48D5-A5E6-57ABADD0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FFFC4A-AE69-4CDA-8E37-C007B928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node·LLM·tool 한 번의 실행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7F7FA1-D9D4-49BD-A93A-E24C98E1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4FAE7-42ED-493C-A977-C826DD24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Thread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D878DF-1DD5-4831-BE0C-2B74859D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E1A0DF-0B9B-415A-AC85-9F74604B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대화·재개 실행의 연속성</a:t>
            </a:r>
          </a:p>
        </p:txBody>
      </p:sp>
    </p:spTree>
    <p:extLst>
      <p:ext uri="{BB962C8B-B14F-4D97-AF65-F5344CB8AC3E}">
        <p14:creationId xmlns:p14="http://schemas.microsoft.com/office/powerpoint/2010/main" val="154901089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9A18F5-2662-4856-AB22-A42A6D5E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354596-912F-4159-84AF-5F0D6BBA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B0670-F023-4F26-BE63-C07F788E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DC40F-6D1F-43DC-950F-766D1645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8ACEC-F370-49BE-8051-B5422979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447C4-BEBD-42C7-9D66-E2D775B83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961E1-1F6C-4D36-AE33-D88DCC7C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AD1D28-7B13-4C60-9DF4-0CD22CE1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613F29-8F7A-4D32-8FD5-ACC9AD78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663007-F471-4331-BB2B-D1FAFC3F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5FF9B9-B14F-4B8E-B481-4B9DDCF9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start → span 시작 → 입력 최소화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A3532-C15A-4027-BDAF-8DBBBED1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90F04E-F088-4D9C-886D-582E3FFD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FE2FCA-63BC-4E52-87BF-994A5293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trace.json 또는 LangSmith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459D7C-E28E-4FDE-80B3-7576CD17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45C655-3042-4D52-8154-9B597A8C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0E1122-EC01-4163-83BA-938DA93C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trace에 span 계층과 READY/HOLD 결정이 남는다.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local_only나 key 없음은 upload하지 않고 error code를 반환한다.</a:t>
            </a:r>
          </a:p>
        </p:txBody>
      </p:sp>
    </p:spTree>
    <p:extLst>
      <p:ext uri="{BB962C8B-B14F-4D97-AF65-F5344CB8AC3E}">
        <p14:creationId xmlns:p14="http://schemas.microsoft.com/office/powerpoint/2010/main" val="141505685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AF0CA6-D33C-49C3-88B7-D5142F88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45E121-816F-450D-97A7-F4466054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9254A-D62A-4CF1-B3B8-B28099A1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6FB06-1353-42EA-915D-2DE245A2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E00EE-00D5-43FF-BE76-F912FDA5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F8D02-EF1B-4788-923D-C94187F0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DD0EE7-3CF2-402E-BDDB-EFA46DF8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16367-8777-4EE9-B16B-530293F1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883B7-B270-48F6-A68B-432465AE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start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D03B56-E3C7-45BA-B246-C32D354C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8E4BF1-C087-4AA7-BC15-FD862ED7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D7C646-30D1-4E58-A499-F9F79825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span 시작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7B8D6-4ED5-45FF-AB07-577FAC69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36E103-C8C3-41A1-B2F3-81911007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258F98-D3AE-41D9-9D5A-0E4BBD9A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최소화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B0F987-C78A-4CCF-9DA5-0E4A63E6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57AEB4-16CB-4984-8AC5-199EBF11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9EC45-4C06-41E1-A592-5D675F13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status·latency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57117F-ED9D-4937-B515-E71CFC59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C578A9-103E-40E6-8FE9-D8FE1389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16106A-1B4A-4D70-A6A7-14265EF8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 close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2CF0F1-F6DE-4EB9-B5D5-746D35E6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trace.json 또는 LangSmith run에서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95871420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AC4AB-E92A-4013-A5DA-B077D198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948E3-CD84-4227-ACD0-2C150BD4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B5019E-E321-4152-9F00-86B9A900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7F782-7057-419E-8395-6EF8204B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67463-2DE0-4CF7-8FD5-049E49FD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E12ECC-01FF-4F83-937B-90D0D892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C4943F-6F93-4E6C-AE32-9B07E437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379838-43F4-40D9-A723-B9F63837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trace에 span 계층과 READY/HOLD 결정이 남는다.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12BF7-3EB7-48A8-B224-35E9BE7E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0A3646-713E-4227-86DC-04C58552D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CEC91B-41C6-4D67-B743-46E96A3E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local_only나 key 없음은 upload하지 않고 error code를 반환한다.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AD1EF4-02D7-4648-832D-E971E803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E58CF9-2D41-4692-B6F8-91330B11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57EA68-5ED6-49DD-B07B-BF849C86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888563-7DF9-4832-A011-4D3BF598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D42F5B-9D58-43A0-9D2D-C049E957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576773-A88B-4FFC-A121-CFFC5E8F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식별자·trace.json 또는 LangSmith run</a:t>
            </a:r>
          </a:p>
        </p:txBody>
      </p:sp>
    </p:spTree>
    <p:extLst>
      <p:ext uri="{BB962C8B-B14F-4D97-AF65-F5344CB8AC3E}">
        <p14:creationId xmlns:p14="http://schemas.microsoft.com/office/powerpoint/2010/main" val="17653573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CCE8CB-03EF-4BFD-8691-1CCA7CD1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DB36E-8694-4359-905C-92714738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541BC-C47E-4C74-86BE-79A0A5B7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0BAAE8-DFAF-4549-AB1C-DE461B2F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C247FA-5387-4B1B-91E5-5AC761CF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201E0A-5E66-4B1A-9A7B-D78D6EF0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2D4EA-E9D2-4768-B085-C0E0D6CB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15E5D1-0EE6-467F-B46F-2376F2DE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1B206-A84C-4DF9-BE41-517A89CC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E03C07-A643-4332-A3DE-4353F2CF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E6922-1997-4D84-A12B-CB38958F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FB04F9-CF13-42A8-928F-7FD8FDEF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src/workflow_service.py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13B15-550E-4773-8ADF-EDE1328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AB38D0-E664-4B91-B0A8-6AD0F111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5D7F19-2F7B-44AB-B810-11BAB444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output/day1-workflow/trace.json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F478A3-5CD9-4978-8652-28379FDB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A1F3E4-498C-43E3-9450-E008957F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053AA7-E71A-40B1-8F28-A7DC0B70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</p:spTree>
    <p:extLst>
      <p:ext uri="{BB962C8B-B14F-4D97-AF65-F5344CB8AC3E}">
        <p14:creationId xmlns:p14="http://schemas.microsoft.com/office/powerpoint/2010/main" val="182927090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CC12AA-317D-46FC-9929-DC0C3598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LangSmith Trace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F0524-D36F-4990-BAD5-4DFF30F3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128705-5081-43EC-8B93-FC933A0A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E9F53-7FE3-4155-9C94-D8AE2D99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B526D-C38F-46F3-8DE4-86EB263E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18200-F079-4602-9EA4-728901E1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6776D2-139D-4863-8A79-289A7420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최종 JSON만 저장하면 느린 node와 실패 원인을 다시 찾기 어렵다.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3FF0CF-348B-4646-BB0D-3045DEF8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4B09A7-4603-47D8-A06D-B63257CF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FFAA3-6E5B-45B0-BF17-4B847142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raw transcript·token·고객 정보를 trace input에 그대로 보낸다.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37DF5A-11E5-406A-BF5E-A2A9357F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trace 기본, synthetic/deidentified만 명시 upload, raw content는 제외한다.</a:t>
            </a:r>
          </a:p>
        </p:txBody>
      </p:sp>
    </p:spTree>
    <p:extLst>
      <p:ext uri="{BB962C8B-B14F-4D97-AF65-F5344CB8AC3E}">
        <p14:creationId xmlns:p14="http://schemas.microsoft.com/office/powerpoint/2010/main" val="109040960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7FF7064-69E7-4267-A352-C914907B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73AAD-C658-4E68-AD4A-DECA15F9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D47154-E69D-4F37-99B2-1429E1B2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1DDA3-91D9-4F55-AC45-2194D652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15483-E52E-48F6-9C76-5FB627D7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EFDAB-54F1-493E-9809-F1D1A1AB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87AA5-5B22-4C0F-9780-A3133D19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46EF82-83E2-4891-AFC8-7D9B75B9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327DC8-E07F-4F91-9D25-B6998442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80418B-68B6-459F-AAF2-15475E60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553342-9F44-49E1-8635-A93C063F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2A8246-E353-4D0C-82E8-48ED401B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972CB6-44D9-40A9-BDD9-900C7B75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B6E87C-5698-4B65-A7DE-456DFD84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Project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FDCB1B-4A03-4D51-8D00-C7EFD3D6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324593-B8DA-408D-9910-A8BF74BF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관련 실행을 모으는 공간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EDB956-3430-415B-93A6-03C1AE24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3ADFE6-72DB-4DF8-BD88-5C8D8B82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D7744E-4381-4FB9-ABC2-B66FF56E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CDF1C8-8094-465B-9473-79861C19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819E52-8BB9-42C7-8EB5-170C10AA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D79178-40FA-437A-A063-F2F3EE1B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요청의 전체 실행 계보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72A048-24F1-4A30-ABE0-4176D05F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49D0F3-FCC6-4883-A8BC-484F37B25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A13748-9233-4349-A42F-AEC66F45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7E010C-6A73-4FBE-82A3-6791ACCE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F72683-6433-401F-B419-0944DF4D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A6D230-E95C-4E6D-947C-3A03A8DC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node·LLM·tool 한 번의 실행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137F42-8757-4D2F-B1ED-8F80C1CF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919873-0BDD-4E93-A76E-02883888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B7F164-FB14-4589-BB96-D6A4AFBD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976850-C686-40DD-9E95-5F09BC12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Thread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F6E3F1-F4D4-400E-AE44-634D7A26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C54CCA-6FA4-44EE-B067-4DE2475F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대화·재개 실행의 연속성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EE4483-8E9B-4F05-8831-4BB689F2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5899C6-434E-40C3-9FA3-E9F755EC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8898670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20A3D5-C24B-4F1B-9472-744F8078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CAF4D-4E65-4AC8-A119-F5894460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15326-814C-426A-BC49-3DA1151D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9355C-073E-47B1-8B6A-DB32D2AE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3D08E-5C9D-450B-A393-55C20361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8601C-99F3-4D3F-A403-DE5CBB99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ADF22-F917-492D-9CE1-DCD087CE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14CEF3-2EEF-4C0B-8CDF-F07604A3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C991D-0CFA-4DB4-AF1D-24C1D5E1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raw transcript·token·고객 정보를 trace input에 그대로 보낸다.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EF7B0E-A2A6-4515-A430-F93CD4256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DBDF3-AC92-41B4-A71E-0C7B1CC3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최종 JSON만 저장하면 느린 node와 실패 원인을 다시 찾기 어렵다.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EA3C4-CA86-4C94-9588-DD2DE8A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3441488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137A4C-8040-46A3-A2E0-A2ECDFD4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4CAFA-EC10-4464-9DB8-CD2F1E68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A8584-BD44-40FA-9DB0-C8471DEF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54FFC3-2694-4608-B48D-92EE6AE4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31C1EC-8EE1-4033-8F74-D259DDCF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BB86FE-5128-46DD-B3CA-568E8C4F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BEBA1A-3708-4C5F-9424-F83AB2A1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3D7870-9CAA-4B99-949B-CE6BE2CA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A1A10-C8B4-4D04-9614-89690E4B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local_only나 key 없음은 upload하지 않고 error code를 반환한다.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B0CD6-6A48-4981-AB1A-C23F03BB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A5DB53-3849-407B-82B2-5FB9C217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A9B0C-014D-4CFB-8D9E-A9F3FBB2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raw transcript·token·고객 정보를 trace input에 그대로 보낸다.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8B6A3-6F3A-4001-8983-3BE14D4A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8E2B4-0D1C-4ACA-8722-78738EAE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B6C336-E294-4716-80AE-6D18208B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local trace 기본, synthetic/deidentified만 명시 upload, raw content는 제외한다.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672B0-E347-46DE-A187-F99A0347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F49FD3-4FFB-4690-A8CD-A295B5FD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2B83DC-63E6-4409-BF39-4EDC9E8C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trace.json 또는 LangSmith run과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92867374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34B67-AEB5-44E3-9612-BD545D1F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261B5-9CDD-4693-B31E-BC4696C9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C34BA4-E52C-43F3-9BDC-8AE6758D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A38C8-5AB1-4F45-B86A-D75BE7E0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79862-6757-4128-92CD-9E13CCE9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06C405-5CAC-4727-966D-17332362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34509432f1475e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39C295-9469-4F04-9565-55601137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node에 latency·status metadata를 추가하되 PII payload를 넣지 않는다.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6DB14-1C0F-429A-8544-6700C1BA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80365609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B77506-0731-475D-A764-4231CD2E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E4FEB-2C17-4DED-B812-89C11C1A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943328-7F2C-4755-9263-A5302284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32252-C7A0-4AF2-A1A5-CC76F853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1CB05-D0D5-4417-8A29-63206A633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573174-9C2B-4C3D-9D53-526C3712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10D39A-7207-4071-A2FB-50F10EFB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22814-9DAF-45FD-A724-D072CD1C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3A6B4-C27C-497B-A338-DCDB99F9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node에 latency·status metadata를 추가하되 PII payload를 넣지 않는다.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65CF4-38B7-4FBD-A33A-28F8C261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C7D1C9-947C-4714-B629-CD9890FF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BBDD1A-03CF-4FFB-9F96-896ABB91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src/workflow_service.py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output/day1-workflow/trace.json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1D94D2-A833-4494-9B5E-C108E05D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1EB78-EF4B-4AB7-89EA-909B78A0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204F7D-26EB-4960-A00B-826AEBA0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trace에 span 계층과 READY/HOLD 결정이 남는다.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local_only나 key 없음은 upload하지 않고 error code를 반환한다.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EDF038-BF86-4E97-8E77-EAE786DF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076D60-9FDA-4D32-BFBA-940E8CF6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DE86C8-EAF6-49D8-8F97-9E627DB7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93738875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331FD9-A6F3-4CDA-B7F2-720630A8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ABD212-6492-4CFA-AB08-13904707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EDAF8D-5410-45D6-BCEB-FFED8E9C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0ACB7-8C80-4A45-AD91-4695F267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A6B182-99D8-4492-8614-8F3D399E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58E07B-A9A8-4087-BF0B-D0A23255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B434C-660D-4988-A77C-0C4629A7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0DE39-359E-4750-A5F6-89E3743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11D663-BC74-4F2B-B751-144A71E9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62BBFF-C48F-4429-806C-CEDB51E9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14684E-1C45-4467-A8AE-0B34E4AA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9A078E-68C8-4F2F-834C-BED2C54E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891DDD-DD19-446A-A132-72092B44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F7B235-6F41-4CFA-B2B1-37E9B9B9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trace에 span 계층과 READY/HOLD 결정이 남는다.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02D13-37E3-461B-B982-03140067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7E7FDD-46E2-46C4-B38E-33662DFC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EB3F4F-1AB3-405F-A823-A3AF001F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BB0562-8032-4667-80F8-4A0C3060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local_only나 key 없음은 upload하지 않고 error code를 반환한다.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FDFDE2-46F5-4BE9-BDFD-B0CC429A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E1005F-3D1C-48CD-9103-8C8AD2C0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3B94EB-82D8-487E-977E-62C9FC93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165E74-7E57-44E6-9601-4D4019F4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385363092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50BFED-54BD-4084-9650-6DEA60A2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20CCB4-9688-4CE3-A4E8-6E4BE20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1DE6D5-45B7-4160-BA33-B612B400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DF211-EE0E-40E5-B378-B0017C6D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115F6F-4588-447C-8F16-FD11325D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677E8-BF4B-484B-BB40-2636A9A6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7BCD98-017D-4524-B3A6-39E21184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FCBAA7-94ED-43BE-AA4D-F5FC70EA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7318C1-AA2C-4A00-8AF7-539406D1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src/observability_lab.py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52DC41-0BA4-4A90-85B0-0474F6CA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53A80-9CAD-4F9A-84AF-BF8A00A4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9BAE2D-C4A5-4D7E-930D-E26EA98B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src/workflow_service.py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3346D-AF29-4992-8CE0-68B0F7E0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CF2792-4391-4213-A495-ACD2F45F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318437-08B6-46C5-BD3D-0DAB9BB7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src.workflow_service --decision approve --out output/day5-trace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503EE0-F6A9-4285-9880-8376226A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EDDC03-F227-4C0F-8466-7EF64FE4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B554F2-9353-4817-98EE-A45B100F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trace에 span 계층과 READY/HOLD 결정이 남는다.</a:t>
            </a:r>
          </a:p>
        </p:txBody>
      </p:sp>
    </p:spTree>
    <p:extLst>
      <p:ext uri="{BB962C8B-B14F-4D97-AF65-F5344CB8AC3E}">
        <p14:creationId xmlns:p14="http://schemas.microsoft.com/office/powerpoint/2010/main" val="1011478451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254129-AD5C-44E4-A424-865B93BF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77A3A-B286-490E-A87F-87E3E015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6C5DD-8762-4322-89A5-95382BAE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81129-C748-4B0F-B252-309D5280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53DEB0-6B49-481C-A88A-F8F4BF9E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E34C5-F219-46F7-B476-1DA62A15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838D4D-A255-4E0A-8C1F-86A50DBA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DB632A-D428-4DD3-A157-53724913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0E0B70-955A-46E9-A613-736D4507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src.workflow_service --decision approve --out output/day5-trace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7BD789-A4B9-420D-83FB-A33DC004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A6FB5-6213-48D4-B68F-A40F0EC1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57435470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EB3A13-9C75-48C6-A5F7-90839F4F7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10A14-0EA6-49DC-A102-7B0142A0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41181-EEB9-4B6F-A9A4-1D8AD837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46B49-DF1E-4147-AC17-A145804D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9B6EE-5834-458A-B185-3CD1767B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51B5A4-902B-4D67-A046-6853EA7C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8BE214-A82D-4202-B00E-D6C1C956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336814-2BE4-4793-AB81-F96002E7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82385A-D135-4601-9C47-DAB59967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1819EF-83FF-4909-B8DE-2481B06F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trace.json 또는 LangSmith 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433AE7-8E43-445B-9EFD-4523FA12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0B557A-98FE-4517-8B0B-B1887B3F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4A6C9-1EBF-4859-B853-28D93514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trace에 span 계층과 READY/HOLD 결정이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local_only나 key 없음은 upload하지 않고 error code를 반환한다.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291454884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73EA6-E8EF-4507-BA37-40FD633C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AD8E3C-E177-46F4-B930-FCD42B12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A3549-A198-4CBA-A8F3-81E26B34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38DEE-C750-4F0C-9C83-7EC04C5D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71E90-0391-4D18-85B7-12F86937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2D5B40-CDE0-4C34-A313-87C1FFAB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7D2D25-6ACA-475E-8DE0-FF4D8013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78FFC3-41AC-4F27-8047-C48595AB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transcript·token·고객 정보를 trace input에 그대로 보낸다.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4D5A84-715A-4FF8-929C-C753ED01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416E64-7E9C-47D4-B179-109EB4FC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6EADD7-D36C-4A05-8613-CB64DBDC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trace 기본, synthetic/deidentified만 명시 upload, raw content는 제외한다.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AC62B-7CC5-4717-8B3A-2A42B65B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local_only나 key 없음은 upload하지 않고 error code를 반환한다.</a:t>
            </a:r>
          </a:p>
        </p:txBody>
      </p:sp>
    </p:spTree>
    <p:extLst>
      <p:ext uri="{BB962C8B-B14F-4D97-AF65-F5344CB8AC3E}">
        <p14:creationId xmlns:p14="http://schemas.microsoft.com/office/powerpoint/2010/main" val="119635259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627CE6-672E-4C7A-869A-0530DF14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2A5F87-634A-45EC-B9D2-E57B53E0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64300A-9FB6-4A3D-AFCE-2CD76A92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36A87-EC82-444B-82B5-5E8FB9AA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8FD5D1-F4F5-4872-B06A-EFF7839B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5E507-0713-4EB5-9C0F-2F9C285E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239E9-9AB8-4EA3-9163-A658AA10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7AD50-093F-434A-8E0A-96A65E81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src/workflow_service.py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output/day1-workflow/trace.json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4FF3AF-52C3-4B53-9805-257038A1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A2033E-78DC-4B6B-8974-66FF5D87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DF8B63-7C41-4A55-B996-ED41CF52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034982-A1B0-47D8-AC81-A071B009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trace에 span 계층과 READY/HOLD 결정이 남는다.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trace.json 또는 LangSmith run 저장</a:t>
            </a:r>
          </a:p>
        </p:txBody>
      </p:sp>
    </p:spTree>
    <p:extLst>
      <p:ext uri="{BB962C8B-B14F-4D97-AF65-F5344CB8AC3E}">
        <p14:creationId xmlns:p14="http://schemas.microsoft.com/office/powerpoint/2010/main" val="87258943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D6A2E-FFFA-4B02-A36A-2126FC81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37772-F48F-4593-ACE9-7949BBBB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A9C9A6-2530-4E01-8F0F-681AE7DC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07EF16-D7F5-44F2-A68B-D9AF91FD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BE029E-BEC0-45AC-A373-84FEE0D7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BA7C09-1E03-4B27-8E56-DA19CD00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CF24A3-1046-4224-94AF-F3D91AD9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node에 latency·status metadata를 추가하되 PII payload를 넣지 않는다.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src/workflow_service.py · output/day1-workflow/trace.json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F8851-7E04-43C0-9886-09474EF8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5EE9C-C8CD-4A75-A9C3-ECA2F991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trace.json 또는 LangSmith run</a:t>
            </a:r>
          </a:p>
        </p:txBody>
      </p:sp>
    </p:spTree>
    <p:extLst>
      <p:ext uri="{BB962C8B-B14F-4D97-AF65-F5344CB8AC3E}">
        <p14:creationId xmlns:p14="http://schemas.microsoft.com/office/powerpoint/2010/main" val="88985972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E5B86-7EAE-49D2-ABBC-096EEA7D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0F17C2-72D4-4F87-A783-06993B9D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E72EF3-D93A-4F06-BEA4-5837A552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5C340-E220-4B4E-9299-78C64912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876FB-E61A-4EAE-B663-72F70679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A45C8-7A63-408D-82EB-DBA296D6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214C27-D069-4850-91FF-C4352A2E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src.workflow_service --decision approve --out output/day5-trace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trace에 span 계층과 READY/HOLD 결정이 남는다.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B74F94-CF60-4169-A781-424815CC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9BFFAD-EBFD-4FFD-8305-0D7BACE6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trace.json 또는 LangSmith run</a:t>
            </a:r>
          </a:p>
        </p:txBody>
      </p:sp>
    </p:spTree>
    <p:extLst>
      <p:ext uri="{BB962C8B-B14F-4D97-AF65-F5344CB8AC3E}">
        <p14:creationId xmlns:p14="http://schemas.microsoft.com/office/powerpoint/2010/main" val="738207321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161ED6-80F2-4360-A848-8FD9C513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A4F97-D7C8-477A-86FF-C0C4598E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B6C40-3D21-4E21-B71D-04812575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33F59A-ABC8-43EF-A4E0-9EEC0047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92A0F1-1F42-45FF-97A0-DF48C505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4CC6FA-F709-4A4E-8E1B-1DBC373B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5CC29-7DC9-4FFB-801A-FA0C6604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local_only나 key 없음은 upload하지 않고 error code를 반환한다.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local trace 기본, synthetic/deidentified만 명시 upload, raw content는 제외한다.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FBA0D-B083-431D-A497-1645CAD4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BAA6AB-C6E4-4310-9F37-D9D2BD6A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45155215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EC5D76-F07C-470F-99FA-D82D08FB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58C85F-AFFA-48F5-8D1C-82032F45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70F867-2DA7-423F-99DD-2D6597FC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B3B535-9A12-4991-81F1-EE429919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8A0F5-CF83-4994-90FE-E5256DD3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0A0E6D-23EF-4C9E-A3BA-F9D97819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91C71-B606-4CC8-97DD-E1AF1B51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12CB6-5A71-4C43-B5E3-E3CCFB44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3B01B-ECCC-41D3-BC57-9CF89ABC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trace에 span 계층과 READY/HOLD 결정이 남는다.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3C29A1-4136-4FB5-858F-8F782FAE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316E8-3B49-4BB4-A72E-42249698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A38020-A51B-4CF3-908A-3A71370A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A61BE1-B15A-4CB5-9470-BEA359C7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778175-F655-43CC-B1AA-AFEBA6FC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04187C-4BAB-40B7-89A1-31BE1976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E93F2E-F2D4-472A-ADE1-8A08A666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630037-62B1-4BD6-9DF5-753501FE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E472DE-2E03-4FD6-96FC-429069D9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13213605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6E6AC1-C531-49F8-8422-C725EA60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C12BE-0665-4C6E-8C38-656BF265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E05CAB-7198-4AE8-BBF7-B123BF2D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3086E6-164F-42E6-8251-60487948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BB642-E1E5-419A-B029-FEDC8048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97BDC-7915-4B74-B939-AE4A019A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8FB82-697C-4EEE-8340-E1F44BC1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FD7F6-7B75-4B6F-BE41-94D7BDD1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43E30-6308-448F-8B00-A59B9036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local_only나 key 없음은 upload하지 않고 error code를 반환한다.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775D6-DBB3-438C-8F14-85A9F7C0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4B71DD-1433-4B31-BB31-2ED2BBC3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67AAC8-46F9-4768-9505-FFE1C82F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BEA6CB-99E5-46D5-8F2E-DC7B0BE4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654658-B0E5-494B-B58C-75CA34EB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E75E0E-10E6-4F21-A852-9F7B4FB1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DDE889-C207-4501-A0C6-971448E1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E7C02F-0D40-4F00-859B-79C20BBF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3108E6-BF19-476A-9C53-3C49FF24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436074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2B4994-FE74-456C-A3F0-A3761BA9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CCAA7-AB14-4FDC-AB21-806F37CB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C8F10-7445-48F0-B7DD-445AECEF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4CD58-C89E-46D7-B397-47E9FF9B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54C65F-B77C-4EFA-A73A-1187A7E9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9EA27F-A0C3-486B-97AE-0FAD3C03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C8AC9A-BA11-4C7C-ABD0-52A5E1E7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장애 문의에서 request ID로 어느 node가 실패했는지 조회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051BF-E6CB-4EE3-84F4-2D5C280B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8737B4-800E-4959-973C-7DDCA56D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2AB090-7973-4905-ABE8-87565156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FC3323-1F9D-46CE-AC9C-9C7027B4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37005D-1B55-47D5-89FD-7CE35933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A156FC-8381-461B-9F54-4C340F64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1320AD-425A-4CF9-BF63-F23AA344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235C43-0D27-49F8-B256-965B96A9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B92A47-6D16-4311-9D6A-FAC75E62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F5E2A7-D83F-4B6A-A893-A9F2B262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D2D644-708A-4D61-BB82-307EF2B3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3A5A2C-E5B5-4D8F-978C-026183C0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trace.json 또는 LangSmith run을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822944875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97A461-F7F9-4A3F-9A00-FE151A71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622C9B-3A64-42B6-BE91-3E5AA3A4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4596A3-3ADD-492A-9607-A8597C06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B70C65-AAA2-4470-9069-D7DBCCC1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3680F5-98B3-45EB-99AC-497AABFB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40FF4-53F5-45F9-AD8A-4875B3C7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15C78-21BB-4D16-A1E5-BFD27B19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장애 문의에서 request ID로 어느 node가 실패했는지 조회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86EC48-CF2E-4AB4-BBA6-F165D144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574585-DFD1-40E0-9817-4B62FCD7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B6E23A-C4ED-4B86-A156-31B52F41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7B753F-812B-4B57-9515-EB9B26AF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81E69-DF7B-4A96-8205-71E80E33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DB762-3A72-4DFA-94A5-A21AF511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77E06-B175-4C79-8A18-AFC4447C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11CC1F-A41E-4D58-A440-F840F37E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98CB79-DD4B-4741-B06A-E03BE719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901BD0-C7C9-45C6-8671-F49E92D6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9C3729-177D-46B8-9C09-2CBDA96A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55DAD0-A549-46AF-90B5-789AA5A1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trace.json 또는 LangSmith run과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288040392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65CE3B-2E77-495C-9C8E-8402ED5F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ACA117-40A9-45B0-8FB2-664020D7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673F43-CCDB-4F71-A8A4-BD6273F8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69682-F735-48E3-B077-00824927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6F72F-84B4-4931-89CB-91D58553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EBE40-C5AB-465F-AB13-B1BA0E57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33900-460A-4D30-9945-030439CD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023F7-BDD2-469D-9A01-814250F5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08C7B2-E2EA-460B-9C09-414105C9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trace에 span 계층과 READY/HOLD 결정이 남는다.로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3199CF-0654-4C03-B61B-CDEA27E5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E65126-AA4D-4481-B39C-E71277A3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AC2DB8-69AC-497C-A7A0-424FB288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B5EE45-ED92-453E-90F1-4F67D3F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9DBEC0-DA40-4108-9C6E-A62C87E9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5154B6-AB3B-4786-B90A-05177A1E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trace 기본, synthetic/deidentified만 명시 upload, raw content는 제외한다.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BA625B-308F-47E5-9406-072A95C2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E02891-9C44-4254-83A9-A1D4A116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D8EEE4-7E00-4875-8F9D-684104A3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trace.json 또는 LangSmith run에서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683151922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0F392A-3139-4970-AC1A-F15ED497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7709ED-1B51-473B-8C5D-03C1E38A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EF4F21-411A-405B-AF31-9D77BA0E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484073-700F-4C7A-811D-7315D3F4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7F3E26-8265-40F2-A1C8-330960E7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6890F8-4598-4637-AB33-357FA6BC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53858-C0F8-4C53-B4A1-3FF5120F2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30E9D3-C46C-450F-9AEA-C3AEA547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A2854-D633-4B6C-A502-55904828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LangSmith Trace 구조이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29CCB2-39CF-49B7-A157-E18B0900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1B4165-D15B-4D6B-AA17-22C648FB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D536E-8609-4F72-84FB-4DAA730A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src.workflow_service --decision approve --out output/day5-trace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A880CA-0C9F-4514-B053-B90C1C2D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396AF8-E8BD-4491-983B-E58BC456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54841-F3F3-4AB6-849A-BF1B50DD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trace.json 또는 LangSmith run과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9020DF-5132-47C3-96DD-AF47249A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운영 Metadata와 Monitoring</a:t>
            </a:r>
          </a:p>
        </p:txBody>
      </p:sp>
    </p:spTree>
    <p:extLst>
      <p:ext uri="{BB962C8B-B14F-4D97-AF65-F5344CB8AC3E}">
        <p14:creationId xmlns:p14="http://schemas.microsoft.com/office/powerpoint/2010/main" val="167191735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80415-87BB-49BC-AD49-4092E12D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BACA3F-3DC1-40A8-8462-7B87238B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5 · 3차시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D63B1-1B3B-4A3F-94EB-EE3794E1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10:40-11:30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516344-4C60-439B-8A82-CDBA735A3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운영 Metadata와 Monitoring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709C8-2A74-4807-A88D-1A3EA2BD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Tag · Metadata · monitoring_view.md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9BFD36-D99F-4A67-A5A3-8F838CBD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A51C37-4FA0-4306-844E-C51926B7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CAEA39-508F-460D-BCBB-549BD8D5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997005-30A6-4741-8EF4-8A9B166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B535D5-07CC-4BE2-82E2-56740790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output/day1-workflow/trace.json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4FC48E-6341-4D14-99A0-FCD540C2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585280-1CA6-4B51-8D4A-E7443CA3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monitoring_view.md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E5B227-0AC8-459C-97EF-C3DE5122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5 · 통합·관측·평가·배포 · 3차시</a:t>
            </a:r>
          </a:p>
        </p:txBody>
      </p:sp>
    </p:spTree>
    <p:extLst>
      <p:ext uri="{BB962C8B-B14F-4D97-AF65-F5344CB8AC3E}">
        <p14:creationId xmlns:p14="http://schemas.microsoft.com/office/powerpoint/2010/main" val="50743889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138639-1892-4451-9D8E-7D499B77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4EBC33-4958-4DD0-954A-3F181670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14D620-9F74-48AD-89FB-2F2E301F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04FDC0-0248-49DC-9545-D6DBE74D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C0399-AEDF-43A0-BF5E-54EAB5A3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9A05C-D1F9-4838-A719-D0D9388A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4450E9-2D98-47C0-BF76-764D6F79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31F205-0A0E-4B9D-914C-3A142FF1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DBE6A-CD76-4C55-AF46-7BBA4554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trace.json 또는 LangSmith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D3285-913D-4822-83EB-A43C3EE1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47AEE-A507-4860-B751-E04DFC55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71ACA5-EC2C-4E71-8AA8-9955970F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 Metadata와 Monitoring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259288-4AB1-498B-A5A2-2CA3D88E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125CA9-07A4-4388-8842-62031BA6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D32872-FAED-4E20-B433-917388F7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monitoring_view.md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9112B0-C703-4FDB-AECE-00A08DDC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AC24D5-42F7-4A69-A71E-C0D75548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500145-4D59-48C6-B240-DAF1E92C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Dataset Experiment와 Release Gate</a:t>
            </a:r>
          </a:p>
        </p:txBody>
      </p:sp>
    </p:spTree>
    <p:extLst>
      <p:ext uri="{BB962C8B-B14F-4D97-AF65-F5344CB8AC3E}">
        <p14:creationId xmlns:p14="http://schemas.microsoft.com/office/powerpoint/2010/main" val="363054288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3144EC-57B1-4752-A06C-3EC1E10E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ED3C0-0509-4BA9-87BE-003D420E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39E010-A4B3-4810-BB72-328FC403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B44D64-2EA7-4D7B-8A00-6531D2C5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E965B7-CDF5-4108-B127-F09D4C4E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BA4A44-2CC8-4645-8141-5812BD70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 latency 하나만 보면 특정 provider와 실패 유형의 꼬리가 숨겨진다.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E78043-21F6-47B3-A4B2-DC53AAF42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status·error·latency·provider·cost metadata를 비교한다.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44945-03DF-4A82-B8D8-8884F7BF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34CF4A-EEFB-400B-BA3E-7AC5B0D5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monitoring_view.md</a:t>
            </a:r>
          </a:p>
        </p:txBody>
      </p:sp>
    </p:spTree>
    <p:extLst>
      <p:ext uri="{BB962C8B-B14F-4D97-AF65-F5344CB8AC3E}">
        <p14:creationId xmlns:p14="http://schemas.microsoft.com/office/powerpoint/2010/main" val="888508798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B313C6-02B3-41C5-9003-FC267509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A11578-1412-4420-A52E-B443C997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7C8FE-4587-49C8-AC24-5D97AF51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D4A67-A88A-4E1C-9C38-CE0915BE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594E8-5856-4C2A-BD7B-796353F0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A8952-7994-4EB5-BFDE-B2F76EBC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87268D-1C6B-4450-9FBD-92FFC225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23C2D-3C80-4A3A-83BF-CEEDC1DB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status·error·latency·provider·cost metadata를 비교한다.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DF400-D73B-4A5A-AFEC-9D4DEDE7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C2D4C2-13D2-4FD6-8CE6-EA08AA83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5D2E67-CABB-489D-9AED-7C89749D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trace만 보고 HOLD·reject·fallback을 제외한다.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C46B91-E548-4C86-AE6B-9E52A145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B3C8CB-F4D8-4A64-8310-70AD5C8E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EEBC4F-E284-4E69-BFB5-D35126A2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monitoring_view.md에서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06221402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D60E65-B576-4505-AA73-BDFA8D60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7D69AE-3EC0-444F-B5E8-4A2D3484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AB792B-4A66-48C6-A08C-6578A4F3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38C210-47BA-4203-868C-5071F5E1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AD350-6ED0-40D3-8AB6-0E123933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23E80-0E10-4236-ADE4-BEA429CF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A2F4CC-8FA8-4C64-A49B-7C56A4BB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05F2B8-101D-45E9-BF95-C94D4665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F382D3-5028-41B6-9121-CE83612F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3E0647-B0B7-40AA-BC0C-FABD7DC9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AA85E3-C40F-40FC-8E23-7E5A95BC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6F2CCA-CF9D-433C-8F0A-82651032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1C6697-8C0F-432E-8117-1CB3BA44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869B8A-7EBD-4A18-AC35-822E5C5B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실행을 분류하는 짧은 label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8E5DAE-AF2C-401F-ABEA-2E656E4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62C57C-8CDD-470B-8547-8D33265B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Metadata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D83CB1-EAD0-4D59-87A2-13A47E72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8F97D-DC7B-4C64-BBAC-BD63CF33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조회·비교용 구조화 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5A1FF0-F87B-4BAD-856A-D2E175E7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91676A-BDFE-47A4-8AC8-3DC1312D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Latency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3ED59D-87CF-4488-8F29-C67EF840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F732F4-5592-420E-957E-DC99C2B4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요청부터 결과까지 걸린 시간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103AD1-DFA4-4736-A2A1-43EE665D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E0B2E0-7772-48F0-A837-15959FF0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3C7B03-121C-43AA-B803-B274BD1C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18F973-0ABF-4908-822B-75AC39EF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token·compute 사용 비용</a:t>
            </a:r>
          </a:p>
        </p:txBody>
      </p:sp>
    </p:spTree>
    <p:extLst>
      <p:ext uri="{BB962C8B-B14F-4D97-AF65-F5344CB8AC3E}">
        <p14:creationId xmlns:p14="http://schemas.microsoft.com/office/powerpoint/2010/main" val="261740398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D97AA9-51FE-4DA5-A528-1CD9A81C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CA4CC9-D3BF-4513-AC7A-E3B1891C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D12F3B-DED4-4D08-B529-436CCC83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EC422F-FFC0-4A41-821C-2832F42E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50777-6F6A-4D95-BFE1-4BB1F63B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C86F5B-6F05-4594-ABBC-122F5A86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F2600-8654-469F-9AA4-8F92AD75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153AD2-2D0B-423B-9317-E639DDE7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2AE1C8-3DDE-4AEF-B737-4C85D4C7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8B0287-1551-4F86-9382-08BF1B38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102054-8B4F-48DA-A24A-20E354C8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tag version → provider metadata → node latency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8B1CD3-F048-49E2-BB2C-6989EEE4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A40A40-9D13-4564-A2F5-A220F6CF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48EA64-0F7F-4805-9625-9E2EC769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monitoring_view.md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DA283C-90E1-45C1-818F-796AA359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FF7128-214D-4A8F-8459-AB73C60F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7C6242-CEEC-46E5-B95F-302CA4AD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provider_used와 node latency를 필터링할 수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오류 원문 대신 stable error_code와 type만 외부 trace에 남는다.</a:t>
            </a:r>
          </a:p>
        </p:txBody>
      </p:sp>
    </p:spTree>
    <p:extLst>
      <p:ext uri="{BB962C8B-B14F-4D97-AF65-F5344CB8AC3E}">
        <p14:creationId xmlns:p14="http://schemas.microsoft.com/office/powerpoint/2010/main" val="2086065406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967973-AAB4-4AC6-8CFB-DCD4A02E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566FF8-C3F4-4F3D-806F-AE1C202A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E2646-5978-4DA3-9E59-5112083A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C4A966-7C6A-455E-8A9A-934E3AC8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AC94F-91B9-4EEF-84E7-BB2EAC0F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A307B3-5DFB-4CA5-8C34-304DE67E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A6CE47-4263-445D-B729-A5F6F577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5B8767-7D7D-45DD-A19C-E4F22D03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EDE3C8-3863-4B65-B8E4-81FCCE46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tag 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71322-0D8B-4F1A-A96C-A52615B5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72888F-4D22-4814-AA4C-F955766E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A3C5F6-1364-4AE0-A62B-E3E782CC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metadata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97446C-FE66-44CA-94C5-0B41301B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4CABBA-F121-41AB-8882-D552D169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4F3F55-0B99-4FA2-9571-58673755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node latency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C7D77F-8DCF-447B-86BF-9A250E30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993A2E-CB27-4978-B101-8F560928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1C87A-6E61-4AD4-AA52-C0C1A1DD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error code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E9B004-B41E-4312-924B-D8731FD3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EF4FFE-0CFF-44CD-88AF-E628BDF9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DFBCAD-5B6D-421D-937A-68A84A29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READY/HOLD filter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119425-BD91-4200-BF9E-06180198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monitoring_view.md에서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715072178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540F99-019B-48D8-9ED0-0AD195E8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958EBA-459E-4D1F-B4B8-EC9EF95B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68EDA1-ABB7-4E69-9111-3F7206D2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310A6D-65D5-4025-BD7A-70A3842D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8F0508-39E3-4F5C-9372-E731E253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B2B69C-8C7E-44F1-9A10-1850F084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8E58BD-149C-46D6-BE53-29497EE9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0D14ED-137C-42F5-B1D7-21AF9A6A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provider_used와 node latency를 필터링할 수 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176D7-F841-43E4-A8A0-DC54C9C0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E4A9A2-EB96-4D19-8F0D-484AADE2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17DAC9-5C3C-45E5-B1DA-D88D4E73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오류 원문 대신 stable error_code와 type만 외부 trace에 남는다.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F5F3D7-176D-4CB2-979F-7AB21544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D00705-4999-4765-BC53-E580590D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0093F2-4A57-445A-81F1-82AC9EB6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1ACF3D-96D1-4E9F-ADC4-2EFB3EDA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AFA026-4660-4E8E-B866-452A461E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F372D8-964A-4D7D-B391-29F5283C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식별자·monitoring_view.md</a:t>
            </a:r>
          </a:p>
        </p:txBody>
      </p:sp>
    </p:spTree>
    <p:extLst>
      <p:ext uri="{BB962C8B-B14F-4D97-AF65-F5344CB8AC3E}">
        <p14:creationId xmlns:p14="http://schemas.microsoft.com/office/powerpoint/2010/main" val="1836153718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EC1032-7291-4648-A70E-9210988D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B01FA-272B-40A0-B0C2-E2C79486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6B7340-230E-4EED-A92F-630BD0A3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756A8D-B827-4B7B-8B88-C899A28E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DFE56-DE94-4E99-B163-92003AF2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1BB46B-44AD-4695-9490-FFA814A9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A371A4-8EAA-401F-B4B2-A0538B90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BD960F-38E6-44A9-B974-6A02BA3D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C6F0E-EF18-4526-BB62-88C7DAD4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9C26A4-E9AD-42BF-8472-8EF86CAB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A0FCDA-5632-40C3-A69F-22205D27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B89A94-F2C5-4F22-A3F1-BFCBC950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output/day1-workflow/trace.json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8A2C74-B28E-4908-8C9F-0B6796C2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BC046E-C3B6-4035-9E32-2E6881B4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1DDDFD-4C61-4318-8040-5315B685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269DD9-49E7-4818-A202-0225447E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7EE0F3-4650-48E0-AB12-19277A5B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86FE41-A717-4B38-B829-D3596E3A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</p:spTree>
    <p:extLst>
      <p:ext uri="{BB962C8B-B14F-4D97-AF65-F5344CB8AC3E}">
        <p14:creationId xmlns:p14="http://schemas.microsoft.com/office/powerpoint/2010/main" val="364454308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B6A1A9-5FB5-4707-B966-2C489F71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Metadata와 Monitoring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7B47F4-F9BA-42DB-B06F-9D88054B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934EF-007E-493D-9DD2-BF8ADBBE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B6D07-C878-4EBC-8C1A-25EEF8DC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A87040-9728-42D4-9BDB-308E5342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C070ED-E697-48F2-BA99-087832F1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DB346B-66FF-4460-9BC2-BC739CD7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 latency 하나만 보면 특정 provider와 실패 유형의 꼬리가 숨겨진다.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E908DD-22B5-4D1C-BB13-FF0D8FFB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26AE67-313D-4DD8-B5EB-95E29F31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ED870F-B0FB-4D8D-9BF3-08AC0DC6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성공 trace만 보고 HOLD·reject·fallback을 제외한다.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8C9E2-D522-45D6-967A-8846FD53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status와 fallback_reason을 같은 dashboard filter에 포함한다.</a:t>
            </a:r>
          </a:p>
        </p:txBody>
      </p:sp>
    </p:spTree>
    <p:extLst>
      <p:ext uri="{BB962C8B-B14F-4D97-AF65-F5344CB8AC3E}">
        <p14:creationId xmlns:p14="http://schemas.microsoft.com/office/powerpoint/2010/main" val="123229183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1E12E9-124E-43BD-AD04-73DF031E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007E4-4DE0-41FB-BB55-C66F3032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EB3FB1-29A0-4939-8B4C-698A7467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D58992-8518-44CB-8742-FB406E97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F53E1E-6308-4398-8F32-819F62AE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4BC41-36CE-49A8-9DD7-58EE7AC4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D485DE-678F-48AF-82B9-30AC7227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7D94AD-38FF-4E72-B274-F3AD1893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E7DB4F-9275-4B45-B0F6-52CFAD1B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5E7FE9-A86B-43F8-A470-7877012A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E5B3B-B193-401E-987A-6075788E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946EE2-36EA-444C-97F6-E76F00E6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3C1839-A912-4266-9CF2-11CDB6B0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B2F310-184E-4560-B4F8-BE2B4FBB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5713E1-6847-4F68-967E-40248AFF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48A97-285B-4EE3-B26C-3E9EE0FE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실행을 분류하는 짧은 label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8DE2D-CCE1-4689-8299-450287A2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6485BD-90B5-473C-9B4C-101C08BC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2E89F7-F100-43C7-AC46-2A8B0ACF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F6F0E4-CC5E-48AE-88E7-D5E55B62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Metadata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1400BF-F548-4F27-8302-4F00B177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FF9894-E0C0-45D1-B3F7-1EDD7FB5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조회·비교용 구조화 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4DF17D-0811-404D-8903-DAC07E17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91CE01-2F4E-4352-AFD4-F208FDB4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F5B167-535C-45FB-902F-F366EB5C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9F9976-17AD-49A6-BD3B-DB063BBD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Latency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E3DCA9-DE83-476F-8890-1E870D68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BBCE83-088E-4045-A2A5-9DFE0E77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요청부터 결과까지 걸린 시간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B67418-9324-40D9-B183-6F2EEAFA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05819C-04D4-4EDF-A8B2-D1BF2FFA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1B8B86-98AF-49E6-B13D-D4C3B988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5DBB61-C03B-42FA-B50E-6DB91BB7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04C549-633E-4627-8639-EA2A2436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3047FB-6D40-4675-9D7E-3F0BB0B1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token·compute 사용 비용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727183-98C4-4874-8EE3-C226B724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566B9A-3EAB-44F9-9A29-D2991ED0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76829996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65C6CB-1834-4FD9-A4F7-DFA80830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79622-2EFB-4669-BC78-6197D239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8FECB-9CC9-41C7-98B7-1C4E43F5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1EC0D-49B8-4909-AE1E-17A97C0F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C661FC-B90F-4913-BC13-7E6F9C7D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238D65-91B1-4FCF-BDBF-02526CD3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59CE3-AD54-4BD1-B809-18677139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016809-9D88-4D71-BBD4-F542EFE1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356DE-5055-4346-A74A-6B859B1C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성공 trace만 보고 HOLD·reject·fallback을 제외한다.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ED0DE0-3C8E-4AE0-A058-656BC015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506EA8-AAAE-46D7-8B37-DEA7A7DC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 latency 하나만 보면 특정 provider와 실패 유형의 꼬리가 숨겨진다.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FE124D-E840-43B1-A103-9043AE03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932860385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A89725-4F89-4006-B90A-A94E006C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B35B27-817C-4D66-B866-D3B719AA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AA5CB0-3834-4307-97FA-EC5F1548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9E8D3-C512-4AB4-8C9F-F85BE2CF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075BA-3B45-49C8-B76D-F01B0324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016DE-A98A-40BA-B2EB-09FE98D6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949A6A-FC6E-4B7F-B6C2-55F0B422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B07EC-31F0-43E6-A160-0891A651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CEC56-D0A5-4173-9BE4-28861643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오류 원문 대신 stable error_code와 type만 외부 trace에 남는다.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7A67F-86C3-4827-B85A-2D778BE9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8A713C-C791-4DED-A563-7B831FAF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EF584-F390-44B3-8C52-408A033D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성공 trace만 보고 HOLD·reject·fallback을 제외한다.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62616F-6F12-44BD-8A1B-891A39DF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D2B03-F855-457E-AADF-FADD3B15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48823-290E-4901-8C0E-BAA76750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status와 fallback_reason을 같은 dashboard filter에 포함한다.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44FDF4-BCD0-4CCA-898A-5DEC6E26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958F8B-C85E-4731-BFE9-06668D34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F33137-84D7-4142-994D-F0224B07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monitoring_view.md과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225780981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A36454-F3B6-45FE-A984-A56DB5AF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6DAB3C-3A77-45B2-853C-C22A015E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29B264-91DE-4E7F-82A8-EB86FD21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516012-27CD-4475-9ADC-3C164AF4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84DA2-4038-4DB1-901E-D949CEA1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0D1A0-4BAF-4879-B305-E2103068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594f6c6b84f3b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3DEA5F-EB21-4D7B-BBAC-1718C216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추적 field를 늘리기 전에 운영 질문 한 개와 필요한 metadata만 정의한다.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C20EB-79D4-4A06-B412-BD37E5EB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519166536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165BAC-B6E7-4579-92D8-7B4543FD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0DDA6-556B-4FEA-820D-0CA96CE3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A4675-B7DB-42BA-AE2D-7BEF1A89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61641-2435-41DC-8656-D4A4B06C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1D86C-F110-4F95-A8B5-B1E3AA72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0D747D-23F9-4367-AA23-085D8EDA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A3EA1A-68A3-43B3-9096-0BCDC252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F917C-D616-4F3D-852D-6BDF2E67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A04BC-E5A0-4C74-B651-036B22BA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추적 field를 늘리기 전에 운영 질문 한 개와 필요한 metadata만 정의한다.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A71E08-070C-404F-ADB9-CACF4B38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654A1-3F8E-4FAC-932E-B5FB8DCB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C708BA-29C4-49FB-96FC-01ACDB33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output/day1-workflow/trace.json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FF1F5B-C821-40B5-86BA-D8366FA6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59BF52-E6C0-484E-9295-B33492E5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8FB79-0BD7-430C-8C0A-61E54880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provider_used와 node latency를 필터링할 수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오류 원문 대신 stable error_code와 type만 외부 trace에 남는다.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7DA72F-FF5B-4F79-AC9A-91CFD7F5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A4398B-4651-473E-8169-A5D7922F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805553-4BA2-4659-9E4C-9151FA7D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897744836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0961CC-215C-4772-9128-E5B33D3A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5FC39-403F-474F-9AC6-3E3581EC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D2B979-46BC-4755-8EC5-15F4EED6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701A12-B251-48F9-BBBD-9CCBC43F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10D908-6EAD-4715-8FF4-0180F459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699DE2-4A41-4387-9BC7-580C9B44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07470A-3FC1-41BC-85EF-CA67E0AF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940334-5D26-42C9-B356-060CD4B1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1175B0-9089-42F1-9004-962B623E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AE632-2E37-4A04-8BA1-C0F5786B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E96DE-72C2-4ADA-B33E-3DE27523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93621C-5A57-497F-B585-6154E2E5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E5B0D7-726C-4C09-8DED-444946B4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DF542D-9506-4B04-BD9F-08C1F8B4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provider_used와 node latency를 필터링할 수 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184946-E99F-4236-913D-DEB9890B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B7DAF-9821-40D3-B5CE-6893CBF6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E4CA1D-C843-4BB1-B007-B7F132D0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151880-A563-4100-A5F8-E9334DC4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오류 원문 대신 stable error_code와 type만 외부 trace에 남는다.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7A126-E802-4FFF-80B4-3AAFC8FE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DF877C-7CA9-4F61-AE0E-48FAB13B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48E574-2B9D-449C-9574-EB0F6018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471073-9096-4CB1-8D8A-4378C816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66015693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7061E4-3BB3-475B-8CA5-908CFFDC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535518-37B7-41A0-BA32-933373CA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02780-73D4-4F3D-B6D0-9AC422CB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22968-694A-4709-B640-17029AD7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23E0D-653B-4BCB-AC24-6F4507F6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567AE3-9E26-4245-85EF-C188AB19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0E782E-BC60-4E14-A167-063E899F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CFDD7A-7B92-4996-AD40-6B3FAF2C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A8D146-DF1E-4DE1-816E-B45724B2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src/observability_lab.py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50480-8080-43A8-92B6-46431893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30E79-7392-4EFA-9F70-20E0DDB9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41B5C-C3EC-4822-BD2F-860987AA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output/day1-workflow/trace.json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BFD295-662E-4565-AFB5-3168B340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3F03F6-8C77-435B-B7E1-8E34F151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559736-566B-4324-B521-AB787F4C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tests/test_observability_workflow.py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BCF5C2-4E37-49A2-9D8E-DCAE70A0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2321F0-3436-4685-B669-180582C3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76C86F-3056-4AB6-BFD1-9F4F9375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provider_used와 node latency를 필터링할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1054167300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480D71-97BF-4F9E-B396-5E7D19BD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94D387-3661-40E0-8827-38D7128A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5CF9AF-6599-4643-BEF1-250C6866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83E3A-79C6-421A-9D90-FE566B21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E62C55-DD5F-4CE2-AF28-F7D532E8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2E1DB-E224-431B-A76B-FA6195BF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435F0-DDD2-4A74-A819-69C37EA7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C079E6-5D15-443B-81EE-404EAC4B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73DB15-3BE8-4F00-9EFE-F7385C8E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tests/test_observability_workflow.py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D91242-10FA-497D-AEC1-903E775A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433B9-6A76-4A3D-9C15-6BA1CA7E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33964678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0E25DD-6CEB-4849-8612-200DA8A5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8140A-F974-4E8D-ADCA-627DF474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2D88E9-7756-45CF-AFDB-25BC9B10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A3EEC-CC7E-4ACF-A5A7-A9A500E0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57D95A-B65B-4F23-B108-E9CE245A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C1475-E4EA-43EF-807D-E25C3C69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66B38-1885-436B-8D95-9837ECF9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518A27-364D-496D-9CA5-EFB0BEF9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FE49AB-1FB1-4902-8155-FD8C799A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D0B0E-1A78-4F16-98F0-77053754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monitoring_view.md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BF7C8E-7FBA-4B3D-B83C-5CAE5087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B2FF36-8C8C-4768-B70E-A7150BA2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6F3611-1CBB-4855-90F3-68191C4A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provider_used와 node latency를 필터링할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오류 원문 대신 stable error_code와 type만 외부 trace에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174446553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F31765-6356-4971-9559-AFF548C3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17B3E-ED22-4DF5-B1C3-7B0E3DEE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EAC08-E40A-41F8-9C87-52C74822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F6993-D054-4E30-BEA2-2D962B58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02BBF-7959-4DA8-B222-C0577473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FDA0B1-95B3-401C-9580-05959505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C63D3F-DCE5-4E20-A8EC-CB581B09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9C450F-73AF-4DE2-9E6E-2F7B5738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trace만 보고 HOLD·reject·fallback을 제외한다.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63CCB1-4E8D-4641-9FB8-9DA19CDC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3C93B-1D8E-435F-915D-0D4C2472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4B5C2B-453D-4D42-BCBD-933F99B1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status와 fallback_reason을 같은 dashboard filter에 포함한다.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05DF8B-CD4E-4328-B19D-48719E3A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오류 원문 대신 stable error_code와 type만 외부 trace에 남는다.</a:t>
            </a:r>
          </a:p>
        </p:txBody>
      </p:sp>
    </p:spTree>
    <p:extLst>
      <p:ext uri="{BB962C8B-B14F-4D97-AF65-F5344CB8AC3E}">
        <p14:creationId xmlns:p14="http://schemas.microsoft.com/office/powerpoint/2010/main" val="1858028302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EE60F3-94F4-4498-BAA4-345BF986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49CFCD-ED05-467C-B2F8-37307D57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030C6F-679F-4B01-AACA-385694C4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78EA4C-ABCF-4E75-8BA3-E41313B3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F624B-B238-4CF4-99F6-65B46522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A48018-DB6A-4A9E-9759-07B101E4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7EEAD9-BA14-472E-A75B-CD394D29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B43F8-3B19-40E1-A681-B3845DAC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output/day1-workflow/trace.json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675F6F-8FD9-457C-A6BF-8D7D0223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189F7D-2FC2-4D12-870F-186FEBA9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CBE0D-3F41-41CA-A1A9-0235E330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B831B3-B2A6-4D46-9645-FD0B9FA5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provider_used와 node latency를 필터링할 수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monitoring_view.md 저장</a:t>
            </a:r>
          </a:p>
        </p:txBody>
      </p:sp>
    </p:spTree>
    <p:extLst>
      <p:ext uri="{BB962C8B-B14F-4D97-AF65-F5344CB8AC3E}">
        <p14:creationId xmlns:p14="http://schemas.microsoft.com/office/powerpoint/2010/main" val="1801865431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7BD6EE-4FF9-421C-9F02-C03A4D45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B07BD0-2057-40FD-878B-65E3E429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15DBF-6183-4197-AFB1-258CFCFE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9E0F6-7426-45A0-B5FF-DF9FCCED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520AA-6F08-4330-A4AB-3D5BFE57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B0C87-B132-4807-A2F6-FDFF7FE5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CE9253-DB22-4DA3-A6D8-8B96ED3F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추적 field를 늘리기 전에 운영 질문 한 개와 필요한 metadata만 정의한다.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output/day1-workflow/trace.json · materials/day5/day5_service_lab.ipynb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580D75-CD65-4211-9293-98185993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CF1914-0AF8-4BFF-98F2-812E0787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monitoring_view.md</a:t>
            </a:r>
          </a:p>
        </p:txBody>
      </p:sp>
    </p:spTree>
    <p:extLst>
      <p:ext uri="{BB962C8B-B14F-4D97-AF65-F5344CB8AC3E}">
        <p14:creationId xmlns:p14="http://schemas.microsoft.com/office/powerpoint/2010/main" val="782281302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654B9D-C716-4ECC-9B09-445FEEC4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B0B182-1565-4F66-9F6D-3936AF8A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374492-C36B-4F45-AC27-87AE12D2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73D8F1-354B-4A63-97F1-DA01631D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EC742A-593B-4684-859F-482D9EAC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20E63-396F-4D7E-89C4-7EB781F3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FF938-59CE-48EC-8389-820E6F0F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tests/test_observability_workflow.py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provider_used와 node latency를 필터링할 수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6CD24A-5A1C-41E0-BAB9-91F17E4E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DD854F-8B83-4AC8-A112-2E4E1947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monitoring_view.md</a:t>
            </a:r>
          </a:p>
        </p:txBody>
      </p:sp>
    </p:spTree>
    <p:extLst>
      <p:ext uri="{BB962C8B-B14F-4D97-AF65-F5344CB8AC3E}">
        <p14:creationId xmlns:p14="http://schemas.microsoft.com/office/powerpoint/2010/main" val="2072963195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081C26-CF79-4D68-8C56-637E4AAF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5F63DB-AC5E-46AD-896B-914FF658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157AF-66BD-4541-AA5C-E1E0F14C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C4AE9-70A0-46EB-9046-95D6E06E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269A5-781E-4914-8652-64969BFB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1A87E5-43F7-4D39-B34B-10DCC786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8827D5-0707-4ACB-AB65-F60F563E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오류 원문 대신 stable error_code와 type만 외부 trace에 남는다.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status와 fallback_reason을 같은 dashboard filter에 포함한다.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591998-7EA7-4132-A325-C0B0E25B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A88B5-5E40-4E88-88AA-A8F1B3CD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127708203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C46AE-D4A3-46C8-BEB9-FCBAD5B9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700316-4528-4BF3-8104-ADAC9ACD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4B8D30-7913-48A1-A77C-26700E8C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1DF60-51CE-4358-97E5-98D27C23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DE845-193A-4DA8-ABDA-053BE851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1F5FB8-02BC-4744-90F8-FB9B3B7A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10AB7E-440E-460E-A4AC-77336169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D82C0-1ACC-4FAE-9EB8-4F7D3FA8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052D7E-B04C-4533-A6F2-A888EACD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provider_used와 node latency를 필터링할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4A3512-2F6A-4937-AE3F-9508C74D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78159-98A5-4E15-9DD9-1D0A045F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FBF84B-B115-4BDB-92FA-C2604A49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F11607-3F19-4D84-B2CC-7799B548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D49F5A-8DF2-4CE9-A26F-7E75B7EC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A635C2-2E4D-4266-8EA5-267F875D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6BEC9-C4E7-4DE3-B2EF-E9C97AD6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D3AD18-B004-4E1F-81C4-B07EF1A7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676033-50C2-409A-AE70-38D1B74C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92863591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612082-1FE2-4EC9-A11A-DA82F5B3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21F4C8-8729-4E76-B5AF-DED58639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65D52-DBD2-4538-870F-AC86D40E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47D75-6A3E-447F-8631-08518381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C0232B-0509-4E59-B0B7-036177C0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4CC51-2E6E-4287-851D-36E89DA3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B245FB-4381-4626-B8E3-B29E5EDE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A160B-BB0F-4068-9A2F-CB911077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9B753-86D9-43A6-BCF0-F0CDD2A7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오류 원문 대신 stable error_code와 type만 외부 trace에 남는다.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9C54-FDC5-49FC-B267-46AC058C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2C17F-A4ED-403B-9AAD-3EFB529B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1EDDD6-A527-4D93-95CB-01A4A429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AD3307-C646-48C5-8592-27C26416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1D1116-4F41-4DD3-9DAC-3D80E4F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173E87-7D0F-4684-B38F-7939BE1D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E4654E-B683-459E-BE42-6C93831C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C2508C-DBF8-4B82-B2EB-0D3C626D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7071FC-8ECE-4134-BA9B-9A6EC8F8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713376860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D0C8EB-509A-419A-B8BE-16EB7F89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7B5C05-7230-4AD6-8BFC-641C6082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7152C-4398-4660-A734-D5E8A4D9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A03D7C-AA52-4541-A792-85825A24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6197C4-1DB0-46CB-942E-0DC12E81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96205-E2C5-43E8-BA65-347B0B49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F99E7-E491-4D74-BF4A-07C158F0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교체 후 latency·fallback·HOLD 비율 비교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FFE3B-284A-4556-8E7B-1B4B77E8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CD71D-7832-4B79-B8E8-BC31D851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4DEC55-3139-449B-8A56-CCAC2A7E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A78EB-F988-456F-B626-BA468C18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422AF4-F151-4B1F-9257-F11EE92D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7F2966-58C3-4964-B120-473CF07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D3C0E-FAEA-454B-B750-225EADBE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E927DA-271C-41CD-AEF9-A8988122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26986-9380-4C9A-BCCE-B7CBE2D3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E81414-3688-49FB-8B31-279F9CB0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A325D-7308-4CC2-A77E-E15B1182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71F81E-A657-4E8F-B614-E2D96F58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monitoring_view.md을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602525540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58DD91-0A5F-49D9-83B9-B0649594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74D227-D9E6-40D2-B585-C0BB6EAD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AABCE-781F-49FC-ACD3-2613648F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79B7C-085E-4F8E-8982-C792BAD7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53C86-92F7-4F68-98FE-6C777A08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E3813-B038-4396-834E-D286B990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A03D5A-F9DD-4B46-9D25-FE0F8E17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교체 후 latency·fallback·HOLD 비율 비교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8D7162-3309-45A0-8B6E-FB97356D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EC507-34E6-4B6D-BB84-69F6E085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290A45-BA85-403E-AC18-58BDDC6D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644587-17B8-4DFB-925A-CD8F4925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5CB15-1D74-46A1-810D-BACDC884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78BB33-AE1B-4137-B37D-A91C97F0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34D4DB-764F-466C-A4E6-9B10CCF6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70770E-2ACB-45E8-BADF-713DBECD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2977C9-04A0-4BB1-94BB-62A37300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6B653B-4EC4-4DAA-9C72-357CC241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4AF054-0C8D-488D-AB65-1EFD90EB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2FE829-0CF4-4A53-ADF8-17838850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monitoring_view.md과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62549048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67F1FD-5FAC-4EBB-BFF0-5F17D62B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ADFF69-3366-4C22-8982-2F33ACF6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5DE90-FDE0-4A35-90B5-33ADE4FD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F5D671-55F6-4B1C-B935-3FF886F9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D4D1B-01DA-46CA-9BC3-A7E0133A0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DF5F5C-3DAB-44AA-B2D6-267B26D6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BFF4FC-F64B-461E-95B7-34BAE62C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111E4A-9990-4D5A-B19E-052652C2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A0F7C-1331-4426-BE62-AC936B42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provider_used와 node latency를 필터링할 수 있다.로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4712BB-63EB-4C51-B70C-389FDF75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3383BC-278A-4768-A3F9-C422F102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12570-9022-463B-933D-D15EE927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A122E5-405F-4132-B93B-BBB61C1E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658F5E-508D-483F-94B9-58B6B6BC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A8580F-D47A-4A9A-98BA-9AB26063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status와 fallback_reason을 같은 dashboard filter에 포함한다.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A809DA-248C-490C-8A35-808840B2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359011-D604-467A-9585-B18EB3F6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71DE87-F269-4215-9612-83E0D52A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monitoring_view.md에서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947656836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0B82CD-51A6-4BB2-AD6F-082D07B3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BAFEB-D3C2-49C7-8B80-18E9DB75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FB003-AB33-4671-8A6B-AF9999E15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349E24-1BA0-47B8-B871-BCE4C185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09E9F-7EE8-4D0D-87C9-23F7E15B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E2158-6482-4DA1-9F75-3A249385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2343D-3312-47E7-ACBA-81016B4B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0D7CC2-6623-4A13-A973-65565C09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DCC540-CC12-4AD4-B4DB-BFA6AF48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운영 Metadata와 Monitoring이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A1EE9E-D76E-4588-8FAA-BB10E08E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C90AB2-8B13-42E9-BA63-EA073320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66CDE2-30BD-4668-A892-A0C2A659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tests/test_observability_workflow.py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1E67A3-BE5C-4A7A-AE5F-33BD00C8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9637D1-F648-4DA8-BECC-5EB5ADBA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E6F822-C899-463C-B666-2F9AC52C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monitoring_view.md과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E69C0A-B85B-43BB-A28A-72A3C2E0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Dataset Experiment와 Release Gate</a:t>
            </a:r>
          </a:p>
        </p:txBody>
      </p:sp>
    </p:spTree>
    <p:extLst>
      <p:ext uri="{BB962C8B-B14F-4D97-AF65-F5344CB8AC3E}">
        <p14:creationId xmlns:p14="http://schemas.microsoft.com/office/powerpoint/2010/main" val="781251174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0F1D6D-0E3B-42C3-8B51-250773D5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DE9023-BC39-4CE8-BEF0-6DC03C35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5 · 4차시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35F0C-0188-48D7-8174-B899B620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12:00-12:50  (쉬는 시간 13:40-14:00)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4FFBF6-67A3-4ACE-9948-5C7DDB1A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Dataset Experiment와 Release Gate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1F380-89A5-488C-BEE3-BCB605CF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Dataset · Experiment · experiment_result.json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875E7-9BB2-40AA-9EC1-E9895CFC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51E99C-0215-4596-96DD-FCC1624E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97BB0-7DF2-4602-815E-50C45F2F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4BB25-7879-4341-9F48-C3ED52A1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9D7D9A-A93F-49A9-AD00-3CFDAF77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src/course_services/eval_service.py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data/day5_eval/golden_review_findings.json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EFA240-1B92-4F90-8032-7BE30F40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97EDEF-F1E7-473B-BB69-C9F0C8FE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experiment_result.json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EEB08C-01E5-4982-9BC7-0065FF49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5 · 통합·관측·평가·배포 · 4차시</a:t>
            </a:r>
          </a:p>
        </p:txBody>
      </p:sp>
    </p:spTree>
    <p:extLst>
      <p:ext uri="{BB962C8B-B14F-4D97-AF65-F5344CB8AC3E}">
        <p14:creationId xmlns:p14="http://schemas.microsoft.com/office/powerpoint/2010/main" val="2082119892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7A297F-4304-4634-B963-173ECE7A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744248-119C-4FF9-AD37-48A01B87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D228BD-A1F1-4444-93B1-C8C638F1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17C05-52A9-4F32-B1C0-ED89C433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A739C-77C9-4791-B44F-99975F23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C27E54-AA75-4E49-BA63-53FE3E98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C245BB-0434-49C1-9346-8FE3925A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A2AED-E096-454F-896B-63997414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A490D0-DF2E-4C46-845D-5CA32485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monitoring_view.md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C28A25-D7AB-4988-9D5B-A7230040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A46C6-6C37-46DE-8885-FF5964B0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68259A-3ED9-4270-9ECA-FA661F09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Dataset Experiment와 Release Gate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9B9706-FE6A-4E0F-BA1A-3A11A3FC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A3244E-8968-4927-BF16-3481FD65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8B2AD7-9B15-467F-81BC-05FB4A48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experiment_result.json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9598C2-3426-4B07-AB52-37BDF58C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E4D299-2BFE-4E53-97B8-2B03C869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D24D38-D294-4127-AF43-42300978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Feedback과 Annotation</a:t>
            </a:r>
          </a:p>
        </p:txBody>
      </p:sp>
    </p:spTree>
    <p:extLst>
      <p:ext uri="{BB962C8B-B14F-4D97-AF65-F5344CB8AC3E}">
        <p14:creationId xmlns:p14="http://schemas.microsoft.com/office/powerpoint/2010/main" val="983812815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105DC-C195-40E2-953D-82A12D78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D21AA-C7AC-4EBE-825D-C94781EB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C1D46-D31F-4814-9541-9B9A847C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7A18B-AC62-4585-8BE8-2700866B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4E8AD7-AAD6-4DBF-9DEE-1D07207B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0BF81-E76C-40B3-9E01-28A0E5F6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데모 입력이 매번 달라지면 개선인지 운인지 구분할 수 없다.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2A167-C5AE-4673-B935-D124746E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golden review case를 code evaluator로 실행한다.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BFB6B2-C01E-4CF8-9768-EE043BB3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7AF185-A91D-4D67-B638-8C05BDAD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experiment_result.json</a:t>
            </a:r>
          </a:p>
        </p:txBody>
      </p:sp>
    </p:spTree>
    <p:extLst>
      <p:ext uri="{BB962C8B-B14F-4D97-AF65-F5344CB8AC3E}">
        <p14:creationId xmlns:p14="http://schemas.microsoft.com/office/powerpoint/2010/main" val="259814803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0E6105-0FF3-4255-BDCB-50653148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E93F8-A779-4118-8CD8-1C71C92C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8C5D28-C2FC-489D-8BD3-BD7B8A1A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AF907-978F-4244-99E5-549EBC2F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354324-8D5E-4A4E-B687-4795AE3E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C0A149-84FA-4A6E-AE35-7D0F1190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8C687-73F3-4CE7-AF0E-F699D4B7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AFD9E-5EEC-4F90-8A7C-E276CA35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golden review case를 code evaluator로 실행한다.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7E4A1-31FD-46C6-B83A-66B1C3BC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2E659-F5C1-4B8F-8C21-A2A0F085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4FD56-DCEB-45CF-ACAD-79EE4136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 judge 한 개 점수를 객관적 정답처럼 사용한다.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92C50D-0E61-4C00-A87C-F51CF1BF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C7DD2E-8F0B-43F3-923B-8B4B6427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7DFF1C-97BE-4F78-8D71-DC997857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experiment_result.json에서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07250817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CB990C-9621-46B5-818B-45A4702C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2E781-D8D1-4A9C-BFB9-3BF57676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CF4C4B-57CC-486F-B237-13603450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612A1-70A3-4781-82DC-B1CDC2FE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33FBFD-4E99-4F7B-AEA5-379C8835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523DF-621D-45FE-8883-327A2793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35937D-EA6B-4CCD-9685-4AE4A569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4FD3BC-39F5-473B-84BB-C66E0914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DAE542-CA39-4F46-80A9-90774B0D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E2DAB-E3FD-441A-BE66-5EE55402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26B969-DD19-480D-AC18-3C8333B1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7B9DDE-9F58-4490-A8EE-9565A116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8D50F9-E777-42C0-8975-8178DB8D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AF7CB3-83AD-45DE-AC63-D3CDE259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반복 평가할 입력·정답 묶음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FE82ED-B213-45DC-9F01-475E32CB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A9FD4B-650B-44AA-ACD5-1BE9988D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9DCCD-B702-4F7D-9007-E650E747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85E819-2FBC-4537-A8D4-14932DB0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특정 버전을 dataset에 실행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CA8602-E660-4E11-83DC-EAC263831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0A7E43-39B9-4EF3-BB05-0936594A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 evaluator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836112-2A76-43DE-8A0B-ED999578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85E68D-7CE0-4B89-A09F-8A617419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규칙으로 자동 채점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B77C08-736A-40ED-85A3-4146CC64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265364-B5D3-4B6A-9D6E-B9B16ABA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Candidate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E907AA-F17F-445F-9B1A-5B38A09B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B525D9-87BF-4C57-95DB-F6674F37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새로 비교할 구현</a:t>
            </a:r>
          </a:p>
        </p:txBody>
      </p:sp>
    </p:spTree>
    <p:extLst>
      <p:ext uri="{BB962C8B-B14F-4D97-AF65-F5344CB8AC3E}">
        <p14:creationId xmlns:p14="http://schemas.microsoft.com/office/powerpoint/2010/main" val="683753776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CC7C0E-3B6D-483E-83D5-78AE8542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60F505-75A3-4493-80A1-09ACF515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A45043-CFE9-4EC7-AF7D-537A7122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A0771F-C187-4035-A486-1CCD8639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74AFFE-DB73-436C-928F-F7420841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E90ABC-ED92-4990-B507-61F553AB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C59C09-79E0-4748-81AD-A8F0A9A0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DB13F9-FBAE-4964-AE63-C811FBD2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src/course_services/eval_service.py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139DA0-1515-4B90-8723-DCE11750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E5E6A3-7011-4B88-9093-79798C75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7DD8D0-81AD-4EF7-9517-93C94DF2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golden load → baseline run → candidate 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875C8A-3675-4910-B86D-C46EC96F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7D61F7-8A84-46A7-915A-71AA7D3E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BE45EC-E9BC-4033-B35D-36548F95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experiment_result.json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56105C-81A4-403B-9597-6313774A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BDBB31-77C4-44D1-8FA1-1D8076C1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C84BB-F67B-4CB3-8DC3-D0821298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precision·recall·F1이 1.0이다.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 또는 recall 0.8 미만은 HOLD다.</a:t>
            </a:r>
          </a:p>
        </p:txBody>
      </p:sp>
    </p:spTree>
    <p:extLst>
      <p:ext uri="{BB962C8B-B14F-4D97-AF65-F5344CB8AC3E}">
        <p14:creationId xmlns:p14="http://schemas.microsoft.com/office/powerpoint/2010/main" val="1698965732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3C4039-7345-4B0C-8DA7-F928B070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AD2C4-820E-47F1-8E7D-DAED36CB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0CAA1C-D48E-464D-9EA5-83965753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A75D30-E572-4296-9471-ECF3707D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F7861F-6B36-48C9-A65D-1E5B8CC5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B3A108-44FB-44E9-A4B3-BECBD16A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273F18-5943-4A36-88BC-04E60B1C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38A35E-0D77-4D7B-A0A5-81396A76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7A9294-2C7C-42AC-9411-21CA5BD6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golden 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D82495-5039-499C-A798-E9328596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1E741E-25B2-46F8-A3E0-973502D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77221B-2AC8-45CA-8763-CB70EBE9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 run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12C862-0C7B-4AE3-AC04-00E431F0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E937CD-5B83-4192-8A84-2B98285C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C4BE-998C-42B2-AE87-4A799EA3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candidate 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5AFB52-00CE-4686-A0F6-E4A6A0C1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C5C304-DFC3-44D7-84AB-DF42E136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A67FF1-401B-49A3-8D56-4F0FD4EB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metric compare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E0A92D-B425-49BB-8885-E37E6CD0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A7ADB6-B3A2-46AB-8D1D-45F17624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FF4123-703B-496A-8482-540AE825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 gate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6C523F-0C19-44C7-BC60-3CA5EFD6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experiment_result.json에서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65730082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64B0A5-146F-4D6D-B7D1-8DF6BBFA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9E0B78-ABC8-4738-800A-479172DE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DBE16-94A8-4233-8FCF-28ED4B2A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74E6D-77C9-4455-8422-87C1834D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C44DA-376F-4FC1-B4F2-476BA1DC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2BCB6-9C02-488F-A42F-F69F3732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44ADF-E612-4C0D-A645-293AA822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362F7A-0053-48C7-A729-09751C72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precision·recall·F1이 1.0이다.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9CF3C-F784-4155-9CDB-C01DBCA2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172598-17A8-4100-86E9-2FA27C8D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977E6E-9D65-45CA-916B-0BAE738F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 또는 recall 0.8 미만은 HOLD다.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2CCFB7-621C-43B5-B638-67F965A5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9F3CD5-E16C-4D85-959E-7391A2E7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78EFBF-604A-4F96-B2B9-FEFAB346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555686-F02C-42AC-A2E6-BA7BDE3B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0DB8D4-FD48-48EF-B6E9-F0931F58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8B8770-6DF0-4D4E-8A28-3178A1CB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식별자·experiment_result.json</a:t>
            </a:r>
          </a:p>
        </p:txBody>
      </p:sp>
    </p:spTree>
    <p:extLst>
      <p:ext uri="{BB962C8B-B14F-4D97-AF65-F5344CB8AC3E}">
        <p14:creationId xmlns:p14="http://schemas.microsoft.com/office/powerpoint/2010/main" val="1565728437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8C26FE-B679-46AB-A750-A92C5B14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D6E52D-D606-4A87-B200-2F83711F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6924A5-A6DE-4582-A9A3-58753D16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90EFED-C914-409D-ADEC-F2558144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9CAE4-233E-4EA9-B533-E9DD2283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883F6-8CD1-46F1-B252-E8C53FE4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4B2C40-3DC9-4A15-9060-CBEF6945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0BC0FB-3B2D-4990-893C-C9655F12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D839C9-86B1-4BE8-89C0-A93AE606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src/course_services/eval_service.py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AF0351-0E30-466D-B1EA-CDE11D7C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D5130-86A6-4833-A71B-AFA1C4F5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3B4BD1-BCD3-4FBC-8AC2-19A36CD9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data/day5_eval/golden_review_findings.json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00D9A2-CA1E-429E-AB02-0E4307BB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C1270-9B86-498F-B18F-144BB9EA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93D2A1-32AB-4536-9851-C2740F7A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2E1CF4-E9D8-4699-8247-4B2B02F3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965A1F-CF0B-4C71-829D-A8C433B8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6AF88-C333-48E8-907E-EF9B0592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880431895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DA87E0-C2BE-49EB-9F27-9E7276C6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Dataset Experiment와 Release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CC9C3-DED5-4F93-8EDE-C35A3047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2E763-5086-4904-998B-A43309C7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3D9D7-BBEE-494C-865A-CB099C25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12E82-9269-4544-9D3A-D6CA1736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7042B3-B599-45B5-B180-DADE623D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1B224B-2403-4F4A-9C3E-745F4BE4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데모 입력이 매번 달라지면 개선인지 운인지 구분할 수 없다.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790B6-CCCB-426A-9333-B3E994E1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4733F6-BBEE-41E0-B904-A156A4C7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ACDF16-4A0F-4EF3-BD24-4316B5A2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LLM judge 한 개 점수를 객관적 정답처럼 사용한다.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695E0-C7BE-4AD5-926B-6A63F481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schema·line mapping·policy는 code evaluator, 의미 품질은 human sample로 나눈다.</a:t>
            </a:r>
          </a:p>
        </p:txBody>
      </p:sp>
    </p:spTree>
    <p:extLst>
      <p:ext uri="{BB962C8B-B14F-4D97-AF65-F5344CB8AC3E}">
        <p14:creationId xmlns:p14="http://schemas.microsoft.com/office/powerpoint/2010/main" val="1171421785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35A2A4-CFB1-48C7-A423-E3348E4C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964490-197E-4249-AAC7-344B3791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43F9C-927B-4AD1-81E9-A1B51EDB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98E66E-BE5C-4A99-B5C1-F67B3D7A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A3404-D9BD-4C5C-9058-C8B2D084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CB5E93-BD4B-4BFD-9B1A-2806E5F4F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97674E-2FDA-4D50-9257-FFC46AE2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991ACE-5F32-4C94-B50D-514461A2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621A9C-0BB9-4CE7-9F86-47004EF5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4B3545-419B-4501-8326-9EAEB9D6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0E96F-245E-48E7-8371-B06CD8FD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34451-24D2-4DF8-98BA-4ED78205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F58EFC-6C1A-41D8-9EA8-FACD332F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D618D1-D7F2-48F9-8A08-3A513A6F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Dataset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81E25-2C07-4A6C-8054-263A495F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91D322-A1B7-4CCB-A854-401998B2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반복 평가할 입력·정답 묶음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0E8162-CE7A-4944-8053-D57AC9A0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66D1EB-B000-4B1D-99DF-D4A8E54D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456172-8E65-4C12-8D92-CE3429A6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A63DD2-9568-4945-98DF-1272A210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30C299-412C-4DE4-B57E-5AA7B15E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CC3005-0100-418A-98B9-BB52DEC6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특정 버전을 dataset에 실행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EFEF6-593A-45F7-AFA6-E18D2307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78369D-3296-4A0A-A4CD-421170C5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643605-5125-45E9-BCCA-7E46254A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07B868-7A27-4E63-93FC-3B841728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 evaluator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1CA9FB-A175-4B0D-932B-AF8AEDDD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7A097F-CF03-4F8B-84AA-488C58B1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규칙으로 자동 채점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785AF7-9D09-42C3-9C87-3AE802A4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6CC9D6-4DC1-4251-B287-728C5E1C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6FE546-E37A-455D-A494-F326E49B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809847-B34E-42E6-A280-A2A6B98D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Candidate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06EA5A-97C9-4AE7-A8AB-A204B503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1645DE-DE57-4778-B2DC-AA30FA12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새로 비교할 구현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6F9699-A863-4710-AE95-B3843B6A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7A06C5-BBE7-4291-A3E2-613DE196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518422613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618BD0-8855-4DBB-83B1-E1F0E730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7A8774-DCE2-4AD1-A703-78E5BA81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A91B2-9A79-4753-9875-FF57AAF0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43CAA-5F61-4539-A546-A903560D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3FFA74-56E1-417E-A70E-906D193B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9139EF-4BBE-4A6A-A6C1-1FB42AD3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224612-1EEB-4C46-AC5D-35E3508A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B90C4-0BA0-44CB-A704-7E85942B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7F8E69-83C0-4FF1-A2A8-BC4BBC97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LLM judge 한 개 점수를 객관적 정답처럼 사용한다.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ECB1AF-E81D-4D1E-9024-7AE728E7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998485-AB97-40D4-8443-1159AD82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데모 입력이 매번 달라지면 개선인지 운인지 구분할 수 없다.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F7BEE-BE5B-468A-A88A-9FFCEC30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780517987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0D594C-FAD7-4E1F-8434-76546F46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E71D42-CF9B-49C1-8444-25317CBD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6396A-03D1-46C3-91A7-B3804009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11251-FB68-4628-B887-27F58208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5120F-6CBC-4B5D-BE28-4185D802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D39669-807B-4185-9DC9-55E86DA4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BF67A-451D-46DC-BD29-0FA1898E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D93DBA-D1AE-4B4E-9CAA-07C127D9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C4DA18-33DC-4A6B-8DF0-20589223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precision 또는 recall 0.8 미만은 HOLD다.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D904D2-E8AB-4078-8669-13AA6500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CFB67-D76E-4008-93FA-DA03EE11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20ACE1-FDD7-4D62-83CF-48A1C5C0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LLM judge 한 개 점수를 객관적 정답처럼 사용한다.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EF2F06-15B1-4051-AA5C-D0F08BC9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AC5192-ACE1-4A0C-A1FF-88CBC519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030B99-7F15-4CAC-8130-17F4CCD8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schema·line mapping·policy는 code evaluator, 의미 품질은 human sample로 나눈다.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2CA96A-F586-4F9C-B0FF-B8C3529F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EC40FA-7084-43E6-8298-368A6695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1FDF91-22F0-4D44-AE3B-15CE03EA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experiment_result.json과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271890814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C103A-0BFA-4D8C-81C8-34BE57CF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8556C-C700-4EA7-B937-44DDAC9B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A9CB0-4C51-4EA8-A038-12F5028F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0E764-323C-4E46-8D4E-9C6B0EE6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DE18F-DCC8-41BB-A82C-E01CFB75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4DE6D-DFEC-4167-88AC-CD47AF7A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fc4a8a62004f35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185DC8-8153-4D0A-AFB2-F1F1C45C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평가 지표에 empty set과 threshold boundary test를 추가한다.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D8075F-D65B-48F2-8D94-EB85CE7B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825066920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1ADE1E-989D-456E-87B7-EAD5C956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C8079-969C-47F5-A250-F0AD3274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B49E71-18BF-426E-9E4C-BEF50AAB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5A3BC6-122C-4AF6-A434-759DA41E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07FA3-6D99-4DD5-801D-64EB7B52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A5D6EE-0094-46A1-9D4C-60FB469A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D2A84E-FB71-441E-94B2-8B2FB8AE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3477C-8CB0-4A8A-B28D-13134AC4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79DB64-FB9E-4B1A-A566-C3749F43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평가 지표에 empty set과 threshold boundary test를 추가한다.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064DB7-21EB-4EC9-BC3A-8F8E9538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648031-4D40-4803-B1F3-D0F870AB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742B9-8280-499E-B585-87255188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data/day5_eval/golden_review_findings.json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E00063-103F-4172-AE4D-65F65DA3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724393-CBE4-452A-A4E0-9DEB1973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FE1072-803D-4E6E-8103-E6B32403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precision·recall·F1이 1.0이다.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 또는 recall 0.8 미만은 HOLD다.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2E50B0-B5F1-43F2-880C-36E669B4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4551BD-59B9-49E9-B6D5-3EB9EFBE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F2FDA4-C9D8-4978-BE86-55EC67C7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349800156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F0F6A5-6B09-459B-89E1-1DFB7FCC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98F5C5-501F-4219-A7E3-EC29F0E5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343AE-4C1A-4FAB-9462-937150CF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41742-792E-459B-9353-94433C3C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B83E6-8744-493E-983F-9B1DC7E0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D20CC-1E78-4023-9003-860771E2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1456E-7E21-48CB-9302-DC53346C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FD192B-8FCE-4F82-96AA-902D0727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1AD239-E65F-4B69-A22A-988BBB58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A114CF-A717-4958-A48A-9DEB841C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6BDB8-CAD2-4AEB-B82F-905C7CB3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7118D5-EB31-4C61-B6DB-4BA19BF3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62276-D510-49D9-AF62-C8558D21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13176-378F-4836-BA4E-7F74591E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precision·recall·F1이 1.0이다.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22C84D-81A2-4D21-8435-CD08A68D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18088-D28F-4F09-B563-16EEDACF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DA01E9-1488-46AD-9986-C917284E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6C65E9-A730-4385-9FB4-2A5D9AA0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 또는 recall 0.8 미만은 HOLD다.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4D81B4-8F10-42DB-8584-B9823578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2D3CC5-8565-4C7D-85B9-E198EB75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3695B8-F9D2-45E9-83B7-7BA261EB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EF5E1B-8585-4BD7-8B2E-2A81F557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200957636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1B47BB-ADAE-410A-846C-1A01C3FA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9AB9F4-78F2-445E-9D9A-300C3795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81E33-5883-4FEF-838E-6703ED2D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3AEE8-70E6-4E67-8E44-2176D1EE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4AB1BA-85EF-49AC-9CA8-4FA4C6B0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7867A3-A2CD-4254-81D6-8A338971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B7A576-5BAF-434F-B2A0-97C65EC6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0F6321-871A-46C8-A247-9BEB7D35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59198B-53A0-4A74-A351-6CD363FE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src/course_services/eval_service.py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B762F2-71DB-4FB1-AB37-2BC87EA6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88A61C-822E-4A2F-AEC3-DDBE0ACD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B8A5D-16B9-44BD-BAC5-A625A950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data/day5_eval/golden_review_findings.json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456AEA-F7A1-4BED-B5A9-CA8841AE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5F6B3-EDF9-4B81-A229-578D4F03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81E1B-5911-420F-83F0-427E444E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offline_eval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F7B4AE-4436-402F-A604-6FA51B63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290491-763A-473A-B15C-1C9E06C0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85998D-21C3-479A-9273-885FB77D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fixture precision·recall·F1이 1.0이다.</a:t>
            </a:r>
          </a:p>
        </p:txBody>
      </p:sp>
    </p:spTree>
    <p:extLst>
      <p:ext uri="{BB962C8B-B14F-4D97-AF65-F5344CB8AC3E}">
        <p14:creationId xmlns:p14="http://schemas.microsoft.com/office/powerpoint/2010/main" val="1986383177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1A17DE-6B65-48F6-BB8F-6B02CF14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48B34-302B-4B4E-A2A7-4FA1C188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A36493-E9E4-4F5B-86BD-A3CE1405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716DD-FCF6-486D-9F39-C82721F3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8BCED7-2027-4C24-BB64-BE15125A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C5E4B2-55ED-42AB-BB99-18817ABE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C44244-A963-4275-BA68-E3FCF05E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4DC3B-58F3-4692-9A58-92807CF8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BBE80-A392-47B6-8C95-F102D962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 -k offline_eval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45B1C2-E7BE-4AA2-8C3E-61BB0674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ED1FB9-0996-4CED-8119-E0EB6BB8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795739061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5E7B81-C893-495F-ACB0-432C9B1B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75023-73C2-472E-AD64-FA96590E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36E16-92FD-490C-B370-4C7ED0DD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2DD168-BF49-45D7-BDC7-1245AB29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1A8FF8-C438-4051-9FA3-13718EEF1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07D1B7-69DB-4945-95BB-C119A0A9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03503B-9791-416D-B99C-927A7A69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A8ED5-4237-4095-939C-62900DFA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2A7D93-7360-4915-9C24-B4825F39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14575F-7622-4208-A9FB-198AC7CD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experiment_result.json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DAFC5F-8655-4106-9D0D-7AD83E78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16DDD-5BE3-474B-A445-C98A2983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B018C7-5642-49DC-A553-3BCA61A73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fixture precision·recall·F1이 1.0이다.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precision 또는 recall 0.8 미만은 HOLD다.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249501991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A5F5CB-CC46-4D2A-8337-E5AC1756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83F3D-6EAA-476B-A534-63A6C588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E855FA-E856-42CE-B497-A7A8357C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AF49CC-C448-4D59-8D9E-00CF62B1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853021-D81C-4DEF-BF83-BCDA1923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4AB4A7-774F-4D62-B6EC-AEE56988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699656-413B-4513-A8FB-2CA7F6D7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346EAE-FB6C-423B-BB53-7E223D7F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 judge 한 개 점수를 객관적 정답처럼 사용한다.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F13F2B-8313-4601-9923-94CEDA95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6D69D6-B849-47B1-AA3F-8A486088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B3B24-3BC5-49B5-9485-D03570EF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schema·line mapping·policy는 code evaluator, 의미 품질은 human sample로 나눈다.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28180-3D52-4DF6-9F15-A6F68E5A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precision 또는 recall 0.8 미만은 HOLD다.</a:t>
            </a:r>
          </a:p>
        </p:txBody>
      </p:sp>
    </p:spTree>
    <p:extLst>
      <p:ext uri="{BB962C8B-B14F-4D97-AF65-F5344CB8AC3E}">
        <p14:creationId xmlns:p14="http://schemas.microsoft.com/office/powerpoint/2010/main" val="1172126783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1BC49A-8053-4EAD-8F59-1E68B08A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6409E-35D1-448B-A3E3-7D7F5C29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5D577-7C3F-457B-87AB-BF398DDA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903C69-D0E8-489F-9A5F-CCC48FEE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002ADA-4E9B-42A5-A030-395B947C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E9CD4B-8087-40D0-B26A-1FE1C3E6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E748A9-96B7-44B6-BC60-BFFCC18A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12607-550F-41C6-B7F1-8FB6E00A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data/day5_eval/golden_review_findings.json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3FEA3-6A59-43B9-A474-33346084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7DCD10-545A-4138-BB12-14EBCB32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982A8-11F8-4972-9A69-09569826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69E632-9DBF-47AE-AB47-8AD977C7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precision·recall·F1이 1.0이다.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experiment_result.json 저장</a:t>
            </a:r>
          </a:p>
        </p:txBody>
      </p:sp>
    </p:spTree>
    <p:extLst>
      <p:ext uri="{BB962C8B-B14F-4D97-AF65-F5344CB8AC3E}">
        <p14:creationId xmlns:p14="http://schemas.microsoft.com/office/powerpoint/2010/main" val="863418352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633C6E-77EC-4572-89F7-A0501945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EEE314-68B3-464D-BEE6-C2E1798D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677A0-0B72-415F-98DB-7C1CCD4D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55C2C-AE60-4566-86F8-1039358F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E70D0-0D31-45CB-8DFD-010DD1FF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DACF4-EF7B-47A0-87D8-27ADE290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D949F1-635B-4D59-ABE0-F4B77300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평가 지표에 empty set과 threshold boundary test를 추가한다.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data/day5_eval/golden_review_findings.json · tests/test_course_services.py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D7EE93-CA0B-4FD6-A6B6-9DF62D0B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ECDCB-D837-419C-A3E5-60C24BC5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experiment_result.json</a:t>
            </a:r>
          </a:p>
        </p:txBody>
      </p:sp>
    </p:spTree>
    <p:extLst>
      <p:ext uri="{BB962C8B-B14F-4D97-AF65-F5344CB8AC3E}">
        <p14:creationId xmlns:p14="http://schemas.microsoft.com/office/powerpoint/2010/main" val="1559015763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E653B-7C6C-4F7B-9AF2-BD07866C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AEFF9-8B15-4C6E-9D51-AA55C3B0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19E7B-B66D-42FB-A0DD-7268EA85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D2EC6-F00D-48EC-B6D0-046E4F01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9D1C28-29F6-4F36-9CDF-E18EF0A8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84941-59A0-4F7B-96B8-5BA0609D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85C53-ECAD-4491-AEE3-528A95E5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 -k offline_eval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fixture precision·recall·F1이 1.0이다.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76403-EF0D-4F64-A6FE-C11950C5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1AC06A-4184-44A9-AE44-C84A31FC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experiment_result.json</a:t>
            </a:r>
          </a:p>
        </p:txBody>
      </p:sp>
    </p:spTree>
    <p:extLst>
      <p:ext uri="{BB962C8B-B14F-4D97-AF65-F5344CB8AC3E}">
        <p14:creationId xmlns:p14="http://schemas.microsoft.com/office/powerpoint/2010/main" val="1344474750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04B011-981E-4FCC-8CE7-409AA69B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CA4482-EEC7-4DD2-BEB9-E294629B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61B6E8-BC73-4470-86FB-E87F2A7A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71586A-B8F8-434D-A8E4-5ABC4DDF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41E428-8998-466D-91FD-2C23363D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26376-72EA-476D-BF11-7F3E1F36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CAEDA6-69E4-4834-9E15-1C1295E7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 또는 recall 0.8 미만은 HOLD다.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schema·line mapping·policy는 code evaluator, 의미 품질은 human sample로 나눈다.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5C72D-611F-4495-A7A6-D21621DD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C173A-EA18-4132-8CC0-21E72607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470683681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3C0D52-268B-4080-84D8-1C62968F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73077E-0A16-453F-8C30-3329B416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B83D4-D9E4-4D94-9C65-ACB70A7C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AC659-D0FE-4C3B-B6AB-76C7C060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1FAFB0-D272-4EC7-9487-06106AC8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265DED-01F1-4BF8-A233-EC935C2F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3CDDF7-2A0A-4544-A69A-894A286F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346F83-D552-46F2-BA8E-6B4FA8D2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081C4-F2C7-4FD7-8E92-AE4F5B15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fixture precision·recall·F1이 1.0이다.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3A0312-AE4C-45E5-9A4C-13D022E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E7A4E3-9A93-4F6B-82DC-49D32AD1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F67ECB-AD99-4E84-9779-BF0B20BD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685657-B759-4C49-90F7-85D719F7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5FDAB0-5E08-4A2D-B396-52B0BF2D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6F8CD3-4970-4EF4-9C47-D6C7600A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C212EF-86B9-48E3-9107-7E48D723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6BCDF-108D-46EA-9FE1-A521F332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BDE2CD-CE78-44E4-B862-A8D9D9EA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941449191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BB72F1-8643-4FFA-8ABD-C8275088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D349C-E948-42A3-98DE-457D3C4C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F780CF-A7C7-4753-A888-567A4F25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D7B191-746A-424C-A915-DAE17D55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A4B48-049B-4BFF-B2B4-262CACCA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6CA85E-FF13-47F8-AA64-3ED0ADC2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3A3623-95A9-4FBF-A9C6-69C53947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0D21D7-A5F7-4428-A3DB-8B31E68C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6AF6C-A1E3-47AB-BFE4-96FBF457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precision 또는 recall 0.8 미만은 HOLD다.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4770AB-897A-4C49-A340-FFF01EE6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DCD53E-AF24-4CB3-8F72-0DE61BB0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9FA1CC-162F-4FE4-A2EB-B4AE13C1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97B693-C47A-4B34-9257-C89F7E03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F21F4A-F375-4587-9E83-2451F939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F6836F-6CAD-425E-B818-1337684C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03BBC3-8826-40CB-982C-45E5CCF8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4C8DB7-9849-4C83-B0DD-68291B3C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58EC4C-9296-4E48-B93E-5597BFE9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463956863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576D90-85C9-42C0-B7BD-EC3D66A2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CAB65C-BEA1-4B44-9732-070E7931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BB0BF2-38C2-40A5-9D77-FE1A190F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1FA04-9E8F-48C4-A5FF-89C2FAD1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1AA5E-73B9-4315-BCC4-143D58D1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64F28-A71E-4441-A1F0-CD4941D8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2C926F-19F2-4AB8-AE1C-8D45AE12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릴리스 후보가 기존 version보다 실제로 나아졌는지 비교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17BDB-8B6A-415A-9108-5BCF16D4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DDAC1-4BC8-4908-AF20-208F2AA1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E2C51E-46A8-42D7-9D3F-ED504353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0D9A81-1B68-4784-81FE-B8FAF39F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BA9520-52CA-4BD7-A967-6F0B30BF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1985D6-B7AA-48A0-BA02-0126EB1B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EA03C5-0D86-4573-A2CD-AD833969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B10B6A-94B3-4F41-ADEC-954CA880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A46D3-80F5-4195-A50D-E708C4AE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C22E6C-99D6-4ED9-8202-B57E556F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0C6000-F44C-4EF4-B3D6-6184B7D0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D697DA-296F-4D7A-A0E3-326F3284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experiment_result.json을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66011392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989A4E-1024-49EB-B543-6C7FBB99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A380E5-B633-43AF-A737-3150A44D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BEBB78-5436-4FE5-918A-670057F6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645CE6-8187-4886-97C3-71730E25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BF95D-8657-4433-8873-EECB2C1F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269477-9327-48D6-BDF0-A1701CD4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A8F82-793F-4039-9D94-A6B8F296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릴리스 후보가 기존 version보다 실제로 나아졌는지 비교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E7E602-3D4D-440E-AFF1-60C4BA2A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6EC648-E17F-4CC6-863E-7B262E70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729A6-EF06-426E-90FD-E468DDD6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6521A-4395-4456-A2CE-51012E46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9EA0F-F0C7-44EA-B510-40BD01C0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F4DA09-4694-42F9-91A0-7D9B82CC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CE786-BDD1-4A9F-BFE5-3E2936F4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D4F73C-A37D-46C8-A236-D00C511B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DDE85C-B3B2-46C9-BF83-52DACC08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2B7F91-7353-4C3F-A3EB-A59118B7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0420D6-3CDE-49BD-9A4E-121C60A9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F64FD2-23FE-4ED8-9154-B5944C2E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experiment_result.json과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991882643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05DBB4-BC4A-4343-94BB-1D82100C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67646F-D638-4EB9-B016-A639DAC5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2B874-5B41-45F6-AD88-95E43A19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A0FE2-0462-4786-814A-A1C0F53B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25D1D-A791-4D14-9480-96F446C3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0F6CC-DF07-4C44-AF3B-70BAD421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E117EF-8B88-48CD-8519-6CB9E7D8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FBD6AF-A731-42A6-BA1D-F2DE10E3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76F83-48DE-44CC-8B0A-3478EC9C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fixture precision·recall·F1이 1.0이다.로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E78A62-E40D-4F82-8BCA-DB97CDB0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BB085-B85E-4D17-93C4-D57E9B0F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1A2E10-5579-4C48-B80B-23FBA24E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02CB2-AA13-4EB2-BEA0-67B83F743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E5B47-C56D-4F3A-A504-079829F1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04F2F4-D7CE-49F4-AA78-EED11408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schema·line mapping·policy는 code evaluator, 의미 품질은 human sample로 나눈다.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66D2CE-B36D-46A3-8459-EF3DCF6F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6058B9-6AC4-4353-86A3-1860683B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346623-7878-49E1-9352-1F000AAF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experiment_result.json에서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97363923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2EEF2D-9B3C-48B6-9E1F-952029C6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593C3-AB5D-4115-8DC7-11DC5223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9BBC0-184D-4D9B-95D1-04D491E2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459490-0F54-4DA1-B283-21E6075D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1FA016-D514-4816-AFA2-C9F0139C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9551B4-8FE1-4428-9FCF-CB47A8BB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DA10FF-E7F9-4CDC-8815-FEF3B13D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FC0699-6BC1-40E1-9C34-00BD1BD1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C4F20-7330-4AF4-A20B-D34D9277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Dataset Experiment와 Release Gate이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B70B03-E4DD-4140-A2B5-A2EF6EF1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22DF12-2DA1-417F-822B-1F9019A7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285E0E-434C-4734-AD07-BB2B0C94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offline_eval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347533-1E04-416F-B7DE-D8A3A5EA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6C83DA-9F02-4E19-B8FE-313D9ABB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64D274-0CE1-42FB-9DF8-E5DDF084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experiment_result.json과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5AE0C6-EA1C-4734-A262-AFDE84EF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Human Feedback과 Annotation</a:t>
            </a:r>
          </a:p>
        </p:txBody>
      </p:sp>
    </p:spTree>
    <p:extLst>
      <p:ext uri="{BB962C8B-B14F-4D97-AF65-F5344CB8AC3E}">
        <p14:creationId xmlns:p14="http://schemas.microsoft.com/office/powerpoint/2010/main" val="1964438507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0C7F3-DBC2-4EF5-BDAD-201285C9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16817C-6AD3-4FA9-B6CD-14E648D7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5 · 5차시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832DCB-3864-4AD6-B13A-4EB8625E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12:50-13:40  (쉬는 시간 13:40-14:00)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1BE41D-C64C-48A8-B205-9F74EBA8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Human Feedback과 Annotation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64E64-F287-4F10-BB15-50879B1E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Annotation · Feedback · human_feedback.jsonl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D99226-97C0-4629-B0E7-057B6006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81-492B-4B24-8BA0-CF5F6F89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303E2-D4C4-442D-925C-EE657643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EEB3FA-344C-43D1-9562-D7C32722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E4CBE-5DD6-4615-AFE4-50C22FE9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FF8F0-FCEC-4810-8F28-EAAB7CE3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B7A627-5E24-47BD-AA01-3D145B39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human_feedback.jsonl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340EE9-8EE0-47B9-99BC-B06AD219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5 · 통합·관측·평가·배포 · 5차시</a:t>
            </a:r>
          </a:p>
        </p:txBody>
      </p:sp>
    </p:spTree>
    <p:extLst>
      <p:ext uri="{BB962C8B-B14F-4D97-AF65-F5344CB8AC3E}">
        <p14:creationId xmlns:p14="http://schemas.microsoft.com/office/powerpoint/2010/main" val="1646067140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8084CB-4847-48CA-903E-E2DE7931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9BFF8F-5172-4060-ABCC-DB2B08AE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C1D0F-664F-47FF-B8F9-B9E0F839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880392-2D3A-4C7F-BBBF-F2AF981F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1BD9A-17E9-4990-BC3E-83DA2540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B7412-8011-465B-B14B-14D40A3D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39DB1-3AD2-4169-BB56-FED32424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92209-ADC9-421D-B69B-D563EC6C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9282C7-7F3F-4BF8-973A-AE8B2FA5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experiment_result.json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AB52C9-A9A8-44BF-AC72-CD630ACD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59D87-7BF2-49E8-A852-679A9186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9445C0-2758-4031-A601-11739F70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Feedback과 Annotation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96FE6D-857C-4664-BC4B-E9DDB855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1BAB50-84DA-4E6A-846E-233266F8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A49885-D188-477F-B06F-5F4423EA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human_feedback.jsonl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1B79F0-C61C-4C53-A4A0-433FF869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F7ED55-B7C4-4D2A-9468-BCF37130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AC5D37-1DD4-4AD6-B92E-DA13736C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PII·Retention·Incident 운영</a:t>
            </a:r>
          </a:p>
        </p:txBody>
      </p:sp>
    </p:spTree>
    <p:extLst>
      <p:ext uri="{BB962C8B-B14F-4D97-AF65-F5344CB8AC3E}">
        <p14:creationId xmlns:p14="http://schemas.microsoft.com/office/powerpoint/2010/main" val="1274944697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CC727E-8451-44E3-ACE3-00F0F1A0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3B1E99-5CCA-4C09-BB29-B46334B2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9CB24-E433-473F-8A58-4A3C902A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0684D8-FBC9-4807-9573-547AA2A6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154E7-B235-4B33-9F9A-EFC2B051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E57E29-CDA0-4FD1-AB60-A03227E2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단순 thumbs-up은 어떤 오류를 고쳐야 하는지 알려주지 못한다.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F1629-9A3E-4493-855B-4B7DF5CA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approve·edit·reject와 수정 이유를 label로 남긴다.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948907-48A7-4C46-B73B-E84E3527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DDC4C-851E-4F08-8A4F-D869C59E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human_feedback.jsonl</a:t>
            </a:r>
          </a:p>
        </p:txBody>
      </p:sp>
    </p:spTree>
    <p:extLst>
      <p:ext uri="{BB962C8B-B14F-4D97-AF65-F5344CB8AC3E}">
        <p14:creationId xmlns:p14="http://schemas.microsoft.com/office/powerpoint/2010/main" val="1604706027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39559-2F8F-4F9A-9DBA-23BFA0D4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306C0-3E7F-4456-B860-65E6AB5C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8EDBE-4D88-48CF-86DA-698339E6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AFA13F-B393-4159-A1AD-B53694A9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CC37F-4191-41A9-875C-150F0680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AEF88-DBEB-4C30-A5DB-3526ABE0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C46DB-1CCA-41FF-A999-8F546CE7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07062-57AC-4589-AB96-C6B312A4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approve·edit·reject와 수정 이유를 label로 남긴다.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DD6F7-A5EC-4F91-B1AB-99F78EB8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B354A-D112-4CD8-9550-437EF99D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ABEBFE-92A9-4115-B2E3-98E5CCF4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수정 내용을 곧바로 training data로 재사용한다.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BC15AB-0487-4EC0-860D-30F9DCA8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C05306-8D25-45FB-9F79-A6A86153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024344-AA8C-4EA2-B194-9104D21D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human_feedback.jsonl에서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520706582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C06FA8-98FD-459C-AB2F-F98F9411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79B1F-D26E-4DE8-8A8B-3AEF156B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C8041-05A3-48DF-9603-D18AEF19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96F705-9F99-4D9E-9ABF-0FE19937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8B9BD-AECC-4375-A171-F9D62766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37433-B0E1-4A90-A042-D7885617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70A59-54FF-4D8C-9840-A649AC07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7A3758-6380-4379-9D2E-1973A090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05430F-0F37-4C9F-8A1E-3DB35865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0C2B4-7867-414C-A226-EDDD15CC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4ABDB1-D2F3-4885-8A9C-8442FF75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AF9C58-A123-4676-AB85-CCE4F6D1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Annotation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1C1903-6DC3-47AC-932B-FD04A22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C47D0E-D06C-449B-92DD-487C4EE9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사람이 결과에 붙인 label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B8CCD0-EE41-49B7-97F0-FA7CA572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83E10C-5F69-4CF1-821C-772ABAEB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Feedback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7A985A-42A9-4FC8-93D3-2D2411A6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137AA4-2FC1-4AE5-905C-1BD53088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품질에 대한 평가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755ADC-146E-49A4-B5EF-58B93341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91AAE8-22A5-4FB5-B09F-6BBB73F5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Queue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62CD7E-7B71-44C3-B73D-A656EB9D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67A5A3-0413-4581-89E0-3138E12D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검토가 필요한 실행 목록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CF2598-CB1A-4939-B142-9B7796EF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16C0A3-44AD-48D3-B4BA-86A2E217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Reviewer agreement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A6EA0A-1E9A-425E-9037-670E9700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2CF30F-EF90-442E-8AEC-71176F45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검토자 판단 일치 정도</a:t>
            </a:r>
          </a:p>
        </p:txBody>
      </p:sp>
    </p:spTree>
    <p:extLst>
      <p:ext uri="{BB962C8B-B14F-4D97-AF65-F5344CB8AC3E}">
        <p14:creationId xmlns:p14="http://schemas.microsoft.com/office/powerpoint/2010/main" val="1179302925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9E6295-58CE-4E4C-B382-36BCC667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65F9D4-B90E-4434-83C8-D49A900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F154C8-61C7-4E5D-B404-5E394AE4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2C51D-8086-4AB5-9A58-94F06D4D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FBF074-7457-467F-8AC3-EA38EE7F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F8B04-C9D6-4B29-A666-A523E06A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198137-DDC8-44C3-BA3C-2EDB5B4A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45E77-90AD-4342-822F-CE04ADBF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0CEE3B-6022-49AF-9E58-8A0F1D71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08BD5-5279-4C98-9ADC-BE885F46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7A30B4-469A-4B9D-AF38-5D6917EE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HOLD sample → 근거 표시 → 사람 결정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E2B51-9995-47FD-9AA9-CD9F351B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6543D1-F05D-40B3-9536-8A32351A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7CA4E-E22C-42AD-9086-1DB02DC8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human_feedback.jsonl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2C5B84-0391-4F44-BB2E-A516E5E2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DB1F64-FADB-4D07-9312-B3DB646C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CF243-316A-4998-92FB-6B902964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approve·edit·reject가 reviewer·reason과 저장된다.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PII가 있는 raw content는 annotation export에서 제외된다.</a:t>
            </a:r>
          </a:p>
        </p:txBody>
      </p:sp>
    </p:spTree>
    <p:extLst>
      <p:ext uri="{BB962C8B-B14F-4D97-AF65-F5344CB8AC3E}">
        <p14:creationId xmlns:p14="http://schemas.microsoft.com/office/powerpoint/2010/main" val="1074871602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2C48F6-8571-4C7A-9C4F-3529B5AB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1FECB2-3EDB-48E6-8ACE-430F3541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1F039-09E9-4FDD-92C3-21835588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9E3ED-78A4-4591-9D64-C025CE01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3CBEB-33D1-452B-A825-C1F9102E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E2BD5-137E-48EA-9429-69A8FAAC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356F7-2E6A-48D9-BFF3-AE1678DA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5CC824-EA37-49F6-9D8B-E19C0AA5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60CFE6-8814-4460-BB62-2AC6B615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HOLD 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3779E6-6F1A-47A8-95AC-BFC962F7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1EC4B-B865-4631-97A5-231FF5FB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B7E6B0-1CBE-49BD-8DC2-D2EBFD84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E2AA35-447D-41A0-BB26-AFD9F710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E60C72-C6F8-4F05-8987-E0CBD552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B5D0EC-296C-42D2-BD9C-F37A846C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결정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528EEB-7EBD-42DD-9A55-9A0D72F0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AC8FFE-25FF-4605-9A35-315C4EEB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19DA4A-F4E3-481A-AEB5-AF5D30D3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reason label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20C8DD-1B0F-488D-93A9-8CBC1BCA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DDF8D4-8FCC-43B9-B383-CB5839B7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C576D1-8782-4E01-AEFD-660661DA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dataset 후보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8AB13D-23EF-4F7A-8B0F-7D03F666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human_feedback.jsonl에서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508799535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4D92-BD15-42A9-9BB8-CBD9EF8A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726A7-DA4A-4B97-BEA0-637F19F1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FC04B5-04ED-4631-89ED-74769BBF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B45829-226F-4736-997F-FA19322F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DF339-C1BB-4E9A-8A13-03E92CF0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FFB68-075D-4464-8E80-F9FA1B63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3E39EF-4649-475F-ABAE-EDBF0C61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8540FD-48D1-4986-B35C-B9D399E2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approve·edit·reject가 reviewer·reason과 저장된다.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27956A-C416-4DAF-8277-A0455B6D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2A768A-9FF9-4C25-ACC7-44DA9E22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ABD3D4-8C35-44EB-B7C2-3F919979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PII가 있는 raw content는 annotation export에서 제외된다.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8472C6-E0A7-4D4F-BB1B-4904444E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D8D38B-2561-43A2-A36C-ECB51CC5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E90BDE-91D4-4E16-92D7-24588D0E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1FBD59-C7C6-4265-93F0-1622BE52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3436F7-5726-49DC-AB14-C18C4EF2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6DD0F3-710A-41CB-A7DD-D8B98C58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식별자·human_feedback.jsonl</a:t>
            </a:r>
          </a:p>
        </p:txBody>
      </p:sp>
    </p:spTree>
    <p:extLst>
      <p:ext uri="{BB962C8B-B14F-4D97-AF65-F5344CB8AC3E}">
        <p14:creationId xmlns:p14="http://schemas.microsoft.com/office/powerpoint/2010/main" val="89483566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AC3BE9-7A80-497A-BBF0-429FF454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E30F8-48DF-4D19-9786-C85965E5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36BC19-639E-43B4-905A-F524DC29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8A2665-CD72-4467-88C2-56CA91B0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DB01DF-14FE-42CA-9887-8148BA2D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B4322-71E2-49BC-8652-9C9AF5A2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5F2CDB-16F5-4438-BD01-37980FF9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D94CFB-25A7-40B6-8E09-2C6F61C6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7175AE-2AF3-4820-8863-FB2BEABA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0CC98-FEB7-48F0-836B-8D40472B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55F1C-6B20-408F-9BFF-1D4A8B3C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37F4DE-FE0F-4C60-92C7-659008AF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C33066-894F-49E8-BB10-356F091C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20F821-366C-45B3-A6F5-78E2B4A2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9BF87F-6AAE-4BDB-8375-078D6B10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web-demo/app.js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0A5757-A1BD-4B90-8F43-862EA04A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FC1014-5C77-4F79-AD94-FDE90122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559220-F76B-4F3A-BBE6-CE50D31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1964553915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05BEA0-B783-4BF3-9EE4-66599A9B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Human Feedback과 Annotation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CC98A-CF8E-424E-8872-E6EAD0E2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6BC23-7485-4BFC-A30C-449A0DC8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7DCFF0-6BF7-487C-BA25-5FF6B35C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97D34-6643-4363-9607-855ABA40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4EA9C-DB73-49A5-83E9-41BC5F14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036B9-96B4-497A-9FAC-A58C6FC9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단순 thumbs-up은 어떤 오류를 고쳐야 하는지 알려주지 못한다.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B5CD09-3335-4E53-9E7B-E50549EA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0D7C9-3B6B-450B-9A53-66EFF3B9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A08F1-80A0-41E8-9FCB-C625711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사람 수정 내용을 곧바로 training data로 재사용한다.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BA4E5E-C543-4D68-BAF2-91335ED1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동의·비식별·품질 검토 후 별도 dataset 승인을 거친다.</a:t>
            </a:r>
          </a:p>
        </p:txBody>
      </p:sp>
    </p:spTree>
    <p:extLst>
      <p:ext uri="{BB962C8B-B14F-4D97-AF65-F5344CB8AC3E}">
        <p14:creationId xmlns:p14="http://schemas.microsoft.com/office/powerpoint/2010/main" val="303070884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8CBC10-E8BD-4BD4-95A5-496659BA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7C4628-0789-4849-99ED-8CEAEA54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CD3CC-C003-4DF3-A67A-CB2E12FB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F3E6D-556E-4512-96D4-BDD72F38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115D39-234A-4F73-A120-24C4179A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0CDB0E-4767-4CA9-92CC-04E3C48D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33265-9F77-4AAB-9163-4B231083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4C46C0-FDF2-49DB-9A82-210D294C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91C79-BBE6-4566-A6B0-651EF6B6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FDD19-A975-41B2-9115-F045A07C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172BB6-A04D-4957-B5DD-A65756F8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F7FA91-EF0F-4D5A-BD29-E07EBBA8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2440A9-20DA-42BA-AE36-AEAB028A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D1535-FD6B-47FE-A923-8304278E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Annotation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41D1EF-6496-4BCD-8B3D-E62F1B2B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6052E0-5515-487B-9BDD-90EAB24B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사람이 결과에 붙인 label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47F788-2215-4E48-BDBB-FF4A1128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E5F218-08BC-4E4A-89BB-36EDD89D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31C07E-E7CC-469B-9DF4-CE3A8A21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238167-6E71-49B3-BE42-D92BB1C0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Feedback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9A9112-E494-48DC-AFF2-77B110A3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5D16AD-5524-48E7-9F07-89E1426D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품질에 대한 평가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44B28A-FAC1-48A4-B1E2-F43EF610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692550-356B-4533-89D3-A1149B36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6AEAF2-671B-4247-8F24-D1BEAF1F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1E4CCC-AD2C-40B3-9296-75FABC1F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Queue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59A6CD-2AC5-43E9-89FB-B82472BB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6C82D9-1A80-472C-8A67-3DF57D60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검토가 필요한 실행 목록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4AA465-8500-474D-9014-08BFA118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44AB84-66C9-4C5D-894F-37D42BFB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EDC67C-675B-4508-B62C-0247D07D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C16602-3764-47D0-AE2F-A779F755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Reviewer agreement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369455-A3A9-4DF3-8500-8FC9FADA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1DED579-C4C4-4CCA-B4C2-BCF96A07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검토자 판단 일치 정도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F027E4-274F-4395-97C8-5507568C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4624FA-0844-4759-8499-1B990644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579897713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969908-D8AA-43E4-8FDE-72DA1D3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56CB3F-CC8F-47B9-ABC8-D8E6B47A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34694-6054-4377-823E-E7EAFC58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EB0E9-9CCA-48E4-800F-19A16807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A24675-05AA-4674-A573-A3F84AEE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6F2B2-2B86-45CB-A9A3-1A857EA8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8EA201-0CD4-4D20-B260-77E3711D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E8495-600A-4EFC-A1EA-6B1945EA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FBAF3F-BA06-44AC-A394-FEC018CB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사람 수정 내용을 곧바로 training data로 재사용한다.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861D0-6541-4E2D-A94C-3074F831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7CB8E8-E009-43C2-9A53-B10ADB96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단순 thumbs-up은 어떤 오류를 고쳐야 하는지 알려주지 못한다.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9E0BD3-F1B9-4C6E-BFE9-EA53A1B2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7756532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9FF811-321F-4E98-AFEB-8EF1843B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31A1D9-5301-4E5F-BB1C-7AD462C2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651C5F-9EF4-493C-B241-BC6CC396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E8A983-F645-4296-A10F-B4CFBFB0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A473D-8D3C-468F-BDE9-DDCADAF2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68F13C-1169-4A92-AFE2-D8350889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F834D-7727-4C3D-AE44-43BB302C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B2488-D29B-4480-B523-6B9F544F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3CFF28-679D-41F5-A306-967465F8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PII가 있는 raw content는 annotation export에서 제외된다.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69BD75-F15D-4C12-AB62-70885829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6C7426-39CF-477C-BC6B-EB7BFFD2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42AD7-8FE0-4A45-999F-53476244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사람 수정 내용을 곧바로 training data로 재사용한다.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8A10B6-38EF-47B3-9621-7D488AA2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3E273C-2E82-429B-BD58-447AE3AF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8D7298-BF07-4E27-8127-2CF23644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동의·비식별·품질 검토 후 별도 dataset 승인을 거친다.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22A15E-895B-4117-AC64-E95120FD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D9C0C4-A2FC-4C6B-8F3C-A3DA0449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C1D26-06D7-408B-A080-B9AC2A8B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human_feedback.jsonl과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05308857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97D4B3-E4A8-486B-9631-F2ABCBB5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54AB31-559C-407A-8867-E1160FDE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0D690-44BD-4004-98A5-4FE7AF70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642540-1D70-4BF5-90C3-B35B69EC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7D9841-660A-405F-83C6-9B727D1A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025BBD-465D-4048-AFF9-7CC98B66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6ce798f874ab3"/>
          <a:stretch xmlns:a="http://schemas.openxmlformats.org/drawingml/2006/main"/>
        </p:blipFill>
        <p:spPr>
          <a:xfrm xmlns:a="http://schemas.openxmlformats.org/drawingml/2006/main">
            <a:off x="5010150" y="18305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3B614-4FE5-4875-A6AC-D5D10AD5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feedback schema와 allowed label을 구현하고 unknown label을 차단한다.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E898CD-A3D9-48C5-B1E7-2773DC1E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485495868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31EF5A-0692-4D55-81C9-1B917E5A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78DFE3-8364-467B-9817-2B15096A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11ED4-F539-48E0-BC2C-4B40BAD1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CCC1ED-DE0A-419E-8FFA-1DD8FBF2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0E5F6D-C526-4E67-BF65-C3ADDC5F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AD45B0-C20D-4B26-A2C7-0910129A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BB3E1-A52E-4ACA-935A-1384E436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935437-460F-4EE3-A3E9-66E38103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91C77-347C-4AF8-B41A-70AC373F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feedback schema와 allowed label을 구현하고 unknown label을 차단한다.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B0459A-66EC-41C6-AFB6-76382F3D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0102D7-FD29-49EF-B318-32A6B558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F188FC-495C-44EC-B6B9-261195A4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web-demo/app.js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DFC5EB-34A5-44DB-8E50-E1FCE83D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41F611-34A2-4470-AD05-7B8C6508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D1AD5A-FA2E-48B5-8C88-B76B78273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approve·edit·reject가 reviewer·reason과 저장된다.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PII가 있는 raw content는 annotation export에서 제외된다.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884010-E5A7-4C68-9E29-0C9612E1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518D42-CB70-4743-86F6-8FDBFF90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6428B4-5C46-429F-923E-0EBCDBE0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928588891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220419-99AB-4A51-8A95-BDA1EE70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23E53D-F4ED-4B73-AD9F-E9E888E9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655850-084D-46F2-A3DC-2466E9B9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CCA2A-9CCB-48A0-A1D4-85FA8CFD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1B52D0-594C-4285-A848-40660163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94C97-DF5C-4CFE-8301-365B0A9B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8F4D01-4641-41C7-A3AF-9D6B8079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D0839B-E56C-4041-A053-958048C7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1E90F-D01D-4993-A73F-46E152F6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47717-A012-4799-B98F-606B3E09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4F4E8C-6AD8-4C6A-85B3-DF58216C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24B1C-718C-4AAA-A417-0450CC72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0150D2-D155-4E0A-A6B6-06F9C1BD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656750-0CB5-4A98-9078-DB5DE9DE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approve·edit·reject가 reviewer·reason과 저장된다.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19021E-5AA6-490C-ADC5-DBD1C45A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D643EF-961C-48FA-A6A3-8343EE74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957F1E-C6EE-4223-A19E-509F6051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7A258E-B82E-4220-88E4-21C1BFD5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PII가 있는 raw content는 annotation export에서 제외된다.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4175CF-D70E-4024-935E-88BD22FB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AFBCA8-BFD8-493C-AEA8-F58E5816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E851CF-6982-478E-8E95-8ECCBF4B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B560D7-E190-499D-99B9-C8FA7014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364079996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D9A8A3-8044-4FB8-9BBD-70A0829E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855C6B-3CFF-44A6-8CA9-D44344A7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F74F31-5D83-4142-B9E8-D3FE84BE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01D8AA-68F4-4EA4-B09A-52688AD3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A2A512-5730-489F-B382-2021E10D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5C6E90-94B9-4BE3-9E69-C44FD84F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1013D5-FC00-4305-B8A3-3CA2BE67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54B36-E3C7-4A5C-8AA3-C6B5B3E0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0D547-9F20-4262-93EC-F8683DCF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src/meeting_agent_workflow.py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82B73E-EA42-4B08-ACB7-E58C83A2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69A40D-3111-4A1F-ADF4-9F2C691F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6BE2A0-B8BE-4383-9FE4-19268191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src/langgraph_lab.py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6969D9-E799-4165-A7D1-7E0F5635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F3F160-B416-4FFC-B914-2165000B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EC0C6-0280-4B75-AE4D-857F015D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src.langgraph_lab --decision 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6A367-8801-46F9-8AE3-E31B0C8E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62C5E1-5C30-43E9-932A-217E97EA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738456-CFA0-4896-B2C4-B2F65D2D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approve·edit·reject가 reviewer·reason과 저장된다.</a:t>
            </a:r>
          </a:p>
        </p:txBody>
      </p:sp>
    </p:spTree>
    <p:extLst>
      <p:ext uri="{BB962C8B-B14F-4D97-AF65-F5344CB8AC3E}">
        <p14:creationId xmlns:p14="http://schemas.microsoft.com/office/powerpoint/2010/main" val="1804466065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6D952-CFB4-4AE7-A6F2-40F9F57D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BDAAB7-9BF2-429F-BD47-4F44B594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79808-23E6-4C05-9F5E-EDC3EECC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0AA19-61E9-4C54-92C5-A640C26D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FA7DF0-A27A-412F-ACE6-676F7F72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0C8A74-56F2-49F9-933D-AD3D5E4F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4567F-C358-4500-9BEE-8DFBD126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C4ADF-DB20-4555-BA95-D99734E8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CE169E-E4AC-4AD7-86AE-761DD7CC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src.langgraph_lab --decision 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B0AC5-6260-4C8B-A992-F300BE8E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CA9389-B0BE-4D70-8F0D-3F8D9A72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408109260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1B35B7-98DC-4D97-B1BE-738D1C5E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6F246A-69C4-4FF0-9E37-C579FDEA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4E30C3-67CB-4B83-8A31-D555F040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2CED9-EF62-47E8-B8FB-C45546DB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3E7D7-5D89-4640-B542-01A8F294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1DEAD-926B-4E50-9DA6-81F63786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47DF94-BB6F-4BDF-BDF1-9A40B41D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E93A61-32D5-4661-A1F3-4AE1DD52B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E112C2-DEC4-4E07-A0E0-9EA6FB68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3B74C4-D826-4C1B-A24D-91EE7043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human_feedback.jsonl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69DA47-D559-40BB-BD18-DD2A2301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89F182-4878-42D6-A53A-49362B5D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C0C5FA-AB8A-4091-BCD9-0747F945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approve·edit·reject가 reviewer·reason과 저장된다.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PII가 있는 raw content는 annotation export에서 제외된다.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02615490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EC7ECF-AC50-4A47-8314-D9F87589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561E81-F3C7-4AFE-AE29-08DDB3D0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D4D020-E070-462C-B246-00D53817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863D8-27BE-41F6-81AF-C67B0A9D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256CAA-0243-4C3D-88FD-10F7A9A8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8C165-CDDF-46FE-9854-C86ED374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7CEB1-73AB-4AEF-9461-AF579EED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1CC86B-0A36-4431-AA0B-8BA1203C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수정 내용을 곧바로 training data로 재사용한다.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15BD48-0FD2-4838-AB3B-716B8235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D486DA-A598-424E-A08B-B03A2D23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F93EBA-C986-4E1F-952A-DDF77A0B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동의·비식별·품질 검토 후 별도 dataset 승인을 거친다.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F64FFF-73D4-4146-89A9-29237729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PII가 있는 raw content는 annotation export에서 제외된다.</a:t>
            </a:r>
          </a:p>
        </p:txBody>
      </p:sp>
    </p:spTree>
    <p:extLst>
      <p:ext uri="{BB962C8B-B14F-4D97-AF65-F5344CB8AC3E}">
        <p14:creationId xmlns:p14="http://schemas.microsoft.com/office/powerpoint/2010/main" val="796433171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2381F-288A-4B88-9C31-FE08F57B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238EF-86F2-42F4-9EAD-90E810A0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863FD8-B2C8-4B5A-8F60-B58419C0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8C5910-CC6A-4616-AE69-5E40FE61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AE41CE-97FF-4D9A-B8A1-C0092A7B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3C0A0-94E3-4948-9DA7-1D0B26B9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1B32A-9A99-4A95-B8F5-F6604051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2E345C-5E06-4A70-88C3-F35832D1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web-demo/app.js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971F40-9C10-44ED-82C9-89AA252B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A10EF1-971D-4EB9-9147-10E763E1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731153-0383-45AC-AF3A-158F4912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F4AE04-307F-49D7-BF4A-4B094336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approve·edit·reject가 reviewer·reason과 저장된다.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human_feedback.jsonl 저장</a:t>
            </a:r>
          </a:p>
        </p:txBody>
      </p:sp>
    </p:spTree>
    <p:extLst>
      <p:ext uri="{BB962C8B-B14F-4D97-AF65-F5344CB8AC3E}">
        <p14:creationId xmlns:p14="http://schemas.microsoft.com/office/powerpoint/2010/main" val="1228770742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6200A6-CE52-4D0A-AC59-0895B823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A04BE-D939-4C83-AD03-6BB96B05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317F1-2744-442F-B1CE-5B60A4F2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D38D2B-825C-4A7F-B9A4-BEC4E95A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2AD624-F9AE-42C3-8BCF-A76B7B95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9E444-045C-4576-9B7E-18965057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5AA58B-2F13-4311-BE7C-BC41F6CB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feedback schema와 allowed label을 구현하고 unknown label을 차단한다.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src/langgraph_lab.py · web-demo/app.js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D0B13F-431A-49E9-A617-147DAAC1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C6DC35-DC24-4E81-A726-36B35817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human_feedback.jsonl</a:t>
            </a:r>
          </a:p>
        </p:txBody>
      </p:sp>
    </p:spTree>
    <p:extLst>
      <p:ext uri="{BB962C8B-B14F-4D97-AF65-F5344CB8AC3E}">
        <p14:creationId xmlns:p14="http://schemas.microsoft.com/office/powerpoint/2010/main" val="1100179023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1143C-09F7-44D2-9A14-67DB3EE8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039302-2419-43C7-BCAD-8F6AEFC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20AB5-ACE1-4658-B2BC-61B2A8C2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A9ACB3-A016-4E17-8FD7-F1FB597B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A4441-5FB1-440A-A6A7-7796E8F7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33358-2AB8-4659-869D-2AFBCB01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56FB7-245D-4B2B-9345-ED2FD235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src.langgraph_lab --decision all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approve·edit·reject가 reviewer·reason과 저장된다.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4732B9-D5CE-4243-8526-D0C7568D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EF580-3AC5-4915-A7BD-B6AA92F0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human_feedback.jsonl</a:t>
            </a:r>
          </a:p>
        </p:txBody>
      </p:sp>
    </p:spTree>
    <p:extLst>
      <p:ext uri="{BB962C8B-B14F-4D97-AF65-F5344CB8AC3E}">
        <p14:creationId xmlns:p14="http://schemas.microsoft.com/office/powerpoint/2010/main" val="52564407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E57EB8-D605-4478-A674-AD9D2F62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1C400-26A6-42CE-9FFD-89031E30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55F4F-C1BB-4898-89F6-6393B883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8947D0-BA4C-4E6F-BBB4-8CD22AD8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9977DD-0426-4CB2-8807-C9CFAF21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627829-D9C8-4568-AA71-52A7EA95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E8080-098D-4726-84FE-830EF81E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PII가 있는 raw content는 annotation export에서 제외된다.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동의·비식별·품질 검토 후 별도 dataset 승인을 거친다.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27B3F-343D-4027-8907-37256993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29C80-6656-40F0-AFB0-6FC942C5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020394326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E92CB-6A6F-4CEE-ACC3-24C6AA26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440F3B-D710-47A2-9C30-1A8689FD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3106A-BB45-4FF6-AA0C-925CF0EE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25A9B-9CEE-4FEF-A08E-72056E07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BE9E2-F6D3-4177-8533-E585F1C4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CC18F-BEFC-46CB-A8A5-CD408DDB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B44C6C-4459-4CD0-A460-A92E2F45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36A45-8FD8-4C49-B0CE-9AAE0906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7658CD-4B1C-4D06-98A4-EFFE156C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approve·edit·reject가 reviewer·reason과 저장된다.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A4DA99-4B1C-487C-A910-56762BEF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275F6B-F1FB-4BB8-AC63-34BB0A1A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57D790-7350-431E-A38A-1337DFE5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760DF-D3B3-4136-98A2-D64F1B83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548A51-5771-424D-802E-7E3F92B3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B6849F-2493-4BC9-94AF-BBC79ADB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58C50C-84D5-49A7-9DEE-C43405EE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3F8967-75D9-43E7-BFEB-6DE3472E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0646B-96A7-49C9-9EE7-65EF96D3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42124925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14F3F1-7C5B-4818-811D-A97ED0DD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A63BEA-F351-4D86-B7C7-C43BE290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446A18-08F0-4211-9186-22B4F76E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40E45C-01DE-4C17-8725-7FE42B20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59B903-56B4-4EE2-8F43-59B750D9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06DD82-D43C-4260-9E7E-06AECD62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8BE452-1EE3-4640-A86E-7DE13353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42D4E9-0E3A-4A06-B454-E253B05F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55726F-F842-4A3B-83B3-935649FC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PII가 있는 raw content는 annotation export에서 제외된다.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9876FB-7605-47D5-B682-1025F9EF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20C6C-9722-4677-93AA-A0F3C2A8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A982CD-9BC4-40CC-B36C-3EC3F278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A02324-283F-42B5-94C4-0C92C26A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75101A-3E30-4710-AA1F-4AFA5F17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BD2C42-A5E5-41C0-9012-7BF70006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55BA16-3802-4062-8DDE-71BE3E23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D0099D-304F-4FC7-99F3-4AD36725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498DC6-BBB8-49CF-9F07-E50B394C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2884015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86649A-CD49-44E6-9BBE-550352A8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BECE38-1985-4500-9E8B-C4D81110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F2F98-4F09-4513-9C84-CEF09729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E836C-674F-4E3F-92A8-6D7CB82F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B65C2-89FE-48E5-A6EE-F12AB3E8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D4ED7-1458-4DDF-8E76-1CC5BA7E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BA0B4-447D-4D3E-B944-1863E5C0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운영자 검토 결과를 다음 prompt·rule 개선 후보로 연결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956C83-EE2C-4855-80E1-02B8CC39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07DF6D-1614-4F9D-84D8-891F507A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7B1055-907D-4C0C-98B1-9C06EA14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760942-4A1D-4038-95A0-4EBECD07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0C06C0-1963-4A05-A10F-84BAA19D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CA0D76-7B16-48C5-9A25-EB047AAE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C3582C-602B-4F1F-A247-C7F03164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528210-C848-4B5E-BD4C-240D033C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B99354-B352-4049-9BFC-08752C8E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6AB3BC-44B4-41A5-849C-87F758E6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38508-C863-4438-973F-55BA281E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27F7ED-58C3-434C-BEB0-F90CEB40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human_feedback.jsonl을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83725638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9977EC-EFEC-4658-BE43-7F17CE18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8C0F99-2059-45D8-8F0F-C5900955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E9060-EEF6-48FE-A13A-3251A76D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2BCFFB-2E8C-4343-B860-9DC38855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FEF4F5-29F6-4F79-9C82-D15C7EAD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4F7403-FECA-4087-BAC8-5192E348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F003FB-1F4A-448F-9A6E-70C583B8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운영자 검토 결과를 다음 prompt·rule 개선 후보로 연결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354C56-EB23-4D37-BA4B-3BA391BA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26547-A55E-4FDF-860D-468CEF66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449B6-FC40-43A0-97CE-2D55C95B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0DB3B-D2D3-4312-8C0A-9DFD61A3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E131E-F37A-4EEA-9142-2B3D7D89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CC2F95-0C7E-4266-B376-7FF9574B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080162-9549-48D3-B489-C33B765E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F17132-0DB9-40D8-9187-8A36C70F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448F48-58DE-4C86-99F1-167D3436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745DED-D7DB-44A6-9793-C54AC19A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DE7882-654E-4B5B-9AC6-7D746D1D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20B817-E01C-4F18-91B1-E4E82B98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human_feedback.jsonl과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456249434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6EF0B7-3E1C-4EA9-8F25-CF26B322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A3DA66-DBA4-4746-8C07-8E120147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2A2B0-3575-4DB2-A1B8-7DB1D17A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5EE260-91B7-4938-B42F-134F28CC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F3964-EF35-41C7-B0ED-962E1CB9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5A52E6-0CAC-4427-814D-91B9EE28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230E34-8605-4CE1-9803-AAB4002B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50C305-0DC5-4E88-90F4-A3F45058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EAD9F-76F8-4513-9C0C-5C0ED54A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approve·edit·reject가 reviewer·reason과 저장된다.로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51430-8AF3-495B-B878-6BF4A17B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8A7515-184E-4274-BBA8-18A81DCD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B323EB-C6AC-48A3-9C46-45B8439A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D6ABDC-44FE-4D1E-A9B0-353426C4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059986-274B-4F79-906E-D363540B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DC403F-9482-4252-A9CE-BFA6AE0B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동의·비식별·품질 검토 후 별도 dataset 승인을 거친다.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6F8025-E94C-4B9F-B2A5-9462D885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8AFE16-834D-4F5C-9F98-0831D40E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CB728C-BCD2-453B-A73D-01C1DEF1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human_feedback.jsonl에서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59977554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04E3B9-676F-403E-A7F2-C65CBC1B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D2139-3AC9-497E-9EFB-E50BB9FE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5D3C1-D0FF-47D6-ACD8-1D8CDD23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1B7CC-55CF-4EC6-8AD1-9E9E9B92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FF0222-B101-466C-A8FC-087F7F98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DC72B-3650-4ED1-B19C-55C0F9336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BEC33-C3BB-49D2-BAEC-5E0418DE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0DD4F8-54F1-469C-B571-7446C293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E736A-3A30-45E1-8313-137FBF08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Human Feedback과 Annotation이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5C2F42-0AB0-48A9-A3F7-8C3368A8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12395-0078-4A81-8EC4-387C2A4A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5A4FC4-6182-47B1-881C-BB44261A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src.langgraph_lab --decision 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A6DD81-2BBE-4B0C-AE72-1D4B8825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EDE7A0-CDB4-417A-809C-75CF5544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C5C857-74D2-455E-8528-C27F6D04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human_feedback.jsonl과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8AE9A2-1526-4681-BCC6-2D882B7B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PII·Retention·Incident 운영</a:t>
            </a:r>
          </a:p>
        </p:txBody>
      </p:sp>
    </p:spTree>
    <p:extLst>
      <p:ext uri="{BB962C8B-B14F-4D97-AF65-F5344CB8AC3E}">
        <p14:creationId xmlns:p14="http://schemas.microsoft.com/office/powerpoint/2010/main" val="431755266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DBDF26-CEF3-497D-BB8B-B2C0A8481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8F9A01-286F-4276-A77E-4AE42D79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5 · 6차시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C4AAB5-CDF6-45C8-8F6E-188E9FC6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15:00-15:50  (쉬는 시간 17:30-18:00)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ECCBD-5FB5-4397-B8E3-46654CD2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PII·Retention·Incident 운영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A317C-0032-4530-BF58-6BCC9354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PII · Redaction · ops_checklist.md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86504F-5F64-4002-A944-308969C1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CF9C8D-92EA-4B95-A89D-E889C183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5845B-7DA0-444B-B6BA-BC72F0AB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70157B-85E2-453A-83AD-14925745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5EE4FA-10D8-4821-8477-EB685FE2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471AC9-B2F7-47E3-B67A-A784D872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16C1A-AD72-4033-B694-C813E05D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ops_checklist.md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58DDB4-7014-48C7-A3D6-0A836278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5 · 통합·관측·평가·배포 · 6차시</a:t>
            </a:r>
          </a:p>
        </p:txBody>
      </p:sp>
    </p:spTree>
    <p:extLst>
      <p:ext uri="{BB962C8B-B14F-4D97-AF65-F5344CB8AC3E}">
        <p14:creationId xmlns:p14="http://schemas.microsoft.com/office/powerpoint/2010/main" val="1867599338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C29C1-C4FD-46F5-A616-D1EC6C9E0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D443E7-19C9-4EA4-9BD9-F79F09A4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7100C-873D-4720-B0FD-FADCBD00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B66B8-D0D7-4DF7-B6AA-3D9384A9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A0941B-AF6D-41BA-9C29-393FA223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1DD6BD-B87D-406E-865C-95A81B68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469AB5-BDE4-4295-9BD1-3B231F46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6F4F5B-AE5C-4BBF-B7C5-730CCD93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49AB7-48A9-4DBE-B146-658C0701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human_feedback.jsonl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66D124-9660-40A6-884A-A589FD18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A21F21-453C-4171-8101-A4BE6755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D2111-5B8D-4394-9670-AC39DC86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PII·Retention·Incident 운영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F4C1C4-C318-44BC-8CC0-E5F3E6F1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3C1A87-D13E-4634-9C5A-781A4958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DBBBB7-1298-4E20-AA5D-1A890398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ops_checklist.md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566BDD-F469-43D8-BEE2-DBED10A5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CCC9E5-2B80-4764-9F4E-B3349952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9C4925-C06D-465F-950B-B6D2DAD0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 Candidate와 Vercel Demo</a:t>
            </a:r>
          </a:p>
        </p:txBody>
      </p:sp>
    </p:spTree>
    <p:extLst>
      <p:ext uri="{BB962C8B-B14F-4D97-AF65-F5344CB8AC3E}">
        <p14:creationId xmlns:p14="http://schemas.microsoft.com/office/powerpoint/2010/main" val="644141728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20526-1674-4339-B81E-CE070270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CF663-F2C3-4960-BC64-04A11057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C1CCE-68F1-45F9-932A-E61803A8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BBC0FE-41D4-487C-BEDB-C02075C9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428FFF-13A3-45B5-B04A-01C15F13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D58EC1-F984-46D6-AD63-7FDF8E59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회의·상담·코드에는 개인 정보와 회사 비밀이 동시에 들어갈 수 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858E17-0DEB-4D45-B874-4B45EBD4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redaction·retention·access·incident checklist를 만든다.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C9610B-3A8B-4C24-B5A2-687D3475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715FC1-6002-4938-B794-31E92AA3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ops_checklist.md</a:t>
            </a:r>
          </a:p>
        </p:txBody>
      </p:sp>
    </p:spTree>
    <p:extLst>
      <p:ext uri="{BB962C8B-B14F-4D97-AF65-F5344CB8AC3E}">
        <p14:creationId xmlns:p14="http://schemas.microsoft.com/office/powerpoint/2010/main" val="1570544680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0E4656-8D89-47BC-B290-26D2D854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044C16-5433-46A7-9C90-92FD5101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8710CE-749C-48FC-B334-0D3B0E52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C5249-72BA-4A17-A24D-D0F529EC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252B91-ECC1-4B3A-8276-2CDE3D96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6F574-97EF-434A-AB4E-899E8DB8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C3916-B828-425F-8FCE-1A47A2DE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5219AB-1C71-4A55-99C1-45DE1D68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redaction·retention·access·incident checklist를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D9D49-69FB-4010-92A4-EAB05663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B5FB8-49F7-4412-BB48-3B5D31B7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D29CE-3166-4736-83AE-93FC3681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편의를 위해 원본 audio와 raw prompt를 무기한 외부에 보관한다.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3EBBE1-D620-4DD6-86D3-3D0765CC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5D07FE-EB09-4EB3-B8C9-B4B13FCF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0B97F9-6049-450A-9135-E7EB8D76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ops_checklist.md에서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8478452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177D78-0FD3-4A0E-89C8-FEC66B76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3405B2-3DF4-4471-867A-DD487939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E0BFCB-1D1C-45E4-B7D9-48B8EDFA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68AD4-D96E-4748-B92F-0E4BB2B7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AF0E1-34E8-4BC8-B884-C99E4D4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D4318-DA31-4117-823E-C9464F6E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AF47EE-03E8-4AAE-9431-7A8BE613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A6C388-3D49-47E2-B861-C6C49AC2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7DFE41-B37D-4EBB-AB76-F6AEB5AD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A26A96-41D3-49BB-B8D7-ED64BF5A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4EB7BF-EBC5-455A-9D59-1C777CE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0448CF-CA90-4F33-BB73-3888F8A1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PII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44E20-39DC-477B-8F02-BBEA386C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C9C69-2E1D-4C86-9C2C-863C8309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개인을 식별할 수 있는 정보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AB018E-8DD9-4EBA-AEA7-86513E71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E41E66-1236-4F42-9B8B-C637C36C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Redaction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657F53-A95A-488C-8BB8-EDB0FF8A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76BF18-5116-46BA-8898-95F1EC36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민감 정보를 가리거나 제거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90BBC9-4844-48AC-892A-0B0DD83B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76F642-5E7E-4BD0-B54E-0AB45EB0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Retention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23681B-6DE7-4032-B1CA-98130A2F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B07196-0543-4976-B0EA-2557B352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보관 기간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9B95B4-7B58-430E-BB26-7223340C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6E8A9-5A95-4D72-816C-80379469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Incident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8E6887-2E25-4D8E-8D81-9CD1324C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76BE84-1A3B-4862-BA66-B7AD1863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보안·품질 장애 사건</a:t>
            </a:r>
          </a:p>
        </p:txBody>
      </p:sp>
    </p:spTree>
    <p:extLst>
      <p:ext uri="{BB962C8B-B14F-4D97-AF65-F5344CB8AC3E}">
        <p14:creationId xmlns:p14="http://schemas.microsoft.com/office/powerpoint/2010/main" val="1677329790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AF5C4C-5EBE-4F0C-B0F2-4E1DE17B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39B01-A4EE-4A0A-8CA4-4CEB9000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2E4F6F-0BCD-4E43-A3E4-52CC8283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E771DC-CEA8-48D7-9F51-BF1607B8D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92175-E295-4044-9F42-68B4A5D9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AA601-5EDC-4B83-A925-4A2C95A9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FE9CC7-860C-4972-91F6-0A920134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BED959-DA1F-4AC7-9B27-EA3B3670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5FC481-33BF-4D09-BE9D-7440A5D1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50A147-818A-4A89-BC14-4F1F872C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277C06-5E76-49E7-A51F-A7AD604C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classify → minimize → redact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1F5C5B-2CF2-4D59-BD11-35643AF0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79B011-ED67-4CAA-B8E0-2FB2D72A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BB2184-8DD7-4FC0-9640-8BEE55F0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ops_checklist.md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8B4250-3744-4583-859E-638525D9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FFC2AC-6F3B-4051-8FE4-5C158BBF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E3187C-92FA-4F17-841A-7B3EE539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synthetic·deidentified만 외부 upload 후보가 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local_only와 secret 탐지는 upload를 차단한다.</a:t>
            </a:r>
          </a:p>
        </p:txBody>
      </p:sp>
    </p:spTree>
    <p:extLst>
      <p:ext uri="{BB962C8B-B14F-4D97-AF65-F5344CB8AC3E}">
        <p14:creationId xmlns:p14="http://schemas.microsoft.com/office/powerpoint/2010/main" val="212661981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7C15B4-2F86-4BEF-84F7-BBD8AA2B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AAB54-F8DC-498A-BBCD-4220F17E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1FCAF3-AFA1-4AD4-8C9D-0BCFD9B9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0D6453-9223-4C88-907E-7D36253F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599594-1389-42C8-8558-6ED9DCC5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E8D33-72BC-4251-9A3E-595EA313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EA6BB4-F668-423B-9586-D59B2079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13314-5DB6-4A16-ADBB-7F810C9F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2C3F5-9044-464E-9BD7-CFC054489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classify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BFDA5A-2F49-4046-AB74-47D40D6A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BA2A5-F93C-4114-B29A-52468926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7D110C-E111-455E-A620-3FCCF533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minimize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E555A0-A87C-4120-8196-29FEC139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02B722-A5E3-4F23-9958-92BEC2D9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287BC0-58BE-4218-9B1D-3B91810B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redact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DCC00C-9429-467E-AC3F-EB57DFF5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7279D9-2ADB-437A-80C9-BD0EACE5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1C0910-1B44-4EB3-BD80-F1824909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retain/delete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8BBFC1-F218-43B5-8FD3-5BA2BAF2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900907-76BB-4B48-BE5A-1EAD5FD8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6C99DB-F52B-4212-9CEA-F961A071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incident 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17FE78-D34B-4DA1-913E-F46AE2BB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ops_checklist.md에서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755051908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70F84A-DBCE-4317-99D8-0DC492D9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6BBB3-01CB-4CA4-B2A9-4200C74E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007A18-2343-4E68-8D55-C70AFDFF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9B520-65AB-4E06-88A8-A7F02ABE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29D54E-DB47-486F-AAD9-FE061253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0940A-CC7E-4A0D-82CE-0138142F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B08AB2-8933-4B63-AAD4-4A67277D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7A292D-2CDD-47D2-9819-9C4B65E4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synthetic·deidentified만 외부 upload 후보가 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3DA683-C125-4958-BD94-82E32FD8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E4DC79-8E54-49BF-89ED-9EE3EBACC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3B908-6A72-472F-B126-F1D70A8A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local_only와 secret 탐지는 upload를 차단한다.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CB357F-2D7F-47F6-936C-9C7D5305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AC7752-480C-4A62-A7FC-9BFFB2F3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258D2A-F4AB-42D7-9512-AA532045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4E1DEA-5FDE-4806-8C51-BBB9AB88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00A335-13A4-4C5D-A98D-832CD1B5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A6AED-A40B-4CDF-BD41-8D9F4914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식별자·ops_checklist.md</a:t>
            </a:r>
          </a:p>
        </p:txBody>
      </p:sp>
    </p:spTree>
    <p:extLst>
      <p:ext uri="{BB962C8B-B14F-4D97-AF65-F5344CB8AC3E}">
        <p14:creationId xmlns:p14="http://schemas.microsoft.com/office/powerpoint/2010/main" val="1370910687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000799-3F10-4C38-9C60-49F9183A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4B84EA-CBF8-4AC7-8FAD-3EA9A6F4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8AF93-C5F2-499C-AAA2-88B5B090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70EF40-B249-4362-B8D4-A86A1B57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5CA7E-563E-49DD-A417-D0E82ECE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1BC79-D94B-494A-AC83-FD38349B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BF93E0-5607-492F-847A-620B2DA6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7CCEF0-C934-4700-A8C0-3F3CBE02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57BB79-9D01-4276-A9D2-87E2678D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src/observability_lab.py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BF8768-909D-4B22-8CE4-D3D00CC3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4E3F2B-8178-4E51-B31E-9949FD16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2ACAB1-1680-48BF-A5A6-9116A6B0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6D6A9B-AE3E-41E8-8196-E70E5E91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874EA8-48E7-4273-82C9-A3C58A4B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58F3FD-AF5F-4FD3-8C58-098A9D07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7051CE-DF25-4559-8B3C-FB92FA33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C21341-7886-474E-9147-073F9979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3B2F39-41FD-40B3-A09F-B796FE83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materials/day1/강사_회의음성_라이브데모_런북.md</a:t>
            </a:r>
          </a:p>
        </p:txBody>
      </p:sp>
    </p:spTree>
    <p:extLst>
      <p:ext uri="{BB962C8B-B14F-4D97-AF65-F5344CB8AC3E}">
        <p14:creationId xmlns:p14="http://schemas.microsoft.com/office/powerpoint/2010/main" val="189462255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476DB-0731-49D8-BE4A-5ED0E989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PII·Retention·Incident 운영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A6235-8246-4009-8FD0-3B42CE96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659D3-9FAC-4CBA-800E-F90F3B4F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539AFF-FE4F-4D8D-BBFD-1EDC0358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25EB83-FD8A-4199-9FE7-963BFE77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59C0F9-7E1B-4A39-A2E6-35099DA5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8103C2-8D6D-4E7E-9BD0-25760AE0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회의·상담·코드에는 개인 정보와 회사 비밀이 동시에 들어갈 수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D335C1-D8FA-468C-BF8E-EACC7BA0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61BE60-2583-4700-8FBF-7D74ED83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03B4F9-11DB-4B9F-971A-884657CB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편의를 위해 원본 audio와 raw prompt를 무기한 외부에 보관한다.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72C084-E6F2-4B42-AE31-D115501A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목적·동의·최소수집·보존기한·삭제 경로를 배포 전 결정한다.</a:t>
            </a:r>
          </a:p>
        </p:txBody>
      </p:sp>
    </p:spTree>
    <p:extLst>
      <p:ext uri="{BB962C8B-B14F-4D97-AF65-F5344CB8AC3E}">
        <p14:creationId xmlns:p14="http://schemas.microsoft.com/office/powerpoint/2010/main" val="890804447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67FEA2-BF77-4852-9CFF-6B030FC5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3CD94B-22C9-4EBE-BF81-7B066730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698FA9-9673-45CC-AE39-3D4CE486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1DCA3-D8AB-4CFD-80C3-6D57101D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13433-7CEC-42D8-9ECE-7976F8A9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F8C93-CA40-40E8-AA33-B49C6015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CBE5B-4069-4EF1-A83C-F516AC16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0399D1-0684-4629-89F7-02CF2F5E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3198A3-57F6-4FC9-9404-0E9D813E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365A96-86FB-4C9B-BB0B-589D7251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CC77B5-61BE-4BDB-A163-73292961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1781DD-ED00-4308-A508-62A3803C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89EB54-47DD-4A06-B441-B794DCD6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0DFD49-A157-4AC3-A2E0-0874946E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PII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087E83-8C16-47F0-8EB5-CD9388D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8C6F14-D238-43A5-8D8D-FBC1240A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개인을 식별할 수 있는 정보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63E71E-4308-4581-A63B-1F05369C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0943F0-3BD4-477A-8964-AAE6EF68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C41BBF-467F-463A-B979-11C6A10A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7E77FF-41B2-4E65-A296-9D0EE2C4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Redaction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449214-AC47-4ADD-ADB2-D0A2A51B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305625-4C15-4628-B256-82AF329E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민감 정보를 가리거나 제거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B9CD4F-A0A5-408F-803A-100D8658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6760A1-F499-49F5-AA93-223D183B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96F02F-7283-4471-85E5-5CE97A68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6DE303-1804-497B-8806-F99AD3E6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Retention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8BCE70-D4E8-4F6A-809A-668727EF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2A851B-3293-4472-BF0C-A0E9F14E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보관 기간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11F74E-987E-40BB-A8CF-7D62041A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240BAF-1420-42C9-8AEC-71CA0A60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283683-80BB-45A7-B834-4A729076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A3D9A3-E7BB-479A-8D6E-E0C8C2181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Incident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5F8A5-9F54-4FBB-A785-0AF48241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837468-2385-4848-A29A-3A24EB8F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보안·품질 장애 사건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CA2E5F-D3C0-40A4-973A-BF9E1F8C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5D8844-C6CD-42ED-87F5-21BD062D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69878132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755DB0-887E-4A24-8846-F3095AC2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A1399E-222E-4BAF-9ECB-BBF623EE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BFDB88-FA92-4E4E-B503-FC46B017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C0A1E-6401-40EF-943C-8C23D8E1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C2D6D3-CD15-45A9-9970-DF860259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413D2-6C77-4C2B-8C60-6662B4C6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3F208-E00D-43C1-BC65-96D64B6B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41C965-BD82-45B8-9934-FEE45EEA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92A2B2-DFA1-42A2-876A-89BBA5E1A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편의를 위해 원본 audio와 raw prompt를 무기한 외부에 보관한다.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0A9BC-68A3-4C40-B7B5-1FDE39A6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FDF39-DCC8-4F71-8A6D-847CB20F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회의·상담·코드에는 개인 정보와 회사 비밀이 동시에 들어갈 수 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1D2CA-A2A5-44FA-8347-1E6D316A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864704773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52850A-DAC7-4697-AB4A-23E80A75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3CA3ED-6EC5-47F2-A74B-27B9BCA7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7468E7-CAD2-4960-A4F8-E7E88008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C7F821-2929-4E16-9844-5BDA3898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682C4-4CB6-453A-8F37-49CD8FEC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3D0B41-95D8-48B5-9A24-8FD7339C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CE6F2E-2F02-4574-9024-A334ABBD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DE5A0-8047-4D40-A63F-1F654556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329AC8-907E-45E7-AA2F-053E2A09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local_only와 secret 탐지는 upload를 차단한다.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CE73D-6A89-4B60-B768-DCF67F7B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02C916-FD54-49A6-8194-E63E008A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1B541-D4B3-4FD4-BF44-2FBC3765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편의를 위해 원본 audio와 raw prompt를 무기한 외부에 보관한다.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5CB045-1A81-448D-AB48-EC4EF9782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E7FCA-A9E1-4DD4-B96A-BEFEA594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95791-968D-4979-865B-1FE2A0CE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목적·동의·최소수집·보존기한·삭제 경로를 배포 전 결정한다.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E349B4-E030-4EF4-A253-62EB1FFA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57FB50-204A-4A2F-8CAB-BF193A2F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4BBFE9-9B2C-4D65-8472-B53E10AD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ops_checklist.md과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984646018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AAC3EF-9D75-447A-83FB-F2DE4912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8B019-ED10-41C7-8CDC-FC739967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46814-BA96-4ED8-8AC0-8285F0C9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4C2E3-A7F5-4E0F-AF05-6DCE7A1B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227A4D-9477-4D18-88B3-3AC90A70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8C0C0-1166-4BA3-A511-ADCB5AB7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c1e38d9b44232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BD365-1A27-46CD-9B69-748C2416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 scrubber가 token·email·전화번호를 제거하는 정상·실패 test를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AE741C-97A8-4994-AFBE-B2668BB6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96946379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8019DC-076F-47D7-89E5-3CCFCDB2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9B802-F95B-404E-B850-BFA2213E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3E4F0-C221-483E-A2C3-EEF21328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BE5ED-E6D0-4D14-89DB-7A57D824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94861B-81B4-4823-A0C8-71858EA1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E4CF1-745A-481A-BD2C-8FFCE511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A19D15-F5CF-4ADE-8526-48F1186F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F024B-CD52-431A-9CD5-4EAB0055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07F4D-1929-433F-A449-B26DAFD1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 scrubber가 token·email·전화번호를 제거하는 정상·실패 test를 만든다.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F8284F-2D90-402C-8785-1B5EC1BE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E82F87-5D41-40CD-BB08-63E2F34C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DE9754-E2C1-4818-9D9D-B08CEBA99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726B18-7D7B-4F2D-9858-38BD18D7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564D62-FD7C-46D6-9146-FFA870A0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DB3268-42F4-4A19-B74D-8B963272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synthetic·deidentified만 외부 upload 후보가 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local_only와 secret 탐지는 upload를 차단한다.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66D500-BBA4-441C-8C8C-7D40F4F2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6C3799-258C-4D3C-B6D6-B8C10F59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71ADC5-060F-4108-9E99-990DB981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837075964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F3B213-D519-4B50-8E80-B45341D1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52D1E-B29C-4C01-A6A8-4AA25D37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E05CB6-730C-4B01-AE90-4AFB6AD0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C5BD0A-C087-411A-92BB-C7499E2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4B6591-94E2-49E9-AEDF-158BF281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315A0E-5618-4642-8827-AEF8927B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8BC24-3545-4994-B775-E0E75050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6ABBC8-B2BC-49FE-87D9-BC8DB453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1B2213-F299-4C89-BF24-296217D2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1761B4-68A2-4486-834E-7BF7C02E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221E0-19CB-44D2-A9BC-02CD004F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1AD4C1-49F0-469A-BB27-4B20C3E7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F507DC-3325-4EA9-A398-6A71CEDB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6CAA27-F3D8-430A-AE0A-6D26B899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synthetic·deidentified만 외부 upload 후보가 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DEFCDB-19D4-499E-A15C-C6840F31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4C2DA7-A99A-40BF-9D5B-71C9AC3D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C391DB-BED0-4CD4-9629-B9379365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E0D295-B702-4A6D-B747-E9569137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local_only와 secret 탐지는 upload를 차단한다.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926D1D-A12B-477A-B467-63AD6740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9DB8AD-2186-4858-BF58-A892EE82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EC5C4D-83AA-4AF2-954B-EB67AB1C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CE47F5-F48F-4527-881A-E8B09FCD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46509825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940109-109F-4F2D-8B80-BE6F3EEA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34EE44-A420-453F-9D34-7A7F37AF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5AE5F2-69B6-4FE9-8C87-8F3856E2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B85AC5-8B1A-4DF1-AB7D-4BD2DEE3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4825F-850F-4E76-B51B-93C2D7D4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DC82F-4DE6-4BFA-8821-05CD138B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C8C91D-A089-442E-BC51-C60BBD92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A8663-5421-47C8-89B8-09CB729A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AF4795-8812-40AB-8A24-85E2DBA3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src/observability_lab.py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3398D-73F6-409D-8122-A54C94D9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CF1FE2-7DC3-4B3A-AC15-F2C1C2E7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055829-2C89-47FF-BEDC-7E383D58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AGENTS.md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D6AB3-2575-411B-828F-65860E9E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B090A4-EA0E-4119-AB04-ED6A6E21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814F0B-26D0-4A97-8D35-57B7A26D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tests/test_observability_workflow.py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F195E-00A8-4729-803A-A712ACCF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26CF39-498B-4C7A-BFEC-6D6B962A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32F129-F903-43E9-8D2C-F1FD5031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synthetic·deidentified만 외부 upload 후보가 된다.</a:t>
            </a:r>
          </a:p>
        </p:txBody>
      </p:sp>
    </p:spTree>
    <p:extLst>
      <p:ext uri="{BB962C8B-B14F-4D97-AF65-F5344CB8AC3E}">
        <p14:creationId xmlns:p14="http://schemas.microsoft.com/office/powerpoint/2010/main" val="939381020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D85B7-E373-46BA-AD6F-8C751090E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EAAC28-B952-4CAA-8D67-65DC1702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C0CC3-2182-49FD-8753-07A825C3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7EF804-E3B3-4F4E-926C-516286B0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934C2-8E94-45DC-AA25-7FD0B7C4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67A842-14C3-4DC6-8E4A-806992F2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F9B343-27FC-4F04-B09F-54202A1C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05D4C7-E018-41DB-B88A-EF6060A8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D574E8-7B14-4BEE-A11C-48228B58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tests/test_observability_workflow.py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81AF5D-CBC9-40CE-A5AB-090CB12F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39615F-BA49-4A72-B6EE-AB45EB29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6531210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A60707-0397-4ED2-85F3-0A0519B1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073A2D-5E87-485B-811C-EB8A3D2C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8DD31-5851-4D3F-8F04-57F1700B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A1A87B-D3D5-415C-9F4C-A394DC1E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F64078-BA30-4212-86CF-FA9BC7EE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0413BF-6A6A-422C-BCF8-8C0189DC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72199-2031-42E5-B238-B894097E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4FD71-44D0-4FD7-91D5-B72E21D1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894B43-3024-419C-A138-9D3396B6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32905-18F3-4603-BB12-1F3DFB84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ops_checklist.md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6171C8-CB62-4E21-85AF-AA777353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F6A24-102E-4960-85EC-E705C38A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393C20-62ED-4C64-BE25-2828272D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synthetic·deidentified만 외부 upload 후보가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local_only와 secret 탐지는 upload를 차단한다.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464533578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5E1E6E-6B36-413E-824C-98799DE2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F1E93-8EC0-4B3E-978D-B68300CA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CDE33C-16CC-416D-8C49-72D8CB6F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3632D2-AB93-4F30-8E28-2CA7E515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5D143-784E-4D31-B7FA-59122FCF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853B1D-889F-47D9-B3D1-0C5462CE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A096C-0C0F-4541-9C52-B8257470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2A5465-E954-4DC8-BCCC-F2F40A21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편의를 위해 원본 audio와 raw prompt를 무기한 외부에 보관한다.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CA4501-6802-419C-96FF-7F156B1E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1B2521-700E-48FB-90D7-6678F673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3B757E-EE7A-4BF5-9E64-813C3AE22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목적·동의·최소수집·보존기한·삭제 경로를 배포 전 결정한다.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5A0E95-C02B-4EA1-AF04-1CD77FBF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local_only와 secret 탐지는 upload를 차단한다.</a:t>
            </a:r>
          </a:p>
        </p:txBody>
      </p:sp>
    </p:spTree>
    <p:extLst>
      <p:ext uri="{BB962C8B-B14F-4D97-AF65-F5344CB8AC3E}">
        <p14:creationId xmlns:p14="http://schemas.microsoft.com/office/powerpoint/2010/main" val="156992655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78AC1D-46DB-43AD-93B4-2D413949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A105D8-E84B-4364-839B-775AD78B9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232A3-D6CF-492A-A856-C8178FA3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E953DB-72BD-4DA8-A11A-4108FD3E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4D79C-CD15-4A5E-96F9-2BE5A5FA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31EE0-8AB0-4138-BAA0-99D76BB3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CE62F5-3AA1-4318-BCBE-4154D686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BEF075-E056-4FCA-A06F-FA238C81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275D39-271C-4B2A-8317-62A1E961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6838C4-081E-41DB-AA0E-0D16DF46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B1B61C-6326-41D2-AC14-54A35BBB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15049-7D8C-4E46-B33B-7406694D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synthetic·deidentified만 외부 upload 후보가 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ops_checklist.md 저장</a:t>
            </a:r>
          </a:p>
        </p:txBody>
      </p:sp>
    </p:spTree>
    <p:extLst>
      <p:ext uri="{BB962C8B-B14F-4D97-AF65-F5344CB8AC3E}">
        <p14:creationId xmlns:p14="http://schemas.microsoft.com/office/powerpoint/2010/main" val="1659546952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3A5822-CBC0-4DE7-A2C5-13AF0CB3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34DC1-72F7-47A1-AD64-81B91D92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CA9B24-731F-4EDC-BC51-3A7481B5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3E622D-96A7-4200-9BA2-7BF1DE84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8E0EB-7C03-4D2D-9FAC-7965F7D9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B29898-E534-4C51-A89E-73F3F966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2FDE2-EAF4-4321-94CA-0B92ACE2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 scrubber가 token·email·전화번호를 제거하는 정상·실패 test를 만든다.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AGENTS.md · .env.sample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A404EC-76CC-443C-A786-19AEC820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918DCC-D03F-4A4A-A382-E54223D0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ops_checklist.md</a:t>
            </a:r>
          </a:p>
        </p:txBody>
      </p:sp>
    </p:spTree>
    <p:extLst>
      <p:ext uri="{BB962C8B-B14F-4D97-AF65-F5344CB8AC3E}">
        <p14:creationId xmlns:p14="http://schemas.microsoft.com/office/powerpoint/2010/main" val="414803791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3654B-4C96-4547-8518-C16518DA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DF8BD-3938-4BC7-B7E0-A4513122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604C46-CDC2-4819-AEB9-4A06DDF6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58B798-71D8-45E6-BEFB-A92736FE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11630-565A-4F5C-B3E0-02B946AB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030E3-3B3B-44E6-81E9-AA5C72DB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662FA1-16E3-443F-B294-582760C4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tests/test_observability_workflow.py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synthetic·deidentified만 외부 upload 후보가 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AC787-AB0D-4A30-9DEC-66909DB6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F1FD12-29E5-4EE9-91B1-4DBE293D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ops_checklist.md</a:t>
            </a:r>
          </a:p>
        </p:txBody>
      </p:sp>
    </p:spTree>
    <p:extLst>
      <p:ext uri="{BB962C8B-B14F-4D97-AF65-F5344CB8AC3E}">
        <p14:creationId xmlns:p14="http://schemas.microsoft.com/office/powerpoint/2010/main" val="1908085270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8A1FB9-F136-4E58-A558-52F6A985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F1F93-116E-49A9-BA6E-11BDDB86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AB81F2-58E5-4FBF-A7B3-99E17DD3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7B13B-68D1-46BF-B893-F14429E5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1A33A-CE36-457E-81F2-88A57595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AA8C3A-66BB-4071-8034-5995A9D6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04991-1B4A-43BD-BFF8-B34D1A58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local_only와 secret 탐지는 upload를 차단한다.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목적·동의·최소수집·보존기한·삭제 경로를 배포 전 결정한다.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750AB-44FC-4F6C-8FC3-7830F262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9F25B-808F-417E-9029-5A2F9978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50089667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4DDD58-959F-4B99-936F-4C2E6CFC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6C3DE-2BC0-4A2E-96E3-88F60DC7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7984E7-4DAB-4B6E-8756-85E93A87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B3493-1C1E-4A96-847D-FBC78276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870C84-B0C7-4248-B0ED-918EF756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20993-25B1-46B3-9BD8-6E28C4AC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FA24EF-441A-40E5-9D18-FABBCD46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B274E7-4BBE-4EC4-861A-5ED1E5A1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2598B2-0D14-4CED-8907-297CAC8C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synthetic·deidentified만 외부 upload 후보가 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F3A39-A2C1-471B-80C5-9D399446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3CE16D-8147-4C5E-A06D-CBD6B482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83B6E-A59D-48D7-81CC-203CB49C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E5C9DD-9CED-4F92-B174-2B95C573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4F8197-41C2-4F56-9A5F-42B5732A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8B2BC5-6479-43F4-8A83-4A71C52C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CEF91E-F1F5-45BF-B771-BC5E97A6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BD9B6B-0515-4F73-9551-65F61498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0266E3-55C3-46CF-8E8D-2FB9DDC2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910575888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D3FE63-50C2-4EA0-8B28-007324FF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3A516-6591-4400-ABB6-040074F5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E75898-7C01-4F28-9A5E-7E98E446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87B4B-A68B-4AAD-9B74-A3C20654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BD646C-3F33-4642-B392-EBAF8A99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6E177-59BE-4CD3-A487-FA08E59F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71E2D4-87C8-46E5-BF42-765EE317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A5E2A-1067-4190-A66B-E6C9F277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A9D23-BC5B-4822-954F-88E4D3CD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local_only와 secret 탐지는 upload를 차단한다.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F49DAB-0C2A-4DEC-A9C2-9F6BB301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611113-B455-402E-BFFA-EAC52300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A7389-C114-437C-A170-4F3BC7D1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110795-8CA2-450E-9ED5-A0EFF0E7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C260C1-331E-4CEF-8073-59494B55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B73EF0-4E4D-42C3-9149-B44BA982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7156E4-CDAB-4596-91C3-4524D850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AC336D-9C0D-4B1B-8180-CC9C3C59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E18ED8-C952-4648-BBC8-208655D4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807423890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DD2308-8B97-47BC-9327-EB8389B8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B33D35-04D4-45F9-8246-A25310C4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BD6CFD-2300-4D65-9D70-7EA82C02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98C9F-FF6F-4085-AD22-71715F7F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BA36B-9CD3-4E69-ABDE-5B4094C0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32E33-41FC-48D4-8141-8326E2EA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8B4DED-E55A-417A-9ADC-2993B802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 데모에서 시작해 실제 고객 데이터로 넘어가기 위한 readiness gate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B2D966-593E-4B2B-8C0B-98C06156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2FCD0-E82A-431D-AC12-B1B66FB2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5316D5-24BA-4B76-AB7E-D370D940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32BB92-4B20-41D9-B546-11AC44FA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D6C8E-ED6C-4FA1-B756-5F035D09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FDB648-15D6-4D7E-9385-321FABF3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9008C0-BC43-4D12-829C-F5CB17FD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60323C-2E10-47A3-A3BB-B900D670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37BBCA-9211-4BB6-88B1-628D5D56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95E0A4-1F14-498D-BDA2-E31C25C9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0FF93A-37E3-4245-9A31-CDDE3D1A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EDF46-8111-48C5-BB6A-D8D2EE8E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ops_checklist.md을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609039306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3CDA73-795B-4FD1-BFDA-AE6A90E2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9B380-C3C5-42B3-BB1B-B81390B5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6CC71C-42CC-40F5-AF6B-A89F2F23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C6915-03DD-4F1A-8701-6CA8E7D9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B2680-3BF9-4915-B151-3DB3E654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A51E6-E772-4565-B013-57EAE381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6284D-1CCA-424B-B759-9792E01D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 데모에서 시작해 실제 고객 데이터로 넘어가기 위한 readiness gate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23BF63-7F85-453F-A6C1-6C1A4CD6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EEFA4-2F3E-48B9-A514-B380BA68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3F243A-8C0F-4FBE-80DE-6E8D6B6C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4254C-21D9-476A-BA39-439C66CF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A110DD-2EF7-46F3-9921-C1498171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7FF25F-C530-4308-AA90-AD46FC32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619BE3-9628-475B-9C0C-C9A8DD24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959835-6078-44A1-94B3-8B7B75E7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3BC60D-7729-4729-9849-79CC51A4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3D6458-9483-462A-BB50-2F518DA3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B6D3F-B904-44E6-8E18-4A1F10DC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4043EC-CE8F-4297-A428-383FAB94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ops_checklist.md과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2040736218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F3C6-639C-47E4-A012-F17BBEA9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C198D-4508-49D3-BD97-983B8505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A2ACF-41AD-490A-A681-4265506B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2CD33-BAAF-4D2E-BDA2-B1FA6CC2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C2FE4-C3DC-463B-878D-6FE4E7AC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27AB91-A3F8-490E-B7A0-B790FE7F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63A7E9-F4ED-4D5D-83EE-D51D0ADD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DC6CD4-8B6E-4CA1-B985-411F2464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3D519-A2AB-4BE5-B383-B64CD05B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synthetic·deidentified만 외부 upload 후보가 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5F56B-0A86-4142-9E36-EACBF092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3FB3E7-C9E3-488E-9F72-21F97344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8B118D-EB38-4B1F-9633-A1595CCE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9C8B18-AA3D-45F0-B7E5-A29D940F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CF4D2D-E64A-45AC-8143-E83B96A6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474314-DB22-454F-B49F-0BB6F777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목적·동의·최소수집·보존기한·삭제 경로를 배포 전 결정한다.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A01C2C-02E3-43F1-B1C8-298E9042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5BDB56-568E-4887-96FA-6EED1697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2AD194-A004-41CC-9992-181DEB5F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ops_checklist.md에서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244785062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415D5A-F775-4B7B-8A69-DEC29157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F7125-E8E6-4574-8075-C07C7B99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EF979B-E631-446F-9272-82C22C8E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155EA-BAEF-40D2-BAF2-2D5F9210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95326-2358-4536-84F7-FC569480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502170-1EFE-407C-9111-FE71E043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2CCA0-F63E-4AA2-8A40-499C6165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CA8D0-8CD2-4671-8CCA-426C05C6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95E4AA-F944-4695-87BB-1FC0410A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PII·Retention·Incident 운영이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6D608-0B0A-4603-860E-4C263255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D10661-F70D-4F46-BC0B-877F7B58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30ADB7-2CB4-4D0C-941C-9DAC9BFE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tests/test_observability_workflow.py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BD0ADB-C862-415F-8D54-94377FCC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973407-7736-473A-AAD6-B1911069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27EC38-40CE-4776-921F-4FBE8690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ops_checklist.md과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5F25E4-70F4-4D16-BA65-03AECFF6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Release Candidate와 Vercel Demo</a:t>
            </a:r>
          </a:p>
        </p:txBody>
      </p:sp>
    </p:spTree>
    <p:extLst>
      <p:ext uri="{BB962C8B-B14F-4D97-AF65-F5344CB8AC3E}">
        <p14:creationId xmlns:p14="http://schemas.microsoft.com/office/powerpoint/2010/main" val="396444608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B3991A-4C3C-4964-98BC-57DFA3D4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557904-A004-426D-9BB6-795D3517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5 · 7차시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E77C5-C29D-4FD6-9D67-98FF46B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15:50-16:40  (쉬는 시간 17:30-18:00)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9DB203-E8CC-480F-AEFD-C586255A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Release Candidate와 Vercel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B306F-88C8-4864-81FE-87C21E6C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Release candidate · Smoke test · release_candidate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1A92B6-4FFC-4017-927A-FF98A961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0BA26-F267-415F-A1D7-306F178F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40EB76-956E-464D-BD19-D2A19D4C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D53E5-186E-40A5-82C1-93CFB80B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A19EAE-9801-4608-88AE-D3DA5564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README.md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web-demo/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D0B1A7-A2EF-457D-BA4D-CC8D9904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5D86A6-0DB0-416F-916C-B38F9712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release_candidate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FBCCF-EA34-46FE-9159-18FE7636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5 · 통합·관측·평가·배포 · 7차시</a:t>
            </a:r>
          </a:p>
        </p:txBody>
      </p:sp>
    </p:spTree>
    <p:extLst>
      <p:ext uri="{BB962C8B-B14F-4D97-AF65-F5344CB8AC3E}">
        <p14:creationId xmlns:p14="http://schemas.microsoft.com/office/powerpoint/2010/main" val="1204126653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E79AC0-6CCC-4F8B-AE28-6232D2F0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AB897A-DAF8-4597-8566-0533D659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094529-0A79-491C-A8AF-704C12E9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B3C097-9B10-40AB-B6AF-457D30DB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5B6935-A211-4A41-A6FA-8C301110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0E36AB-D21A-4A5F-AFAC-465048CA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A361AE-D5B0-481F-AF24-350B5CEC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DA92E3-43F0-4A4F-9D2A-851728C3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06CC8-D1FD-4F7C-BB80-9F15F809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ops_checklist.md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84880B-41FB-4080-9070-4E993A39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25AA5-16A1-4CB4-B8A8-F8837982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1FEC92-23D3-4630-9738-9F76FF60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 Candidate와 Vercel 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1C5F80-7B2E-4843-9855-EDE926E1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E082F0-D41F-4982-B477-65EB7E52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D2E14D-050B-4FCA-B0D6-22DA39AC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release_candidate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7F932E-6862-47A4-AC4E-F880CACA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D20DA-5753-441C-AA76-96FE11B1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6371F6-9BFB-4BED-9B47-53157742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최종 Demo와 Scorecard</a:t>
            </a:r>
          </a:p>
        </p:txBody>
      </p:sp>
    </p:spTree>
    <p:extLst>
      <p:ext uri="{BB962C8B-B14F-4D97-AF65-F5344CB8AC3E}">
        <p14:creationId xmlns:p14="http://schemas.microsoft.com/office/powerpoint/2010/main" val="496767643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A06612-CAFC-4A43-ABBF-A2A8D2A2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96B3B-BCDD-4B42-8E7F-78B4543F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CB955-98B8-46F0-8F4A-2E5B24E9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E4EA13-461A-417F-901D-D26FC99B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6CF90-F603-42D5-B422-633C7CFC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80B38-4C4D-40BE-99DF-C8459EBE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코드는 최신인데 화면과 문서가 이전 schema면 사용자는 첫 실행에서 막힌다.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6E621F-26E0-4C00-A42E-493791AA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test·README·sample data·Vercel demo를 release candidate로 묶는다.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A7BBE-97EF-4D19-B13B-45363178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9952E8-6AC5-4095-891F-F7EC9E2E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release_candidate</a:t>
            </a:r>
          </a:p>
        </p:txBody>
      </p:sp>
    </p:spTree>
    <p:extLst>
      <p:ext uri="{BB962C8B-B14F-4D97-AF65-F5344CB8AC3E}">
        <p14:creationId xmlns:p14="http://schemas.microsoft.com/office/powerpoint/2010/main" val="16274613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7BE055-1E96-4AB2-80F1-A07243CE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B64D92-6187-4B57-9627-56911982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8CC766-6A3B-4FB2-A3AD-799C547C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C35531-9F67-43D1-B693-425A4EF3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B7DA6-3203-46D6-AD36-F575EBC0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40E65-9F4D-47D1-84AA-1A6401B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E0BDF-6E0B-42FD-8583-5AC0F74E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E9B886-743A-499F-8D59-F03B227E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test·README·sample data·Vercel demo를 release candidate로 묶는다.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8CBB5B-CEC2-4A6D-9CA6-BE13E8D8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4AACC7-4974-4A80-A322-5E65D736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EBD15C-C07C-468F-98BF-17369564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Vercel 화면만 동작하고 backend result contract와 다른 mock을 보여준다.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D25096-AC44-46C4-BCAD-6AC9B13BD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43BE4B-70D8-4193-BA16-25BCA470C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D4C6A6-704A-448F-B70F-7D8A59CF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release_candidate에서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859912027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5A55DD-6746-42B7-8FE7-C4DA0D7A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E21D7-14E0-43D4-A490-6C6B0294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8F59FE-7FFE-4912-97D6-A0BAEAFF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F7D660-8B47-49A1-AEFA-F2438313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6C38D-239A-4165-B9A4-28FE6DA2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51E61D-1E4B-4FA3-ACD2-A614D633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8005D2-1701-4FAA-86AC-C6D5C978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F5C8DD-AD9D-448B-8CF8-1EAC43A7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0AD58-3F01-400B-9633-A2B0A259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A5B8C1-D381-4EAB-831A-1B31D335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74A36-0C48-4F1B-B9DC-FCE59D1B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3C5C89-29A0-4427-BEC9-12A266F9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 candidate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A85D2E-13F4-4475-92F1-40425125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DCE965-B773-42BA-9034-824212463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 직전 검증 버전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410BA6-A256-4DA6-8343-7D7D0109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29CB86-A534-4770-B9C4-FA5933EE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Smoke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E0DD7-48AC-4C1C-95E9-850D74E6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6FE446-E453-46E0-B580-36D35BDA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경로의 빠른 점검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910BCF-9A8D-4C88-A419-CCFC69E7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4AA446-A5CA-49A8-AD02-E8AC1063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2B7569-751B-4A88-9CBF-F90C9309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650FCE-7D1B-4C75-A1F6-9FB178E8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설치·실행·복구 안내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6A3994-A18D-4B1C-878D-DB69AFCD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95D544-B563-4D4D-807E-1CCDF5B0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9DE6E3-6835-4677-97B8-3E28BB06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7B5A66-9721-4A89-A025-2321DBBD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입력과 결과를 보여주는 시연</a:t>
            </a:r>
          </a:p>
        </p:txBody>
      </p:sp>
    </p:spTree>
    <p:extLst>
      <p:ext uri="{BB962C8B-B14F-4D97-AF65-F5344CB8AC3E}">
        <p14:creationId xmlns:p14="http://schemas.microsoft.com/office/powerpoint/2010/main" val="1246168563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CA62FC-AFA9-4A71-B0FD-3A1ED46D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10E80-1405-49DB-924A-BAE17C00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53B2C-4F1D-4593-B41F-9B285666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2479D5-78BD-4B36-89F1-300B1F81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8D4CF-B01D-453D-AD23-3BC6EDE9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27CE6-C618-42F9-B729-883D44CD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4BA84-7EA1-4016-AAFC-E8DA2B73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11945-22BC-4FD9-B093-626B7577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F1403-7DE6-4CC1-B895-877074DC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964429-B926-47BB-B409-4C451A99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D3DFA9-6D5B-4CE9-9412-E8E04730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tests → full suite → README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1E252-A12D-4786-A4EF-F323F27F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E305E5-574D-4F8E-8C1E-0CA87E93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5FDD08-DDA8-4307-B175-392840F1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release_candidate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F735B6-9B1E-46B4-BC65-0B1F7AD6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70A10F-D11F-45AF-A866-676DBC11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77F38B-1CDA-445E-BCAF-4342A606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fixture로 end-to-end 결과와 demo JSON이 생성된다.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 실패·test 실패·HOLD가 있으면 release candidate가 아니다.</a:t>
            </a:r>
          </a:p>
        </p:txBody>
      </p:sp>
    </p:spTree>
    <p:extLst>
      <p:ext uri="{BB962C8B-B14F-4D97-AF65-F5344CB8AC3E}">
        <p14:creationId xmlns:p14="http://schemas.microsoft.com/office/powerpoint/2010/main" val="2014273793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769B8F-99B1-4E3C-8CB3-7A93B13B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FBFAC8-5D4F-4E55-9BC5-02649914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D9CBCD-8109-4EEB-B8EA-7BA65A4B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974FB-1C79-468C-A8AC-2CB0EA63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5B6514-70CF-4ECD-BA2A-8E9F8CF9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227773-D0C6-471F-A384-D994C05A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9668B-A900-4059-BAD3-0EB841A7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0EDCF6-AF69-42D8-A6D1-FEE493BA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83244-CCF3-47BF-BA34-5FEC2C14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D286C-7740-4732-85B9-6010B1B4E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5080EF-B143-4E78-8705-E0122D69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10060-DF37-4484-A361-E1858B77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full suite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24A215-BF68-4F52-B242-B6E45C05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D4B97A-0809-4F17-B151-E01749B2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E6E2A5-7E2D-4709-8C7D-07F5FB91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60306-0D62-478F-80BC-EDB06899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D0AFF3-88EE-453D-888A-767D6CB6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426A9C-A23D-4A2E-8E47-AEC300C8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demo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7C31C6-A75A-4961-8C28-06D3838F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90A047-3780-4CD7-8A10-5A856CD1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F696BC-7804-48C9-BEA0-09AD3B5B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release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06EB9E-12F6-4555-906A-F92E527D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release_candidate에서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18633776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7BCA94-7559-4140-BF35-7861631E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D9D6C-8B83-4C03-8C9B-3F382671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C8C6A-086A-4A4D-9DB4-C500BA19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F5DEE-DF17-4323-947B-287EF2A7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092E4-CC77-435C-BD50-94A78BDC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317CCD-A980-4BA2-A501-D7D99BC0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1D0F0-FDAC-4CBB-BF29-40CEDEF0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DFE809-605A-4914-A877-8C43C238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fixture로 end-to-end 결과와 demo JSON이 생성된다.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89E21A-6AFC-4CD0-AC9D-E87CAC88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82FCC-4A66-4FFC-8AD0-74261732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09227F-852B-426B-B74A-3095F8C1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 실패·test 실패·HOLD가 있으면 release candidate가 아니다.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35528B-A746-43E1-AD88-A946C814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FF22AE-A28F-4126-ABDA-232384F1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F23C1-C74A-456A-BEE9-D808FF8F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7B3C7B-B155-4BE2-9567-5965AE33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2A7DC-DDFA-477A-8292-DF1C5EE0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2253CC-4BE1-4244-BF37-7691C16A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식별자·release_candidate</a:t>
            </a:r>
          </a:p>
        </p:txBody>
      </p:sp>
    </p:spTree>
    <p:extLst>
      <p:ext uri="{BB962C8B-B14F-4D97-AF65-F5344CB8AC3E}">
        <p14:creationId xmlns:p14="http://schemas.microsoft.com/office/powerpoint/2010/main" val="49825656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46D7B4-2F05-49F3-833B-F8AC62CD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5F661C-8CF9-453B-8E03-8A97612D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DCC8A-056A-4425-AAB5-63A40867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70A28-1A65-46A0-9452-B6CD105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06938-BF90-4367-9A0F-D3E45E0A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D3A4D6-A7FC-476A-AC98-78E1F9A9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08AC0D-000B-4E5C-BDA9-DC833356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CC2AB-CE12-474E-B43B-C247B716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A0274E-6062-4C4A-8851-C7716178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7D7FB0-A175-4376-9797-4062B21D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2E0115-CAD8-4FB7-8F58-58408861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AD665F-60DE-4BED-BD48-E042BE7E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web-demo/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1E372D-0B5B-49B4-89CB-528FE24E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F8AE24-ED2E-444B-86F3-CC28707A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8D3AE9-7BDA-46DC-9136-1182EF7C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scripts/run_day1_preflight.py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FBC208-ABBE-47D5-8C99-7CA24F3E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32280F-4BB4-490B-9382-0870332E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BD4479-7A8A-4C85-866D-7826A479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1240446746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16C22-6295-45E0-8631-4942063F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Release Candidate와 Vercel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FA6195-FC33-4698-BE45-F97F11EE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DC48C8-ACF3-42AB-AB34-99BA8292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8F17B3-E49E-4722-8D50-CFE92445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150330-AD0A-4428-9DAE-B67AD44A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64EFD-8CAA-488D-BDD5-7D08C825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CCE16-E96D-4D47-9B4A-9185D388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코드는 최신인데 화면과 문서가 이전 schema면 사용자는 첫 실행에서 막힌다.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F3F485-A46A-4164-972C-6E340AE3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4BA01F-ED33-4248-A18B-CB9DF100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65F941-C589-44C8-B4E2-BEBB266B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Vercel 화면만 동작하고 backend result contract와 다른 mock을 보여준다.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0684A-BB5A-4E49-88AB-38D9A98A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output JSON을 demo의 단일 input으로 사용하고 schema version을 표시한다.</a:t>
            </a:r>
          </a:p>
        </p:txBody>
      </p:sp>
    </p:spTree>
    <p:extLst>
      <p:ext uri="{BB962C8B-B14F-4D97-AF65-F5344CB8AC3E}">
        <p14:creationId xmlns:p14="http://schemas.microsoft.com/office/powerpoint/2010/main" val="880080638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37644F-DC13-4D2D-B9AF-E5E7F240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5DBB0-83A8-424A-A3CD-E7B039B5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F3CD3D-B519-417E-8F98-C0589A69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D2656-B3E6-40F8-B67D-25D6B6C7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2BDADE-3ACE-4828-99D9-1DAFCD91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7443FF-4E5C-4988-9D1F-198AA447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E614E-39D3-47AE-8F59-E392313D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E6D8E-BFB0-4676-8DD4-941171E5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6558CC-2CC2-4177-B5D3-A914FA43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AD6DF3-7461-4EC0-A890-DA45540A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DDF3F-A161-4177-B306-4A45B40B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557D69-CC9A-4BE7-A5E7-6F3D243E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2E626-8FF3-4E4F-BF30-76337EF8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E07F18-FB42-4E8C-B579-29B664FD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 candidate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87058E-766A-4738-8D75-29C9E2D0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C1CC33-4F2A-413B-B4A6-950A1257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 직전 검증 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92B160-223A-466E-8384-5306B907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4ED1ED-663F-4FC4-B29E-19EE2D4D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483B43-1C9C-4DCF-A66F-98C60070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DA35C-FE34-4107-9986-EEAC7B7D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Smoke test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6E1B20-5588-4A10-AF6F-B2FFBD79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87336D-4DE5-4D6A-953D-E9DB3068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경로의 빠른 점검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F5D6A9-4F8A-40E8-AB7D-55A8C699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542BDD-E4FC-4274-8FD3-CF178EE8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3B275-87A3-4815-8CBE-F9EA6D1A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534D58-E9FF-4B38-9CCA-AB9B7D94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B58D03-CA6F-4FCE-B0F2-BCDEABEB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578369-354C-4232-A457-2DE69D73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설치·실행·복구 안내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7FDF58-8737-4A4E-A7C3-0F5FB591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9AEEB2-189A-49CC-982E-4655BB3C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D08160-D270-45A5-B467-DBDBADA0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A1953B-055C-45C3-A3AC-4DE101A9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Demo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705743-1E8D-42DD-8A91-7EEF09CF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9250CD-3545-411A-A881-369AD19A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입력과 결과를 보여주는 시연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38D949-FB80-4CD2-86BD-4CB1C5A2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A9079A-C11A-4B61-8021-267B6D2D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889438233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B36998-F813-4148-9E62-B3AA065BC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6FFE68-A226-418B-9E0B-22D21509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E67304-E08D-4490-A07A-37E4A997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7900C-81C2-4179-9C8D-0B446250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0AD96-B531-4144-9A6D-C696A634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18F21-CA3F-4F55-8A43-42813467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4B2B5-B2E2-45A7-A36F-29901A11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96987-8351-44B4-AF60-8E5E3D94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3F1A7-6923-4A33-BAAE-DF38C088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Vercel 화면만 동작하고 backend result contract와 다른 mock을 보여준다.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95C3A-EB63-4356-8A99-1F1A6172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9979B-9341-491D-A648-1F9C47AB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코드는 최신인데 화면과 문서가 이전 schema면 사용자는 첫 실행에서 막힌다.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A3222-EB45-48A3-8108-0E1ADACB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15104388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4D4A29-0B3D-4C42-BE68-0846F806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D76C08-E031-4F3E-9CFE-92FC9380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C431D-F103-422A-ACBF-5ADABE59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4498CB-C283-45D3-867D-6B19AD25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9E5010-A1A7-4631-A6CF-67B29447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4F603-8116-49F6-AABD-889620DC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1414BF-B666-4C2A-BA2B-9170421D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2D85F-8299-4CD6-9261-A5BFFC5F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AC5F96-7AF6-4937-A48F-7E2A94FE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build 실패·test 실패·HOLD가 있으면 release candidate가 아니다.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7A2A34-9650-4FCC-A175-B23195FF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5469D7-B8DA-44CC-B7F4-CB7CE738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96345F-1A3C-4C13-A0F6-AE774AF8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Vercel 화면만 동작하고 backend result contract와 다른 mock을 보여준다.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A57733-83ED-46FB-BDF0-321910FE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970C03-BF24-4965-B1EC-E7A5AEB5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E4E86-E7B1-4E35-A97A-A5E70F3B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Python output JSON을 demo의 단일 input으로 사용하고 schema version을 표시한다.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D01912-2845-4EF9-BD5E-0B330531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CC0105-2BEC-4890-BB87-09A37018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7BDC9A-A053-41C5-912B-5429637A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release_candidate과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320238705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188909-72F4-4905-8A49-66D74175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C1B6A-64DF-476B-8685-30AB6EFA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15D6A3-5A03-4247-AC9E-23027E68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5AE9D-CF68-4D44-9733-A9F2CE0B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23B1E0-6A76-49E9-8D06-0545DA84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11AC6-398A-4D90-9128-2EBAFB40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6becd3a5ff4729"/>
          <a:stretch xmlns:a="http://schemas.openxmlformats.org/drawingml/2006/main"/>
        </p:blipFill>
        <p:spPr>
          <a:xfrm xmlns:a="http://schemas.openxmlformats.org/drawingml/2006/main">
            <a:off x="7387248" y="1485900"/>
            <a:ext cx="1437055" cy="4171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B1799-1ED5-4993-BC96-BE04AC57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기능 구현 후 README·test·demo data가 같은 contract인지 diff로 검토한다.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0F2DB0-CCF3-4477-AB6E-4877BFE9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884310777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BC2415-F665-465E-A704-9A586C28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236558-B7A4-44F5-8456-98E21361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6BFAE-7519-43CB-A4DE-8D59CBE6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3D93A-40C1-4761-886E-ABA4499E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6FCF15-82A9-414D-8D5C-B58770B0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160DFC-7314-4DCD-8E2B-35B75C54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3B4C55-1713-434A-BF73-A15FF39F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882A4F-0264-4D71-9AB6-A7E68662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DC6457-545F-4835-ABC3-1B6168AA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기능 구현 후 README·test·demo data가 같은 contract인지 diff로 검토한다.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4087C8-750F-47F0-90AF-94FEF1F7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9A709E-3120-44B3-BA0D-21403471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ADB8D-8215-40D0-8799-B7F05266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web-demo/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scripts/run_day1_preflight.py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417068-623F-425C-A100-6C1E8FBD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7DAD9-2EB0-4F5D-92A2-DB329C8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25C7BA-D796-4733-96F0-0523A2BE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fixture로 end-to-end 결과와 demo JSON이 생성된다.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 실패·test 실패·HOLD가 있으면 release candidate가 아니다.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EDB2F9-0FB0-42F2-A5ED-D8974EC1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3A5F66-4951-4E23-9F0E-899CA636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4DB8C-AC94-4131-B933-6BFC5661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38373360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492AD0-2C97-494D-8CC4-7412A725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0F0C67-887C-4230-A132-A38F4969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80B1C-5613-496F-AC2A-191C5CBF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0046AF-0C23-4B1C-9967-40F961ED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76045-1D4A-44FB-B5B8-AD5DE048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96CD9-89BC-4511-BD61-D0D34076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8EEA2B-9877-4E71-A850-FA4264C4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C23814-4FB4-4195-A678-8F81EBB3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95160D-1FA3-44DE-9548-E9FBEE0A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22234-9AD2-4E27-8D0D-A7E7BA67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C78943-EAF7-4084-93F5-8DC1488A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CA200-9BB6-4B0F-A94E-71E6F37B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B921B8-3264-4FD6-A3BA-EBB36668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006EE1-E0B5-4CF6-B5E3-7D42BDAE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fixture로 end-to-end 결과와 demo JSON이 생성된다.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AFAF1C-4B13-4D0E-B08A-AAE79183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6BCA46-9284-4A28-ABDB-B23543F7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0331B5-AE03-44B1-A680-4FF59506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8F91D0-3865-4A4B-A455-22907C64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 실패·test 실패·HOLD가 있으면 release candidate가 아니다.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85FC3-D727-462C-902F-30B4E1C1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F6869E-45E2-4BEF-9E25-D514972E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9642BF-8F10-4A71-9B45-6B894004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9586D8-8158-494F-A13F-9DD333EC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733959994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07F311-851A-49EE-B722-26AEDF78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5E7668-3E8B-4967-B1B4-98D4E75E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2249EA-7D8D-4693-B6A6-20482337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6AD448-BD99-4403-A7E2-61E82AB9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EEBAD-A32A-4CE8-A54D-1F20DF82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11B054-3032-484E-B05D-B60352B1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8DFF06-4A00-4DE5-833B-844DEADD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55C44-8C2E-4118-8FC6-B1CC47F2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4E6E5-522C-4CBF-8FF0-B0EF5573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README.md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8C74D7-C4F9-4BA1-AC5C-67D022E3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18EF2-E37C-4AC9-A591-B469E293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625FDA-1B90-48DD-B9DD-FC5D5A41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web-demo/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52723D-C6C6-4617-BCD2-6EA3CAC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A6D7BA-9EF3-45D1-B92A-44740CED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5E3A9-2D27-4A10-BB1E-CC54F0D2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scripts/run_day1_preflight.py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E4F09E-4353-40EB-B7E2-595D0535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C13BBB-7834-4B61-920F-C1B87DCB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3AC40E-EAB9-443C-AB53-078503DC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local fixture로 end-to-end 결과와 demo JSON이 생성된다.</a:t>
            </a:r>
          </a:p>
        </p:txBody>
      </p:sp>
    </p:spTree>
    <p:extLst>
      <p:ext uri="{BB962C8B-B14F-4D97-AF65-F5344CB8AC3E}">
        <p14:creationId xmlns:p14="http://schemas.microsoft.com/office/powerpoint/2010/main" val="687091457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CF652F-C5AB-424E-95E4-8AC842C8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0C9789-199A-45EA-9D83-937B7E43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FFCD6-BCC8-4D2F-B743-2B4C0570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4C8B1-8B1C-4FAB-96D3-BD716AA2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FBEC60-7417-44FE-9EF3-5AB26A56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16BBF2-109C-44B3-85D5-7D02CF9D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6AE141-F017-4337-887C-4664BF19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10D54A-963A-4067-BDB6-6EC6C639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8E95A-214D-4FFC-9870-6F4DB271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scripts/run_day1_preflight.py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F88C21-0C40-41D7-9321-AB1A4F1D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3C03C0-21E5-46E5-9BE2-39176865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659411394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60447D-47EE-4044-896A-F802ABD0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F59A82-3226-49E7-B2F3-9383B228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A4C507-F51F-44C7-A650-49DA8ED5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6D482-621D-4567-A01E-CD2E0589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4963A-8FE1-4BB7-8C6A-6D01C44C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C4745-2574-40F1-90C1-1471278C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86022-CDAD-4836-92BF-423BF8C9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4ECE1-BB4C-44B8-9BD8-0118F4D5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BA7ED-204D-40F5-879F-905A0163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CFE151-77D7-4A7E-A88B-C3AC0A4D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release_candidate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986DB-5F86-45EE-A154-4F0F5318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76E6D2-9558-40FE-AB9D-77B33E3C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8BCD33-C361-4DE0-AD63-A60F7798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local fixture로 end-to-end 결과와 demo JSON이 생성된다.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build 실패·test 실패·HOLD가 있으면 release candidate가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56051818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DF359E-61C6-4304-B67E-7DE888D3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8451DC-7AB5-49F5-8AC9-7565EF49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337E8-35A6-43A7-B8C0-F981325E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70072-976C-4428-AEAD-0E3C8FBE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2F75F1-7420-4962-897A-7E5C2929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DAF93-B678-474D-AE67-15D7BF6A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44B3D-3CFE-4526-8622-2C22556A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76E0F4-F704-43B2-A5B2-46FB9CDC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Vercel 화면만 동작하고 backend result contract와 다른 mock을 보여준다.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651BC-1E8B-44A5-A6B1-EFE7A48E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58502-6EB3-49DC-BDC7-FAEFBAF0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A23F7-9FAF-4DE9-AE9E-24928A7B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output JSON을 demo의 단일 input으로 사용하고 schema version을 표시한다.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97BFC3-5E93-4DD2-BD30-22C55F79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build 실패·test 실패·HOLD가 있으면 release candidate가 아니다.</a:t>
            </a:r>
          </a:p>
        </p:txBody>
      </p:sp>
    </p:spTree>
    <p:extLst>
      <p:ext uri="{BB962C8B-B14F-4D97-AF65-F5344CB8AC3E}">
        <p14:creationId xmlns:p14="http://schemas.microsoft.com/office/powerpoint/2010/main" val="2058373001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6BF413-66D1-446F-957D-7CFA51ED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6E78AE-4BD8-49D4-8AD0-EB8281C9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287191-9F02-40B4-A90F-359ED11F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257FDB-45DD-443A-B9AA-92312DC7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E71DF-47BE-4F2F-BA15-262FC8D9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FFE19-D5ED-4B9E-B2B0-958D091E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B32F3-6F76-4060-9BE0-E9D148C2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7ECF93-6E01-4444-98FC-AE888F30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web-demo/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scripts/run_day1_preflight.py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A6226-6B9C-4951-8164-1E6D5C41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D4F46-1AB8-462A-9080-E703995A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B3A05A-1E28-4FDF-A9DA-009D5B3F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AF7B1-D8D1-4432-A074-CE7279B4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fixture로 end-to-end 결과와 demo JSON이 생성된다.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release_candidate 저장</a:t>
            </a:r>
          </a:p>
        </p:txBody>
      </p:sp>
    </p:spTree>
    <p:extLst>
      <p:ext uri="{BB962C8B-B14F-4D97-AF65-F5344CB8AC3E}">
        <p14:creationId xmlns:p14="http://schemas.microsoft.com/office/powerpoint/2010/main" val="680445982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2EAE9E-CB0D-4D0F-97EE-BB99608F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FF97A-E010-4690-A66D-0A14A768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D0C8D-10BA-4C9F-AD16-EBB5F08A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696A5-17AE-4B82-BC36-8EE04F0F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B69A6-096F-4DA0-A211-304B4ED0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023E82-4653-42FA-9AC0-C2BFDB8B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A6061-3ED2-4FE0-A20B-96E7A516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기능 구현 후 README·test·demo data가 같은 contract인지 diff로 검토한다.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web-demo/ · scripts/run_day1_preflight.py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9EB8F-E83C-42A6-8EFE-6ACC1EFC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58A09-33DA-47AF-8704-DA5802F5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release_candidate</a:t>
            </a:r>
          </a:p>
        </p:txBody>
      </p:sp>
    </p:spTree>
    <p:extLst>
      <p:ext uri="{BB962C8B-B14F-4D97-AF65-F5344CB8AC3E}">
        <p14:creationId xmlns:p14="http://schemas.microsoft.com/office/powerpoint/2010/main" val="149015758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CB8FC1-EF15-4D23-BC88-70E0D3F9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FF2A3-9EF2-4FF5-BB85-2A8104D8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09AAE3-F68B-4EE3-A5DD-F2886400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D5E6A-D84A-45AA-86DB-0B3707DE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2F3890-C945-4468-B8C7-11E137D8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72F0A2-F8E5-4332-AA33-CCD4FBA1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9C9887-C7E7-4C45-949C-BE776014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scripts/run_day1_preflight.py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local fixture로 end-to-end 결과와 demo JSON이 생성된다.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7E8FD3-347F-457F-9640-2C44AED0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E4E5A7-8074-4F77-9C28-3BBB1514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release_candidate</a:t>
            </a:r>
          </a:p>
        </p:txBody>
      </p:sp>
    </p:spTree>
    <p:extLst>
      <p:ext uri="{BB962C8B-B14F-4D97-AF65-F5344CB8AC3E}">
        <p14:creationId xmlns:p14="http://schemas.microsoft.com/office/powerpoint/2010/main" val="1642321954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73EF8-2D52-4BF6-8312-DD547E76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3FBD5B-63DA-41E2-9883-4C17471C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3B49DF-CEC2-449B-A0FD-79EF3FCD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3C12F-E1F3-4E6A-BA27-31E27D7E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74B891-44E2-4FDF-A88A-E93E77E3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43A6A3-2450-4C8C-966B-9D821C7E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2BA7EB-5A3B-42FC-9D95-33025E7F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 실패·test 실패·HOLD가 있으면 release candidate가 아니다.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Python output JSON을 demo의 단일 input으로 사용하고 schema version을 표시한다.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4B5B33-25A9-4A9C-8260-8B49211B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460BCB-EF3C-4A3A-948A-26CBEF69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708440760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11A3A0-9C56-4DAA-B451-E778B14F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8E004E-D31C-4B1D-8D60-D22666D0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969E2-47A5-4D9F-8631-A90E3F08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EE80B5-35B9-41F1-87E3-28A154F3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E0771-E055-486C-8183-0CC371A7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31ABED-4C7F-4F36-94DB-AC471E27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B92588-50D0-426E-A09D-7FF76D13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DC845-D53A-4118-9840-FB2254B0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9EDDF-7C8F-4558-8109-5DF569D0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local fixture로 end-to-end 결과와 demo JSON이 생성된다.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2B292E-E40A-4DB8-A467-CE8740D7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44EED-E9FC-44DA-8384-A40E5189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2BD36A-37EB-47D5-B22B-4B088BCA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0C0199-DA72-468D-8BF7-2E39531C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D69E0A-0861-4F43-91BE-45582F8E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FEFFD9-BA87-4E13-92B2-D0069559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6884C9-1309-4787-8B31-D564CEE8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A60958-5DFF-4402-A10E-FB4276CD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CA71EF-5698-41FF-881D-337C5723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41527052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2AB88A-6988-491E-B390-92A52C8D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3DDD4A-5FC7-481C-8529-59C64F4F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4D29B-84DE-454E-82A9-0F133EF3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3273A0-4E89-4C08-9125-B3E83C16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7946E-1765-4960-BF63-98515FD3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78410-6FC1-49B8-9B0C-A487AB99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C9A26D-FB24-4773-90D0-32A8D3E9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7ED262-C5F2-4399-889C-2B83C2F7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9EEE92-2D4C-4493-88CF-729E4796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build 실패·test 실패·HOLD가 있으면 release candidate가 아니다.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EB557-897F-4FA8-8521-D8A2A5A6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7AC75-4B07-4615-A560-FF3842C7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B76232-15F5-4122-8AEF-D22ED3C4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6B6F51-F263-4F34-A422-EAAD66FC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65E0F1-1ED5-459D-AB70-9609BAA4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E4C561-9F6D-42DC-8175-98080E86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47E346-B480-4B85-8479-66BB280C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350C9F-6281-4B12-A823-DC21BB74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1D1AD2-D9B2-40A7-8A8B-96617E04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4884302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1B69E-6809-422C-94FC-57ABC4E8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D213D8-BF87-416F-B2FC-DB375C97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6E848-73A7-4E75-BB5E-8FF731D1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FED02-D2EA-490D-A098-FFE28456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04608-6FA3-410A-B4D0-AEFB0FC6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804FF-775F-45CE-BF38-FB86D272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3DF2DB-57DF-4091-BA49-7351D893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내부 시연 URL과 재현 가능한 GitHub repo를 한 번에 전달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419269-3C93-4563-8A59-3A86436E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457EA-3C38-46CF-85F5-2215F1A0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AD2EB2-A8E3-4417-A5F9-AE4882D9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D5A55-EE7E-4407-863E-325BCB90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B4C53B-8172-487E-B7DB-334871B8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8E98D-E654-40A9-BE1E-0388463F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92496D-1FE7-49CD-A3EC-DFB3F8C3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7A8450-A414-4559-9C91-69A4985F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866B4A-7BD6-4594-9379-09B7D219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739C63-CFAE-41CE-8C4C-919DD741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CF8345-B6F1-4F16-9B93-00C401F7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6BE83B-E233-4F22-8549-067A200C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release_candidate을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774915541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3C6C38-A3BE-42B8-AB48-7F5AD711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917EE2-A06F-43B8-A230-B2C7E84E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E93D2-1882-4D69-9110-43A3641D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BD0B76-2159-4212-8F72-08228D9D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EC6B08-BBB6-4797-95E5-1181799E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6A91B-4807-4EEA-BD0E-6D894A3C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66695-393D-431A-A43A-FFA89923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내부 시연 URL과 재현 가능한 GitHub repo를 한 번에 전달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4FB9F0-139C-42A2-A2A0-B1C99FDA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6C4CA0-A2D8-46F6-97AC-91F98E16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5B445A-B338-4909-BDCA-543BC856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A947F6-04CF-4B14-AFD9-D3700021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1F6652-D970-4EF0-B862-AEC4CD57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2B6C5-C8AC-4E21-A344-3787FBA7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17F427-680F-4AF9-B47E-8BC01806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E2087-7985-4F37-BA97-FAC66531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09FB26-F7FA-46BF-BC9D-0BA1C36D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8FC5E4-4DCE-4BDB-BD36-B4BCECF3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6CA1D3-0CBB-4F60-B1F1-41CED444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978FBF-4046-473D-896D-AE66DCDB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release_candidate과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40171396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ED875-620A-49A9-B342-9539730C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AA1D0-7FFD-4342-9F8F-C8F324F5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8EA46-D8A3-4EF3-9E63-5EFFCA8A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EBA5A2-12C7-4796-8106-F4E41FCC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14146-6EC6-4EB6-B510-E16D4A7B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807CD0-832F-4E3C-A199-F530D1A0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F4170-582A-4D94-92B6-2589ACCB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B06F07-BB0A-436A-86D4-217E4A25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3CAF9-9FC2-4EC3-8278-A060270E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local fixture로 end-to-end 결과와 demo JSON이 생성된다.로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ED6C29-5FE9-4386-96F8-9D3A4660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98BF4E-733A-40AD-86BB-D346EE76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C4E6D-FD82-4514-9557-F0A8F927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69CD93-179F-4E14-AD6C-23FD7B26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654E6-AE07-4315-99D2-95D2DDB6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7107B8-5324-4594-9478-A65449FA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output JSON을 demo의 단일 input으로 사용하고 schema version을 표시한다.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A28A96-3EE7-4817-865B-3CC13B7B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9E918A-8FAB-4BF7-9E04-0029486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D15A89-E452-4A73-B3F8-168348F5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release_candidate에서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840088135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B574BA-564B-497C-9D5D-E2852A17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49F869-1CFC-4F57-ABFF-74207E9A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14A87A-C31E-4969-B965-97A9279C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14B6C-AA04-458F-8EF3-E79F92BE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F811D-469C-4A47-81A3-96FC5FC5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B245C2-C708-409E-A8C2-C280EE6A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88467F-5AEF-4B17-A7CA-3537E1AE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D194BF-E274-44F9-8C6B-83077B1E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661A2-66CB-479B-AD40-5A98C293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Release Candidate와 Vercel Demo이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3D547-C0BF-401D-B89C-3F1D18D6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C0425E-996F-4A7F-973D-48B88172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A84160-9D8D-4530-A783-7BBE6060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scripts/run_day1_preflight.py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835E2A-7927-4053-9386-ADEC6999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0F5B5-1927-4EA5-BF0A-C33BDCB2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484EBD-8164-4CDD-8FBE-3CE9A22A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release_candidate과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FC8032-C562-41CA-8AB6-D08812D4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최종 Demo와 Scorecard</a:t>
            </a:r>
          </a:p>
        </p:txBody>
      </p:sp>
    </p:spTree>
    <p:extLst>
      <p:ext uri="{BB962C8B-B14F-4D97-AF65-F5344CB8AC3E}">
        <p14:creationId xmlns:p14="http://schemas.microsoft.com/office/powerpoint/2010/main" val="45857913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5F2F5D-B773-4E2F-A1F5-A9A871BF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57E3A-22A6-4F61-A602-7696D2FB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5 · 8차시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FA381-A3F9-4FEE-9D5D-5FB79BF7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16:40-17:30  (쉬는 시간 17:30-18:00)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6A58EE-F377-4682-A825-209427E5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최종 Demo와 Scorecard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65823-103E-4263-883E-7538A206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Problem · Evidence · final_tag_and_scorecard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0E9B3-FDED-49B5-86ED-A65237E5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9FD90-D506-4316-82B8-7C0D1F88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A4C39-A7F2-49F9-B51B-B834D889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72EFC-EB6B-42FC-88A8-ACD938B2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8468B0-0242-4270-96AE-27CA6C85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README.md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DFB13-B631-4037-B9A6-DA3A29DC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41CF94-8992-4D8F-8537-0C7ACF0A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final_tag_and_scorecard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8B39A-8838-41CF-BD48-7352D2DC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5 · 통합·관측·평가·배포 · 8차시</a:t>
            </a:r>
          </a:p>
        </p:txBody>
      </p:sp>
    </p:spTree>
    <p:extLst>
      <p:ext uri="{BB962C8B-B14F-4D97-AF65-F5344CB8AC3E}">
        <p14:creationId xmlns:p14="http://schemas.microsoft.com/office/powerpoint/2010/main" val="85578155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227E92-E51C-42C7-8FAC-C99CEBF9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88ED94-E1E8-4980-903C-0A2B6219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7FB23-F2C3-42E9-B18E-CEE93D90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60AD0-C5BF-47BA-86C0-4A82B205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49E1B4-70AF-4F6A-9D36-07425098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EED124-143F-494F-90C3-87AFC295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F43C0-B280-466A-BA36-5D029FB5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D26538-83AE-405F-8381-FB0E5F6D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DA58C-F44B-46AC-90ED-BF5E574C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release_candidate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0F0819-B430-4506-A463-EA04D3E1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D2721-77C2-467F-93B9-92D41C7E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C2DAE-0672-431F-8390-26416EC8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최종 Demo와 Scorecard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D2DFC1-24FA-4DBB-AA47-3308E129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0C8F5-53C1-4F63-85CB-B718B4FA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9138AF-4BDC-4997-B04D-90E2C9EB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final_tag_and_scorecard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F3EF21-031F-4A79-8983-49BF4DF0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D45022-A520-4C47-953F-C97B80F69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FE1725-B283-4C5C-9B54-0A12A5CA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17:30-18:00 쉬는 시간</a:t>
            </a:r>
          </a:p>
        </p:txBody>
      </p:sp>
    </p:spTree>
    <p:extLst>
      <p:ext uri="{BB962C8B-B14F-4D97-AF65-F5344CB8AC3E}">
        <p14:creationId xmlns:p14="http://schemas.microsoft.com/office/powerpoint/2010/main" val="360274761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9E85AE-CFE2-45EC-BA84-760F61D8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F951A-88F2-40BC-963B-3BF1EF6B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D778C2-AE9E-4E57-96AE-AB404713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5EF93-3149-45D9-8355-E1342236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F1ADE7-2C76-4B32-ABCA-EADD9D26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4EE43-119E-474A-AD2D-89690CC2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기능 목록만 보여주면 왜 안전하고 운영 가능한지 판단할 수 없다.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38E0C-B6DE-45A3-BD77-251FC774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3분 demo와 2분 질문으로 서비스 가치를 검증한다.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6F4087-4B69-4873-9C39-34E61EEE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B8B7D-F0B5-4ACC-A463-03071EE5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final_tag_and_scorecard</a:t>
            </a:r>
          </a:p>
        </p:txBody>
      </p:sp>
    </p:spTree>
    <p:extLst>
      <p:ext uri="{BB962C8B-B14F-4D97-AF65-F5344CB8AC3E}">
        <p14:creationId xmlns:p14="http://schemas.microsoft.com/office/powerpoint/2010/main" val="1917292967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B0289-50F4-43BA-A316-391F70E1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083A3-4C2A-4278-B118-8C17DCCD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F7071-E1E3-4E7E-B912-B6153F09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74B54-247D-491B-B313-02311683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A3F8D-A01A-4EA3-B6E4-4F85F9E5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219AD-6C98-495F-9597-034A5F1D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3E6E88-AA8B-4AD6-A5FE-42CA89E2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0AD322-1315-41A3-A9DA-DB57037C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3분 demo와 2분 질문으로 서비스 가치를 검증한다.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34F38-6F78-4D63-9AEA-E93E48B8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900CE-FF36-4445-BBCE-DB653338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4014FD-7515-48E6-B604-BDFD3C18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화면만 보여주고 실패·사람 승인·평가를 생략한다.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952AF2-FEEB-40FE-8715-AE0DD203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4F8DFA-EC62-4E21-8B07-BAF864D5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8A36D8-F65C-4300-9B26-48FB3D07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final_tag_and_scorecard에서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14717675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BB8A1C-D58C-4F82-A49D-CC4B912D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8F2AB0-0494-407B-94B7-C12EC2CA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98E55-DFBF-4E15-AAEE-A35A6E13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3539F6-6833-447C-8722-80ABB216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5A1EE-58BA-43A7-B8F4-93E37850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0C5768-CAC2-4126-BF47-05D4DF4D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70665-4B77-477E-AA56-AC3A7078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33D689-CAEB-49EE-B1B8-C845CD23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EBDE3F-B9EC-488F-A618-93427FAE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3ECA9F-8432-4938-AFF8-38F0D1F3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477ED7-7A4D-43E7-AF1E-D9375084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DC8B2D-A423-4415-AB57-6936CD52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Problem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E6A0AE-D519-4F6F-82BD-B095D21E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00D6D-B631-46B4-AB10-745C4380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누구의 어떤 반복 업무인지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31C23D-8FE3-42E2-B4C5-5A8C3540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F4CAE2-FB77-4F01-A3D2-41409F65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58928F-3CFD-4C1F-B782-03DF5C28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2366B9-0AE4-4C75-9A16-937413AF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실행·test·평가 결과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86D338-2466-4C30-814B-1F789B7F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3763E8-05A7-4220-B1F2-7E2DE668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Trade-off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98C98D-A948-4F7B-BC29-9D84E1B0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97DCF-EDA8-427B-B111-5EBF1060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선택으로 얻고 포기한 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F0C1E5-2FA3-47D0-96B2-9EF85566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75E054-A944-4AA1-B9BF-868CD73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Next step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03BB6B-3B18-4253-871F-1030C237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213932-EBBE-4E72-826F-0243804D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검증 우선순위</a:t>
            </a:r>
          </a:p>
        </p:txBody>
      </p:sp>
    </p:spTree>
    <p:extLst>
      <p:ext uri="{BB962C8B-B14F-4D97-AF65-F5344CB8AC3E}">
        <p14:creationId xmlns:p14="http://schemas.microsoft.com/office/powerpoint/2010/main" val="2012263981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E7D81F-30B2-4BA8-A7FB-0C9793C5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08EEA6-70A8-46AA-AA70-D0D99DC8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72C907-006E-42FB-9B6D-7EFD1B22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DD240-DA6C-4001-84F6-AC641464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AE03D-1E92-4745-8404-585C7478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C880F-331B-47E4-8E41-09C72248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5FBA5E-11EB-457F-BDCF-3B071E94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26EAF-36FF-4837-BE5B-1509888E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C8425F-DE31-478F-A3F7-9348DD9E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942C95-A04E-47E9-B3E6-4F704741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9A1E98-DE5F-4BF6-87CF-2A4A47BB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 30초 → live demo 90초 → 실패·HITL 30초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6D3F37-8B73-4E3F-AD26-1C841FEA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7AD72-E12D-4ED1-9EE6-F235F98D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C9778A-B91A-40A7-A185-670DDC8C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final_tag_and_scorecard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9FEF71-AEE6-4958-8422-1EE9EA12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985103-8E89-4D11-A0CD-101FBCA7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CE368F-DF8C-4FBF-AF22-CBA5E2BC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사람이 repo에서 demo를 재현할 수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비밀키·실제 고객 데이터·자동 외부 쓰기는 발표 자료에 없다.</a:t>
            </a:r>
          </a:p>
        </p:txBody>
      </p:sp>
    </p:spTree>
    <p:extLst>
      <p:ext uri="{BB962C8B-B14F-4D97-AF65-F5344CB8AC3E}">
        <p14:creationId xmlns:p14="http://schemas.microsoft.com/office/powerpoint/2010/main" val="1083423050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7C89BB-8461-4953-A8B6-019DDBD6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51A2C-2CE0-4667-A91B-3FE283E4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EF418-8948-4B97-ACF3-C18A7BA9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85E09F-6ED7-4AB8-9C71-7713C9A4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B66B66-EF3D-46AF-B326-1121F938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4BC31-FE2D-469E-AE7A-B805FFA6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A82307-8B45-40ED-92F4-47F439B6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11D828-44BF-4BB6-9046-45EEBC06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E57639-7778-41E4-AA91-ABA7DF39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 30초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2A57C-0177-443B-872A-A34DA0BE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D77C6-2EF0-4528-9E2F-CBE57A21C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909AC-240A-4A81-9289-290960B9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demo 90초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71E57C-C724-4BF7-AB94-BFBEC068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EF1659-9DA1-484C-BE3C-0233ACF0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F6CB1-DCAF-4375-95A0-2D42B668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실패·HITL 30초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981281-324D-46B9-8080-AFED0687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448A8C-12CF-4CBD-B262-E1ED9A1F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D29D90-03BC-4780-8EBA-C86CBC2E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 30초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5E845A-68C4-43BB-AF30-5D87E82D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B2B9B5-D636-4DA5-B31D-67DF293C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B3B8D8-8A96-4E64-B57C-485D0D02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질문 2분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4A4923-8D80-46A3-9E52-02BA532E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final_tag_and_scorecard에서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375582412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71718C-ED50-4DC6-9CC8-AD1EEC0B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48FCFC-A02D-4027-B48A-536BBF4B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9919B4-600E-4CC7-B4DB-EE92BC3D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AB1D7-E045-41D9-AAB9-27128A22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A4036-3E26-4827-812C-39DF2D68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EA23A0-FAB7-4A65-9364-506EDA1A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D7BB5-BAB3-4DD3-8C58-0DA0B8E1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8B3C9-E4AD-492C-A155-778A8063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사람이 repo에서 demo를 재현할 수 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1A75A-755F-40E2-9AA1-6C717759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4ED838-F958-4BD2-B5ED-ECB964CC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C88FF2-1217-4D81-A7D3-DEFD04AF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비밀키·실제 고객 데이터·자동 외부 쓰기는 발표 자료에 없다.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C5E3C7-29DF-4DB3-B128-25C59035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8DFA93-D676-4910-91D9-D22195C9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DDAC93-50F3-4D54-8F32-0DCD58F9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9CF11C-CD3C-4FD8-ABF1-94D5E1D5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523CC3-853B-46A3-9C38-6C1562C1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504ABA-4984-44EA-8F07-ADD15CFD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식별자·final_tag_and_scorecard</a:t>
            </a:r>
          </a:p>
        </p:txBody>
      </p:sp>
    </p:spTree>
    <p:extLst>
      <p:ext uri="{BB962C8B-B14F-4D97-AF65-F5344CB8AC3E}">
        <p14:creationId xmlns:p14="http://schemas.microsoft.com/office/powerpoint/2010/main" val="77689330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F7FF4-F436-4A01-9E40-2160B3DA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A776E1-ED4E-406A-9F76-C1E3EDC9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6C8E70-99D3-4944-9F8B-E5B4FC3E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C542C-7CDE-4587-AD0C-A03764DB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092310-5A6B-4026-BFD3-3BC11443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C175A-7A41-4C0A-AA7A-9C606D95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C345F2-A0B6-4C0F-BA2F-1455F22D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F49AD7-9A5D-43DD-BF03-A37A971A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925FDB-FD72-4F2F-AD01-3C7B94D0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B324A2-3125-4A16-B62C-665B7417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B7F126-FA1F-464B-88D2-9F02EAE9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67072E-DD19-42DC-8DB8-BB55F7C8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05A298-3B8B-4E9F-8E4A-16E2DF3F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5AF48C-3BCB-4DED-83C6-76BCC3B1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E4453A-446F-41EB-8DA7-2C255FE1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output/day1-workflow/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166DB-96B0-4A01-B899-0766CCB6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DAAF7-E1CB-4028-8352-A3BF7645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333FAE-040C-4F30-9F05-AA0E0383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slides/</a:t>
            </a:r>
          </a:p>
        </p:txBody>
      </p:sp>
    </p:spTree>
    <p:extLst>
      <p:ext uri="{BB962C8B-B14F-4D97-AF65-F5344CB8AC3E}">
        <p14:creationId xmlns:p14="http://schemas.microsoft.com/office/powerpoint/2010/main" val="1935807512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EDEF4-53C1-40A2-A343-365C7D52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최종 Demo와 Scorecard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6D86D-675C-4961-98C4-65220C0C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43B28E-F4EB-4810-8F37-65CB41D3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7BE89C-7B72-4D2B-9754-67ACACFF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37205-B59C-417F-B821-209AD5EC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143CFB-0DA6-412E-B0BE-943F7CC3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53D4A-C1D1-41B8-8D3A-4AEBFFB1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기능 목록만 보여주면 왜 안전하고 운영 가능한지 판단할 수 없다.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3112A-5160-467A-93E0-68E7B4FD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70FE0D-1920-40DA-997E-C6810D2E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63DDC6-88F8-4E59-91F7-87FF08C26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성공 화면만 보여주고 실패·사람 승인·평가를 생략한다.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38B605-0EE4-4C0F-BEB8-2028C2D3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한 건과 대표 HOLD 한 건을 나란히 보여준다.</a:t>
            </a:r>
          </a:p>
        </p:txBody>
      </p:sp>
    </p:spTree>
    <p:extLst>
      <p:ext uri="{BB962C8B-B14F-4D97-AF65-F5344CB8AC3E}">
        <p14:creationId xmlns:p14="http://schemas.microsoft.com/office/powerpoint/2010/main" val="1479076361"/>
      </p:ext>
    </p:extLst>
  </p:cSld>
</p:sld>
</file>

<file path=ppt/slides/slide2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731C03-E8A1-4CB7-B433-7A9DB7D8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0B35EC-98EB-4DDE-B25F-0E40EF54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5956D-7194-4152-9AC7-29EC187F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4896D-AB97-43E5-8084-2CD30026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16BCD-CA7C-47E7-BE34-D255EDEF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1A8B78-7DB1-497B-AB1E-98B8AFF8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8B771-949B-462A-BCAF-2E678D12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A7D40-7C4A-4483-B52A-373F17E1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F37E54-AC26-446A-B068-D5B4E95A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F32AF-2859-4C9F-94FB-897BD48D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0D782-B8AF-4B82-9402-0BE9E187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4375F6-BAD0-4FB7-9BF1-1816EB98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7E61FC-3B2F-45A6-B8E1-7F68FA39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A4997-C624-40AC-99CA-E2C6D2C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Problem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71A172-7F12-4D1B-95FA-6F538C0C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CB1433-B145-4694-8841-5885B6CC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누구의 어떤 반복 업무인지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C263C-AADE-40D7-BD4E-4D6CB0AC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59C51F-66DF-400C-92AF-E9EB8039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DFCE76-ACFD-4333-BA5D-D1EB4E7C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DD2E50-E17C-4CD0-B6C9-998BA33F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DB89BF-E58B-4D76-8046-17F18426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A7F7DD-A4CD-42DE-9C9C-796F3A4E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실행·test·평가 결과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846165-821D-412B-8ED2-27A6D526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4284E1-1CC5-4E41-9FAA-E2056E1A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BD6330-CCE2-4BD7-9BDD-71227942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1A3B69-45D1-48DB-A337-236DAA7D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Trade-off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B3BAB9-92CC-4826-9694-A4F09CE9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D69A1D-CBFF-4B4A-8707-EB7081B4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선택으로 얻고 포기한 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299497-762C-4B1B-9215-428A0707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E600DF-E7CA-4334-9502-DCEAD600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72536E-9233-4D02-A494-A0914CC8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ADEF46-6AFA-4511-BE89-F0C3E0D1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Next step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DE9F11-76B2-4F26-9907-C44DC30F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547120-F898-41F9-A176-AB258F7D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검증 우선순위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950444-755D-4C17-81DC-6BC8F2BA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D7ECED-A7E3-4C05-949D-BD5D8C3F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251501899"/>
      </p:ext>
    </p:extLst>
  </p:cSld>
</p:sld>
</file>

<file path=ppt/slides/slide2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815F77-4B2A-41E1-A804-FAE17694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38B10-A9B8-4ED1-9008-59E6F167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12D94-8863-4E1D-BE77-5B6463D9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958A8-7760-412A-9ECF-2F8914F0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F10E4A-7037-4BB1-B49D-9D22F599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E11EC9-BFCF-41D3-85AC-A5AAC5DC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3856D-EBBA-448F-900C-91ED1E7A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853BE7-9EC5-46AF-8F3E-8C907105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C62143-73E6-4703-A170-7E07264D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성공 화면만 보여주고 실패·사람 승인·평가를 생략한다.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EB5568-3966-4194-8A90-94398BF5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CC00F1-8207-4369-B3CC-6AF3ABF1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기능 목록만 보여주면 왜 안전하고 운영 가능한지 판단할 수 없다.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E48663-FAF0-4487-A65A-5C01E6BC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17288079"/>
      </p:ext>
    </p:extLst>
  </p:cSld>
</p:sld>
</file>

<file path=ppt/slides/slide2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8C991-C37E-4821-94F4-180874AC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801FA-C362-40EA-B29A-AD0D037C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8D908-9147-4E4E-9411-C36F7F72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3B720-33BB-4A74-B5A2-FC681C7E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2D2683-1783-4EEE-9E1D-1BDE4AA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EF8BD1-6EF8-4375-969F-0E276D4D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A9C02-2893-4621-9E5E-0F91CDEA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0DB6B-3AC1-4332-92F1-9C965A85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D9E5A-8954-479E-9E17-A83F3C44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비밀키·실제 고객 데이터·자동 외부 쓰기는 발표 자료에 없다.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D750BD-D369-4B65-B5FD-5DABA38F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C06DED-2554-41FB-81AD-2D614B611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851434-02B9-4E94-85BF-B58D0CF9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성공 화면만 보여주고 실패·사람 승인·평가를 생략한다.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E1AE27-0F93-42A1-912F-4DE254B5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76DA31-E257-47C7-934B-E930C0C1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77BCAD-2DAE-487C-8555-ACD12B57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정상 한 건과 대표 HOLD 한 건을 나란히 보여준다.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8E6BAE-DA29-477C-AE41-10D521B9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F43246-2AA7-4FF8-87A6-E9DBBD88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B81B1F-482C-4298-9EFC-34E25E0D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final_tag_and_scorecard과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169763242"/>
      </p:ext>
    </p:extLst>
  </p:cSld>
</p:sld>
</file>

<file path=ppt/slides/slide2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422251-7438-4549-9824-2A130475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11FF8-0860-4C2E-94DD-BDDA2991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94055B-C722-4E17-8D63-F25A810C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49F37D-5211-4818-8B08-9129CC6A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1381F5-60F9-4EFC-B218-93DAEAC3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2D9C9-7783-4D23-83A9-6ABBF9CD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cfdbdf2f54f0c"/>
          <a:stretch xmlns:a="http://schemas.openxmlformats.org/drawingml/2006/main"/>
        </p:blipFill>
        <p:spPr>
          <a:xfrm xmlns:a="http://schemas.openxmlformats.org/drawingml/2006/main">
            <a:off x="5010150" y="18305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AC94F-10C3-42AB-86AB-720FE7C2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발표 전 저장소 구조·README·test 증거를 다시 점검하고 누락만 보완한다.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AE72D-3A94-48EE-BF42-D431A312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220744742"/>
      </p:ext>
    </p:extLst>
  </p:cSld>
</p:sld>
</file>

<file path=ppt/slides/slide2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9806E8-5A51-4CF9-95B5-678246EC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03C34-274A-4F1B-9985-CD8BFB38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E966EE-D0F4-4E10-AB9A-44D36306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D731A-13A5-44C9-8A07-EB4E2EDF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FEB5C8-B29D-4E38-A76E-D3CAEFFC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1DDBD-70F9-4589-858A-15C06CB3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C26F4D-0215-4506-838A-E3841CE2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00BCE8-8BC6-4EDB-940D-84C8BC4F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A37A29-23B7-4B33-80CB-43115EFB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발표 전 저장소 구조·README·test 증거를 다시 점검하고 누락만 보완한다.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601C0-42D2-4218-A07E-F87FED23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8C2931-1EC0-4C5B-9371-69277069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257FE1-DAC4-4578-9BB9-9D229366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output/day1-workflow/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9683CB-AF09-4C4F-9580-953CC6A0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FA1D1C-A913-499E-8CB8-C0E3C8DC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8C1AD-297B-479D-B6C4-0722EC72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사람이 repo에서 demo를 재현할 수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비밀키·실제 고객 데이터·자동 외부 쓰기는 발표 자료에 없다.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ECB785-A34F-4980-87A2-5D75980B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D397A4-9F88-4F2D-B4A1-6CC6CE8A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A6E939-8F6A-4F9E-8EA3-5AD128F9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2029518826"/>
      </p:ext>
    </p:extLst>
  </p:cSld>
</p:sld>
</file>

<file path=ppt/slides/slide2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D60048-586B-45E5-90DC-264A9C55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B5A91-5F24-484D-8775-D1550D1C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47C94F-7C90-4258-A43D-3527690B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87907-D8BB-4255-A77B-08155AE5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387E1A-5161-455D-B153-EC5533C1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E3E52F-1920-42D8-9EAB-FD92A9FC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8355AB-D504-4A5D-8A78-B729D889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90F802-A466-4A6A-92FD-B50306B7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38781A-ADBD-4FA8-A0ED-647F7BC8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597FCF-9861-47EA-A6C5-A4872529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D7DBA8-4B59-4334-9340-6F816320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5F3401-4275-4D29-91B1-94CE5F5F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6FEBE8-96EA-4999-A9D9-98F6139A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64F00F-5B4A-47F2-9E15-B2092C9C4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사람이 repo에서 demo를 재현할 수 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071EE2-1EF7-4F5B-B22B-AD7906AC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A5DF45-7AFB-42ED-92F8-B4A60CBA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9776CD-C170-44E5-BBDF-40F5CDA0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F18610-5B05-406D-9ECF-E6E4C120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비밀키·실제 고객 데이터·자동 외부 쓰기는 발표 자료에 없다.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A0DA4-568F-4045-8BAC-D76B730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84018A-EBAC-48F4-9982-4D4A12E9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631040-2D33-4FA8-9396-6FD5CE86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2E4865-B494-4365-AE78-43394F41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322885701"/>
      </p:ext>
    </p:extLst>
  </p:cSld>
</p:sld>
</file>

<file path=ppt/slides/slide2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3F5E11-5B3E-4963-B333-F6FCB87B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F90C7-D625-4187-B79A-22C63ADD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8FF14-D738-40D9-A066-B98E9EB7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7797D-7B73-4BD0-93F4-B5BFB6EA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634272-1B68-451E-9B07-054A1019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C58A6-E074-404D-B72B-2B19FC88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23DCA-A78A-4107-82B1-B067DC6D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5060D-D45C-4AAC-A4A0-849A5C79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93608-4A00-4962-BA8A-B6B949A4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README.md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112CC4-7A60-4438-A9A7-5CDCA877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8E81B-43AE-4D96-A364-C2635464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96C10-A987-4D3B-BDBB-B22DAEEE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materials/day5/day5_service_lab.ipynb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5082F9-8231-41A3-95FB-3F87B992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A2F168-EF65-4E78-A0BE-60E0AD5B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A25E17-65EF-438B-83D9-FC816F81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git status --short &amp;&amp; python -m pytest -q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EE16B8-0BEA-4457-B88C-2D3E4381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112DBF-8D43-40F5-99A9-A4B6205F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A2BC6B-C72E-40B2-B4B3-9F98CBFB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처음 보는 사람이 repo에서 demo를 재현할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1124742993"/>
      </p:ext>
    </p:extLst>
  </p:cSld>
</p:sld>
</file>

<file path=ppt/slides/slide2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841950-22A8-4E03-9B1A-26E34FCB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9EEAA-4FD7-4370-8655-B7A62E5C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0DAB88-0FB1-44AB-A94F-9D34EFDD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C268A-B3B3-4B08-8CB4-13581927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6FE15-226B-40FB-AF6D-CE592D52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147500-6219-42C5-AC32-715CDA54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A0EA23-377A-4DF7-828C-9582C522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1EA4B-EE15-4B19-982D-A4A30854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39482-6632-4199-99F6-06CBCF22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git status --short &amp;&amp; python -m pytest -q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623BDD-AEB8-459D-9CE2-A61F91AF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13FF26-04EE-49EC-9FD7-CBC3BA56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153149480"/>
      </p:ext>
    </p:extLst>
  </p:cSld>
</p:sld>
</file>

<file path=ppt/slides/slide2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8CDA9C-ABD4-4ADF-AC56-94808FA6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276D4-0261-4496-AD25-76E01AFE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821C3B-EEA9-4BE3-AE4F-7011A73D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5025C3-CF24-4469-840B-C910ACCB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9BD82F-E644-4AAD-A84C-2065D65F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CD40B6-F6F0-4909-8C01-7FF45EA6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57E7DE-E6FD-4564-96E4-2E25AC02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1DA55-5FC5-4BA3-95DB-3714C0C1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9E2A42-8BB7-4F2F-BA12-9F1A6E7C3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3D798-8693-4FE9-81C9-A7B6FAFF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final_tag_and_scorecard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DC3A05-69C7-41BA-8970-8537FB08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2DF739-7FD9-4C0D-BCB1-6FB82FDA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9CDB5-02A4-488F-9066-CE43BE96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처음 보는 사람이 repo에서 demo를 재현할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비밀키·실제 고객 데이터·자동 외부 쓰기는 발표 자료에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187630978"/>
      </p:ext>
    </p:extLst>
  </p:cSld>
</p:sld>
</file>

<file path=ppt/slides/slide2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4DAAD-337A-4238-8092-C002CE2E1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EA14A-3774-4EEF-92EB-27CD9F9F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619C7-261B-4A24-9B39-B9166CCE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BA68F4-835C-4FA1-8F27-0AB14EC6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154F67-6873-4DDA-8CFB-3E3044F5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6CF71A-49B7-4C60-B804-2D8997D3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E2E0F-C282-449D-8E0E-ED3A4BAF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AE9AB-71C2-4AC6-A4EB-72D56FA2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화면만 보여주고 실패·사람 승인·평가를 생략한다.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3C83B6-CF13-4ECA-A5CD-6B76A28C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D5EC6E-750B-4D51-A9FA-ABFE2505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E958D-942F-4EB2-8653-7D0E1206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한 건과 대표 HOLD 한 건을 나란히 보여준다.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37CAC2-63E1-4661-BC2D-46CA1BAD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비밀키·실제 고객 데이터·자동 외부 쓰기는 발표 자료에 없다.</a:t>
            </a:r>
          </a:p>
        </p:txBody>
      </p:sp>
    </p:spTree>
    <p:extLst>
      <p:ext uri="{BB962C8B-B14F-4D97-AF65-F5344CB8AC3E}">
        <p14:creationId xmlns:p14="http://schemas.microsoft.com/office/powerpoint/2010/main" val="1441866158"/>
      </p:ext>
    </p:extLst>
  </p:cSld>
</p:sld>
</file>

<file path=ppt/slides/slide2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E7DF58-BF4B-4ADA-9A3D-0D83521C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EAB5C5-F97F-47DC-ADA6-7919D985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62854-C011-44E3-8A5A-412D9D5B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03052-46B1-4E81-9FF6-7FE499CF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E8672-87BC-48A4-9B0E-A0315531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F145C-97EF-4FB7-AD57-1414F02E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E1F08-5F25-45C6-ACC0-A094DAEC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811565-924B-4489-B612-98837084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materials/day5/day5_service_lab.ipynb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output/day1-workflow/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156A7A-A887-4B94-89AF-2852ADD0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C0EBF-6522-4835-A73F-E4AA1675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99B3A-2448-49C9-8F49-29A5FFA1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2BE0BC-373E-47DA-B8B1-D6E89952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처음 보는 사람이 repo에서 demo를 재현할 수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final_tag_and_scorecard 저장</a:t>
            </a:r>
          </a:p>
        </p:txBody>
      </p:sp>
    </p:spTree>
    <p:extLst>
      <p:ext uri="{BB962C8B-B14F-4D97-AF65-F5344CB8AC3E}">
        <p14:creationId xmlns:p14="http://schemas.microsoft.com/office/powerpoint/2010/main" val="1265811119"/>
      </p:ext>
    </p:extLst>
  </p:cSld>
</p:sld>
</file>

<file path=ppt/slides/slide2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B029A2-1065-45B4-BDDE-3D30E674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0DD33-907D-4B31-B59A-8F468D4B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C68B4-5C04-49F9-82F0-254028CB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36AD75-9D4E-4092-A0E0-7BF2A7F0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F0F38-F114-4676-A31E-C0D90354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291468-7A9D-4DDC-8D6D-B812AE99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FCA46-FB6E-4F19-8D46-484FD59D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발표 전 저장소 구조·README·test 증거를 다시 점검하고 누락만 보완한다.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materials/day5/day5_service_lab.ipynb · output/day1-workflow/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5F69DC-C391-4E39-A4D0-258908E0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5A5292-7580-4B36-8793-F094CC81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final_tag_and_scorecard</a:t>
            </a:r>
          </a:p>
        </p:txBody>
      </p:sp>
    </p:spTree>
    <p:extLst>
      <p:ext uri="{BB962C8B-B14F-4D97-AF65-F5344CB8AC3E}">
        <p14:creationId xmlns:p14="http://schemas.microsoft.com/office/powerpoint/2010/main" val="1595754626"/>
      </p:ext>
    </p:extLst>
  </p:cSld>
</p:sld>
</file>

<file path=ppt/slides/slide2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67988D-9AF9-4121-982B-E6A51028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97B108-A780-404E-B9C2-0CC5B2DC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C4305-E2C5-4108-B794-CE0F97E4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F3E152-435D-490C-B60C-B87D8070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0A53B-97CB-4514-BC13-BC34F164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6C9804-79CF-4858-9893-A952774C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A3226D-7869-41DF-8138-5B6F7BA2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status --short &amp;&amp; python -m pytest -q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처음 보는 사람이 repo에서 demo를 재현할 수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31B1D-4953-486D-B0FC-BEEDA8F8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3C096-FB50-46E5-88AE-42139165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final_tag_and_scorecard</a:t>
            </a:r>
          </a:p>
        </p:txBody>
      </p:sp>
    </p:spTree>
    <p:extLst>
      <p:ext uri="{BB962C8B-B14F-4D97-AF65-F5344CB8AC3E}">
        <p14:creationId xmlns:p14="http://schemas.microsoft.com/office/powerpoint/2010/main" val="175378492"/>
      </p:ext>
    </p:extLst>
  </p:cSld>
</p:sld>
</file>

<file path=ppt/slides/slide2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A350F3-E4B9-48E1-B94C-2BAC738E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699D2D-6FC3-4F8B-885F-D37E30C8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E46BE-3CA3-4AE9-9B72-15ED3A01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C6F26-DFE4-4CEF-9743-20F67458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B2C04-5AC4-427A-81A4-58F47DD7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B0D65-03BD-4CD3-896C-9E4CAEBF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7DF574-4AD8-4530-B8D1-9431ADE5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비밀키·실제 고객 데이터·자동 외부 쓰기는 발표 자료에 없다.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정상 한 건과 대표 HOLD 한 건을 나란히 보여준다.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D2218D-31C2-43DB-AE33-BBDE9719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E453A4-53F0-41BF-9254-8E430512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34104741"/>
      </p:ext>
    </p:extLst>
  </p:cSld>
</p:sld>
</file>

<file path=ppt/slides/slide2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02CD18-0BA8-48C1-9595-332BCFD8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91BFA6-DFA0-4623-8275-DD737FD4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68CB6-8AB0-437D-AFC2-A0FD7C7F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BB2000-3B2A-4F6D-BDD5-89BE441F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12D25B-30CF-4834-8152-D001E964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E386C-7B37-4B58-BDAF-1893E146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EDA4C-691A-4D1C-9B21-1BC10A28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DB3CDF-8757-43CE-A1E7-3F811FC8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52E8BD-91F5-4D7C-B412-7474B2DF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처음 보는 사람이 repo에서 demo를 재현할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966AEC-D308-4089-89F6-411B1761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56B031-C165-47EA-B31B-D6CDF4B1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63EE43-B133-473A-9B68-ED034039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50388E-9FE3-42A8-8D4A-8DCD8E08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FE5AF5-F169-4E60-A8F0-5AB1AECF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769665-1E8F-4879-A0BA-F907BAB3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C09468-6FC2-44F8-933F-D40BE35F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D00C2B-8434-4F5D-93C2-5DDC9B02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EE1317-8E6E-4F31-8DCA-E00C6719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825079672"/>
      </p:ext>
    </p:extLst>
  </p:cSld>
</p:sld>
</file>

<file path=ppt/slides/slide2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3915D3-ABBA-40FD-A956-CD2885FB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460F36-0C83-4461-91D8-46E0CE41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566114-42D8-4D64-B4F4-38BA13A3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2DE87-1C4A-44E0-AB5E-2FBA7D20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5025C-F736-4959-8CB6-C3A9FDB6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86B559-B497-4779-8839-47CFA4B0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AFF2A-CAA2-4E0A-8FE2-583CD0BD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3A20C-4C53-41A9-AA47-E53B479F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7D5E9C-7C92-4C06-BCAF-71CA3A89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비밀키·실제 고객 데이터·자동 외부 쓰기는 발표 자료에 없다.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CF545B-1548-4057-BE95-FF44231B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0901BF-DDD7-44F6-8B05-1C042661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ED6B9-41B0-458B-95B2-23A7B33D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F73BF4-82FD-412C-8865-2BFDBDA0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77DDA4-11AA-4158-9008-754491E2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2F6EE6-F444-4C7E-8594-601210AB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8603C5-8D58-43F1-B3D0-0F70F3D9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7ED020-3106-4DBB-A3D7-648926D2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83CE41-C4ED-4E07-B011-CDF584A6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645928872"/>
      </p:ext>
    </p:extLst>
  </p:cSld>
</p:sld>
</file>

<file path=ppt/slides/slide2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971AE-D604-40C9-ACBB-1323409B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5F633-92CC-4711-A4C8-D31A947C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727C1-4A2D-481B-9A85-24829172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E679E9-D6C7-4154-9753-49A3BF41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AC0FD-A80B-420F-8974-86DBAEB4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B1A6F-6439-48A0-A79E-765B174A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70FE3-5147-41B9-94CD-02609DE7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재직자는 업무 적용 계획, 구직자는 제품 판단과 검증 능력을 포트폴리오로 제시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3B5A77-719B-449E-924D-C0E40B02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ACE89-DE6C-4182-8A32-F125D0CD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15603F-219C-4A0E-805A-4244566D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D33CB-114B-4601-91D3-A37DF7C2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7C8BFD-6C26-4F5E-BC9A-6C2436F2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D6153E-07A5-4ADE-A7F7-D4923056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8BA94-D6C2-4BF0-8980-6700DD7B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D82ACA-D39B-4C57-A5DE-36B53E94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C84B2B-9FC8-4D90-85CD-AB4FAC7F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B27721-8DE3-4298-BCD8-4B124D4D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5BF860-1C84-4674-AE30-7E31180C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FFCD7-37CB-4372-9185-F825919F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final_tag_and_scorecard을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11360939"/>
      </p:ext>
    </p:extLst>
  </p:cSld>
</p:sld>
</file>

<file path=ppt/slides/slide2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1C0723-3357-4086-AEFC-6828490A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6A3E05-77E1-4E82-81DE-27D691E0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7263E-4A22-4F76-8034-BB268D76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8D5B21-25F0-4028-9ABC-7A4BD196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4F2678-BBC3-44A6-9A87-877E1E77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E1DEF0-404D-4579-92E5-22BBA01C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A5B71-2F83-44FD-862C-6D94FC64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재직자는 업무 적용 계획, 구직자는 제품 판단과 검증 능력을 포트폴리오로 제시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92DF45-6F57-425A-8D73-981C9FA7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E3DB05-18E2-40CC-B05E-2D883CC4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958F13-D080-46B2-9B85-72CC6D72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C0ACE-35E5-40C2-9B32-EEED4090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E2077E-62A2-4CE0-B1E8-19D58485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E856B7-B385-4E5E-B3FE-E65C208E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CEF49E-C41D-4BCA-A017-96AACCAC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6ECA6-D09D-45DA-A2D2-792ECD41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93A539-16B3-4585-A53D-A7EAEF97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FD5D80-6E8E-4293-8016-FC9ECC96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95FB9C-EE08-4134-84E9-28D50105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12C1C2-DAE4-4275-99C6-9E5A78EE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final_tag_and_scorecard과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2037872442"/>
      </p:ext>
    </p:extLst>
  </p:cSld>
</p:sld>
</file>

<file path=ppt/slides/slide2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BA2C5D-EBF4-4784-8C0C-E61D64C3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0BEE4-B524-4B4A-9A19-28ACC7E9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C40D8-16B4-4656-B6B8-C2C1A0E8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7973E-8BC1-4BCB-8E55-0EE2BF68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EB1392-19B6-4BAA-B84A-AE4E0E20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70CD64-4C75-49A9-926D-59F1FDD3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5EC3C4-4A9A-4899-AB57-1828F85C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879B3-A737-4C90-9B2B-5B553356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B0A2F-4C3C-4B99-AA55-2C8A9F3C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처음 보는 사람이 repo에서 demo를 재현할 수 있다.로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591B95-9DCC-4C64-826A-35251B89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E1D9D-F4B6-4308-A3FB-CCF9213A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837F5-59A8-4DD9-817F-9EB0989B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018F22-E133-4BB3-B255-5A606951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4223E8-5C4E-44AA-B355-BFFBDC0F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2981D5-271F-4E61-96C2-AF136D64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한 건과 대표 HOLD 한 건을 나란히 보여준다.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8B78DA-994F-47AF-812C-A2FE1CF1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D6AEEE-B68E-4F64-A2D3-D820B189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F90942-34E7-42F5-BD28-29F3DE10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final_tag_and_scorecard에서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785061162"/>
      </p:ext>
    </p:extLst>
  </p:cSld>
</p:sld>
</file>

<file path=ppt/slides/slide2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A7178A-F7DD-4BAF-AE27-EB461AFA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1E05B8-7734-443F-8D0E-9E3C25AF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1F1A3-3310-4C3F-B88B-66C9F7FD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135B6D-4A20-4E19-833E-55AFCD5F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5 · Agent Operations Console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6E1CF-6910-46E0-A2E9-563B4A32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0FA4B2-643F-43CC-B25C-C5AAB0F7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7407F-BB2D-4C3A-B207-388ADC88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7C7E23-A550-4A44-8277-A9B00766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CBE8FE-BDD5-4CBD-AC84-8C7E1AA5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최종 Demo와 Scorecard이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4451E-8C98-407F-B7FF-C06525BB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E2D03C-0594-49DB-903C-FDE80DE7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76F7E1-461D-429A-96E0-5C835205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git status --short &amp;&amp; python -m pytest -q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110FFA-A71C-419F-B6AD-85A66584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F2D1BF-013D-45A9-8CCB-38FBD440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E4F8A3-FE6D-432D-A223-A8D3246E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final_tag_and_scorecard과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A60346-6946-40CD-BEF9-1213234B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17:30-18:00 쉬는 시간</a:t>
            </a:r>
          </a:p>
        </p:txBody>
      </p:sp>
    </p:spTree>
    <p:extLst>
      <p:ext uri="{BB962C8B-B14F-4D97-AF65-F5344CB8AC3E}">
        <p14:creationId xmlns:p14="http://schemas.microsoft.com/office/powerpoint/2010/main" val="13947068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2026-08-23T23:18:36.2420000Z</dcterms:created>
  <dcterms:modified xsi:type="dcterms:W3CDTF">2026-08-23T23:18:36.2420000Z</dcterms:modified>
</coreProperties>
</file>