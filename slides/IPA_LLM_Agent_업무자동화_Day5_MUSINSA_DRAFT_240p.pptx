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adaceb7f62471a" /><Relationship Type="http://schemas.openxmlformats.org/officeDocument/2006/relationships/extended-properties" Target="/docProps/app.xml" Id="Rb9a4256e010a4a62" /><Relationship Type="http://schemas.openxmlformats.org/officeDocument/2006/relationships/officeDocument" Target="/ppt/presentation.xml" Id="R19d1f75c7746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f6a74557f64c34"/>
  </p:sldMasterIdLst>
  <p:notesMasterIdLst>
    <p:notesMasterId xmlns:r="http://schemas.openxmlformats.org/officeDocument/2006/relationships" r:id="R32113a3d81ce4d6c"/>
  </p:notesMasterIdLst>
  <p:sldIdLst>
    <p:sldId xmlns:r="http://schemas.openxmlformats.org/officeDocument/2006/relationships" id="256" r:id="Rcb3798ab401b4549"/>
    <p:sldId xmlns:r="http://schemas.openxmlformats.org/officeDocument/2006/relationships" id="257" r:id="Rbdf36919a2bf486a"/>
    <p:sldId xmlns:r="http://schemas.openxmlformats.org/officeDocument/2006/relationships" id="258" r:id="R4d1034a4f0154ce3"/>
    <p:sldId xmlns:r="http://schemas.openxmlformats.org/officeDocument/2006/relationships" id="259" r:id="R96ed101acf4140d9"/>
    <p:sldId xmlns:r="http://schemas.openxmlformats.org/officeDocument/2006/relationships" id="260" r:id="R5d3e90ec4a974356"/>
    <p:sldId xmlns:r="http://schemas.openxmlformats.org/officeDocument/2006/relationships" id="261" r:id="Rd6a5c733fff54c72"/>
    <p:sldId xmlns:r="http://schemas.openxmlformats.org/officeDocument/2006/relationships" id="262" r:id="R0b3dd4ddea484194"/>
    <p:sldId xmlns:r="http://schemas.openxmlformats.org/officeDocument/2006/relationships" id="263" r:id="Rb3fd8473de274dae"/>
    <p:sldId xmlns:r="http://schemas.openxmlformats.org/officeDocument/2006/relationships" id="264" r:id="Rdaec3e01ca7743c2"/>
    <p:sldId xmlns:r="http://schemas.openxmlformats.org/officeDocument/2006/relationships" id="265" r:id="R2c9441be22fd4d05"/>
    <p:sldId xmlns:r="http://schemas.openxmlformats.org/officeDocument/2006/relationships" id="266" r:id="Ra6677ec27bc44031"/>
    <p:sldId xmlns:r="http://schemas.openxmlformats.org/officeDocument/2006/relationships" id="267" r:id="Rbb424a2cde9b41cf"/>
    <p:sldId xmlns:r="http://schemas.openxmlformats.org/officeDocument/2006/relationships" id="268" r:id="R0f546545f4dc49e3"/>
    <p:sldId xmlns:r="http://schemas.openxmlformats.org/officeDocument/2006/relationships" id="269" r:id="Rbd79b6213d2d4be8"/>
    <p:sldId xmlns:r="http://schemas.openxmlformats.org/officeDocument/2006/relationships" id="270" r:id="Ra3a4ae0620dd4a34"/>
    <p:sldId xmlns:r="http://schemas.openxmlformats.org/officeDocument/2006/relationships" id="271" r:id="R8c67ff97d39f4467"/>
    <p:sldId xmlns:r="http://schemas.openxmlformats.org/officeDocument/2006/relationships" id="272" r:id="R8e2c01d4ec944c2c"/>
    <p:sldId xmlns:r="http://schemas.openxmlformats.org/officeDocument/2006/relationships" id="273" r:id="Rcb9f0e67d2c44fe7"/>
    <p:sldId xmlns:r="http://schemas.openxmlformats.org/officeDocument/2006/relationships" id="274" r:id="R6df08cb520364d53"/>
    <p:sldId xmlns:r="http://schemas.openxmlformats.org/officeDocument/2006/relationships" id="275" r:id="R0b368b4300864a3f"/>
    <p:sldId xmlns:r="http://schemas.openxmlformats.org/officeDocument/2006/relationships" id="276" r:id="Rf1a29d6bc7af4d3f"/>
    <p:sldId xmlns:r="http://schemas.openxmlformats.org/officeDocument/2006/relationships" id="277" r:id="R2682f706b1b14937"/>
    <p:sldId xmlns:r="http://schemas.openxmlformats.org/officeDocument/2006/relationships" id="278" r:id="R8920696c72894342"/>
    <p:sldId xmlns:r="http://schemas.openxmlformats.org/officeDocument/2006/relationships" id="279" r:id="R55da411a9d7b4cbc"/>
    <p:sldId xmlns:r="http://schemas.openxmlformats.org/officeDocument/2006/relationships" id="280" r:id="R9e0383f3b8684ec1"/>
    <p:sldId xmlns:r="http://schemas.openxmlformats.org/officeDocument/2006/relationships" id="281" r:id="R0566a90b75704530"/>
    <p:sldId xmlns:r="http://schemas.openxmlformats.org/officeDocument/2006/relationships" id="282" r:id="R051e2ef6331341aa"/>
    <p:sldId xmlns:r="http://schemas.openxmlformats.org/officeDocument/2006/relationships" id="283" r:id="R1636ba50a7334013"/>
    <p:sldId xmlns:r="http://schemas.openxmlformats.org/officeDocument/2006/relationships" id="284" r:id="R95902859270149d4"/>
    <p:sldId xmlns:r="http://schemas.openxmlformats.org/officeDocument/2006/relationships" id="285" r:id="R0c5c571e818144f7"/>
    <p:sldId xmlns:r="http://schemas.openxmlformats.org/officeDocument/2006/relationships" id="286" r:id="R7d12c49bc811431d"/>
    <p:sldId xmlns:r="http://schemas.openxmlformats.org/officeDocument/2006/relationships" id="287" r:id="Rc1333cea64864061"/>
    <p:sldId xmlns:r="http://schemas.openxmlformats.org/officeDocument/2006/relationships" id="288" r:id="R6be92043bb1e4fed"/>
    <p:sldId xmlns:r="http://schemas.openxmlformats.org/officeDocument/2006/relationships" id="289" r:id="Rd49b5f7ef90745f8"/>
    <p:sldId xmlns:r="http://schemas.openxmlformats.org/officeDocument/2006/relationships" id="290" r:id="Re32a26ddeed84aa2"/>
    <p:sldId xmlns:r="http://schemas.openxmlformats.org/officeDocument/2006/relationships" id="291" r:id="R812c789119584e10"/>
    <p:sldId xmlns:r="http://schemas.openxmlformats.org/officeDocument/2006/relationships" id="292" r:id="Ra6c720201c474f81"/>
    <p:sldId xmlns:r="http://schemas.openxmlformats.org/officeDocument/2006/relationships" id="293" r:id="R766a86b652c24669"/>
    <p:sldId xmlns:r="http://schemas.openxmlformats.org/officeDocument/2006/relationships" id="294" r:id="R03e4bfe248024ed6"/>
    <p:sldId xmlns:r="http://schemas.openxmlformats.org/officeDocument/2006/relationships" id="295" r:id="R0cd9700678a746da"/>
    <p:sldId xmlns:r="http://schemas.openxmlformats.org/officeDocument/2006/relationships" id="296" r:id="R7e67703673024b23"/>
    <p:sldId xmlns:r="http://schemas.openxmlformats.org/officeDocument/2006/relationships" id="297" r:id="R6b840d06a45842c8"/>
    <p:sldId xmlns:r="http://schemas.openxmlformats.org/officeDocument/2006/relationships" id="298" r:id="Rf2214977ae984dd6"/>
    <p:sldId xmlns:r="http://schemas.openxmlformats.org/officeDocument/2006/relationships" id="299" r:id="R2e55cde653674893"/>
    <p:sldId xmlns:r="http://schemas.openxmlformats.org/officeDocument/2006/relationships" id="300" r:id="R3005024e831f4a92"/>
    <p:sldId xmlns:r="http://schemas.openxmlformats.org/officeDocument/2006/relationships" id="301" r:id="R368ba413e56844e7"/>
    <p:sldId xmlns:r="http://schemas.openxmlformats.org/officeDocument/2006/relationships" id="302" r:id="R187e0e164a524151"/>
    <p:sldId xmlns:r="http://schemas.openxmlformats.org/officeDocument/2006/relationships" id="303" r:id="R16022fa4a5ec4a6b"/>
    <p:sldId xmlns:r="http://schemas.openxmlformats.org/officeDocument/2006/relationships" id="304" r:id="R2dcd039789a24459"/>
    <p:sldId xmlns:r="http://schemas.openxmlformats.org/officeDocument/2006/relationships" id="305" r:id="R71033ef017c84913"/>
    <p:sldId xmlns:r="http://schemas.openxmlformats.org/officeDocument/2006/relationships" id="306" r:id="R81eb94dc90554e30"/>
    <p:sldId xmlns:r="http://schemas.openxmlformats.org/officeDocument/2006/relationships" id="307" r:id="Re9dab38e3d47416c"/>
    <p:sldId xmlns:r="http://schemas.openxmlformats.org/officeDocument/2006/relationships" id="308" r:id="R94902d5ba55e4e96"/>
    <p:sldId xmlns:r="http://schemas.openxmlformats.org/officeDocument/2006/relationships" id="309" r:id="R3ef31690fb0f4df9"/>
    <p:sldId xmlns:r="http://schemas.openxmlformats.org/officeDocument/2006/relationships" id="310" r:id="R0ed56e1750d24866"/>
    <p:sldId xmlns:r="http://schemas.openxmlformats.org/officeDocument/2006/relationships" id="311" r:id="R1752490e85eb48c6"/>
    <p:sldId xmlns:r="http://schemas.openxmlformats.org/officeDocument/2006/relationships" id="312" r:id="Rf08298af287c422f"/>
    <p:sldId xmlns:r="http://schemas.openxmlformats.org/officeDocument/2006/relationships" id="313" r:id="Ra9a997a81c23404f"/>
    <p:sldId xmlns:r="http://schemas.openxmlformats.org/officeDocument/2006/relationships" id="314" r:id="R82d94455351049a7"/>
    <p:sldId xmlns:r="http://schemas.openxmlformats.org/officeDocument/2006/relationships" id="315" r:id="Rcfe63b2696174adf"/>
    <p:sldId xmlns:r="http://schemas.openxmlformats.org/officeDocument/2006/relationships" id="316" r:id="Re2089bbefff34cc2"/>
    <p:sldId xmlns:r="http://schemas.openxmlformats.org/officeDocument/2006/relationships" id="317" r:id="R119c7ac061ea4330"/>
    <p:sldId xmlns:r="http://schemas.openxmlformats.org/officeDocument/2006/relationships" id="318" r:id="R5787397b8ed94b1c"/>
    <p:sldId xmlns:r="http://schemas.openxmlformats.org/officeDocument/2006/relationships" id="319" r:id="R9916ba53b2ba4b18"/>
    <p:sldId xmlns:r="http://schemas.openxmlformats.org/officeDocument/2006/relationships" id="320" r:id="Rfed6fb02fde940c2"/>
    <p:sldId xmlns:r="http://schemas.openxmlformats.org/officeDocument/2006/relationships" id="321" r:id="Ra7d3dcfbfb474d6f"/>
    <p:sldId xmlns:r="http://schemas.openxmlformats.org/officeDocument/2006/relationships" id="322" r:id="R7b5cac05c8f04f08"/>
    <p:sldId xmlns:r="http://schemas.openxmlformats.org/officeDocument/2006/relationships" id="323" r:id="Rde3f0f151b674883"/>
    <p:sldId xmlns:r="http://schemas.openxmlformats.org/officeDocument/2006/relationships" id="324" r:id="R7a4132a879ed4f6a"/>
    <p:sldId xmlns:r="http://schemas.openxmlformats.org/officeDocument/2006/relationships" id="325" r:id="Rdce0b4e109cb4f4f"/>
    <p:sldId xmlns:r="http://schemas.openxmlformats.org/officeDocument/2006/relationships" id="326" r:id="R6dbadd501e4944f4"/>
    <p:sldId xmlns:r="http://schemas.openxmlformats.org/officeDocument/2006/relationships" id="327" r:id="R8b5f35fa39374d0b"/>
    <p:sldId xmlns:r="http://schemas.openxmlformats.org/officeDocument/2006/relationships" id="328" r:id="Rcf89825157c0489a"/>
    <p:sldId xmlns:r="http://schemas.openxmlformats.org/officeDocument/2006/relationships" id="329" r:id="Rfdc847a8ac5845cd"/>
    <p:sldId xmlns:r="http://schemas.openxmlformats.org/officeDocument/2006/relationships" id="330" r:id="R6f1c8dfc28e147d1"/>
    <p:sldId xmlns:r="http://schemas.openxmlformats.org/officeDocument/2006/relationships" id="331" r:id="Re0b5cc3bee5f41f3"/>
    <p:sldId xmlns:r="http://schemas.openxmlformats.org/officeDocument/2006/relationships" id="332" r:id="R6354653d9d6d43c5"/>
    <p:sldId xmlns:r="http://schemas.openxmlformats.org/officeDocument/2006/relationships" id="333" r:id="R3626a56345b7490b"/>
    <p:sldId xmlns:r="http://schemas.openxmlformats.org/officeDocument/2006/relationships" id="334" r:id="R8e9bb85e2f0d4fb0"/>
    <p:sldId xmlns:r="http://schemas.openxmlformats.org/officeDocument/2006/relationships" id="335" r:id="R982953199774453e"/>
    <p:sldId xmlns:r="http://schemas.openxmlformats.org/officeDocument/2006/relationships" id="336" r:id="Rea9ad4e7821c4ce4"/>
    <p:sldId xmlns:r="http://schemas.openxmlformats.org/officeDocument/2006/relationships" id="337" r:id="R59f2776723584d8b"/>
    <p:sldId xmlns:r="http://schemas.openxmlformats.org/officeDocument/2006/relationships" id="338" r:id="Rd9749e310a904174"/>
    <p:sldId xmlns:r="http://schemas.openxmlformats.org/officeDocument/2006/relationships" id="339" r:id="Rcdfc4bba1e73446d"/>
    <p:sldId xmlns:r="http://schemas.openxmlformats.org/officeDocument/2006/relationships" id="340" r:id="Rdb148d6169e74c6b"/>
    <p:sldId xmlns:r="http://schemas.openxmlformats.org/officeDocument/2006/relationships" id="341" r:id="R683675353b8e42ff"/>
    <p:sldId xmlns:r="http://schemas.openxmlformats.org/officeDocument/2006/relationships" id="342" r:id="R38dd8448efd24090"/>
    <p:sldId xmlns:r="http://schemas.openxmlformats.org/officeDocument/2006/relationships" id="343" r:id="R4819e01965c347c7"/>
    <p:sldId xmlns:r="http://schemas.openxmlformats.org/officeDocument/2006/relationships" id="344" r:id="Rad6fad3e78ca456a"/>
    <p:sldId xmlns:r="http://schemas.openxmlformats.org/officeDocument/2006/relationships" id="345" r:id="R169948e0e34245d2"/>
    <p:sldId xmlns:r="http://schemas.openxmlformats.org/officeDocument/2006/relationships" id="346" r:id="R4c032385c9b74116"/>
    <p:sldId xmlns:r="http://schemas.openxmlformats.org/officeDocument/2006/relationships" id="347" r:id="Re9467523f4294507"/>
    <p:sldId xmlns:r="http://schemas.openxmlformats.org/officeDocument/2006/relationships" id="348" r:id="Rf2250c9bb0e94832"/>
    <p:sldId xmlns:r="http://schemas.openxmlformats.org/officeDocument/2006/relationships" id="349" r:id="Rb14ad16021444f5b"/>
    <p:sldId xmlns:r="http://schemas.openxmlformats.org/officeDocument/2006/relationships" id="350" r:id="R5c4a499a427f4163"/>
    <p:sldId xmlns:r="http://schemas.openxmlformats.org/officeDocument/2006/relationships" id="351" r:id="Rddd50d16a20c4f2f"/>
    <p:sldId xmlns:r="http://schemas.openxmlformats.org/officeDocument/2006/relationships" id="352" r:id="R56a00acbb0c444b1"/>
    <p:sldId xmlns:r="http://schemas.openxmlformats.org/officeDocument/2006/relationships" id="353" r:id="Rb309efb7803c4958"/>
    <p:sldId xmlns:r="http://schemas.openxmlformats.org/officeDocument/2006/relationships" id="354" r:id="R1641bda60f79461f"/>
    <p:sldId xmlns:r="http://schemas.openxmlformats.org/officeDocument/2006/relationships" id="355" r:id="R31df2e361d2b4e66"/>
    <p:sldId xmlns:r="http://schemas.openxmlformats.org/officeDocument/2006/relationships" id="356" r:id="R7945b2c691a94cf3"/>
    <p:sldId xmlns:r="http://schemas.openxmlformats.org/officeDocument/2006/relationships" id="357" r:id="Rd641eeaf71ce4aec"/>
    <p:sldId xmlns:r="http://schemas.openxmlformats.org/officeDocument/2006/relationships" id="358" r:id="R682721851edf43c6"/>
    <p:sldId xmlns:r="http://schemas.openxmlformats.org/officeDocument/2006/relationships" id="359" r:id="R87d488500fdd4a9e"/>
    <p:sldId xmlns:r="http://schemas.openxmlformats.org/officeDocument/2006/relationships" id="360" r:id="R96f6f8adabaa477f"/>
    <p:sldId xmlns:r="http://schemas.openxmlformats.org/officeDocument/2006/relationships" id="361" r:id="R669cf11b911f4389"/>
    <p:sldId xmlns:r="http://schemas.openxmlformats.org/officeDocument/2006/relationships" id="362" r:id="Rdb849e0707b345c8"/>
    <p:sldId xmlns:r="http://schemas.openxmlformats.org/officeDocument/2006/relationships" id="363" r:id="R6de630c7a3034cc5"/>
    <p:sldId xmlns:r="http://schemas.openxmlformats.org/officeDocument/2006/relationships" id="364" r:id="Ra037689e2205489b"/>
    <p:sldId xmlns:r="http://schemas.openxmlformats.org/officeDocument/2006/relationships" id="365" r:id="R9c07de5349894382"/>
    <p:sldId xmlns:r="http://schemas.openxmlformats.org/officeDocument/2006/relationships" id="366" r:id="Rf9f40b2dc9464a76"/>
    <p:sldId xmlns:r="http://schemas.openxmlformats.org/officeDocument/2006/relationships" id="367" r:id="R2ccbed05d4854d6c"/>
    <p:sldId xmlns:r="http://schemas.openxmlformats.org/officeDocument/2006/relationships" id="368" r:id="R709306b687544433"/>
    <p:sldId xmlns:r="http://schemas.openxmlformats.org/officeDocument/2006/relationships" id="369" r:id="Rc6a3e6e4ffc3412c"/>
    <p:sldId xmlns:r="http://schemas.openxmlformats.org/officeDocument/2006/relationships" id="370" r:id="R150c7d7c23504f05"/>
    <p:sldId xmlns:r="http://schemas.openxmlformats.org/officeDocument/2006/relationships" id="371" r:id="R0976e0fb61d749d2"/>
    <p:sldId xmlns:r="http://schemas.openxmlformats.org/officeDocument/2006/relationships" id="372" r:id="R18e72bbe6db44967"/>
    <p:sldId xmlns:r="http://schemas.openxmlformats.org/officeDocument/2006/relationships" id="373" r:id="Rf26ddeba22cf47d1"/>
    <p:sldId xmlns:r="http://schemas.openxmlformats.org/officeDocument/2006/relationships" id="374" r:id="R80cfc3e210a44e1f"/>
    <p:sldId xmlns:r="http://schemas.openxmlformats.org/officeDocument/2006/relationships" id="375" r:id="R7813ecf18f8e4fb0"/>
    <p:sldId xmlns:r="http://schemas.openxmlformats.org/officeDocument/2006/relationships" id="376" r:id="R97a9de3e8350487e"/>
    <p:sldId xmlns:r="http://schemas.openxmlformats.org/officeDocument/2006/relationships" id="377" r:id="Rd371f824471f47f1"/>
    <p:sldId xmlns:r="http://schemas.openxmlformats.org/officeDocument/2006/relationships" id="378" r:id="R3286a29f80604244"/>
    <p:sldId xmlns:r="http://schemas.openxmlformats.org/officeDocument/2006/relationships" id="379" r:id="R60bab56913fd41a8"/>
    <p:sldId xmlns:r="http://schemas.openxmlformats.org/officeDocument/2006/relationships" id="380" r:id="R91da1a5bed9940fc"/>
    <p:sldId xmlns:r="http://schemas.openxmlformats.org/officeDocument/2006/relationships" id="381" r:id="R8bfc090b9b494e0f"/>
    <p:sldId xmlns:r="http://schemas.openxmlformats.org/officeDocument/2006/relationships" id="382" r:id="R83f321391b5b4d66"/>
    <p:sldId xmlns:r="http://schemas.openxmlformats.org/officeDocument/2006/relationships" id="383" r:id="Rb600680e26e34055"/>
    <p:sldId xmlns:r="http://schemas.openxmlformats.org/officeDocument/2006/relationships" id="384" r:id="Rad66ef08f5e64ed3"/>
    <p:sldId xmlns:r="http://schemas.openxmlformats.org/officeDocument/2006/relationships" id="385" r:id="Rf5e69b33ce6e4434"/>
    <p:sldId xmlns:r="http://schemas.openxmlformats.org/officeDocument/2006/relationships" id="386" r:id="R1a029f46293d4dcf"/>
    <p:sldId xmlns:r="http://schemas.openxmlformats.org/officeDocument/2006/relationships" id="387" r:id="R065e0615fbb44519"/>
    <p:sldId xmlns:r="http://schemas.openxmlformats.org/officeDocument/2006/relationships" id="388" r:id="Rc1ea553453e941a4"/>
    <p:sldId xmlns:r="http://schemas.openxmlformats.org/officeDocument/2006/relationships" id="389" r:id="R4ea34ec289f44af2"/>
    <p:sldId xmlns:r="http://schemas.openxmlformats.org/officeDocument/2006/relationships" id="390" r:id="Rb54426a791a84120"/>
    <p:sldId xmlns:r="http://schemas.openxmlformats.org/officeDocument/2006/relationships" id="391" r:id="R3f2f7101dd6e49bd"/>
    <p:sldId xmlns:r="http://schemas.openxmlformats.org/officeDocument/2006/relationships" id="392" r:id="R5046661907444b25"/>
    <p:sldId xmlns:r="http://schemas.openxmlformats.org/officeDocument/2006/relationships" id="393" r:id="R8b606bcaba4b4d0d"/>
    <p:sldId xmlns:r="http://schemas.openxmlformats.org/officeDocument/2006/relationships" id="394" r:id="R464b7f39f7114e92"/>
    <p:sldId xmlns:r="http://schemas.openxmlformats.org/officeDocument/2006/relationships" id="395" r:id="Rb7fa2a927bb143b5"/>
    <p:sldId xmlns:r="http://schemas.openxmlformats.org/officeDocument/2006/relationships" id="396" r:id="R254c2e0e21e84e47"/>
    <p:sldId xmlns:r="http://schemas.openxmlformats.org/officeDocument/2006/relationships" id="397" r:id="R7bc4971099c74823"/>
    <p:sldId xmlns:r="http://schemas.openxmlformats.org/officeDocument/2006/relationships" id="398" r:id="Rbcdafaf26dab4c51"/>
    <p:sldId xmlns:r="http://schemas.openxmlformats.org/officeDocument/2006/relationships" id="399" r:id="R135020b9d77d40c4"/>
    <p:sldId xmlns:r="http://schemas.openxmlformats.org/officeDocument/2006/relationships" id="400" r:id="R695b27f9a30b47ce"/>
    <p:sldId xmlns:r="http://schemas.openxmlformats.org/officeDocument/2006/relationships" id="401" r:id="Rd324b1413f2040b3"/>
    <p:sldId xmlns:r="http://schemas.openxmlformats.org/officeDocument/2006/relationships" id="402" r:id="Rf73e95e6145742f2"/>
    <p:sldId xmlns:r="http://schemas.openxmlformats.org/officeDocument/2006/relationships" id="403" r:id="R7469039ee17a43d1"/>
    <p:sldId xmlns:r="http://schemas.openxmlformats.org/officeDocument/2006/relationships" id="404" r:id="R5074c4d885644c67"/>
    <p:sldId xmlns:r="http://schemas.openxmlformats.org/officeDocument/2006/relationships" id="405" r:id="Re30a8deef0f8450b"/>
    <p:sldId xmlns:r="http://schemas.openxmlformats.org/officeDocument/2006/relationships" id="406" r:id="Rd7bd067824394017"/>
    <p:sldId xmlns:r="http://schemas.openxmlformats.org/officeDocument/2006/relationships" id="407" r:id="Rbdb120db2d1c46de"/>
    <p:sldId xmlns:r="http://schemas.openxmlformats.org/officeDocument/2006/relationships" id="408" r:id="R645707c2c5604512"/>
    <p:sldId xmlns:r="http://schemas.openxmlformats.org/officeDocument/2006/relationships" id="409" r:id="Rffb67cafc20e49b0"/>
    <p:sldId xmlns:r="http://schemas.openxmlformats.org/officeDocument/2006/relationships" id="410" r:id="Ra5b36723645149cc"/>
    <p:sldId xmlns:r="http://schemas.openxmlformats.org/officeDocument/2006/relationships" id="411" r:id="R183f58e51f8941f2"/>
    <p:sldId xmlns:r="http://schemas.openxmlformats.org/officeDocument/2006/relationships" id="412" r:id="R1e530c44164943bb"/>
    <p:sldId xmlns:r="http://schemas.openxmlformats.org/officeDocument/2006/relationships" id="413" r:id="R8fb5c4b3a9474c5f"/>
    <p:sldId xmlns:r="http://schemas.openxmlformats.org/officeDocument/2006/relationships" id="414" r:id="R6bb1d1076ec84bad"/>
    <p:sldId xmlns:r="http://schemas.openxmlformats.org/officeDocument/2006/relationships" id="415" r:id="R991fbcbceec64d23"/>
    <p:sldId xmlns:r="http://schemas.openxmlformats.org/officeDocument/2006/relationships" id="416" r:id="Ra97478485034408a"/>
    <p:sldId xmlns:r="http://schemas.openxmlformats.org/officeDocument/2006/relationships" id="417" r:id="R54b90e83d6354de2"/>
    <p:sldId xmlns:r="http://schemas.openxmlformats.org/officeDocument/2006/relationships" id="418" r:id="Rbebd943a046e4333"/>
    <p:sldId xmlns:r="http://schemas.openxmlformats.org/officeDocument/2006/relationships" id="419" r:id="R638a0fad49c449fc"/>
    <p:sldId xmlns:r="http://schemas.openxmlformats.org/officeDocument/2006/relationships" id="420" r:id="Rb2fcf05ef32949c8"/>
    <p:sldId xmlns:r="http://schemas.openxmlformats.org/officeDocument/2006/relationships" id="421" r:id="R60c1a38801dd450c"/>
    <p:sldId xmlns:r="http://schemas.openxmlformats.org/officeDocument/2006/relationships" id="422" r:id="Ra249e0b511414fc7"/>
    <p:sldId xmlns:r="http://schemas.openxmlformats.org/officeDocument/2006/relationships" id="423" r:id="Rcb95193e0b0e4f6b"/>
    <p:sldId xmlns:r="http://schemas.openxmlformats.org/officeDocument/2006/relationships" id="424" r:id="R3c880625e96d4526"/>
    <p:sldId xmlns:r="http://schemas.openxmlformats.org/officeDocument/2006/relationships" id="425" r:id="R36698eb01012470e"/>
    <p:sldId xmlns:r="http://schemas.openxmlformats.org/officeDocument/2006/relationships" id="426" r:id="R7b3df9454ce04999"/>
    <p:sldId xmlns:r="http://schemas.openxmlformats.org/officeDocument/2006/relationships" id="427" r:id="Rcc1362942bc74ee9"/>
    <p:sldId xmlns:r="http://schemas.openxmlformats.org/officeDocument/2006/relationships" id="428" r:id="Re949c5b426844c8a"/>
    <p:sldId xmlns:r="http://schemas.openxmlformats.org/officeDocument/2006/relationships" id="429" r:id="R80d59f02345a499b"/>
    <p:sldId xmlns:r="http://schemas.openxmlformats.org/officeDocument/2006/relationships" id="430" r:id="Re24a9e6674f349f8"/>
    <p:sldId xmlns:r="http://schemas.openxmlformats.org/officeDocument/2006/relationships" id="431" r:id="Rcc6eb7cce79a4853"/>
    <p:sldId xmlns:r="http://schemas.openxmlformats.org/officeDocument/2006/relationships" id="432" r:id="R341a670c747e4e33"/>
    <p:sldId xmlns:r="http://schemas.openxmlformats.org/officeDocument/2006/relationships" id="433" r:id="Rad2268bd083a44b5"/>
    <p:sldId xmlns:r="http://schemas.openxmlformats.org/officeDocument/2006/relationships" id="434" r:id="R843aff22175243f6"/>
    <p:sldId xmlns:r="http://schemas.openxmlformats.org/officeDocument/2006/relationships" id="435" r:id="R1d720a33c6b04f59"/>
    <p:sldId xmlns:r="http://schemas.openxmlformats.org/officeDocument/2006/relationships" id="436" r:id="R961c23a89e3c41d6"/>
    <p:sldId xmlns:r="http://schemas.openxmlformats.org/officeDocument/2006/relationships" id="437" r:id="R69f2068621de4bfb"/>
    <p:sldId xmlns:r="http://schemas.openxmlformats.org/officeDocument/2006/relationships" id="438" r:id="R8a7d6d6306a64e43"/>
    <p:sldId xmlns:r="http://schemas.openxmlformats.org/officeDocument/2006/relationships" id="439" r:id="R8cb0eed849da43eb"/>
    <p:sldId xmlns:r="http://schemas.openxmlformats.org/officeDocument/2006/relationships" id="440" r:id="R10e8b0f26e8b4447"/>
    <p:sldId xmlns:r="http://schemas.openxmlformats.org/officeDocument/2006/relationships" id="441" r:id="Re88c6b396d614377"/>
    <p:sldId xmlns:r="http://schemas.openxmlformats.org/officeDocument/2006/relationships" id="442" r:id="Rd079c467316844ba"/>
    <p:sldId xmlns:r="http://schemas.openxmlformats.org/officeDocument/2006/relationships" id="443" r:id="R9a0478af7feb4ce8"/>
    <p:sldId xmlns:r="http://schemas.openxmlformats.org/officeDocument/2006/relationships" id="444" r:id="R360f7b6712c4457a"/>
    <p:sldId xmlns:r="http://schemas.openxmlformats.org/officeDocument/2006/relationships" id="445" r:id="Rab3033c123f94049"/>
    <p:sldId xmlns:r="http://schemas.openxmlformats.org/officeDocument/2006/relationships" id="446" r:id="Rcde282964c5a4e33"/>
    <p:sldId xmlns:r="http://schemas.openxmlformats.org/officeDocument/2006/relationships" id="447" r:id="R760600b79e3348a8"/>
    <p:sldId xmlns:r="http://schemas.openxmlformats.org/officeDocument/2006/relationships" id="448" r:id="Rbe9affe4d5e64980"/>
    <p:sldId xmlns:r="http://schemas.openxmlformats.org/officeDocument/2006/relationships" id="449" r:id="R2c86d271b9554f8e"/>
    <p:sldId xmlns:r="http://schemas.openxmlformats.org/officeDocument/2006/relationships" id="450" r:id="R55c2b9761fe34db3"/>
    <p:sldId xmlns:r="http://schemas.openxmlformats.org/officeDocument/2006/relationships" id="451" r:id="R222acca3ed1f4962"/>
    <p:sldId xmlns:r="http://schemas.openxmlformats.org/officeDocument/2006/relationships" id="452" r:id="R0141516446a44cff"/>
    <p:sldId xmlns:r="http://schemas.openxmlformats.org/officeDocument/2006/relationships" id="453" r:id="R8e1db1fd59624500"/>
    <p:sldId xmlns:r="http://schemas.openxmlformats.org/officeDocument/2006/relationships" id="454" r:id="R102d1f3b32da4e65"/>
    <p:sldId xmlns:r="http://schemas.openxmlformats.org/officeDocument/2006/relationships" id="455" r:id="R723def65daa44e2b"/>
    <p:sldId xmlns:r="http://schemas.openxmlformats.org/officeDocument/2006/relationships" id="456" r:id="Rd6f7953f63e74112"/>
    <p:sldId xmlns:r="http://schemas.openxmlformats.org/officeDocument/2006/relationships" id="457" r:id="R598552c6d5094cd3"/>
    <p:sldId xmlns:r="http://schemas.openxmlformats.org/officeDocument/2006/relationships" id="458" r:id="Rd2153e92add94a06"/>
    <p:sldId xmlns:r="http://schemas.openxmlformats.org/officeDocument/2006/relationships" id="459" r:id="R1ea3d3e409544b35"/>
    <p:sldId xmlns:r="http://schemas.openxmlformats.org/officeDocument/2006/relationships" id="460" r:id="R20735e444bdc4f4f"/>
    <p:sldId xmlns:r="http://schemas.openxmlformats.org/officeDocument/2006/relationships" id="461" r:id="Rcf4eb71927c145c5"/>
    <p:sldId xmlns:r="http://schemas.openxmlformats.org/officeDocument/2006/relationships" id="462" r:id="R341aaf4e568e4d79"/>
    <p:sldId xmlns:r="http://schemas.openxmlformats.org/officeDocument/2006/relationships" id="463" r:id="Rcd8b709d35d14d67"/>
    <p:sldId xmlns:r="http://schemas.openxmlformats.org/officeDocument/2006/relationships" id="464" r:id="R84a9e4b865464277"/>
    <p:sldId xmlns:r="http://schemas.openxmlformats.org/officeDocument/2006/relationships" id="465" r:id="Rb346bd040b684844"/>
    <p:sldId xmlns:r="http://schemas.openxmlformats.org/officeDocument/2006/relationships" id="466" r:id="Rc759846a6a3a4588"/>
    <p:sldId xmlns:r="http://schemas.openxmlformats.org/officeDocument/2006/relationships" id="467" r:id="Ra969b241338242f3"/>
    <p:sldId xmlns:r="http://schemas.openxmlformats.org/officeDocument/2006/relationships" id="468" r:id="R584a128065b346f9"/>
    <p:sldId xmlns:r="http://schemas.openxmlformats.org/officeDocument/2006/relationships" id="469" r:id="R195729bc48304b39"/>
    <p:sldId xmlns:r="http://schemas.openxmlformats.org/officeDocument/2006/relationships" id="470" r:id="R4f99c315f8c846b8"/>
    <p:sldId xmlns:r="http://schemas.openxmlformats.org/officeDocument/2006/relationships" id="471" r:id="Rbf389663e00e4da2"/>
    <p:sldId xmlns:r="http://schemas.openxmlformats.org/officeDocument/2006/relationships" id="472" r:id="R03fab0e98a504227"/>
    <p:sldId xmlns:r="http://schemas.openxmlformats.org/officeDocument/2006/relationships" id="473" r:id="Rcde33fd8363d486f"/>
    <p:sldId xmlns:r="http://schemas.openxmlformats.org/officeDocument/2006/relationships" id="474" r:id="Reeba213ff62b4ae2"/>
    <p:sldId xmlns:r="http://schemas.openxmlformats.org/officeDocument/2006/relationships" id="475" r:id="R127fac1423fa4a10"/>
    <p:sldId xmlns:r="http://schemas.openxmlformats.org/officeDocument/2006/relationships" id="476" r:id="R1234460282474d83"/>
    <p:sldId xmlns:r="http://schemas.openxmlformats.org/officeDocument/2006/relationships" id="477" r:id="R4668a017de4842b1"/>
    <p:sldId xmlns:r="http://schemas.openxmlformats.org/officeDocument/2006/relationships" id="478" r:id="R1933737f171b4478"/>
    <p:sldId xmlns:r="http://schemas.openxmlformats.org/officeDocument/2006/relationships" id="479" r:id="R376cecf5dd8a4f1e"/>
    <p:sldId xmlns:r="http://schemas.openxmlformats.org/officeDocument/2006/relationships" id="480" r:id="R7ef14dda310b45a8"/>
    <p:sldId xmlns:r="http://schemas.openxmlformats.org/officeDocument/2006/relationships" id="481" r:id="Rd891a3779c1c4e24"/>
    <p:sldId xmlns:r="http://schemas.openxmlformats.org/officeDocument/2006/relationships" id="482" r:id="Rbc62dd65badf4798"/>
    <p:sldId xmlns:r="http://schemas.openxmlformats.org/officeDocument/2006/relationships" id="483" r:id="R5c480f3a652a46a7"/>
    <p:sldId xmlns:r="http://schemas.openxmlformats.org/officeDocument/2006/relationships" id="484" r:id="R9135269a3fb74f3c"/>
    <p:sldId xmlns:r="http://schemas.openxmlformats.org/officeDocument/2006/relationships" id="485" r:id="Rbc1c31f347e04d39"/>
    <p:sldId xmlns:r="http://schemas.openxmlformats.org/officeDocument/2006/relationships" id="486" r:id="R35f4962a3c364f6d"/>
    <p:sldId xmlns:r="http://schemas.openxmlformats.org/officeDocument/2006/relationships" id="487" r:id="R316b80402649491f"/>
    <p:sldId xmlns:r="http://schemas.openxmlformats.org/officeDocument/2006/relationships" id="488" r:id="Rbde46604de734c5e"/>
    <p:sldId xmlns:r="http://schemas.openxmlformats.org/officeDocument/2006/relationships" id="489" r:id="Redfa84de11404896"/>
    <p:sldId xmlns:r="http://schemas.openxmlformats.org/officeDocument/2006/relationships" id="490" r:id="R77109c89f2db4fad"/>
    <p:sldId xmlns:r="http://schemas.openxmlformats.org/officeDocument/2006/relationships" id="491" r:id="R3931ab41a5604734"/>
    <p:sldId xmlns:r="http://schemas.openxmlformats.org/officeDocument/2006/relationships" id="492" r:id="Rec83a6ce34d046ba"/>
    <p:sldId xmlns:r="http://schemas.openxmlformats.org/officeDocument/2006/relationships" id="493" r:id="R80b07446f41940ef"/>
    <p:sldId xmlns:r="http://schemas.openxmlformats.org/officeDocument/2006/relationships" id="494" r:id="Rbedf6abaf2e4416b"/>
    <p:sldId xmlns:r="http://schemas.openxmlformats.org/officeDocument/2006/relationships" id="495" r:id="Rb723bb33027144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66a12a13944859" /><Relationship Type="http://schemas.openxmlformats.org/officeDocument/2006/relationships/slideMaster" Target="/ppt/slideMasters/slideMaster1.xml" Id="Re5f6a74557f64c34" /><Relationship Type="http://schemas.openxmlformats.org/officeDocument/2006/relationships/notesMaster" Target="/ppt/notesMasters/notesMaster1.xml" Id="R32113a3d81ce4d6c" /><Relationship Type="http://schemas.openxmlformats.org/officeDocument/2006/relationships/presProps" Target="/ppt/presProps.xml" Id="R28ad92b40a0d4419" /><Relationship Type="http://schemas.openxmlformats.org/officeDocument/2006/relationships/tableStyles" Target="/ppt/tableStyles.xml" Id="R9cadeca15f5b462b" /><Relationship Type="http://schemas.openxmlformats.org/officeDocument/2006/relationships/slide" Target="/ppt/slides/slide1.xml" Id="Rcb3798ab401b4549" /><Relationship Type="http://schemas.openxmlformats.org/officeDocument/2006/relationships/slide" Target="/ppt/slides/slide2.xml" Id="Rbdf36919a2bf486a" /><Relationship Type="http://schemas.openxmlformats.org/officeDocument/2006/relationships/slide" Target="/ppt/slides/slide3.xml" Id="R4d1034a4f0154ce3" /><Relationship Type="http://schemas.openxmlformats.org/officeDocument/2006/relationships/slide" Target="/ppt/slides/slide4.xml" Id="R96ed101acf4140d9" /><Relationship Type="http://schemas.openxmlformats.org/officeDocument/2006/relationships/slide" Target="/ppt/slides/slide5.xml" Id="R5d3e90ec4a974356" /><Relationship Type="http://schemas.openxmlformats.org/officeDocument/2006/relationships/slide" Target="/ppt/slides/slide6.xml" Id="Rd6a5c733fff54c72" /><Relationship Type="http://schemas.openxmlformats.org/officeDocument/2006/relationships/slide" Target="/ppt/slides/slide7.xml" Id="R0b3dd4ddea484194" /><Relationship Type="http://schemas.openxmlformats.org/officeDocument/2006/relationships/slide" Target="/ppt/slides/slide8.xml" Id="Rb3fd8473de274dae" /><Relationship Type="http://schemas.openxmlformats.org/officeDocument/2006/relationships/slide" Target="/ppt/slides/slide9.xml" Id="Rdaec3e01ca7743c2" /><Relationship Type="http://schemas.openxmlformats.org/officeDocument/2006/relationships/slide" Target="/ppt/slides/slide10.xml" Id="R2c9441be22fd4d05" /><Relationship Type="http://schemas.openxmlformats.org/officeDocument/2006/relationships/slide" Target="/ppt/slides/slide11.xml" Id="Ra6677ec27bc44031" /><Relationship Type="http://schemas.openxmlformats.org/officeDocument/2006/relationships/slide" Target="/ppt/slides/slide12.xml" Id="Rbb424a2cde9b41cf" /><Relationship Type="http://schemas.openxmlformats.org/officeDocument/2006/relationships/slide" Target="/ppt/slides/slide13.xml" Id="R0f546545f4dc49e3" /><Relationship Type="http://schemas.openxmlformats.org/officeDocument/2006/relationships/slide" Target="/ppt/slides/slide14.xml" Id="Rbd79b6213d2d4be8" /><Relationship Type="http://schemas.openxmlformats.org/officeDocument/2006/relationships/slide" Target="/ppt/slides/slide15.xml" Id="Ra3a4ae0620dd4a34" /><Relationship Type="http://schemas.openxmlformats.org/officeDocument/2006/relationships/slide" Target="/ppt/slides/slide16.xml" Id="R8c67ff97d39f4467" /><Relationship Type="http://schemas.openxmlformats.org/officeDocument/2006/relationships/slide" Target="/ppt/slides/slide17.xml" Id="R8e2c01d4ec944c2c" /><Relationship Type="http://schemas.openxmlformats.org/officeDocument/2006/relationships/slide" Target="/ppt/slides/slide18.xml" Id="Rcb9f0e67d2c44fe7" /><Relationship Type="http://schemas.openxmlformats.org/officeDocument/2006/relationships/slide" Target="/ppt/slides/slide19.xml" Id="R6df08cb520364d53" /><Relationship Type="http://schemas.openxmlformats.org/officeDocument/2006/relationships/slide" Target="/ppt/slides/slide20.xml" Id="R0b368b4300864a3f" /><Relationship Type="http://schemas.openxmlformats.org/officeDocument/2006/relationships/slide" Target="/ppt/slides/slide21.xml" Id="Rf1a29d6bc7af4d3f" /><Relationship Type="http://schemas.openxmlformats.org/officeDocument/2006/relationships/slide" Target="/ppt/slides/slide22.xml" Id="R2682f706b1b14937" /><Relationship Type="http://schemas.openxmlformats.org/officeDocument/2006/relationships/slide" Target="/ppt/slides/slide23.xml" Id="R8920696c72894342" /><Relationship Type="http://schemas.openxmlformats.org/officeDocument/2006/relationships/slide" Target="/ppt/slides/slide24.xml" Id="R55da411a9d7b4cbc" /><Relationship Type="http://schemas.openxmlformats.org/officeDocument/2006/relationships/slide" Target="/ppt/slides/slide25.xml" Id="R9e0383f3b8684ec1" /><Relationship Type="http://schemas.openxmlformats.org/officeDocument/2006/relationships/slide" Target="/ppt/slides/slide26.xml" Id="R0566a90b75704530" /><Relationship Type="http://schemas.openxmlformats.org/officeDocument/2006/relationships/slide" Target="/ppt/slides/slide27.xml" Id="R051e2ef6331341aa" /><Relationship Type="http://schemas.openxmlformats.org/officeDocument/2006/relationships/slide" Target="/ppt/slides/slide28.xml" Id="R1636ba50a7334013" /><Relationship Type="http://schemas.openxmlformats.org/officeDocument/2006/relationships/slide" Target="/ppt/slides/slide29.xml" Id="R95902859270149d4" /><Relationship Type="http://schemas.openxmlformats.org/officeDocument/2006/relationships/slide" Target="/ppt/slides/slide30.xml" Id="R0c5c571e818144f7" /><Relationship Type="http://schemas.openxmlformats.org/officeDocument/2006/relationships/slide" Target="/ppt/slides/slide31.xml" Id="R7d12c49bc811431d" /><Relationship Type="http://schemas.openxmlformats.org/officeDocument/2006/relationships/slide" Target="/ppt/slides/slide32.xml" Id="Rc1333cea64864061" /><Relationship Type="http://schemas.openxmlformats.org/officeDocument/2006/relationships/slide" Target="/ppt/slides/slide33.xml" Id="R6be92043bb1e4fed" /><Relationship Type="http://schemas.openxmlformats.org/officeDocument/2006/relationships/slide" Target="/ppt/slides/slide34.xml" Id="Rd49b5f7ef90745f8" /><Relationship Type="http://schemas.openxmlformats.org/officeDocument/2006/relationships/slide" Target="/ppt/slides/slide35.xml" Id="Re32a26ddeed84aa2" /><Relationship Type="http://schemas.openxmlformats.org/officeDocument/2006/relationships/slide" Target="/ppt/slides/slide36.xml" Id="R812c789119584e10" /><Relationship Type="http://schemas.openxmlformats.org/officeDocument/2006/relationships/slide" Target="/ppt/slides/slide37.xml" Id="Ra6c720201c474f81" /><Relationship Type="http://schemas.openxmlformats.org/officeDocument/2006/relationships/slide" Target="/ppt/slides/slide38.xml" Id="R766a86b652c24669" /><Relationship Type="http://schemas.openxmlformats.org/officeDocument/2006/relationships/slide" Target="/ppt/slides/slide39.xml" Id="R03e4bfe248024ed6" /><Relationship Type="http://schemas.openxmlformats.org/officeDocument/2006/relationships/slide" Target="/ppt/slides/slide40.xml" Id="R0cd9700678a746da" /><Relationship Type="http://schemas.openxmlformats.org/officeDocument/2006/relationships/slide" Target="/ppt/slides/slide41.xml" Id="R7e67703673024b23" /><Relationship Type="http://schemas.openxmlformats.org/officeDocument/2006/relationships/slide" Target="/ppt/slides/slide42.xml" Id="R6b840d06a45842c8" /><Relationship Type="http://schemas.openxmlformats.org/officeDocument/2006/relationships/slide" Target="/ppt/slides/slide43.xml" Id="Rf2214977ae984dd6" /><Relationship Type="http://schemas.openxmlformats.org/officeDocument/2006/relationships/slide" Target="/ppt/slides/slide44.xml" Id="R2e55cde653674893" /><Relationship Type="http://schemas.openxmlformats.org/officeDocument/2006/relationships/slide" Target="/ppt/slides/slide45.xml" Id="R3005024e831f4a92" /><Relationship Type="http://schemas.openxmlformats.org/officeDocument/2006/relationships/slide" Target="/ppt/slides/slide46.xml" Id="R368ba413e56844e7" /><Relationship Type="http://schemas.openxmlformats.org/officeDocument/2006/relationships/slide" Target="/ppt/slides/slide47.xml" Id="R187e0e164a524151" /><Relationship Type="http://schemas.openxmlformats.org/officeDocument/2006/relationships/slide" Target="/ppt/slides/slide48.xml" Id="R16022fa4a5ec4a6b" /><Relationship Type="http://schemas.openxmlformats.org/officeDocument/2006/relationships/slide" Target="/ppt/slides/slide49.xml" Id="R2dcd039789a24459" /><Relationship Type="http://schemas.openxmlformats.org/officeDocument/2006/relationships/slide" Target="/ppt/slides/slide50.xml" Id="R71033ef017c84913" /><Relationship Type="http://schemas.openxmlformats.org/officeDocument/2006/relationships/slide" Target="/ppt/slides/slide51.xml" Id="R81eb94dc90554e30" /><Relationship Type="http://schemas.openxmlformats.org/officeDocument/2006/relationships/slide" Target="/ppt/slides/slide52.xml" Id="Re9dab38e3d47416c" /><Relationship Type="http://schemas.openxmlformats.org/officeDocument/2006/relationships/slide" Target="/ppt/slides/slide53.xml" Id="R94902d5ba55e4e96" /><Relationship Type="http://schemas.openxmlformats.org/officeDocument/2006/relationships/slide" Target="/ppt/slides/slide54.xml" Id="R3ef31690fb0f4df9" /><Relationship Type="http://schemas.openxmlformats.org/officeDocument/2006/relationships/slide" Target="/ppt/slides/slide55.xml" Id="R0ed56e1750d24866" /><Relationship Type="http://schemas.openxmlformats.org/officeDocument/2006/relationships/slide" Target="/ppt/slides/slide56.xml" Id="R1752490e85eb48c6" /><Relationship Type="http://schemas.openxmlformats.org/officeDocument/2006/relationships/slide" Target="/ppt/slides/slide57.xml" Id="Rf08298af287c422f" /><Relationship Type="http://schemas.openxmlformats.org/officeDocument/2006/relationships/slide" Target="/ppt/slides/slide58.xml" Id="Ra9a997a81c23404f" /><Relationship Type="http://schemas.openxmlformats.org/officeDocument/2006/relationships/slide" Target="/ppt/slides/slide59.xml" Id="R82d94455351049a7" /><Relationship Type="http://schemas.openxmlformats.org/officeDocument/2006/relationships/slide" Target="/ppt/slides/slide60.xml" Id="Rcfe63b2696174adf" /><Relationship Type="http://schemas.openxmlformats.org/officeDocument/2006/relationships/slide" Target="/ppt/slides/slide61.xml" Id="Re2089bbefff34cc2" /><Relationship Type="http://schemas.openxmlformats.org/officeDocument/2006/relationships/slide" Target="/ppt/slides/slide62.xml" Id="R119c7ac061ea4330" /><Relationship Type="http://schemas.openxmlformats.org/officeDocument/2006/relationships/slide" Target="/ppt/slides/slide63.xml" Id="R5787397b8ed94b1c" /><Relationship Type="http://schemas.openxmlformats.org/officeDocument/2006/relationships/slide" Target="/ppt/slides/slide64.xml" Id="R9916ba53b2ba4b18" /><Relationship Type="http://schemas.openxmlformats.org/officeDocument/2006/relationships/slide" Target="/ppt/slides/slide65.xml" Id="Rfed6fb02fde940c2" /><Relationship Type="http://schemas.openxmlformats.org/officeDocument/2006/relationships/slide" Target="/ppt/slides/slide66.xml" Id="Ra7d3dcfbfb474d6f" /><Relationship Type="http://schemas.openxmlformats.org/officeDocument/2006/relationships/slide" Target="/ppt/slides/slide67.xml" Id="R7b5cac05c8f04f08" /><Relationship Type="http://schemas.openxmlformats.org/officeDocument/2006/relationships/slide" Target="/ppt/slides/slide68.xml" Id="Rde3f0f151b674883" /><Relationship Type="http://schemas.openxmlformats.org/officeDocument/2006/relationships/slide" Target="/ppt/slides/slide69.xml" Id="R7a4132a879ed4f6a" /><Relationship Type="http://schemas.openxmlformats.org/officeDocument/2006/relationships/slide" Target="/ppt/slides/slide70.xml" Id="Rdce0b4e109cb4f4f" /><Relationship Type="http://schemas.openxmlformats.org/officeDocument/2006/relationships/slide" Target="/ppt/slides/slide71.xml" Id="R6dbadd501e4944f4" /><Relationship Type="http://schemas.openxmlformats.org/officeDocument/2006/relationships/slide" Target="/ppt/slides/slide72.xml" Id="R8b5f35fa39374d0b" /><Relationship Type="http://schemas.openxmlformats.org/officeDocument/2006/relationships/slide" Target="/ppt/slides/slide73.xml" Id="Rcf89825157c0489a" /><Relationship Type="http://schemas.openxmlformats.org/officeDocument/2006/relationships/slide" Target="/ppt/slides/slide74.xml" Id="Rfdc847a8ac5845cd" /><Relationship Type="http://schemas.openxmlformats.org/officeDocument/2006/relationships/slide" Target="/ppt/slides/slide75.xml" Id="R6f1c8dfc28e147d1" /><Relationship Type="http://schemas.openxmlformats.org/officeDocument/2006/relationships/slide" Target="/ppt/slides/slide76.xml" Id="Re0b5cc3bee5f41f3" /><Relationship Type="http://schemas.openxmlformats.org/officeDocument/2006/relationships/slide" Target="/ppt/slides/slide77.xml" Id="R6354653d9d6d43c5" /><Relationship Type="http://schemas.openxmlformats.org/officeDocument/2006/relationships/slide" Target="/ppt/slides/slide78.xml" Id="R3626a56345b7490b" /><Relationship Type="http://schemas.openxmlformats.org/officeDocument/2006/relationships/slide" Target="/ppt/slides/slide79.xml" Id="R8e9bb85e2f0d4fb0" /><Relationship Type="http://schemas.openxmlformats.org/officeDocument/2006/relationships/slide" Target="/ppt/slides/slide80.xml" Id="R982953199774453e" /><Relationship Type="http://schemas.openxmlformats.org/officeDocument/2006/relationships/slide" Target="/ppt/slides/slide81.xml" Id="Rea9ad4e7821c4ce4" /><Relationship Type="http://schemas.openxmlformats.org/officeDocument/2006/relationships/slide" Target="/ppt/slides/slide82.xml" Id="R59f2776723584d8b" /><Relationship Type="http://schemas.openxmlformats.org/officeDocument/2006/relationships/slide" Target="/ppt/slides/slide83.xml" Id="Rd9749e310a904174" /><Relationship Type="http://schemas.openxmlformats.org/officeDocument/2006/relationships/slide" Target="/ppt/slides/slide84.xml" Id="Rcdfc4bba1e73446d" /><Relationship Type="http://schemas.openxmlformats.org/officeDocument/2006/relationships/slide" Target="/ppt/slides/slide85.xml" Id="Rdb148d6169e74c6b" /><Relationship Type="http://schemas.openxmlformats.org/officeDocument/2006/relationships/slide" Target="/ppt/slides/slide86.xml" Id="R683675353b8e42ff" /><Relationship Type="http://schemas.openxmlformats.org/officeDocument/2006/relationships/slide" Target="/ppt/slides/slide87.xml" Id="R38dd8448efd24090" /><Relationship Type="http://schemas.openxmlformats.org/officeDocument/2006/relationships/slide" Target="/ppt/slides/slide88.xml" Id="R4819e01965c347c7" /><Relationship Type="http://schemas.openxmlformats.org/officeDocument/2006/relationships/slide" Target="/ppt/slides/slide89.xml" Id="Rad6fad3e78ca456a" /><Relationship Type="http://schemas.openxmlformats.org/officeDocument/2006/relationships/slide" Target="/ppt/slides/slide90.xml" Id="R169948e0e34245d2" /><Relationship Type="http://schemas.openxmlformats.org/officeDocument/2006/relationships/slide" Target="/ppt/slides/slide91.xml" Id="R4c032385c9b74116" /><Relationship Type="http://schemas.openxmlformats.org/officeDocument/2006/relationships/slide" Target="/ppt/slides/slide92.xml" Id="Re9467523f4294507" /><Relationship Type="http://schemas.openxmlformats.org/officeDocument/2006/relationships/slide" Target="/ppt/slides/slide93.xml" Id="Rf2250c9bb0e94832" /><Relationship Type="http://schemas.openxmlformats.org/officeDocument/2006/relationships/slide" Target="/ppt/slides/slide94.xml" Id="Rb14ad16021444f5b" /><Relationship Type="http://schemas.openxmlformats.org/officeDocument/2006/relationships/slide" Target="/ppt/slides/slide95.xml" Id="R5c4a499a427f4163" /><Relationship Type="http://schemas.openxmlformats.org/officeDocument/2006/relationships/slide" Target="/ppt/slides/slide96.xml" Id="Rddd50d16a20c4f2f" /><Relationship Type="http://schemas.openxmlformats.org/officeDocument/2006/relationships/slide" Target="/ppt/slides/slide97.xml" Id="R56a00acbb0c444b1" /><Relationship Type="http://schemas.openxmlformats.org/officeDocument/2006/relationships/slide" Target="/ppt/slides/slide98.xml" Id="Rb309efb7803c4958" /><Relationship Type="http://schemas.openxmlformats.org/officeDocument/2006/relationships/slide" Target="/ppt/slides/slide99.xml" Id="R1641bda60f79461f" /><Relationship Type="http://schemas.openxmlformats.org/officeDocument/2006/relationships/slide" Target="/ppt/slides/slide100.xml" Id="R31df2e361d2b4e66" /><Relationship Type="http://schemas.openxmlformats.org/officeDocument/2006/relationships/slide" Target="/ppt/slides/slide101.xml" Id="R7945b2c691a94cf3" /><Relationship Type="http://schemas.openxmlformats.org/officeDocument/2006/relationships/slide" Target="/ppt/slides/slide102.xml" Id="Rd641eeaf71ce4aec" /><Relationship Type="http://schemas.openxmlformats.org/officeDocument/2006/relationships/slide" Target="/ppt/slides/slide103.xml" Id="R682721851edf43c6" /><Relationship Type="http://schemas.openxmlformats.org/officeDocument/2006/relationships/slide" Target="/ppt/slides/slide104.xml" Id="R87d488500fdd4a9e" /><Relationship Type="http://schemas.openxmlformats.org/officeDocument/2006/relationships/slide" Target="/ppt/slides/slide105.xml" Id="R96f6f8adabaa477f" /><Relationship Type="http://schemas.openxmlformats.org/officeDocument/2006/relationships/slide" Target="/ppt/slides/slide106.xml" Id="R669cf11b911f4389" /><Relationship Type="http://schemas.openxmlformats.org/officeDocument/2006/relationships/slide" Target="/ppt/slides/slide107.xml" Id="Rdb849e0707b345c8" /><Relationship Type="http://schemas.openxmlformats.org/officeDocument/2006/relationships/slide" Target="/ppt/slides/slide108.xml" Id="R6de630c7a3034cc5" /><Relationship Type="http://schemas.openxmlformats.org/officeDocument/2006/relationships/slide" Target="/ppt/slides/slide109.xml" Id="Ra037689e2205489b" /><Relationship Type="http://schemas.openxmlformats.org/officeDocument/2006/relationships/slide" Target="/ppt/slides/slide110.xml" Id="R9c07de5349894382" /><Relationship Type="http://schemas.openxmlformats.org/officeDocument/2006/relationships/slide" Target="/ppt/slides/slide111.xml" Id="Rf9f40b2dc9464a76" /><Relationship Type="http://schemas.openxmlformats.org/officeDocument/2006/relationships/slide" Target="/ppt/slides/slide112.xml" Id="R2ccbed05d4854d6c" /><Relationship Type="http://schemas.openxmlformats.org/officeDocument/2006/relationships/slide" Target="/ppt/slides/slide113.xml" Id="R709306b687544433" /><Relationship Type="http://schemas.openxmlformats.org/officeDocument/2006/relationships/slide" Target="/ppt/slides/slide114.xml" Id="Rc6a3e6e4ffc3412c" /><Relationship Type="http://schemas.openxmlformats.org/officeDocument/2006/relationships/slide" Target="/ppt/slides/slide115.xml" Id="R150c7d7c23504f05" /><Relationship Type="http://schemas.openxmlformats.org/officeDocument/2006/relationships/slide" Target="/ppt/slides/slide116.xml" Id="R0976e0fb61d749d2" /><Relationship Type="http://schemas.openxmlformats.org/officeDocument/2006/relationships/slide" Target="/ppt/slides/slide117.xml" Id="R18e72bbe6db44967" /><Relationship Type="http://schemas.openxmlformats.org/officeDocument/2006/relationships/slide" Target="/ppt/slides/slide118.xml" Id="Rf26ddeba22cf47d1" /><Relationship Type="http://schemas.openxmlformats.org/officeDocument/2006/relationships/slide" Target="/ppt/slides/slide119.xml" Id="R80cfc3e210a44e1f" /><Relationship Type="http://schemas.openxmlformats.org/officeDocument/2006/relationships/slide" Target="/ppt/slides/slide120.xml" Id="R7813ecf18f8e4fb0" /><Relationship Type="http://schemas.openxmlformats.org/officeDocument/2006/relationships/slide" Target="/ppt/slides/slide121.xml" Id="R97a9de3e8350487e" /><Relationship Type="http://schemas.openxmlformats.org/officeDocument/2006/relationships/slide" Target="/ppt/slides/slide122.xml" Id="Rd371f824471f47f1" /><Relationship Type="http://schemas.openxmlformats.org/officeDocument/2006/relationships/slide" Target="/ppt/slides/slide123.xml" Id="R3286a29f80604244" /><Relationship Type="http://schemas.openxmlformats.org/officeDocument/2006/relationships/slide" Target="/ppt/slides/slide124.xml" Id="R60bab56913fd41a8" /><Relationship Type="http://schemas.openxmlformats.org/officeDocument/2006/relationships/slide" Target="/ppt/slides/slide125.xml" Id="R91da1a5bed9940fc" /><Relationship Type="http://schemas.openxmlformats.org/officeDocument/2006/relationships/slide" Target="/ppt/slides/slide126.xml" Id="R8bfc090b9b494e0f" /><Relationship Type="http://schemas.openxmlformats.org/officeDocument/2006/relationships/slide" Target="/ppt/slides/slide127.xml" Id="R83f321391b5b4d66" /><Relationship Type="http://schemas.openxmlformats.org/officeDocument/2006/relationships/slide" Target="/ppt/slides/slide128.xml" Id="Rb600680e26e34055" /><Relationship Type="http://schemas.openxmlformats.org/officeDocument/2006/relationships/slide" Target="/ppt/slides/slide129.xml" Id="Rad66ef08f5e64ed3" /><Relationship Type="http://schemas.openxmlformats.org/officeDocument/2006/relationships/slide" Target="/ppt/slides/slide130.xml" Id="Rf5e69b33ce6e4434" /><Relationship Type="http://schemas.openxmlformats.org/officeDocument/2006/relationships/slide" Target="/ppt/slides/slide131.xml" Id="R1a029f46293d4dcf" /><Relationship Type="http://schemas.openxmlformats.org/officeDocument/2006/relationships/slide" Target="/ppt/slides/slide132.xml" Id="R065e0615fbb44519" /><Relationship Type="http://schemas.openxmlformats.org/officeDocument/2006/relationships/slide" Target="/ppt/slides/slide133.xml" Id="Rc1ea553453e941a4" /><Relationship Type="http://schemas.openxmlformats.org/officeDocument/2006/relationships/slide" Target="/ppt/slides/slide134.xml" Id="R4ea34ec289f44af2" /><Relationship Type="http://schemas.openxmlformats.org/officeDocument/2006/relationships/slide" Target="/ppt/slides/slide135.xml" Id="Rb54426a791a84120" /><Relationship Type="http://schemas.openxmlformats.org/officeDocument/2006/relationships/slide" Target="/ppt/slides/slide136.xml" Id="R3f2f7101dd6e49bd" /><Relationship Type="http://schemas.openxmlformats.org/officeDocument/2006/relationships/slide" Target="/ppt/slides/slide137.xml" Id="R5046661907444b25" /><Relationship Type="http://schemas.openxmlformats.org/officeDocument/2006/relationships/slide" Target="/ppt/slides/slide138.xml" Id="R8b606bcaba4b4d0d" /><Relationship Type="http://schemas.openxmlformats.org/officeDocument/2006/relationships/slide" Target="/ppt/slides/slide139.xml" Id="R464b7f39f7114e92" /><Relationship Type="http://schemas.openxmlformats.org/officeDocument/2006/relationships/slide" Target="/ppt/slides/slide140.xml" Id="Rb7fa2a927bb143b5" /><Relationship Type="http://schemas.openxmlformats.org/officeDocument/2006/relationships/slide" Target="/ppt/slides/slide141.xml" Id="R254c2e0e21e84e47" /><Relationship Type="http://schemas.openxmlformats.org/officeDocument/2006/relationships/slide" Target="/ppt/slides/slide142.xml" Id="R7bc4971099c74823" /><Relationship Type="http://schemas.openxmlformats.org/officeDocument/2006/relationships/slide" Target="/ppt/slides/slide143.xml" Id="Rbcdafaf26dab4c51" /><Relationship Type="http://schemas.openxmlformats.org/officeDocument/2006/relationships/slide" Target="/ppt/slides/slide144.xml" Id="R135020b9d77d40c4" /><Relationship Type="http://schemas.openxmlformats.org/officeDocument/2006/relationships/slide" Target="/ppt/slides/slide145.xml" Id="R695b27f9a30b47ce" /><Relationship Type="http://schemas.openxmlformats.org/officeDocument/2006/relationships/slide" Target="/ppt/slides/slide146.xml" Id="Rd324b1413f2040b3" /><Relationship Type="http://schemas.openxmlformats.org/officeDocument/2006/relationships/slide" Target="/ppt/slides/slide147.xml" Id="Rf73e95e6145742f2" /><Relationship Type="http://schemas.openxmlformats.org/officeDocument/2006/relationships/slide" Target="/ppt/slides/slide148.xml" Id="R7469039ee17a43d1" /><Relationship Type="http://schemas.openxmlformats.org/officeDocument/2006/relationships/slide" Target="/ppt/slides/slide149.xml" Id="R5074c4d885644c67" /><Relationship Type="http://schemas.openxmlformats.org/officeDocument/2006/relationships/slide" Target="/ppt/slides/slide150.xml" Id="Re30a8deef0f8450b" /><Relationship Type="http://schemas.openxmlformats.org/officeDocument/2006/relationships/slide" Target="/ppt/slides/slide151.xml" Id="Rd7bd067824394017" /><Relationship Type="http://schemas.openxmlformats.org/officeDocument/2006/relationships/slide" Target="/ppt/slides/slide152.xml" Id="Rbdb120db2d1c46de" /><Relationship Type="http://schemas.openxmlformats.org/officeDocument/2006/relationships/slide" Target="/ppt/slides/slide153.xml" Id="R645707c2c5604512" /><Relationship Type="http://schemas.openxmlformats.org/officeDocument/2006/relationships/slide" Target="/ppt/slides/slide154.xml" Id="Rffb67cafc20e49b0" /><Relationship Type="http://schemas.openxmlformats.org/officeDocument/2006/relationships/slide" Target="/ppt/slides/slide155.xml" Id="Ra5b36723645149cc" /><Relationship Type="http://schemas.openxmlformats.org/officeDocument/2006/relationships/slide" Target="/ppt/slides/slide156.xml" Id="R183f58e51f8941f2" /><Relationship Type="http://schemas.openxmlformats.org/officeDocument/2006/relationships/slide" Target="/ppt/slides/slide157.xml" Id="R1e530c44164943bb" /><Relationship Type="http://schemas.openxmlformats.org/officeDocument/2006/relationships/slide" Target="/ppt/slides/slide158.xml" Id="R8fb5c4b3a9474c5f" /><Relationship Type="http://schemas.openxmlformats.org/officeDocument/2006/relationships/slide" Target="/ppt/slides/slide159.xml" Id="R6bb1d1076ec84bad" /><Relationship Type="http://schemas.openxmlformats.org/officeDocument/2006/relationships/slide" Target="/ppt/slides/slide160.xml" Id="R991fbcbceec64d23" /><Relationship Type="http://schemas.openxmlformats.org/officeDocument/2006/relationships/slide" Target="/ppt/slides/slide161.xml" Id="Ra97478485034408a" /><Relationship Type="http://schemas.openxmlformats.org/officeDocument/2006/relationships/slide" Target="/ppt/slides/slide162.xml" Id="R54b90e83d6354de2" /><Relationship Type="http://schemas.openxmlformats.org/officeDocument/2006/relationships/slide" Target="/ppt/slides/slide163.xml" Id="Rbebd943a046e4333" /><Relationship Type="http://schemas.openxmlformats.org/officeDocument/2006/relationships/slide" Target="/ppt/slides/slide164.xml" Id="R638a0fad49c449fc" /><Relationship Type="http://schemas.openxmlformats.org/officeDocument/2006/relationships/slide" Target="/ppt/slides/slide165.xml" Id="Rb2fcf05ef32949c8" /><Relationship Type="http://schemas.openxmlformats.org/officeDocument/2006/relationships/slide" Target="/ppt/slides/slide166.xml" Id="R60c1a38801dd450c" /><Relationship Type="http://schemas.openxmlformats.org/officeDocument/2006/relationships/slide" Target="/ppt/slides/slide167.xml" Id="Ra249e0b511414fc7" /><Relationship Type="http://schemas.openxmlformats.org/officeDocument/2006/relationships/slide" Target="/ppt/slides/slide168.xml" Id="Rcb95193e0b0e4f6b" /><Relationship Type="http://schemas.openxmlformats.org/officeDocument/2006/relationships/slide" Target="/ppt/slides/slide169.xml" Id="R3c880625e96d4526" /><Relationship Type="http://schemas.openxmlformats.org/officeDocument/2006/relationships/slide" Target="/ppt/slides/slide170.xml" Id="R36698eb01012470e" /><Relationship Type="http://schemas.openxmlformats.org/officeDocument/2006/relationships/slide" Target="/ppt/slides/slide171.xml" Id="R7b3df9454ce04999" /><Relationship Type="http://schemas.openxmlformats.org/officeDocument/2006/relationships/slide" Target="/ppt/slides/slide172.xml" Id="Rcc1362942bc74ee9" /><Relationship Type="http://schemas.openxmlformats.org/officeDocument/2006/relationships/slide" Target="/ppt/slides/slide173.xml" Id="Re949c5b426844c8a" /><Relationship Type="http://schemas.openxmlformats.org/officeDocument/2006/relationships/slide" Target="/ppt/slides/slide174.xml" Id="R80d59f02345a499b" /><Relationship Type="http://schemas.openxmlformats.org/officeDocument/2006/relationships/slide" Target="/ppt/slides/slide175.xml" Id="Re24a9e6674f349f8" /><Relationship Type="http://schemas.openxmlformats.org/officeDocument/2006/relationships/slide" Target="/ppt/slides/slide176.xml" Id="Rcc6eb7cce79a4853" /><Relationship Type="http://schemas.openxmlformats.org/officeDocument/2006/relationships/slide" Target="/ppt/slides/slide177.xml" Id="R341a670c747e4e33" /><Relationship Type="http://schemas.openxmlformats.org/officeDocument/2006/relationships/slide" Target="/ppt/slides/slide178.xml" Id="Rad2268bd083a44b5" /><Relationship Type="http://schemas.openxmlformats.org/officeDocument/2006/relationships/slide" Target="/ppt/slides/slide179.xml" Id="R843aff22175243f6" /><Relationship Type="http://schemas.openxmlformats.org/officeDocument/2006/relationships/slide" Target="/ppt/slides/slide180.xml" Id="R1d720a33c6b04f59" /><Relationship Type="http://schemas.openxmlformats.org/officeDocument/2006/relationships/slide" Target="/ppt/slides/slide181.xml" Id="R961c23a89e3c41d6" /><Relationship Type="http://schemas.openxmlformats.org/officeDocument/2006/relationships/slide" Target="/ppt/slides/slide182.xml" Id="R69f2068621de4bfb" /><Relationship Type="http://schemas.openxmlformats.org/officeDocument/2006/relationships/slide" Target="/ppt/slides/slide183.xml" Id="R8a7d6d6306a64e43" /><Relationship Type="http://schemas.openxmlformats.org/officeDocument/2006/relationships/slide" Target="/ppt/slides/slide184.xml" Id="R8cb0eed849da43eb" /><Relationship Type="http://schemas.openxmlformats.org/officeDocument/2006/relationships/slide" Target="/ppt/slides/slide185.xml" Id="R10e8b0f26e8b4447" /><Relationship Type="http://schemas.openxmlformats.org/officeDocument/2006/relationships/slide" Target="/ppt/slides/slide186.xml" Id="Re88c6b396d614377" /><Relationship Type="http://schemas.openxmlformats.org/officeDocument/2006/relationships/slide" Target="/ppt/slides/slide187.xml" Id="Rd079c467316844ba" /><Relationship Type="http://schemas.openxmlformats.org/officeDocument/2006/relationships/slide" Target="/ppt/slides/slide188.xml" Id="R9a0478af7feb4ce8" /><Relationship Type="http://schemas.openxmlformats.org/officeDocument/2006/relationships/slide" Target="/ppt/slides/slide189.xml" Id="R360f7b6712c4457a" /><Relationship Type="http://schemas.openxmlformats.org/officeDocument/2006/relationships/slide" Target="/ppt/slides/slide190.xml" Id="Rab3033c123f94049" /><Relationship Type="http://schemas.openxmlformats.org/officeDocument/2006/relationships/slide" Target="/ppt/slides/slide191.xml" Id="Rcde282964c5a4e33" /><Relationship Type="http://schemas.openxmlformats.org/officeDocument/2006/relationships/slide" Target="/ppt/slides/slide192.xml" Id="R760600b79e3348a8" /><Relationship Type="http://schemas.openxmlformats.org/officeDocument/2006/relationships/slide" Target="/ppt/slides/slide193.xml" Id="Rbe9affe4d5e64980" /><Relationship Type="http://schemas.openxmlformats.org/officeDocument/2006/relationships/slide" Target="/ppt/slides/slide194.xml" Id="R2c86d271b9554f8e" /><Relationship Type="http://schemas.openxmlformats.org/officeDocument/2006/relationships/slide" Target="/ppt/slides/slide195.xml" Id="R55c2b9761fe34db3" /><Relationship Type="http://schemas.openxmlformats.org/officeDocument/2006/relationships/slide" Target="/ppt/slides/slide196.xml" Id="R222acca3ed1f4962" /><Relationship Type="http://schemas.openxmlformats.org/officeDocument/2006/relationships/slide" Target="/ppt/slides/slide197.xml" Id="R0141516446a44cff" /><Relationship Type="http://schemas.openxmlformats.org/officeDocument/2006/relationships/slide" Target="/ppt/slides/slide198.xml" Id="R8e1db1fd59624500" /><Relationship Type="http://schemas.openxmlformats.org/officeDocument/2006/relationships/slide" Target="/ppt/slides/slide199.xml" Id="R102d1f3b32da4e65" /><Relationship Type="http://schemas.openxmlformats.org/officeDocument/2006/relationships/slide" Target="/ppt/slides/slide200.xml" Id="R723def65daa44e2b" /><Relationship Type="http://schemas.openxmlformats.org/officeDocument/2006/relationships/slide" Target="/ppt/slides/slide201.xml" Id="Rd6f7953f63e74112" /><Relationship Type="http://schemas.openxmlformats.org/officeDocument/2006/relationships/slide" Target="/ppt/slides/slide202.xml" Id="R598552c6d5094cd3" /><Relationship Type="http://schemas.openxmlformats.org/officeDocument/2006/relationships/slide" Target="/ppt/slides/slide203.xml" Id="Rd2153e92add94a06" /><Relationship Type="http://schemas.openxmlformats.org/officeDocument/2006/relationships/slide" Target="/ppt/slides/slide204.xml" Id="R1ea3d3e409544b35" /><Relationship Type="http://schemas.openxmlformats.org/officeDocument/2006/relationships/slide" Target="/ppt/slides/slide205.xml" Id="R20735e444bdc4f4f" /><Relationship Type="http://schemas.openxmlformats.org/officeDocument/2006/relationships/slide" Target="/ppt/slides/slide206.xml" Id="Rcf4eb71927c145c5" /><Relationship Type="http://schemas.openxmlformats.org/officeDocument/2006/relationships/slide" Target="/ppt/slides/slide207.xml" Id="R341aaf4e568e4d79" /><Relationship Type="http://schemas.openxmlformats.org/officeDocument/2006/relationships/slide" Target="/ppt/slides/slide208.xml" Id="Rcd8b709d35d14d67" /><Relationship Type="http://schemas.openxmlformats.org/officeDocument/2006/relationships/slide" Target="/ppt/slides/slide209.xml" Id="R84a9e4b865464277" /><Relationship Type="http://schemas.openxmlformats.org/officeDocument/2006/relationships/slide" Target="/ppt/slides/slide210.xml" Id="Rb346bd040b684844" /><Relationship Type="http://schemas.openxmlformats.org/officeDocument/2006/relationships/slide" Target="/ppt/slides/slide211.xml" Id="Rc759846a6a3a4588" /><Relationship Type="http://schemas.openxmlformats.org/officeDocument/2006/relationships/slide" Target="/ppt/slides/slide212.xml" Id="Ra969b241338242f3" /><Relationship Type="http://schemas.openxmlformats.org/officeDocument/2006/relationships/slide" Target="/ppt/slides/slide213.xml" Id="R584a128065b346f9" /><Relationship Type="http://schemas.openxmlformats.org/officeDocument/2006/relationships/slide" Target="/ppt/slides/slide214.xml" Id="R195729bc48304b39" /><Relationship Type="http://schemas.openxmlformats.org/officeDocument/2006/relationships/slide" Target="/ppt/slides/slide215.xml" Id="R4f99c315f8c846b8" /><Relationship Type="http://schemas.openxmlformats.org/officeDocument/2006/relationships/slide" Target="/ppt/slides/slide216.xml" Id="Rbf389663e00e4da2" /><Relationship Type="http://schemas.openxmlformats.org/officeDocument/2006/relationships/slide" Target="/ppt/slides/slide217.xml" Id="R03fab0e98a504227" /><Relationship Type="http://schemas.openxmlformats.org/officeDocument/2006/relationships/slide" Target="/ppt/slides/slide218.xml" Id="Rcde33fd8363d486f" /><Relationship Type="http://schemas.openxmlformats.org/officeDocument/2006/relationships/slide" Target="/ppt/slides/slide219.xml" Id="Reeba213ff62b4ae2" /><Relationship Type="http://schemas.openxmlformats.org/officeDocument/2006/relationships/slide" Target="/ppt/slides/slide220.xml" Id="R127fac1423fa4a10" /><Relationship Type="http://schemas.openxmlformats.org/officeDocument/2006/relationships/slide" Target="/ppt/slides/slide221.xml" Id="R1234460282474d83" /><Relationship Type="http://schemas.openxmlformats.org/officeDocument/2006/relationships/slide" Target="/ppt/slides/slide222.xml" Id="R4668a017de4842b1" /><Relationship Type="http://schemas.openxmlformats.org/officeDocument/2006/relationships/slide" Target="/ppt/slides/slide223.xml" Id="R1933737f171b4478" /><Relationship Type="http://schemas.openxmlformats.org/officeDocument/2006/relationships/slide" Target="/ppt/slides/slide224.xml" Id="R376cecf5dd8a4f1e" /><Relationship Type="http://schemas.openxmlformats.org/officeDocument/2006/relationships/slide" Target="/ppt/slides/slide225.xml" Id="R7ef14dda310b45a8" /><Relationship Type="http://schemas.openxmlformats.org/officeDocument/2006/relationships/slide" Target="/ppt/slides/slide226.xml" Id="Rd891a3779c1c4e24" /><Relationship Type="http://schemas.openxmlformats.org/officeDocument/2006/relationships/slide" Target="/ppt/slides/slide227.xml" Id="Rbc62dd65badf4798" /><Relationship Type="http://schemas.openxmlformats.org/officeDocument/2006/relationships/slide" Target="/ppt/slides/slide228.xml" Id="R5c480f3a652a46a7" /><Relationship Type="http://schemas.openxmlformats.org/officeDocument/2006/relationships/slide" Target="/ppt/slides/slide229.xml" Id="R9135269a3fb74f3c" /><Relationship Type="http://schemas.openxmlformats.org/officeDocument/2006/relationships/slide" Target="/ppt/slides/slide230.xml" Id="Rbc1c31f347e04d39" /><Relationship Type="http://schemas.openxmlformats.org/officeDocument/2006/relationships/slide" Target="/ppt/slides/slide231.xml" Id="R35f4962a3c364f6d" /><Relationship Type="http://schemas.openxmlformats.org/officeDocument/2006/relationships/slide" Target="/ppt/slides/slide232.xml" Id="R316b80402649491f" /><Relationship Type="http://schemas.openxmlformats.org/officeDocument/2006/relationships/slide" Target="/ppt/slides/slide233.xml" Id="Rbde46604de734c5e" /><Relationship Type="http://schemas.openxmlformats.org/officeDocument/2006/relationships/slide" Target="/ppt/slides/slide234.xml" Id="Redfa84de11404896" /><Relationship Type="http://schemas.openxmlformats.org/officeDocument/2006/relationships/slide" Target="/ppt/slides/slide235.xml" Id="R77109c89f2db4fad" /><Relationship Type="http://schemas.openxmlformats.org/officeDocument/2006/relationships/slide" Target="/ppt/slides/slide236.xml" Id="R3931ab41a5604734" /><Relationship Type="http://schemas.openxmlformats.org/officeDocument/2006/relationships/slide" Target="/ppt/slides/slide237.xml" Id="Rec83a6ce34d046ba" /><Relationship Type="http://schemas.openxmlformats.org/officeDocument/2006/relationships/slide" Target="/ppt/slides/slide238.xml" Id="R80b07446f41940ef" /><Relationship Type="http://schemas.openxmlformats.org/officeDocument/2006/relationships/slide" Target="/ppt/slides/slide239.xml" Id="Rbedf6abaf2e4416b" /><Relationship Type="http://schemas.openxmlformats.org/officeDocument/2006/relationships/slide" Target="/ppt/slides/slide240.xml" Id="Rb723bb33027144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bc82ca7fe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e8bbcf1268419e" /><Relationship Type="http://schemas.openxmlformats.org/officeDocument/2006/relationships/notesMaster" Target="/ppt/notesMasters/notesMaster1.xml" Id="Raa8137b84cd546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8d9b476b14d86" /><Relationship Type="http://schemas.openxmlformats.org/officeDocument/2006/relationships/notesMaster" Target="/ppt/notesMasters/notesMaster1.xml" Id="R86167fb4cbfb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2a29ddcf34404a" /><Relationship Type="http://schemas.openxmlformats.org/officeDocument/2006/relationships/notesMaster" Target="/ppt/notesMasters/notesMaster1.xml" Id="R533db32440bd4a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6ae288f0bb4eec" /><Relationship Type="http://schemas.openxmlformats.org/officeDocument/2006/relationships/notesMaster" Target="/ppt/notesMasters/notesMaster1.xml" Id="Rad4c61e7db12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e64cdc7ef4ed2" /><Relationship Type="http://schemas.openxmlformats.org/officeDocument/2006/relationships/notesMaster" Target="/ppt/notesMasters/notesMaster1.xml" Id="R88d43d56494848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9064c4b9dc4ae7" /><Relationship Type="http://schemas.openxmlformats.org/officeDocument/2006/relationships/notesMaster" Target="/ppt/notesMasters/notesMaster1.xml" Id="R8bb3634a5ed1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983827f884a16" /><Relationship Type="http://schemas.openxmlformats.org/officeDocument/2006/relationships/notesMaster" Target="/ppt/notesMasters/notesMaster1.xml" Id="Rf1b5970245d84c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8cc616830e4f3c" /><Relationship Type="http://schemas.openxmlformats.org/officeDocument/2006/relationships/notesMaster" Target="/ppt/notesMasters/notesMaster1.xml" Id="R05a2106268ca4b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7f31b115f84e3f" /><Relationship Type="http://schemas.openxmlformats.org/officeDocument/2006/relationships/notesMaster" Target="/ppt/notesMasters/notesMaster1.xml" Id="R8a4b1f3ea0c74d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b32c0597fa461a" /><Relationship Type="http://schemas.openxmlformats.org/officeDocument/2006/relationships/notesMaster" Target="/ppt/notesMasters/notesMaster1.xml" Id="R52b438024bee40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c4aa50c41d4eac" /><Relationship Type="http://schemas.openxmlformats.org/officeDocument/2006/relationships/notesMaster" Target="/ppt/notesMasters/notesMaster1.xml" Id="Re89a546ca7a147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a5ea2288c544ab" /><Relationship Type="http://schemas.openxmlformats.org/officeDocument/2006/relationships/notesMaster" Target="/ppt/notesMasters/notesMaster1.xml" Id="R8a3ff644201145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100b74451b48a7" /><Relationship Type="http://schemas.openxmlformats.org/officeDocument/2006/relationships/notesMaster" Target="/ppt/notesMasters/notesMaster1.xml" Id="Re6cedf55b7074f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315c1ffe054ebf" /><Relationship Type="http://schemas.openxmlformats.org/officeDocument/2006/relationships/notesMaster" Target="/ppt/notesMasters/notesMaster1.xml" Id="Rb0b45b1b5aa248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244f2a661a48c8" /><Relationship Type="http://schemas.openxmlformats.org/officeDocument/2006/relationships/notesMaster" Target="/ppt/notesMasters/notesMaster1.xml" Id="Ra3533d9c87624c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d0cb02e8534753" /><Relationship Type="http://schemas.openxmlformats.org/officeDocument/2006/relationships/notesMaster" Target="/ppt/notesMasters/notesMaster1.xml" Id="Rb0ea903fb2d240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10c383c52f453f" /><Relationship Type="http://schemas.openxmlformats.org/officeDocument/2006/relationships/notesMaster" Target="/ppt/notesMasters/notesMaster1.xml" Id="R4f80deba366f48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fd13868bb843db" /><Relationship Type="http://schemas.openxmlformats.org/officeDocument/2006/relationships/notesMaster" Target="/ppt/notesMasters/notesMaster1.xml" Id="Rb44f359f6d9942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24bd9738a54544" /><Relationship Type="http://schemas.openxmlformats.org/officeDocument/2006/relationships/notesMaster" Target="/ppt/notesMasters/notesMaster1.xml" Id="R95985488a4cd43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92f2daa737448b" /><Relationship Type="http://schemas.openxmlformats.org/officeDocument/2006/relationships/notesMaster" Target="/ppt/notesMasters/notesMaster1.xml" Id="R4324e3d872f941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9ef4a7040f458b" /><Relationship Type="http://schemas.openxmlformats.org/officeDocument/2006/relationships/notesMaster" Target="/ppt/notesMasters/notesMaster1.xml" Id="R6e3200aa32334d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dc4f3a00744b92" /><Relationship Type="http://schemas.openxmlformats.org/officeDocument/2006/relationships/notesMaster" Target="/ppt/notesMasters/notesMaster1.xml" Id="R54266501462240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ee5b3f8e784579" /><Relationship Type="http://schemas.openxmlformats.org/officeDocument/2006/relationships/notesMaster" Target="/ppt/notesMasters/notesMaster1.xml" Id="R93ce4c4f930644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bfce37da52047d5" /><Relationship Type="http://schemas.openxmlformats.org/officeDocument/2006/relationships/notesMaster" Target="/ppt/notesMasters/notesMaster1.xml" Id="R857ac678701840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e2db4480f54a44" /><Relationship Type="http://schemas.openxmlformats.org/officeDocument/2006/relationships/notesMaster" Target="/ppt/notesMasters/notesMaster1.xml" Id="Rce3961a599374c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a6cd8af6e48431e" /><Relationship Type="http://schemas.openxmlformats.org/officeDocument/2006/relationships/notesMaster" Target="/ppt/notesMasters/notesMaster1.xml" Id="R4edfff0294e14ac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a34c75dc3f498f" /><Relationship Type="http://schemas.openxmlformats.org/officeDocument/2006/relationships/notesMaster" Target="/ppt/notesMasters/notesMaster1.xml" Id="R99327b3f73fb42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762c5a95f146b8" /><Relationship Type="http://schemas.openxmlformats.org/officeDocument/2006/relationships/notesMaster" Target="/ppt/notesMasters/notesMaster1.xml" Id="R949c6cb8d929443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7fd87bdec654dc2" /><Relationship Type="http://schemas.openxmlformats.org/officeDocument/2006/relationships/notesMaster" Target="/ppt/notesMasters/notesMaster1.xml" Id="R3b7d0b1bfe564d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46f5d1c2864feb" /><Relationship Type="http://schemas.openxmlformats.org/officeDocument/2006/relationships/notesMaster" Target="/ppt/notesMasters/notesMaster1.xml" Id="R67a3be7eaa184c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a46113cb7d44264" /><Relationship Type="http://schemas.openxmlformats.org/officeDocument/2006/relationships/notesMaster" Target="/ppt/notesMasters/notesMaster1.xml" Id="Rb91be575405748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3fb4fc667f9467d" /><Relationship Type="http://schemas.openxmlformats.org/officeDocument/2006/relationships/notesMaster" Target="/ppt/notesMasters/notesMaster1.xml" Id="Ra03b7b03a88c4b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588656861d043d0" /><Relationship Type="http://schemas.openxmlformats.org/officeDocument/2006/relationships/notesMaster" Target="/ppt/notesMasters/notesMaster1.xml" Id="R43a7fdc4461c4d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d6c3250f74346c2" /><Relationship Type="http://schemas.openxmlformats.org/officeDocument/2006/relationships/notesMaster" Target="/ppt/notesMasters/notesMaster1.xml" Id="R4d80aeebdf40401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ebc35467ca84736" /><Relationship Type="http://schemas.openxmlformats.org/officeDocument/2006/relationships/notesMaster" Target="/ppt/notesMasters/notesMaster1.xml" Id="R9d1080154d914bd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1d9eae5ebb4c77" /><Relationship Type="http://schemas.openxmlformats.org/officeDocument/2006/relationships/notesMaster" Target="/ppt/notesMasters/notesMaster1.xml" Id="R1ccd673596824e5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4eab5023ba04c28" /><Relationship Type="http://schemas.openxmlformats.org/officeDocument/2006/relationships/notesMaster" Target="/ppt/notesMasters/notesMaster1.xml" Id="R5ed29c149d7245e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3178ec67e194aad" /><Relationship Type="http://schemas.openxmlformats.org/officeDocument/2006/relationships/notesMaster" Target="/ppt/notesMasters/notesMaster1.xml" Id="R890d25d7f57f464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5153f5e89e74277" /><Relationship Type="http://schemas.openxmlformats.org/officeDocument/2006/relationships/notesMaster" Target="/ppt/notesMasters/notesMaster1.xml" Id="R6f2493fcec2d4c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c62c243b9184889" /><Relationship Type="http://schemas.openxmlformats.org/officeDocument/2006/relationships/notesMaster" Target="/ppt/notesMasters/notesMaster1.xml" Id="Rb43deaeb4d9745e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bb457dcf7df4a65" /><Relationship Type="http://schemas.openxmlformats.org/officeDocument/2006/relationships/notesMaster" Target="/ppt/notesMasters/notesMaster1.xml" Id="Rbd5d50d53eb4496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b48875c144142a7" /><Relationship Type="http://schemas.openxmlformats.org/officeDocument/2006/relationships/notesMaster" Target="/ppt/notesMasters/notesMaster1.xml" Id="R46f2fa90e67b476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cdaf963ec884db4" /><Relationship Type="http://schemas.openxmlformats.org/officeDocument/2006/relationships/notesMaster" Target="/ppt/notesMasters/notesMaster1.xml" Id="R06e9ef2d6839406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2d0fad3ffc246a4" /><Relationship Type="http://schemas.openxmlformats.org/officeDocument/2006/relationships/notesMaster" Target="/ppt/notesMasters/notesMaster1.xml" Id="R0e432bd4e028431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328cbcbe98542a5" /><Relationship Type="http://schemas.openxmlformats.org/officeDocument/2006/relationships/notesMaster" Target="/ppt/notesMasters/notesMaster1.xml" Id="R425e0755b1b94e2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3adb331c4a946c9" /><Relationship Type="http://schemas.openxmlformats.org/officeDocument/2006/relationships/notesMaster" Target="/ppt/notesMasters/notesMaster1.xml" Id="Rb589955871cd44d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3e07e8f4dda4549" /><Relationship Type="http://schemas.openxmlformats.org/officeDocument/2006/relationships/notesMaster" Target="/ppt/notesMasters/notesMaster1.xml" Id="R641c0f729a8d4c4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16eab9ba4f94f0b" /><Relationship Type="http://schemas.openxmlformats.org/officeDocument/2006/relationships/notesMaster" Target="/ppt/notesMasters/notesMaster1.xml" Id="R4bf2ae1b9f8640e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68b38bb6809458a" /><Relationship Type="http://schemas.openxmlformats.org/officeDocument/2006/relationships/notesMaster" Target="/ppt/notesMasters/notesMaster1.xml" Id="R81cfe3eac2814dd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d663bcdbbe14b5f" /><Relationship Type="http://schemas.openxmlformats.org/officeDocument/2006/relationships/notesMaster" Target="/ppt/notesMasters/notesMaster1.xml" Id="Ra90657359d424db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0e17da2547e4a64" /><Relationship Type="http://schemas.openxmlformats.org/officeDocument/2006/relationships/notesMaster" Target="/ppt/notesMasters/notesMaster1.xml" Id="Rcb719c6e977f401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20b6ac7f0b74cbe" /><Relationship Type="http://schemas.openxmlformats.org/officeDocument/2006/relationships/notesMaster" Target="/ppt/notesMasters/notesMaster1.xml" Id="R63afc914e53e48e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3288628c9834284" /><Relationship Type="http://schemas.openxmlformats.org/officeDocument/2006/relationships/notesMaster" Target="/ppt/notesMasters/notesMaster1.xml" Id="Ra7ea6a8028e447e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8930489074b4b44" /><Relationship Type="http://schemas.openxmlformats.org/officeDocument/2006/relationships/notesMaster" Target="/ppt/notesMasters/notesMaster1.xml" Id="R8c560660b0824f9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9a9c71f6b4544d7" /><Relationship Type="http://schemas.openxmlformats.org/officeDocument/2006/relationships/notesMaster" Target="/ppt/notesMasters/notesMaster1.xml" Id="Rd8c33ac560ca4fb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bd2527baa584397" /><Relationship Type="http://schemas.openxmlformats.org/officeDocument/2006/relationships/notesMaster" Target="/ppt/notesMasters/notesMaster1.xml" Id="R2efb156b1d46492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fe73f12ab8d4d03" /><Relationship Type="http://schemas.openxmlformats.org/officeDocument/2006/relationships/notesMaster" Target="/ppt/notesMasters/notesMaster1.xml" Id="Rf8f4bab3cbde40f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8c709663bf340d5" /><Relationship Type="http://schemas.openxmlformats.org/officeDocument/2006/relationships/notesMaster" Target="/ppt/notesMasters/notesMaster1.xml" Id="R0340682b3d364f0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c6208edd8244fda" /><Relationship Type="http://schemas.openxmlformats.org/officeDocument/2006/relationships/notesMaster" Target="/ppt/notesMasters/notesMaster1.xml" Id="Rb43cad0334cb413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7b786ccbd164abd" /><Relationship Type="http://schemas.openxmlformats.org/officeDocument/2006/relationships/notesMaster" Target="/ppt/notesMasters/notesMaster1.xml" Id="Rb4698f8378fe486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66a7e97ae4648b0" /><Relationship Type="http://schemas.openxmlformats.org/officeDocument/2006/relationships/notesMaster" Target="/ppt/notesMasters/notesMaster1.xml" Id="Red0676c5195f4ae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69e04cfb7c044a5" /><Relationship Type="http://schemas.openxmlformats.org/officeDocument/2006/relationships/notesMaster" Target="/ppt/notesMasters/notesMaster1.xml" Id="Rf63553259a7446b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08b741adf42496e" /><Relationship Type="http://schemas.openxmlformats.org/officeDocument/2006/relationships/notesMaster" Target="/ppt/notesMasters/notesMaster1.xml" Id="R242ff62581444c2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1e4ded768084fe2" /><Relationship Type="http://schemas.openxmlformats.org/officeDocument/2006/relationships/notesMaster" Target="/ppt/notesMasters/notesMaster1.xml" Id="Rdb41a9d5d49643e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6eb0181f30d473f" /><Relationship Type="http://schemas.openxmlformats.org/officeDocument/2006/relationships/notesMaster" Target="/ppt/notesMasters/notesMaster1.xml" Id="R3e01fdb0c16446e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1aeda19d2a54bed" /><Relationship Type="http://schemas.openxmlformats.org/officeDocument/2006/relationships/notesMaster" Target="/ppt/notesMasters/notesMaster1.xml" Id="Rc1755635d6d84fc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dcf921bf60294958" /><Relationship Type="http://schemas.openxmlformats.org/officeDocument/2006/relationships/notesMaster" Target="/ppt/notesMasters/notesMaster1.xml" Id="R1d29e17588894779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281f09613e444bd" /><Relationship Type="http://schemas.openxmlformats.org/officeDocument/2006/relationships/notesMaster" Target="/ppt/notesMasters/notesMaster1.xml" Id="Rc873baf39bbd487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c9b4186c47041d4" /><Relationship Type="http://schemas.openxmlformats.org/officeDocument/2006/relationships/notesMaster" Target="/ppt/notesMasters/notesMaster1.xml" Id="R075edcfe61894cc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29be2e2078a4d18" /><Relationship Type="http://schemas.openxmlformats.org/officeDocument/2006/relationships/notesMaster" Target="/ppt/notesMasters/notesMaster1.xml" Id="R20247a8492a94ae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4cc0dd93c95a4708" /><Relationship Type="http://schemas.openxmlformats.org/officeDocument/2006/relationships/notesMaster" Target="/ppt/notesMasters/notesMaster1.xml" Id="Re6d190780e7e4b8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e633f2e6b644e36" /><Relationship Type="http://schemas.openxmlformats.org/officeDocument/2006/relationships/notesMaster" Target="/ppt/notesMasters/notesMaster1.xml" Id="R5e84fd5407784540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994047a278d4957" /><Relationship Type="http://schemas.openxmlformats.org/officeDocument/2006/relationships/notesMaster" Target="/ppt/notesMasters/notesMaster1.xml" Id="R96ef370de63044c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de18a69940b4561" /><Relationship Type="http://schemas.openxmlformats.org/officeDocument/2006/relationships/notesMaster" Target="/ppt/notesMasters/notesMaster1.xml" Id="R46e50323e78148a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ae623d2348a435d" /><Relationship Type="http://schemas.openxmlformats.org/officeDocument/2006/relationships/notesMaster" Target="/ppt/notesMasters/notesMaster1.xml" Id="R380288c3aff9480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256a7307a3543a0" /><Relationship Type="http://schemas.openxmlformats.org/officeDocument/2006/relationships/notesMaster" Target="/ppt/notesMasters/notesMaster1.xml" Id="R6cebadf064294573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d8aafd9f9b2474c" /><Relationship Type="http://schemas.openxmlformats.org/officeDocument/2006/relationships/notesMaster" Target="/ppt/notesMasters/notesMaster1.xml" Id="Rbaf1cd0f204e4c59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7e85680a77494d86" /><Relationship Type="http://schemas.openxmlformats.org/officeDocument/2006/relationships/notesMaster" Target="/ppt/notesMasters/notesMaster1.xml" Id="R9fe94c7e39da4310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09118d4fe5444c12" /><Relationship Type="http://schemas.openxmlformats.org/officeDocument/2006/relationships/notesMaster" Target="/ppt/notesMasters/notesMaster1.xml" Id="Rd6f9625668714e1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0c740584e8b49f8" /><Relationship Type="http://schemas.openxmlformats.org/officeDocument/2006/relationships/notesMaster" Target="/ppt/notesMasters/notesMaster1.xml" Id="R20fc42c528824ccc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df3877a10fce4816" /><Relationship Type="http://schemas.openxmlformats.org/officeDocument/2006/relationships/notesMaster" Target="/ppt/notesMasters/notesMaster1.xml" Id="Rc2c0aa36316d4d2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12d208754654ae5" /><Relationship Type="http://schemas.openxmlformats.org/officeDocument/2006/relationships/notesMaster" Target="/ppt/notesMasters/notesMaster1.xml" Id="R41de6a3144804f5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1beb7c13a54410b" /><Relationship Type="http://schemas.openxmlformats.org/officeDocument/2006/relationships/notesMaster" Target="/ppt/notesMasters/notesMaster1.xml" Id="R8c6199e3294c4e2a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ac0a83b638d24ce8" /><Relationship Type="http://schemas.openxmlformats.org/officeDocument/2006/relationships/notesMaster" Target="/ppt/notesMasters/notesMaster1.xml" Id="R2d8370b511794a8f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7069ae9930984696" /><Relationship Type="http://schemas.openxmlformats.org/officeDocument/2006/relationships/notesMaster" Target="/ppt/notesMasters/notesMaster1.xml" Id="R88553ddaa7c8448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cd6094dd1a8a4aa1" /><Relationship Type="http://schemas.openxmlformats.org/officeDocument/2006/relationships/notesMaster" Target="/ppt/notesMasters/notesMaster1.xml" Id="R521134780c9d4420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948ddbeb079b4c29" /><Relationship Type="http://schemas.openxmlformats.org/officeDocument/2006/relationships/notesMaster" Target="/ppt/notesMasters/notesMaster1.xml" Id="R161c67a5b67e4ab8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68a2d79ed8d40c4" /><Relationship Type="http://schemas.openxmlformats.org/officeDocument/2006/relationships/notesMaster" Target="/ppt/notesMasters/notesMaster1.xml" Id="R63e8ae0b6e13483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bf8ee4d8f58f46e5" /><Relationship Type="http://schemas.openxmlformats.org/officeDocument/2006/relationships/notesMaster" Target="/ppt/notesMasters/notesMaster1.xml" Id="Re691b589d0f0404c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e8e3fe0f0299422d" /><Relationship Type="http://schemas.openxmlformats.org/officeDocument/2006/relationships/notesMaster" Target="/ppt/notesMasters/notesMaster1.xml" Id="R3878e14bf37a470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3b965916b2646a5" /><Relationship Type="http://schemas.openxmlformats.org/officeDocument/2006/relationships/notesMaster" Target="/ppt/notesMasters/notesMaster1.xml" Id="R20cf53d2eb754e3a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728fb5aaf784618" /><Relationship Type="http://schemas.openxmlformats.org/officeDocument/2006/relationships/notesMaster" Target="/ppt/notesMasters/notesMaster1.xml" Id="R1bc9565c8a784fb6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d2f6d53a4ca4feb" /><Relationship Type="http://schemas.openxmlformats.org/officeDocument/2006/relationships/notesMaster" Target="/ppt/notesMasters/notesMaster1.xml" Id="R888a713352674f6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48185162fe99415c" /><Relationship Type="http://schemas.openxmlformats.org/officeDocument/2006/relationships/notesMaster" Target="/ppt/notesMasters/notesMaster1.xml" Id="Rd1917e8668294302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b2bd0c911ef743cb" /><Relationship Type="http://schemas.openxmlformats.org/officeDocument/2006/relationships/notesMaster" Target="/ppt/notesMasters/notesMaster1.xml" Id="Ra43840422f4d4146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21c76f39444e47a8" /><Relationship Type="http://schemas.openxmlformats.org/officeDocument/2006/relationships/notesMaster" Target="/ppt/notesMasters/notesMaster1.xml" Id="R1143820459ea4896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7a195401e25b4db9" /><Relationship Type="http://schemas.openxmlformats.org/officeDocument/2006/relationships/notesMaster" Target="/ppt/notesMasters/notesMaster1.xml" Id="R32737fb0d5e341c2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5752c8e7acea483e" /><Relationship Type="http://schemas.openxmlformats.org/officeDocument/2006/relationships/notesMaster" Target="/ppt/notesMasters/notesMaster1.xml" Id="R5ffd7b7d8b014fe5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f24e305d5c554405" /><Relationship Type="http://schemas.openxmlformats.org/officeDocument/2006/relationships/notesMaster" Target="/ppt/notesMasters/notesMaster1.xml" Id="Rc5fa445b8ff04708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011caa4ddc54aec" /><Relationship Type="http://schemas.openxmlformats.org/officeDocument/2006/relationships/notesMaster" Target="/ppt/notesMasters/notesMaster1.xml" Id="R969c7e5928ac4086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9bb3c403a34345d7" /><Relationship Type="http://schemas.openxmlformats.org/officeDocument/2006/relationships/notesMaster" Target="/ppt/notesMasters/notesMaster1.xml" Id="Rff1643d1f5414980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3c5ea804182b4880" /><Relationship Type="http://schemas.openxmlformats.org/officeDocument/2006/relationships/notesMaster" Target="/ppt/notesMasters/notesMaster1.xml" Id="R4c17bea695a44a6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6bad62ea0621424f" /><Relationship Type="http://schemas.openxmlformats.org/officeDocument/2006/relationships/notesMaster" Target="/ppt/notesMasters/notesMaster1.xml" Id="R0f77c37b6d894d4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7e7a7b33eaa41ef" /><Relationship Type="http://schemas.openxmlformats.org/officeDocument/2006/relationships/notesMaster" Target="/ppt/notesMasters/notesMaster1.xml" Id="R7e714586a4a84143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35c2053240044b5" /><Relationship Type="http://schemas.openxmlformats.org/officeDocument/2006/relationships/notesMaster" Target="/ppt/notesMasters/notesMaster1.xml" Id="R0a90bb72e20c4656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5be6895b536e4af8" /><Relationship Type="http://schemas.openxmlformats.org/officeDocument/2006/relationships/notesMaster" Target="/ppt/notesMasters/notesMaster1.xml" Id="R94ba40a73e724873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e621718283e44f7" /><Relationship Type="http://schemas.openxmlformats.org/officeDocument/2006/relationships/notesMaster" Target="/ppt/notesMasters/notesMaster1.xml" Id="Rcbb12af9b7274346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a598aa7f59bf442e" /><Relationship Type="http://schemas.openxmlformats.org/officeDocument/2006/relationships/notesMaster" Target="/ppt/notesMasters/notesMaster1.xml" Id="R65819f2e14e94f3b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b107a58b6db34477" /><Relationship Type="http://schemas.openxmlformats.org/officeDocument/2006/relationships/notesMaster" Target="/ppt/notesMasters/notesMaster1.xml" Id="R1834460492754de9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2b6b7b879d1c435b" /><Relationship Type="http://schemas.openxmlformats.org/officeDocument/2006/relationships/notesMaster" Target="/ppt/notesMasters/notesMaster1.xml" Id="R210877637068407c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2daca70639664197" /><Relationship Type="http://schemas.openxmlformats.org/officeDocument/2006/relationships/notesMaster" Target="/ppt/notesMasters/notesMaster1.xml" Id="Rf54e11b2a27e4fc8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f7e0da2f5da408f" /><Relationship Type="http://schemas.openxmlformats.org/officeDocument/2006/relationships/notesMaster" Target="/ppt/notesMasters/notesMaster1.xml" Id="R9f1227ed5ad24300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2bb28dfd51504799" /><Relationship Type="http://schemas.openxmlformats.org/officeDocument/2006/relationships/notesMaster" Target="/ppt/notesMasters/notesMaster1.xml" Id="Rd22ee05472b740d4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d4bda4b3181c42dc" /><Relationship Type="http://schemas.openxmlformats.org/officeDocument/2006/relationships/notesMaster" Target="/ppt/notesMasters/notesMaster1.xml" Id="Ra7e08577a9b3452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5edf7611ad044d74" /><Relationship Type="http://schemas.openxmlformats.org/officeDocument/2006/relationships/notesMaster" Target="/ppt/notesMasters/notesMaster1.xml" Id="R5f3a0c806e2b48f6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68be443db7a4ce4" /><Relationship Type="http://schemas.openxmlformats.org/officeDocument/2006/relationships/notesMaster" Target="/ppt/notesMasters/notesMaster1.xml" Id="R64ba54c91be24364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191cd313e0d143b1" /><Relationship Type="http://schemas.openxmlformats.org/officeDocument/2006/relationships/notesMaster" Target="/ppt/notesMasters/notesMaster1.xml" Id="R7dd34928d190452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be241c117a724b5e" /><Relationship Type="http://schemas.openxmlformats.org/officeDocument/2006/relationships/notesMaster" Target="/ppt/notesMasters/notesMaster1.xml" Id="R4563a54e45f442d3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e74e77346d3e4dc2" /><Relationship Type="http://schemas.openxmlformats.org/officeDocument/2006/relationships/notesMaster" Target="/ppt/notesMasters/notesMaster1.xml" Id="R5982165c364246df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70209e6258c648af" /><Relationship Type="http://schemas.openxmlformats.org/officeDocument/2006/relationships/notesMaster" Target="/ppt/notesMasters/notesMaster1.xml" Id="R3cd8418119a6415c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11c382177793497c" /><Relationship Type="http://schemas.openxmlformats.org/officeDocument/2006/relationships/notesMaster" Target="/ppt/notesMasters/notesMaster1.xml" Id="R66691759794c405d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3dcd271180d400f" /><Relationship Type="http://schemas.openxmlformats.org/officeDocument/2006/relationships/notesMaster" Target="/ppt/notesMasters/notesMaster1.xml" Id="R5c125979906f4222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fcd8ca36f25d48c8" /><Relationship Type="http://schemas.openxmlformats.org/officeDocument/2006/relationships/notesMaster" Target="/ppt/notesMasters/notesMaster1.xml" Id="R984a68f0a8964a7d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6a62f6a81afd408a" /><Relationship Type="http://schemas.openxmlformats.org/officeDocument/2006/relationships/notesMaster" Target="/ppt/notesMasters/notesMaster1.xml" Id="R7db8271b0fe04aa2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0897e96fbd5d472f" /><Relationship Type="http://schemas.openxmlformats.org/officeDocument/2006/relationships/notesMaster" Target="/ppt/notesMasters/notesMaster1.xml" Id="R8755adde404a4a64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f97c84f6956a400e" /><Relationship Type="http://schemas.openxmlformats.org/officeDocument/2006/relationships/notesMaster" Target="/ppt/notesMasters/notesMaster1.xml" Id="R49bcba068a55468c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e09af7228a894a47" /><Relationship Type="http://schemas.openxmlformats.org/officeDocument/2006/relationships/notesMaster" Target="/ppt/notesMasters/notesMaster1.xml" Id="R040bd08e2dff4066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37cb26b188154885" /><Relationship Type="http://schemas.openxmlformats.org/officeDocument/2006/relationships/notesMaster" Target="/ppt/notesMasters/notesMaster1.xml" Id="Re52dc6d6f6634b2f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535f01e03d3a41b2" /><Relationship Type="http://schemas.openxmlformats.org/officeDocument/2006/relationships/notesMaster" Target="/ppt/notesMasters/notesMaster1.xml" Id="Rd8ff530ad7cb4faf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351ecf126ef0412a" /><Relationship Type="http://schemas.openxmlformats.org/officeDocument/2006/relationships/notesMaster" Target="/ppt/notesMasters/notesMaster1.xml" Id="R7a44c5265ce4444e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22818aeb5e7a49ce" /><Relationship Type="http://schemas.openxmlformats.org/officeDocument/2006/relationships/notesMaster" Target="/ppt/notesMasters/notesMaster1.xml" Id="Rdb3af7398ed14b4b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2a84491d7d3f4a33" /><Relationship Type="http://schemas.openxmlformats.org/officeDocument/2006/relationships/notesMaster" Target="/ppt/notesMasters/notesMaster1.xml" Id="R969cab8864b1474e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5577031a23b243d5" /><Relationship Type="http://schemas.openxmlformats.org/officeDocument/2006/relationships/notesMaster" Target="/ppt/notesMasters/notesMaster1.xml" Id="Rd3e6d4409830483e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317d10be855d4427" /><Relationship Type="http://schemas.openxmlformats.org/officeDocument/2006/relationships/notesMaster" Target="/ppt/notesMasters/notesMaster1.xml" Id="R5401526c964d4ad0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7e097ebbe82f4b4d" /><Relationship Type="http://schemas.openxmlformats.org/officeDocument/2006/relationships/notesMaster" Target="/ppt/notesMasters/notesMaster1.xml" Id="R7ac50cfa532c4a4e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b74886725784680" /><Relationship Type="http://schemas.openxmlformats.org/officeDocument/2006/relationships/notesMaster" Target="/ppt/notesMasters/notesMaster1.xml" Id="R557f17854b494f5b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97896c966dfc40a2" /><Relationship Type="http://schemas.openxmlformats.org/officeDocument/2006/relationships/notesMaster" Target="/ppt/notesMasters/notesMaster1.xml" Id="R694ed3dd8030402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f4c8f42ae0643c5" /><Relationship Type="http://schemas.openxmlformats.org/officeDocument/2006/relationships/notesMaster" Target="/ppt/notesMasters/notesMaster1.xml" Id="R2c3345373d614605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92edafd481e34131" /><Relationship Type="http://schemas.openxmlformats.org/officeDocument/2006/relationships/notesMaster" Target="/ppt/notesMasters/notesMaster1.xml" Id="R98315bf31c524fed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5362932c033e4951" /><Relationship Type="http://schemas.openxmlformats.org/officeDocument/2006/relationships/notesMaster" Target="/ppt/notesMasters/notesMaster1.xml" Id="Rb923deb9b2144bb6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60fcd46a9e26444f" /><Relationship Type="http://schemas.openxmlformats.org/officeDocument/2006/relationships/notesMaster" Target="/ppt/notesMasters/notesMaster1.xml" Id="R64a22e85a28142d4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7188e5cc1474386" /><Relationship Type="http://schemas.openxmlformats.org/officeDocument/2006/relationships/notesMaster" Target="/ppt/notesMasters/notesMaster1.xml" Id="R7c0d21b949234157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43167866fa014f6a" /><Relationship Type="http://schemas.openxmlformats.org/officeDocument/2006/relationships/notesMaster" Target="/ppt/notesMasters/notesMaster1.xml" Id="R72547a2719b74420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f080ce64878c49d8" /><Relationship Type="http://schemas.openxmlformats.org/officeDocument/2006/relationships/notesMaster" Target="/ppt/notesMasters/notesMaster1.xml" Id="Ra1b35b61d31b4b45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71d38b90138c4b58" /><Relationship Type="http://schemas.openxmlformats.org/officeDocument/2006/relationships/notesMaster" Target="/ppt/notesMasters/notesMaster1.xml" Id="Rbdf8b765e3474358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5f74398cf6a94285" /><Relationship Type="http://schemas.openxmlformats.org/officeDocument/2006/relationships/notesMaster" Target="/ppt/notesMasters/notesMaster1.xml" Id="R806f460f040f4381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afdf5199084e45a8" /><Relationship Type="http://schemas.openxmlformats.org/officeDocument/2006/relationships/notesMaster" Target="/ppt/notesMasters/notesMaster1.xml" Id="R8b923685c3074124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87b62b4621d94059" /><Relationship Type="http://schemas.openxmlformats.org/officeDocument/2006/relationships/notesMaster" Target="/ppt/notesMasters/notesMaster1.xml" Id="R4c68c5da60624798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8440d41d27e34fb1" /><Relationship Type="http://schemas.openxmlformats.org/officeDocument/2006/relationships/notesMaster" Target="/ppt/notesMasters/notesMaster1.xml" Id="R695e4be2a8a84326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f9b23b4d70714b7f" /><Relationship Type="http://schemas.openxmlformats.org/officeDocument/2006/relationships/notesMaster" Target="/ppt/notesMasters/notesMaster1.xml" Id="R35b976d3d9454704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e1e30ae827af49a7" /><Relationship Type="http://schemas.openxmlformats.org/officeDocument/2006/relationships/notesMaster" Target="/ppt/notesMasters/notesMaster1.xml" Id="Rc25315ac48094418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3b07f60cbf34854" /><Relationship Type="http://schemas.openxmlformats.org/officeDocument/2006/relationships/notesMaster" Target="/ppt/notesMasters/notesMaster1.xml" Id="Rfaea2dc6b99b4a8b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964d968df3134452" /><Relationship Type="http://schemas.openxmlformats.org/officeDocument/2006/relationships/notesMaster" Target="/ppt/notesMasters/notesMaster1.xml" Id="R6f5e9758f71d414f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9cbe3336cb414c99" /><Relationship Type="http://schemas.openxmlformats.org/officeDocument/2006/relationships/notesMaster" Target="/ppt/notesMasters/notesMaster1.xml" Id="R11faf070104c414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fcda22a6948f4515" /><Relationship Type="http://schemas.openxmlformats.org/officeDocument/2006/relationships/notesMaster" Target="/ppt/notesMasters/notesMaster1.xml" Id="Ra4f61c49f96b451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5a46c6f4047549eb" /><Relationship Type="http://schemas.openxmlformats.org/officeDocument/2006/relationships/notesMaster" Target="/ppt/notesMasters/notesMaster1.xml" Id="R90dbec28eebf4e24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ebbbaad511924e77" /><Relationship Type="http://schemas.openxmlformats.org/officeDocument/2006/relationships/notesMaster" Target="/ppt/notesMasters/notesMaster1.xml" Id="Rde54e1e98f144cea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0784cf9bd7e34ae4" /><Relationship Type="http://schemas.openxmlformats.org/officeDocument/2006/relationships/notesMaster" Target="/ppt/notesMasters/notesMaster1.xml" Id="R9359fb5e35e843e4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a77fb4072c9b4b73" /><Relationship Type="http://schemas.openxmlformats.org/officeDocument/2006/relationships/notesMaster" Target="/ppt/notesMasters/notesMaster1.xml" Id="R91d9ac6a7ae1400d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4216a1b71b3c4651" /><Relationship Type="http://schemas.openxmlformats.org/officeDocument/2006/relationships/notesMaster" Target="/ppt/notesMasters/notesMaster1.xml" Id="R38e6de1992534db1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29aa168ffcef430c" /><Relationship Type="http://schemas.openxmlformats.org/officeDocument/2006/relationships/notesMaster" Target="/ppt/notesMasters/notesMaster1.xml" Id="R1ca592b686034342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c01968fc218a4ffa" /><Relationship Type="http://schemas.openxmlformats.org/officeDocument/2006/relationships/notesMaster" Target="/ppt/notesMasters/notesMaster1.xml" Id="R4985dc1c20c44210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5ef80a0b4399436b" /><Relationship Type="http://schemas.openxmlformats.org/officeDocument/2006/relationships/notesMaster" Target="/ppt/notesMasters/notesMaster1.xml" Id="Rfb470f2217584e5c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91c3ef3e1e824f30" /><Relationship Type="http://schemas.openxmlformats.org/officeDocument/2006/relationships/notesMaster" Target="/ppt/notesMasters/notesMaster1.xml" Id="Rbbe32f4fce1a4adf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5500a8bdb5b24d66" /><Relationship Type="http://schemas.openxmlformats.org/officeDocument/2006/relationships/notesMaster" Target="/ppt/notesMasters/notesMaster1.xml" Id="Recb4a4c8be6e43d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1f9759638eeb4c86" /><Relationship Type="http://schemas.openxmlformats.org/officeDocument/2006/relationships/notesMaster" Target="/ppt/notesMasters/notesMaster1.xml" Id="R46faab3576f64876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025346dab5cb4455" /><Relationship Type="http://schemas.openxmlformats.org/officeDocument/2006/relationships/notesMaster" Target="/ppt/notesMasters/notesMaster1.xml" Id="Rd621c3d055564870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ea0b03bd8d464252" /><Relationship Type="http://schemas.openxmlformats.org/officeDocument/2006/relationships/notesMaster" Target="/ppt/notesMasters/notesMaster1.xml" Id="R2985fd9070234123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fb117a0cfcc84747" /><Relationship Type="http://schemas.openxmlformats.org/officeDocument/2006/relationships/notesMaster" Target="/ppt/notesMasters/notesMaster1.xml" Id="R4ea932dbe5f74eb6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dcb551f044b24afe" /><Relationship Type="http://schemas.openxmlformats.org/officeDocument/2006/relationships/notesMaster" Target="/ppt/notesMasters/notesMaster1.xml" Id="Rab5f1b1f5d01463e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a492be637bed495c" /><Relationship Type="http://schemas.openxmlformats.org/officeDocument/2006/relationships/notesMaster" Target="/ppt/notesMasters/notesMaster1.xml" Id="R367cfc0121c444b9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fe02054c2b4a488e" /><Relationship Type="http://schemas.openxmlformats.org/officeDocument/2006/relationships/notesMaster" Target="/ppt/notesMasters/notesMaster1.xml" Id="R7e4fc2c38b714787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2a352a19dec140bc" /><Relationship Type="http://schemas.openxmlformats.org/officeDocument/2006/relationships/notesMaster" Target="/ppt/notesMasters/notesMaster1.xml" Id="Rbf3a8e4f41094346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5662ace6b0dc4f45" /><Relationship Type="http://schemas.openxmlformats.org/officeDocument/2006/relationships/notesMaster" Target="/ppt/notesMasters/notesMaster1.xml" Id="Raf706e5bf07b445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69b952993ac74247" /><Relationship Type="http://schemas.openxmlformats.org/officeDocument/2006/relationships/notesMaster" Target="/ppt/notesMasters/notesMaster1.xml" Id="R6f831f7119724abc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378435de81c3499e" /><Relationship Type="http://schemas.openxmlformats.org/officeDocument/2006/relationships/notesMaster" Target="/ppt/notesMasters/notesMaster1.xml" Id="R3031bbb8ee7e4b1b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c3e557c6975e425b" /><Relationship Type="http://schemas.openxmlformats.org/officeDocument/2006/relationships/notesMaster" Target="/ppt/notesMasters/notesMaster1.xml" Id="R7f4598d87a9e43fe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094ed9eef7c2466b" /><Relationship Type="http://schemas.openxmlformats.org/officeDocument/2006/relationships/notesMaster" Target="/ppt/notesMasters/notesMaster1.xml" Id="R63d8df81aa7244f3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8dc7d2483af64ec8" /><Relationship Type="http://schemas.openxmlformats.org/officeDocument/2006/relationships/notesMaster" Target="/ppt/notesMasters/notesMaster1.xml" Id="Rb950935e9b5647df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1db458a158574ee4" /><Relationship Type="http://schemas.openxmlformats.org/officeDocument/2006/relationships/notesMaster" Target="/ppt/notesMasters/notesMaster1.xml" Id="R8452afba57d94cf2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6254881e59ea44c1" /><Relationship Type="http://schemas.openxmlformats.org/officeDocument/2006/relationships/notesMaster" Target="/ppt/notesMasters/notesMaster1.xml" Id="R35b4fc23f0344e75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44e948b170754d75" /><Relationship Type="http://schemas.openxmlformats.org/officeDocument/2006/relationships/notesMaster" Target="/ppt/notesMasters/notesMaster1.xml" Id="R36acbc27b213464d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df9bc428d73e4cc7" /><Relationship Type="http://schemas.openxmlformats.org/officeDocument/2006/relationships/notesMaster" Target="/ppt/notesMasters/notesMaster1.xml" Id="R3da5c7dc66354d01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5e3ac4328d7e4b97" /><Relationship Type="http://schemas.openxmlformats.org/officeDocument/2006/relationships/notesMaster" Target="/ppt/notesMasters/notesMaster1.xml" Id="Rb9f1f41dfcae4cbd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de04e6d3e59a49a0" /><Relationship Type="http://schemas.openxmlformats.org/officeDocument/2006/relationships/notesMaster" Target="/ppt/notesMasters/notesMaster1.xml" Id="R88e6742cc3ec4567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73b0c059766e43cc" /><Relationship Type="http://schemas.openxmlformats.org/officeDocument/2006/relationships/notesMaster" Target="/ppt/notesMasters/notesMaster1.xml" Id="R1032e690761a4fe1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adc075c494b04602" /><Relationship Type="http://schemas.openxmlformats.org/officeDocument/2006/relationships/notesMaster" Target="/ppt/notesMasters/notesMaster1.xml" Id="R0eafb75fc3024bbc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9bb2d8be266c45be" /><Relationship Type="http://schemas.openxmlformats.org/officeDocument/2006/relationships/notesMaster" Target="/ppt/notesMasters/notesMaster1.xml" Id="Rd60ec3c1449b48df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225145e0fe354012" /><Relationship Type="http://schemas.openxmlformats.org/officeDocument/2006/relationships/notesMaster" Target="/ppt/notesMasters/notesMaster1.xml" Id="R71f2ca9f74564ec3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fed20999cba14feb" /><Relationship Type="http://schemas.openxmlformats.org/officeDocument/2006/relationships/notesMaster" Target="/ppt/notesMasters/notesMaster1.xml" Id="R2317fe580b1e44ad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f04fb47eb6944e82" /><Relationship Type="http://schemas.openxmlformats.org/officeDocument/2006/relationships/notesMaster" Target="/ppt/notesMasters/notesMaster1.xml" Id="R076b398fe3d84b21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def64e8d3265440b" /><Relationship Type="http://schemas.openxmlformats.org/officeDocument/2006/relationships/notesMaster" Target="/ppt/notesMasters/notesMaster1.xml" Id="R1cea611a46fa4cfb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db6c811f7a2c45b5" /><Relationship Type="http://schemas.openxmlformats.org/officeDocument/2006/relationships/notesMaster" Target="/ppt/notesMasters/notesMaster1.xml" Id="R33fe236f2a744a89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a3a505cc5a5944f2" /><Relationship Type="http://schemas.openxmlformats.org/officeDocument/2006/relationships/notesMaster" Target="/ppt/notesMasters/notesMaster1.xml" Id="R9829c5eb44be40a2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6bf6d43b994b4810" /><Relationship Type="http://schemas.openxmlformats.org/officeDocument/2006/relationships/notesMaster" Target="/ppt/notesMasters/notesMaster1.xml" Id="R5a22aad49a55441a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492d85f07ad14131" /><Relationship Type="http://schemas.openxmlformats.org/officeDocument/2006/relationships/notesMaster" Target="/ppt/notesMasters/notesMaster1.xml" Id="Rae1ddc9907494e51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6a4b878ca7454d7f" /><Relationship Type="http://schemas.openxmlformats.org/officeDocument/2006/relationships/notesMaster" Target="/ppt/notesMasters/notesMaster1.xml" Id="R6715491253ab40d9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159f5d2ae3a947e9" /><Relationship Type="http://schemas.openxmlformats.org/officeDocument/2006/relationships/notesMaster" Target="/ppt/notesMasters/notesMaster1.xml" Id="R94033bc2df014a4a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28b38ea8a4524fa1" /><Relationship Type="http://schemas.openxmlformats.org/officeDocument/2006/relationships/notesMaster" Target="/ppt/notesMasters/notesMaster1.xml" Id="Rbbc13513a5914acf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1f0336d92a6c492b" /><Relationship Type="http://schemas.openxmlformats.org/officeDocument/2006/relationships/notesMaster" Target="/ppt/notesMasters/notesMaster1.xml" Id="R1e4345384175485a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f7c10838c58c4757" /><Relationship Type="http://schemas.openxmlformats.org/officeDocument/2006/relationships/notesMaster" Target="/ppt/notesMasters/notesMaster1.xml" Id="Rc164b16f9cbf4970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6a87f3d40f5545f8" /><Relationship Type="http://schemas.openxmlformats.org/officeDocument/2006/relationships/notesMaster" Target="/ppt/notesMasters/notesMaster1.xml" Id="R3d32a424fcac4463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150105c89e0d4ed4" /><Relationship Type="http://schemas.openxmlformats.org/officeDocument/2006/relationships/notesMaster" Target="/ppt/notesMasters/notesMaster1.xml" Id="R24f12f11b308445e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d948e13473b3440d" /><Relationship Type="http://schemas.openxmlformats.org/officeDocument/2006/relationships/notesMaster" Target="/ppt/notesMasters/notesMaster1.xml" Id="R0dcb8b9e9f8a4d66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052fb2f954924fdc" /><Relationship Type="http://schemas.openxmlformats.org/officeDocument/2006/relationships/notesMaster" Target="/ppt/notesMasters/notesMaster1.xml" Id="R2ae9879f2d97420d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e14fab2b658d4fc5" /><Relationship Type="http://schemas.openxmlformats.org/officeDocument/2006/relationships/notesMaster" Target="/ppt/notesMasters/notesMaster1.xml" Id="Rb29e2723653e4c26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4935e2514899441f" /><Relationship Type="http://schemas.openxmlformats.org/officeDocument/2006/relationships/notesMaster" Target="/ppt/notesMasters/notesMaster1.xml" Id="R7d5e8f67fef2401d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96477c0aa3054f25" /><Relationship Type="http://schemas.openxmlformats.org/officeDocument/2006/relationships/notesMaster" Target="/ppt/notesMasters/notesMaster1.xml" Id="Re1d25c2fb0614e60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9e069b558b524291" /><Relationship Type="http://schemas.openxmlformats.org/officeDocument/2006/relationships/notesMaster" Target="/ppt/notesMasters/notesMaster1.xml" Id="R3984f8ef5a664d41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68ac6ceb8b814141" /><Relationship Type="http://schemas.openxmlformats.org/officeDocument/2006/relationships/notesMaster" Target="/ppt/notesMasters/notesMaster1.xml" Id="Rd54a410aef9d4123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570199e6d14c402c" /><Relationship Type="http://schemas.openxmlformats.org/officeDocument/2006/relationships/notesMaster" Target="/ppt/notesMasters/notesMaster1.xml" Id="Rcfcacd95309f4579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2b30ec29b0724af4" /><Relationship Type="http://schemas.openxmlformats.org/officeDocument/2006/relationships/notesMaster" Target="/ppt/notesMasters/notesMaster1.xml" Id="R226ad2adbc1d4ca4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2a6cc5c37ac14799" /><Relationship Type="http://schemas.openxmlformats.org/officeDocument/2006/relationships/notesMaster" Target="/ppt/notesMasters/notesMaster1.xml" Id="Ra700705213694aad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20b5ef7e239f4fb5" /><Relationship Type="http://schemas.openxmlformats.org/officeDocument/2006/relationships/notesMaster" Target="/ppt/notesMasters/notesMaster1.xml" Id="Refffb7a6fc9b4711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8a203d6e58ca49de" /><Relationship Type="http://schemas.openxmlformats.org/officeDocument/2006/relationships/notesMaster" Target="/ppt/notesMasters/notesMaster1.xml" Id="R6eddec4e4a144d01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16b95abbfeb6462c" /><Relationship Type="http://schemas.openxmlformats.org/officeDocument/2006/relationships/notesMaster" Target="/ppt/notesMasters/notesMaster1.xml" Id="R8e61f46b7407458f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f75039d5ff4d45f7" /><Relationship Type="http://schemas.openxmlformats.org/officeDocument/2006/relationships/notesMaster" Target="/ppt/notesMasters/notesMaster1.xml" Id="R78df4e56affa46aa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68c239fca8104d90" /><Relationship Type="http://schemas.openxmlformats.org/officeDocument/2006/relationships/notesMaster" Target="/ppt/notesMasters/notesMaster1.xml" Id="R28e2b1b5f3394d13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720a652170784506" /><Relationship Type="http://schemas.openxmlformats.org/officeDocument/2006/relationships/notesMaster" Target="/ppt/notesMasters/notesMaster1.xml" Id="R2ca68901bb49443b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6b13aca7bcf64957" /><Relationship Type="http://schemas.openxmlformats.org/officeDocument/2006/relationships/notesMaster" Target="/ppt/notesMasters/notesMaster1.xml" Id="R55702ef07b1a4e50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900e83ba7cfd4b6c" /><Relationship Type="http://schemas.openxmlformats.org/officeDocument/2006/relationships/notesMaster" Target="/ppt/notesMasters/notesMaster1.xml" Id="Rc3101f16a4a54860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00097dd7ff0d4dee" /><Relationship Type="http://schemas.openxmlformats.org/officeDocument/2006/relationships/notesMaster" Target="/ppt/notesMasters/notesMaster1.xml" Id="Ra8d79802dd7e4ad4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79b5feaa3a1b49b7" /><Relationship Type="http://schemas.openxmlformats.org/officeDocument/2006/relationships/notesMaster" Target="/ppt/notesMasters/notesMaster1.xml" Id="R8cd06ceb804b415b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456ac1a596a64b1c" /><Relationship Type="http://schemas.openxmlformats.org/officeDocument/2006/relationships/notesMaster" Target="/ppt/notesMasters/notesMaster1.xml" Id="Rd695aa135be74007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edd0444677f047c0" /><Relationship Type="http://schemas.openxmlformats.org/officeDocument/2006/relationships/notesMaster" Target="/ppt/notesMasters/notesMaster1.xml" Id="R663ff6194f99443d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6f9885fd83c04d0f" /><Relationship Type="http://schemas.openxmlformats.org/officeDocument/2006/relationships/notesMaster" Target="/ppt/notesMasters/notesMaster1.xml" Id="R21955fadefbf4ea0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17e2dfc9b6464d89" /><Relationship Type="http://schemas.openxmlformats.org/officeDocument/2006/relationships/notesMaster" Target="/ppt/notesMasters/notesMaster1.xml" Id="Rdf15f2b6c3994fdc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d70ee1ad2ea744da" /><Relationship Type="http://schemas.openxmlformats.org/officeDocument/2006/relationships/notesMaster" Target="/ppt/notesMasters/notesMaster1.xml" Id="R577c9f66b1d64621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d3519624177f48f2" /><Relationship Type="http://schemas.openxmlformats.org/officeDocument/2006/relationships/notesMaster" Target="/ppt/notesMasters/notesMaster1.xml" Id="Ra4b4603b9efc421a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9ff885ada5ac418a" /><Relationship Type="http://schemas.openxmlformats.org/officeDocument/2006/relationships/notesMaster" Target="/ppt/notesMasters/notesMaster1.xml" Id="R90e1633492d34901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2d8fcfcc1d994023" /><Relationship Type="http://schemas.openxmlformats.org/officeDocument/2006/relationships/notesMaster" Target="/ppt/notesMasters/notesMaster1.xml" Id="Rbb060503f2ac4d5e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4a02699bd17a4981" /><Relationship Type="http://schemas.openxmlformats.org/officeDocument/2006/relationships/notesMaster" Target="/ppt/notesMasters/notesMaster1.xml" Id="Re5fc175300b5433f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07cd741f536f4841" /><Relationship Type="http://schemas.openxmlformats.org/officeDocument/2006/relationships/notesMaster" Target="/ppt/notesMasters/notesMaster1.xml" Id="R2499b365d61e49a9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dee3879d8684591" /><Relationship Type="http://schemas.openxmlformats.org/officeDocument/2006/relationships/notesMaster" Target="/ppt/notesMasters/notesMaster1.xml" Id="Rf4eda40ff67c468b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32ccde87013244b2" /><Relationship Type="http://schemas.openxmlformats.org/officeDocument/2006/relationships/notesMaster" Target="/ppt/notesMasters/notesMaster1.xml" Id="Rac0358cec2cb4d7a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a8ed5a25fd3547bd" /><Relationship Type="http://schemas.openxmlformats.org/officeDocument/2006/relationships/notesMaster" Target="/ppt/notesMasters/notesMaster1.xml" Id="R599bb9579b5848dc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ec46372cd6e54691" /><Relationship Type="http://schemas.openxmlformats.org/officeDocument/2006/relationships/notesMaster" Target="/ppt/notesMasters/notesMaster1.xml" Id="Rdfea5128a09343fa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bf644af926804386" /><Relationship Type="http://schemas.openxmlformats.org/officeDocument/2006/relationships/notesMaster" Target="/ppt/notesMasters/notesMaster1.xml" Id="R5b18e4624a9e4239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0968ce6cada74a73" /><Relationship Type="http://schemas.openxmlformats.org/officeDocument/2006/relationships/notesMaster" Target="/ppt/notesMasters/notesMaster1.xml" Id="R2b0bc902633f43b4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413037431b5a4627" /><Relationship Type="http://schemas.openxmlformats.org/officeDocument/2006/relationships/notesMaster" Target="/ppt/notesMasters/notesMaster1.xml" Id="R6257748cbc3c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https://www.langchain.com/pricing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https://vercel.com/docs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d8f0a968a49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7d5cb70be94d6a" /><Relationship Type="http://schemas.openxmlformats.org/officeDocument/2006/relationships/slideLayout" Target="/ppt/slideLayouts/slideLayout1.xml" Id="R265f5ff6cf21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5f5ff6cf21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9f29f46ec4cab" /><Relationship Type="http://schemas.openxmlformats.org/officeDocument/2006/relationships/notesSlide" Target="/ppt/notesSlides/notesSlide1.xml" Id="Rebec086a3c6a43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1ab0980ab4230" /><Relationship Type="http://schemas.openxmlformats.org/officeDocument/2006/relationships/notesSlide" Target="/ppt/notesSlides/notesSlide2.xml" Id="R49f8166094b946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927cb202d4feb" /><Relationship Type="http://schemas.openxmlformats.org/officeDocument/2006/relationships/notesSlide" Target="/ppt/notesSlides/notesSlide3.xml" Id="R3454dc4cc9fa44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d7247d8bd4284" /><Relationship Type="http://schemas.openxmlformats.org/officeDocument/2006/relationships/notesSlide" Target="/ppt/notesSlides/notesSlide4.xml" Id="R0a7329e562dd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c5cd8fbea4b90" /><Relationship Type="http://schemas.openxmlformats.org/officeDocument/2006/relationships/notesSlide" Target="/ppt/notesSlides/notesSlide5.xml" Id="R984cbd47c2784c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dc65558cd410b" /><Relationship Type="http://schemas.openxmlformats.org/officeDocument/2006/relationships/notesSlide" Target="/ppt/notesSlides/notesSlide6.xml" Id="Rd13e95fbc68a41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1766d569849e7" /><Relationship Type="http://schemas.openxmlformats.org/officeDocument/2006/relationships/notesSlide" Target="/ppt/notesSlides/notesSlide7.xml" Id="R842204d3ba6e49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49cbbeca46b3" /><Relationship Type="http://schemas.openxmlformats.org/officeDocument/2006/relationships/notesSlide" Target="/ppt/notesSlides/notesSlide8.xml" Id="Rbc79b3f9e9224a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4c5aa33f14928" /><Relationship Type="http://schemas.openxmlformats.org/officeDocument/2006/relationships/notesSlide" Target="/ppt/notesSlides/notesSlide9.xml" Id="R0dace37609f448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792a8239b473e" /><Relationship Type="http://schemas.openxmlformats.org/officeDocument/2006/relationships/notesSlide" Target="/ppt/notesSlides/notesSlide10.xml" Id="R2575628ef87b4e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da4f3c2324760" /><Relationship Type="http://schemas.openxmlformats.org/officeDocument/2006/relationships/notesSlide" Target="/ppt/notesSlides/notesSlide11.xml" Id="R8dfef060791e44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a58e21bd24fe7" /><Relationship Type="http://schemas.openxmlformats.org/officeDocument/2006/relationships/notesSlide" Target="/ppt/notesSlides/notesSlide12.xml" Id="R3f1ea8dbbe064d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989f4469c49c4" /><Relationship Type="http://schemas.openxmlformats.org/officeDocument/2006/relationships/notesSlide" Target="/ppt/notesSlides/notesSlide13.xml" Id="Red8ce8fef3ed4a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e1624bb1d4eef" /><Relationship Type="http://schemas.openxmlformats.org/officeDocument/2006/relationships/image" Target="/ppt/media/image.jpeg" Id="Rf4245f16fb3d4969" /><Relationship Type="http://schemas.openxmlformats.org/officeDocument/2006/relationships/notesSlide" Target="/ppt/notesSlides/notesSlide14.xml" Id="R31780fcfd8df43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23984bb4d4442" /><Relationship Type="http://schemas.openxmlformats.org/officeDocument/2006/relationships/notesSlide" Target="/ppt/notesSlides/notesSlide15.xml" Id="Rd21f4b5038684d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c23e7a7a04fef" /><Relationship Type="http://schemas.openxmlformats.org/officeDocument/2006/relationships/notesSlide" Target="/ppt/notesSlides/notesSlide16.xml" Id="R64a0950655554d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c1b546eec4ee1" /><Relationship Type="http://schemas.openxmlformats.org/officeDocument/2006/relationships/notesSlide" Target="/ppt/notesSlides/notesSlide17.xml" Id="R1aed0af610574c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581b06e64f82" /><Relationship Type="http://schemas.openxmlformats.org/officeDocument/2006/relationships/notesSlide" Target="/ppt/notesSlides/notesSlide18.xml" Id="R57911eff914e4d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8121ec7ea4f37" /><Relationship Type="http://schemas.openxmlformats.org/officeDocument/2006/relationships/notesSlide" Target="/ppt/notesSlides/notesSlide19.xml" Id="Rdf474dc2d8f441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8a8a05d0b4e1e" /><Relationship Type="http://schemas.openxmlformats.org/officeDocument/2006/relationships/notesSlide" Target="/ppt/notesSlides/notesSlide20.xml" Id="R11d9be1a71c54b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869bdd93f41a0" /><Relationship Type="http://schemas.openxmlformats.org/officeDocument/2006/relationships/notesSlide" Target="/ppt/notesSlides/notesSlide21.xml" Id="R9411ed505c7041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7fd50a5ad4f1b" /><Relationship Type="http://schemas.openxmlformats.org/officeDocument/2006/relationships/notesSlide" Target="/ppt/notesSlides/notesSlide22.xml" Id="R03c0eb157a5445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86a8767ca4a6e" /><Relationship Type="http://schemas.openxmlformats.org/officeDocument/2006/relationships/notesSlide" Target="/ppt/notesSlides/notesSlide23.xml" Id="R7cd1ce792a6343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82ae3ba37403f" /><Relationship Type="http://schemas.openxmlformats.org/officeDocument/2006/relationships/notesSlide" Target="/ppt/notesSlides/notesSlide24.xml" Id="R023ebccc81cb4bb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6fd5ee5b44727" /><Relationship Type="http://schemas.openxmlformats.org/officeDocument/2006/relationships/notesSlide" Target="/ppt/notesSlides/notesSlide25.xml" Id="R3848212bc72f4f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1f15e88e242cc" /><Relationship Type="http://schemas.openxmlformats.org/officeDocument/2006/relationships/notesSlide" Target="/ppt/notesSlides/notesSlide26.xml" Id="R73e52312841a4d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342de820f41a8" /><Relationship Type="http://schemas.openxmlformats.org/officeDocument/2006/relationships/notesSlide" Target="/ppt/notesSlides/notesSlide27.xml" Id="Rc22449c59843407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07fc8392d4a59" /><Relationship Type="http://schemas.openxmlformats.org/officeDocument/2006/relationships/notesSlide" Target="/ppt/notesSlides/notesSlide28.xml" Id="R37f3ec063a11450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e1920036a45e0" /><Relationship Type="http://schemas.openxmlformats.org/officeDocument/2006/relationships/notesSlide" Target="/ppt/notesSlides/notesSlide29.xml" Id="R0db845b8411c450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6ed2a516442d0" /><Relationship Type="http://schemas.openxmlformats.org/officeDocument/2006/relationships/notesSlide" Target="/ppt/notesSlides/notesSlide30.xml" Id="Rf363d1dae04d41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d7eea18374846" /><Relationship Type="http://schemas.openxmlformats.org/officeDocument/2006/relationships/notesSlide" Target="/ppt/notesSlides/notesSlide31.xml" Id="R90597044c6a2475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e937c4ef941cf" /><Relationship Type="http://schemas.openxmlformats.org/officeDocument/2006/relationships/notesSlide" Target="/ppt/notesSlides/notesSlide32.xml" Id="R801becea51f1406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c1c854d4141d8" /><Relationship Type="http://schemas.openxmlformats.org/officeDocument/2006/relationships/notesSlide" Target="/ppt/notesSlides/notesSlide33.xml" Id="Rdbca9b993238421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f9be91f6045e1" /><Relationship Type="http://schemas.openxmlformats.org/officeDocument/2006/relationships/notesSlide" Target="/ppt/notesSlides/notesSlide34.xml" Id="Rf24f8f47832643a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bcbaf10664b5e" /><Relationship Type="http://schemas.openxmlformats.org/officeDocument/2006/relationships/notesSlide" Target="/ppt/notesSlides/notesSlide35.xml" Id="Rc59b5d458dd8423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4bbbbcf9e488a" /><Relationship Type="http://schemas.openxmlformats.org/officeDocument/2006/relationships/notesSlide" Target="/ppt/notesSlides/notesSlide36.xml" Id="Ra45bc6d8c06d49d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a8c2a3ac34c85" /><Relationship Type="http://schemas.openxmlformats.org/officeDocument/2006/relationships/notesSlide" Target="/ppt/notesSlides/notesSlide37.xml" Id="R642c4a5574d24cf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74a64549a4cb8" /><Relationship Type="http://schemas.openxmlformats.org/officeDocument/2006/relationships/notesSlide" Target="/ppt/notesSlides/notesSlide38.xml" Id="Ra455875f5ebe4ae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a21f168b47aa" /><Relationship Type="http://schemas.openxmlformats.org/officeDocument/2006/relationships/notesSlide" Target="/ppt/notesSlides/notesSlide39.xml" Id="R90a750730db14ca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eac7e9b3945d4" /><Relationship Type="http://schemas.openxmlformats.org/officeDocument/2006/relationships/notesSlide" Target="/ppt/notesSlides/notesSlide40.xml" Id="R0888269545f9412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408bf4d1742c8" /><Relationship Type="http://schemas.openxmlformats.org/officeDocument/2006/relationships/notesSlide" Target="/ppt/notesSlides/notesSlide41.xml" Id="R5987c3081905408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a27ffe65b4455" /><Relationship Type="http://schemas.openxmlformats.org/officeDocument/2006/relationships/notesSlide" Target="/ppt/notesSlides/notesSlide42.xml" Id="R49143cd9097a426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5190f74934532" /><Relationship Type="http://schemas.openxmlformats.org/officeDocument/2006/relationships/notesSlide" Target="/ppt/notesSlides/notesSlide43.xml" Id="R75961b68e70b4a3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bd46fedfc4c67" /><Relationship Type="http://schemas.openxmlformats.org/officeDocument/2006/relationships/image" Target="/ppt/media/image2.jpeg" Id="Rd6e2aab90bda41c1" /><Relationship Type="http://schemas.openxmlformats.org/officeDocument/2006/relationships/notesSlide" Target="/ppt/notesSlides/notesSlide44.xml" Id="R4e4a5f0d323046f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bb15118d24943" /><Relationship Type="http://schemas.openxmlformats.org/officeDocument/2006/relationships/notesSlide" Target="/ppt/notesSlides/notesSlide45.xml" Id="R0886ed7213fb44f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4db86472043de" /><Relationship Type="http://schemas.openxmlformats.org/officeDocument/2006/relationships/notesSlide" Target="/ppt/notesSlides/notesSlide46.xml" Id="R0db5eb41bdcb499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ffc9058ac4055" /><Relationship Type="http://schemas.openxmlformats.org/officeDocument/2006/relationships/notesSlide" Target="/ppt/notesSlides/notesSlide47.xml" Id="R31866875a7ca420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17efbae82478e" /><Relationship Type="http://schemas.openxmlformats.org/officeDocument/2006/relationships/notesSlide" Target="/ppt/notesSlides/notesSlide48.xml" Id="R1af9a58fa9b741b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2bbbbc8f44c50" /><Relationship Type="http://schemas.openxmlformats.org/officeDocument/2006/relationships/notesSlide" Target="/ppt/notesSlides/notesSlide49.xml" Id="Rb6f5504092af459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47e1b34864842" /><Relationship Type="http://schemas.openxmlformats.org/officeDocument/2006/relationships/notesSlide" Target="/ppt/notesSlides/notesSlide50.xml" Id="R48ac9d923c234ad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be02b3fb743df" /><Relationship Type="http://schemas.openxmlformats.org/officeDocument/2006/relationships/notesSlide" Target="/ppt/notesSlides/notesSlide51.xml" Id="R11c82fdc647f403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89dc3535d43d9" /><Relationship Type="http://schemas.openxmlformats.org/officeDocument/2006/relationships/notesSlide" Target="/ppt/notesSlides/notesSlide52.xml" Id="R79d0573a26d9433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32ceaaa1940d3" /><Relationship Type="http://schemas.openxmlformats.org/officeDocument/2006/relationships/notesSlide" Target="/ppt/notesSlides/notesSlide53.xml" Id="Ra99ccdf9d8b749e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7c1988e9f4c40" /><Relationship Type="http://schemas.openxmlformats.org/officeDocument/2006/relationships/notesSlide" Target="/ppt/notesSlides/notesSlide54.xml" Id="R030bb6076e1147b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8bec437964668" /><Relationship Type="http://schemas.openxmlformats.org/officeDocument/2006/relationships/notesSlide" Target="/ppt/notesSlides/notesSlide55.xml" Id="Rd93425b939224a6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c30e6f6e14c86" /><Relationship Type="http://schemas.openxmlformats.org/officeDocument/2006/relationships/notesSlide" Target="/ppt/notesSlides/notesSlide56.xml" Id="R3996f699e4574da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f66cbc53d4f9b" /><Relationship Type="http://schemas.openxmlformats.org/officeDocument/2006/relationships/notesSlide" Target="/ppt/notesSlides/notesSlide57.xml" Id="Rdab097a1c4c34a4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92211f57b4e14" /><Relationship Type="http://schemas.openxmlformats.org/officeDocument/2006/relationships/notesSlide" Target="/ppt/notesSlides/notesSlide58.xml" Id="R4ff3999e4ce84db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cd35d4cbe49ca" /><Relationship Type="http://schemas.openxmlformats.org/officeDocument/2006/relationships/notesSlide" Target="/ppt/notesSlides/notesSlide59.xml" Id="R23f21cd1c9174a7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7e57c24d64982" /><Relationship Type="http://schemas.openxmlformats.org/officeDocument/2006/relationships/notesSlide" Target="/ppt/notesSlides/notesSlide60.xml" Id="Rf4054ce21543415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79f25d7dc47cf" /><Relationship Type="http://schemas.openxmlformats.org/officeDocument/2006/relationships/notesSlide" Target="/ppt/notesSlides/notesSlide61.xml" Id="R2ad28499de4647e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b7a0642b04d87" /><Relationship Type="http://schemas.openxmlformats.org/officeDocument/2006/relationships/notesSlide" Target="/ppt/notesSlides/notesSlide62.xml" Id="R206367b8a48942b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f4d6370f843ee" /><Relationship Type="http://schemas.openxmlformats.org/officeDocument/2006/relationships/notesSlide" Target="/ppt/notesSlides/notesSlide63.xml" Id="R8387cfb580394962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5050ee7af4f2c" /><Relationship Type="http://schemas.openxmlformats.org/officeDocument/2006/relationships/notesSlide" Target="/ppt/notesSlides/notesSlide64.xml" Id="Rc9fd5e81c32d44c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c05f4f4f540e8" /><Relationship Type="http://schemas.openxmlformats.org/officeDocument/2006/relationships/notesSlide" Target="/ppt/notesSlides/notesSlide65.xml" Id="R6bc9a1c9fe8b4c1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5275de2ef46ad" /><Relationship Type="http://schemas.openxmlformats.org/officeDocument/2006/relationships/notesSlide" Target="/ppt/notesSlides/notesSlide66.xml" Id="Rc3f2d10141ee4ff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06770d0e14e6c" /><Relationship Type="http://schemas.openxmlformats.org/officeDocument/2006/relationships/notesSlide" Target="/ppt/notesSlides/notesSlide67.xml" Id="R6f989032c9c84aa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14677dff94907" /><Relationship Type="http://schemas.openxmlformats.org/officeDocument/2006/relationships/notesSlide" Target="/ppt/notesSlides/notesSlide68.xml" Id="R83a48e651c94448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0d5e1dfdc49ef" /><Relationship Type="http://schemas.openxmlformats.org/officeDocument/2006/relationships/notesSlide" Target="/ppt/notesSlides/notesSlide69.xml" Id="Rf14b3802675345e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a5091e5af42ca" /><Relationship Type="http://schemas.openxmlformats.org/officeDocument/2006/relationships/notesSlide" Target="/ppt/notesSlides/notesSlide70.xml" Id="R7ff1289100494de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6973bff204e4c" /><Relationship Type="http://schemas.openxmlformats.org/officeDocument/2006/relationships/notesSlide" Target="/ppt/notesSlides/notesSlide71.xml" Id="R1cfcc7e387f54aa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4d855bbf24e64" /><Relationship Type="http://schemas.openxmlformats.org/officeDocument/2006/relationships/notesSlide" Target="/ppt/notesSlides/notesSlide72.xml" Id="Ra83b9b0a2644443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641567f6d40c1" /><Relationship Type="http://schemas.openxmlformats.org/officeDocument/2006/relationships/notesSlide" Target="/ppt/notesSlides/notesSlide73.xml" Id="Rafd7f4835bc2488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7d5ceaea94a9b" /><Relationship Type="http://schemas.openxmlformats.org/officeDocument/2006/relationships/image" Target="/ppt/media/image3.jpeg" Id="Rf274eeece8244f82" /><Relationship Type="http://schemas.openxmlformats.org/officeDocument/2006/relationships/notesSlide" Target="/ppt/notesSlides/notesSlide74.xml" Id="R8ab21b9b87294ce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a322916e144a0" /><Relationship Type="http://schemas.openxmlformats.org/officeDocument/2006/relationships/notesSlide" Target="/ppt/notesSlides/notesSlide75.xml" Id="Rf5be6354225e4082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c28b77df649e6" /><Relationship Type="http://schemas.openxmlformats.org/officeDocument/2006/relationships/notesSlide" Target="/ppt/notesSlides/notesSlide76.xml" Id="R80811a4784e346a7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19f18af694199" /><Relationship Type="http://schemas.openxmlformats.org/officeDocument/2006/relationships/notesSlide" Target="/ppt/notesSlides/notesSlide77.xml" Id="R84919cb1615b4b45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12915091345a9" /><Relationship Type="http://schemas.openxmlformats.org/officeDocument/2006/relationships/notesSlide" Target="/ppt/notesSlides/notesSlide78.xml" Id="Re7f373e9c1bd49c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0edd1f2cc4194" /><Relationship Type="http://schemas.openxmlformats.org/officeDocument/2006/relationships/notesSlide" Target="/ppt/notesSlides/notesSlide79.xml" Id="R985aa81d536a4908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8d037f6c345bb" /><Relationship Type="http://schemas.openxmlformats.org/officeDocument/2006/relationships/notesSlide" Target="/ppt/notesSlides/notesSlide80.xml" Id="R5a9aa5c47031493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a0d5229d490d" /><Relationship Type="http://schemas.openxmlformats.org/officeDocument/2006/relationships/notesSlide" Target="/ppt/notesSlides/notesSlide81.xml" Id="R62f9467809624db8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dff8e230e4bc2" /><Relationship Type="http://schemas.openxmlformats.org/officeDocument/2006/relationships/notesSlide" Target="/ppt/notesSlides/notesSlide82.xml" Id="Re9bc90be74e44fb9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7b367de464364" /><Relationship Type="http://schemas.openxmlformats.org/officeDocument/2006/relationships/notesSlide" Target="/ppt/notesSlides/notesSlide83.xml" Id="R848e5333faf04fee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9f5499bf44b98" /><Relationship Type="http://schemas.openxmlformats.org/officeDocument/2006/relationships/notesSlide" Target="/ppt/notesSlides/notesSlide84.xml" Id="Rbff28dc4efbd47c3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8582053a648a4" /><Relationship Type="http://schemas.openxmlformats.org/officeDocument/2006/relationships/notesSlide" Target="/ppt/notesSlides/notesSlide85.xml" Id="Rd5c888c9f1934bb9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9dc5d4ba845a2" /><Relationship Type="http://schemas.openxmlformats.org/officeDocument/2006/relationships/notesSlide" Target="/ppt/notesSlides/notesSlide86.xml" Id="R1224a0afb9cb441b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3b9effd7a4308" /><Relationship Type="http://schemas.openxmlformats.org/officeDocument/2006/relationships/notesSlide" Target="/ppt/notesSlides/notesSlide87.xml" Id="R5f60daff457c496d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61dadcabe47db" /><Relationship Type="http://schemas.openxmlformats.org/officeDocument/2006/relationships/notesSlide" Target="/ppt/notesSlides/notesSlide88.xml" Id="R8db6b8d1fc1747d5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86269d71c4fe8" /><Relationship Type="http://schemas.openxmlformats.org/officeDocument/2006/relationships/notesSlide" Target="/ppt/notesSlides/notesSlide89.xml" Id="Re59b3e29b93e4df4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2f1ff53c8470a" /><Relationship Type="http://schemas.openxmlformats.org/officeDocument/2006/relationships/notesSlide" Target="/ppt/notesSlides/notesSlide90.xml" Id="Rc8f2dec1167840c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1825cdb5c4228" /><Relationship Type="http://schemas.openxmlformats.org/officeDocument/2006/relationships/notesSlide" Target="/ppt/notesSlides/notesSlide91.xml" Id="R7c3b44df982a455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c790e9deb4daf" /><Relationship Type="http://schemas.openxmlformats.org/officeDocument/2006/relationships/notesSlide" Target="/ppt/notesSlides/notesSlide92.xml" Id="Rb8b142c405bc4ce1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9e4fb23e44def" /><Relationship Type="http://schemas.openxmlformats.org/officeDocument/2006/relationships/notesSlide" Target="/ppt/notesSlides/notesSlide93.xml" Id="Rea891eb76e204df5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7535e1a8c4c63" /><Relationship Type="http://schemas.openxmlformats.org/officeDocument/2006/relationships/notesSlide" Target="/ppt/notesSlides/notesSlide94.xml" Id="R39b568a879934639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69c396daa4ee2" /><Relationship Type="http://schemas.openxmlformats.org/officeDocument/2006/relationships/notesSlide" Target="/ppt/notesSlides/notesSlide95.xml" Id="Rce1dc3a2a52b4f68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4a7b127d94288" /><Relationship Type="http://schemas.openxmlformats.org/officeDocument/2006/relationships/notesSlide" Target="/ppt/notesSlides/notesSlide96.xml" Id="Rdfa0bd7d6e64408b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e280a5b344e93" /><Relationship Type="http://schemas.openxmlformats.org/officeDocument/2006/relationships/notesSlide" Target="/ppt/notesSlides/notesSlide97.xml" Id="Rb781e8cac68a4ac4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62a95052941ec" /><Relationship Type="http://schemas.openxmlformats.org/officeDocument/2006/relationships/notesSlide" Target="/ppt/notesSlides/notesSlide98.xml" Id="R6b583d9a5b7b4838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e0d42a6314796" /><Relationship Type="http://schemas.openxmlformats.org/officeDocument/2006/relationships/notesSlide" Target="/ppt/notesSlides/notesSlide99.xml" Id="R368b35bd878747fc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2765cef3b4637" /><Relationship Type="http://schemas.openxmlformats.org/officeDocument/2006/relationships/notesSlide" Target="/ppt/notesSlides/notesSlide100.xml" Id="R36628b85282e4377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fc477b69245c9" /><Relationship Type="http://schemas.openxmlformats.org/officeDocument/2006/relationships/notesSlide" Target="/ppt/notesSlides/notesSlide101.xml" Id="R680dc7990fe34f7e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17a15518944d3" /><Relationship Type="http://schemas.openxmlformats.org/officeDocument/2006/relationships/notesSlide" Target="/ppt/notesSlides/notesSlide102.xml" Id="R53d85db6b82340e5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ff90d9cce4a8b" /><Relationship Type="http://schemas.openxmlformats.org/officeDocument/2006/relationships/notesSlide" Target="/ppt/notesSlides/notesSlide103.xml" Id="Rd69ccfbf6cd14f91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5e97c947a4e0c" /><Relationship Type="http://schemas.openxmlformats.org/officeDocument/2006/relationships/image" Target="/ppt/media/image4.jpeg" Id="Rea81e64e8e5b4a2a" /><Relationship Type="http://schemas.openxmlformats.org/officeDocument/2006/relationships/notesSlide" Target="/ppt/notesSlides/notesSlide104.xml" Id="R9f31c7ed16d842fd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d00ead8e54c6b" /><Relationship Type="http://schemas.openxmlformats.org/officeDocument/2006/relationships/notesSlide" Target="/ppt/notesSlides/notesSlide105.xml" Id="R168f3180b8b24de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cb205c6474f50" /><Relationship Type="http://schemas.openxmlformats.org/officeDocument/2006/relationships/notesSlide" Target="/ppt/notesSlides/notesSlide106.xml" Id="R319ab3a709264443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d98e2d0ef4d18" /><Relationship Type="http://schemas.openxmlformats.org/officeDocument/2006/relationships/notesSlide" Target="/ppt/notesSlides/notesSlide107.xml" Id="Rb334ee63126445e6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32b014da94f53" /><Relationship Type="http://schemas.openxmlformats.org/officeDocument/2006/relationships/notesSlide" Target="/ppt/notesSlides/notesSlide108.xml" Id="R692d54e97fa0456f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bd666220a4950" /><Relationship Type="http://schemas.openxmlformats.org/officeDocument/2006/relationships/notesSlide" Target="/ppt/notesSlides/notesSlide109.xml" Id="R416b2bbeb077497e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c0ca1206c48ad" /><Relationship Type="http://schemas.openxmlformats.org/officeDocument/2006/relationships/notesSlide" Target="/ppt/notesSlides/notesSlide110.xml" Id="Rd98d7f3bfad24e44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c8717211e48c8" /><Relationship Type="http://schemas.openxmlformats.org/officeDocument/2006/relationships/notesSlide" Target="/ppt/notesSlides/notesSlide111.xml" Id="R5cec3bd7e0e548eb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13ea1865d45ec" /><Relationship Type="http://schemas.openxmlformats.org/officeDocument/2006/relationships/notesSlide" Target="/ppt/notesSlides/notesSlide112.xml" Id="R28440c0b33a64a98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980335d394df0" /><Relationship Type="http://schemas.openxmlformats.org/officeDocument/2006/relationships/notesSlide" Target="/ppt/notesSlides/notesSlide113.xml" Id="R810210d882214fe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924a96994438e" /><Relationship Type="http://schemas.openxmlformats.org/officeDocument/2006/relationships/notesSlide" Target="/ppt/notesSlides/notesSlide114.xml" Id="R9a793937bb684574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c822e64f241fa" /><Relationship Type="http://schemas.openxmlformats.org/officeDocument/2006/relationships/notesSlide" Target="/ppt/notesSlides/notesSlide115.xml" Id="Re1a8423ce14e4820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7162a1f96461c" /><Relationship Type="http://schemas.openxmlformats.org/officeDocument/2006/relationships/notesSlide" Target="/ppt/notesSlides/notesSlide116.xml" Id="Re57b7557c2744532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7b4e979314ae4" /><Relationship Type="http://schemas.openxmlformats.org/officeDocument/2006/relationships/notesSlide" Target="/ppt/notesSlides/notesSlide117.xml" Id="R1df07dddd3f34a4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a4112306941c1" /><Relationship Type="http://schemas.openxmlformats.org/officeDocument/2006/relationships/notesSlide" Target="/ppt/notesSlides/notesSlide118.xml" Id="Rd6f39f0ae394408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ecc8200824545" /><Relationship Type="http://schemas.openxmlformats.org/officeDocument/2006/relationships/notesSlide" Target="/ppt/notesSlides/notesSlide119.xml" Id="R605ba7810aef4b22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b2aee0d014ee3" /><Relationship Type="http://schemas.openxmlformats.org/officeDocument/2006/relationships/notesSlide" Target="/ppt/notesSlides/notesSlide120.xml" Id="R22cc1468c6b64e58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b2fe3fa284040" /><Relationship Type="http://schemas.openxmlformats.org/officeDocument/2006/relationships/notesSlide" Target="/ppt/notesSlides/notesSlide121.xml" Id="R17cb1fb65f3b4f1f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1d43f2e064f47" /><Relationship Type="http://schemas.openxmlformats.org/officeDocument/2006/relationships/notesSlide" Target="/ppt/notesSlides/notesSlide122.xml" Id="R793e76875bb64e6a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8b049fe2b4a2f" /><Relationship Type="http://schemas.openxmlformats.org/officeDocument/2006/relationships/notesSlide" Target="/ppt/notesSlides/notesSlide123.xml" Id="Re9bf1ffd82a846bb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7b10ed5404f18" /><Relationship Type="http://schemas.openxmlformats.org/officeDocument/2006/relationships/notesSlide" Target="/ppt/notesSlides/notesSlide124.xml" Id="Rb19c97bfd1ec475c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38de827c04c55" /><Relationship Type="http://schemas.openxmlformats.org/officeDocument/2006/relationships/notesSlide" Target="/ppt/notesSlides/notesSlide125.xml" Id="R094ab418b1b24cc1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910b841d44f29" /><Relationship Type="http://schemas.openxmlformats.org/officeDocument/2006/relationships/notesSlide" Target="/ppt/notesSlides/notesSlide126.xml" Id="R408d34d352514787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e148129a14b97" /><Relationship Type="http://schemas.openxmlformats.org/officeDocument/2006/relationships/notesSlide" Target="/ppt/notesSlides/notesSlide127.xml" Id="Rbc0f82be813e4b70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3888460444cfa" /><Relationship Type="http://schemas.openxmlformats.org/officeDocument/2006/relationships/notesSlide" Target="/ppt/notesSlides/notesSlide128.xml" Id="R7c08b7b5e98f41cd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14710c32f40ef" /><Relationship Type="http://schemas.openxmlformats.org/officeDocument/2006/relationships/notesSlide" Target="/ppt/notesSlides/notesSlide129.xml" Id="R19e8a4a5d49e400f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77628b9b944be" /><Relationship Type="http://schemas.openxmlformats.org/officeDocument/2006/relationships/notesSlide" Target="/ppt/notesSlides/notesSlide130.xml" Id="Rc6b040a02f7b42c7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7a445ddb94136" /><Relationship Type="http://schemas.openxmlformats.org/officeDocument/2006/relationships/notesSlide" Target="/ppt/notesSlides/notesSlide131.xml" Id="Re83aab6c0fc245ae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3e73783a44bb0" /><Relationship Type="http://schemas.openxmlformats.org/officeDocument/2006/relationships/notesSlide" Target="/ppt/notesSlides/notesSlide132.xml" Id="Rfa3c784980bb44b9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b8842833a4b17" /><Relationship Type="http://schemas.openxmlformats.org/officeDocument/2006/relationships/notesSlide" Target="/ppt/notesSlides/notesSlide133.xml" Id="R7d2e4ae68b894d75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53599a1be49b8" /><Relationship Type="http://schemas.openxmlformats.org/officeDocument/2006/relationships/image" Target="/ppt/media/image5.jpeg" Id="Rfbfab5b63c274c46" /><Relationship Type="http://schemas.openxmlformats.org/officeDocument/2006/relationships/notesSlide" Target="/ppt/notesSlides/notesSlide134.xml" Id="R48d58c2632a54074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1bf02673044c5" /><Relationship Type="http://schemas.openxmlformats.org/officeDocument/2006/relationships/notesSlide" Target="/ppt/notesSlides/notesSlide135.xml" Id="Rf0236362058c42b9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313c4168c4b1a" /><Relationship Type="http://schemas.openxmlformats.org/officeDocument/2006/relationships/notesSlide" Target="/ppt/notesSlides/notesSlide136.xml" Id="R6b27d74ae2a743f4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ec6c09dd1401f" /><Relationship Type="http://schemas.openxmlformats.org/officeDocument/2006/relationships/notesSlide" Target="/ppt/notesSlides/notesSlide137.xml" Id="R3418156e48ae431f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2d18c6a4f49b8" /><Relationship Type="http://schemas.openxmlformats.org/officeDocument/2006/relationships/notesSlide" Target="/ppt/notesSlides/notesSlide138.xml" Id="R449bddfab7b1447f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a618fe6b6416b" /><Relationship Type="http://schemas.openxmlformats.org/officeDocument/2006/relationships/notesSlide" Target="/ppt/notesSlides/notesSlide139.xml" Id="R37f5e92c011c4fe8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960f56a114984" /><Relationship Type="http://schemas.openxmlformats.org/officeDocument/2006/relationships/notesSlide" Target="/ppt/notesSlides/notesSlide140.xml" Id="Rabee7042f2f843f4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5743af9e3478d" /><Relationship Type="http://schemas.openxmlformats.org/officeDocument/2006/relationships/notesSlide" Target="/ppt/notesSlides/notesSlide141.xml" Id="R6b8565fef67047a1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0c2636c0d4395" /><Relationship Type="http://schemas.openxmlformats.org/officeDocument/2006/relationships/notesSlide" Target="/ppt/notesSlides/notesSlide142.xml" Id="Re45f6bcedc3645f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2017309c34787" /><Relationship Type="http://schemas.openxmlformats.org/officeDocument/2006/relationships/notesSlide" Target="/ppt/notesSlides/notesSlide143.xml" Id="R60146ee97549484d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a6f3f956f4926" /><Relationship Type="http://schemas.openxmlformats.org/officeDocument/2006/relationships/notesSlide" Target="/ppt/notesSlides/notesSlide144.xml" Id="R556ea2f80bca4c36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2f096658e4548" /><Relationship Type="http://schemas.openxmlformats.org/officeDocument/2006/relationships/notesSlide" Target="/ppt/notesSlides/notesSlide145.xml" Id="Rcd6518be6e284a96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07154578b4ee8" /><Relationship Type="http://schemas.openxmlformats.org/officeDocument/2006/relationships/notesSlide" Target="/ppt/notesSlides/notesSlide146.xml" Id="Rf13e254660ff4752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d925234314091" /><Relationship Type="http://schemas.openxmlformats.org/officeDocument/2006/relationships/notesSlide" Target="/ppt/notesSlides/notesSlide147.xml" Id="Rb38bfcc82e824836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bb8a01754424d" /><Relationship Type="http://schemas.openxmlformats.org/officeDocument/2006/relationships/notesSlide" Target="/ppt/notesSlides/notesSlide148.xml" Id="R93100214ce694e65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673d7bc484ca9" /><Relationship Type="http://schemas.openxmlformats.org/officeDocument/2006/relationships/notesSlide" Target="/ppt/notesSlides/notesSlide149.xml" Id="R2810374207644fa4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cb30e73634940" /><Relationship Type="http://schemas.openxmlformats.org/officeDocument/2006/relationships/notesSlide" Target="/ppt/notesSlides/notesSlide150.xml" Id="R1b33f63bf73b4333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56a0ddd28483b" /><Relationship Type="http://schemas.openxmlformats.org/officeDocument/2006/relationships/notesSlide" Target="/ppt/notesSlides/notesSlide151.xml" Id="R4e9247054a03467d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41a27b46c4668" /><Relationship Type="http://schemas.openxmlformats.org/officeDocument/2006/relationships/notesSlide" Target="/ppt/notesSlides/notesSlide152.xml" Id="Rcacc4160382e4d56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2b34dfce04a4a" /><Relationship Type="http://schemas.openxmlformats.org/officeDocument/2006/relationships/notesSlide" Target="/ppt/notesSlides/notesSlide153.xml" Id="Re3393bbc56814324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e9124d9e64ed8" /><Relationship Type="http://schemas.openxmlformats.org/officeDocument/2006/relationships/notesSlide" Target="/ppt/notesSlides/notesSlide154.xml" Id="Rcab202b0497e4c58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7b06b123749e9" /><Relationship Type="http://schemas.openxmlformats.org/officeDocument/2006/relationships/notesSlide" Target="/ppt/notesSlides/notesSlide155.xml" Id="Rde01535e9fac4b9c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2a178a26d4664" /><Relationship Type="http://schemas.openxmlformats.org/officeDocument/2006/relationships/notesSlide" Target="/ppt/notesSlides/notesSlide156.xml" Id="R47b92dcd47eb4737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22dfb40d5409c" /><Relationship Type="http://schemas.openxmlformats.org/officeDocument/2006/relationships/notesSlide" Target="/ppt/notesSlides/notesSlide157.xml" Id="R5434caf2b9ab4114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2b588f08a44eb" /><Relationship Type="http://schemas.openxmlformats.org/officeDocument/2006/relationships/notesSlide" Target="/ppt/notesSlides/notesSlide158.xml" Id="R75c564d6e67a4416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18e8710d748c5" /><Relationship Type="http://schemas.openxmlformats.org/officeDocument/2006/relationships/notesSlide" Target="/ppt/notesSlides/notesSlide159.xml" Id="Re3cb1bba4b3a4865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afd04caa044c7" /><Relationship Type="http://schemas.openxmlformats.org/officeDocument/2006/relationships/notesSlide" Target="/ppt/notesSlides/notesSlide160.xml" Id="Re33dcf1fb6e7408c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d256660044249" /><Relationship Type="http://schemas.openxmlformats.org/officeDocument/2006/relationships/notesSlide" Target="/ppt/notesSlides/notesSlide161.xml" Id="R44817cc2694e4332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6dfa7f0fe4134" /><Relationship Type="http://schemas.openxmlformats.org/officeDocument/2006/relationships/notesSlide" Target="/ppt/notesSlides/notesSlide162.xml" Id="R56ae63c1e56f48e8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4e6d04ac248ae" /><Relationship Type="http://schemas.openxmlformats.org/officeDocument/2006/relationships/notesSlide" Target="/ppt/notesSlides/notesSlide163.xml" Id="Rd50373bd0e4f43d7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0439d73aa44b7" /><Relationship Type="http://schemas.openxmlformats.org/officeDocument/2006/relationships/image" Target="/ppt/media/image6.jpeg" Id="Rfef2e225944a484e" /><Relationship Type="http://schemas.openxmlformats.org/officeDocument/2006/relationships/notesSlide" Target="/ppt/notesSlides/notesSlide164.xml" Id="R4595dd01849a4db8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137b6d9b44e9d" /><Relationship Type="http://schemas.openxmlformats.org/officeDocument/2006/relationships/notesSlide" Target="/ppt/notesSlides/notesSlide165.xml" Id="Re0aee6926fd946ed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4e947e362469d" /><Relationship Type="http://schemas.openxmlformats.org/officeDocument/2006/relationships/notesSlide" Target="/ppt/notesSlides/notesSlide166.xml" Id="Ra9550a9c236f4021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139ab2ca34dc7" /><Relationship Type="http://schemas.openxmlformats.org/officeDocument/2006/relationships/notesSlide" Target="/ppt/notesSlides/notesSlide167.xml" Id="R006d439256354ded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ac65e68864bd0" /><Relationship Type="http://schemas.openxmlformats.org/officeDocument/2006/relationships/notesSlide" Target="/ppt/notesSlides/notesSlide168.xml" Id="R0127530ab3ec44d3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0f9ac1e864aaf" /><Relationship Type="http://schemas.openxmlformats.org/officeDocument/2006/relationships/notesSlide" Target="/ppt/notesSlides/notesSlide169.xml" Id="R9ce7618283464079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b9a194e5f4695" /><Relationship Type="http://schemas.openxmlformats.org/officeDocument/2006/relationships/notesSlide" Target="/ppt/notesSlides/notesSlide170.xml" Id="R149fc137b4b44468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d8b9f19c54a75" /><Relationship Type="http://schemas.openxmlformats.org/officeDocument/2006/relationships/notesSlide" Target="/ppt/notesSlides/notesSlide171.xml" Id="R234f2bfe61e04509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ff57196c64310" /><Relationship Type="http://schemas.openxmlformats.org/officeDocument/2006/relationships/notesSlide" Target="/ppt/notesSlides/notesSlide172.xml" Id="R57bfbadee3234863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d663d78f84c46" /><Relationship Type="http://schemas.openxmlformats.org/officeDocument/2006/relationships/notesSlide" Target="/ppt/notesSlides/notesSlide173.xml" Id="R2c46c57897074be4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8c5e7650c4371" /><Relationship Type="http://schemas.openxmlformats.org/officeDocument/2006/relationships/notesSlide" Target="/ppt/notesSlides/notesSlide174.xml" Id="R4957a61e697a4b9b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52cd70f1b40f0" /><Relationship Type="http://schemas.openxmlformats.org/officeDocument/2006/relationships/notesSlide" Target="/ppt/notesSlides/notesSlide175.xml" Id="R26e356a84f664e5a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960e9050e4320" /><Relationship Type="http://schemas.openxmlformats.org/officeDocument/2006/relationships/notesSlide" Target="/ppt/notesSlides/notesSlide176.xml" Id="Raf67589259da4aab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6392d9b0c4576" /><Relationship Type="http://schemas.openxmlformats.org/officeDocument/2006/relationships/notesSlide" Target="/ppt/notesSlides/notesSlide177.xml" Id="Rb5ef527a2b854cb6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aa99bf73a48fe" /><Relationship Type="http://schemas.openxmlformats.org/officeDocument/2006/relationships/notesSlide" Target="/ppt/notesSlides/notesSlide178.xml" Id="R651359d4f6364527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157a21e6447fd" /><Relationship Type="http://schemas.openxmlformats.org/officeDocument/2006/relationships/notesSlide" Target="/ppt/notesSlides/notesSlide179.xml" Id="R65f33eb8ebe1458e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8d61199044123" /><Relationship Type="http://schemas.openxmlformats.org/officeDocument/2006/relationships/notesSlide" Target="/ppt/notesSlides/notesSlide180.xml" Id="Re7393ce78dd54942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0e832b89045d4" /><Relationship Type="http://schemas.openxmlformats.org/officeDocument/2006/relationships/notesSlide" Target="/ppt/notesSlides/notesSlide181.xml" Id="R8c65efaaca6c440b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a9879898043e7" /><Relationship Type="http://schemas.openxmlformats.org/officeDocument/2006/relationships/notesSlide" Target="/ppt/notesSlides/notesSlide182.xml" Id="Rad9cf04fbf7349a7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e30972ca64b20" /><Relationship Type="http://schemas.openxmlformats.org/officeDocument/2006/relationships/notesSlide" Target="/ppt/notesSlides/notesSlide183.xml" Id="R78c75bb60c874bbd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e9d66804c4935" /><Relationship Type="http://schemas.openxmlformats.org/officeDocument/2006/relationships/notesSlide" Target="/ppt/notesSlides/notesSlide184.xml" Id="R1bb69ee1cbcd4c8a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4309b420e43b4" /><Relationship Type="http://schemas.openxmlformats.org/officeDocument/2006/relationships/notesSlide" Target="/ppt/notesSlides/notesSlide185.xml" Id="Ra70ff384d89d431f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8c3032b3f403d" /><Relationship Type="http://schemas.openxmlformats.org/officeDocument/2006/relationships/notesSlide" Target="/ppt/notesSlides/notesSlide186.xml" Id="R1203b02982624df4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b48198c374efe" /><Relationship Type="http://schemas.openxmlformats.org/officeDocument/2006/relationships/notesSlide" Target="/ppt/notesSlides/notesSlide187.xml" Id="Rc695c7be25034936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005c3ad524334" /><Relationship Type="http://schemas.openxmlformats.org/officeDocument/2006/relationships/notesSlide" Target="/ppt/notesSlides/notesSlide188.xml" Id="R4c6d9c871e5f4290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0433b5f774402" /><Relationship Type="http://schemas.openxmlformats.org/officeDocument/2006/relationships/notesSlide" Target="/ppt/notesSlides/notesSlide189.xml" Id="Re8124c48e5f243ff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71d9858e34c58" /><Relationship Type="http://schemas.openxmlformats.org/officeDocument/2006/relationships/notesSlide" Target="/ppt/notesSlides/notesSlide190.xml" Id="R3e6171ef52854310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9d4d0baed4be4" /><Relationship Type="http://schemas.openxmlformats.org/officeDocument/2006/relationships/notesSlide" Target="/ppt/notesSlides/notesSlide191.xml" Id="R01cace6327d142c0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5ddafcf44e5a" /><Relationship Type="http://schemas.openxmlformats.org/officeDocument/2006/relationships/notesSlide" Target="/ppt/notesSlides/notesSlide192.xml" Id="R71e70b30dec44abd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aea19079a4e85" /><Relationship Type="http://schemas.openxmlformats.org/officeDocument/2006/relationships/notesSlide" Target="/ppt/notesSlides/notesSlide193.xml" Id="R85e528b961524c79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6f5caff24ea5" /><Relationship Type="http://schemas.openxmlformats.org/officeDocument/2006/relationships/image" Target="/ppt/media/image7.jpeg" Id="Rbcb9d0a1bf5b405b" /><Relationship Type="http://schemas.openxmlformats.org/officeDocument/2006/relationships/notesSlide" Target="/ppt/notesSlides/notesSlide194.xml" Id="Rc658fb82b39b40ab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28a6d5ed746eb" /><Relationship Type="http://schemas.openxmlformats.org/officeDocument/2006/relationships/notesSlide" Target="/ppt/notesSlides/notesSlide195.xml" Id="R9a832d0e1c904f30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afafb39854bd2" /><Relationship Type="http://schemas.openxmlformats.org/officeDocument/2006/relationships/notesSlide" Target="/ppt/notesSlides/notesSlide196.xml" Id="Rb42e545d4e404ece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c96faf8d043ce" /><Relationship Type="http://schemas.openxmlformats.org/officeDocument/2006/relationships/notesSlide" Target="/ppt/notesSlides/notesSlide197.xml" Id="Raa9a2c0d63844dd7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8cbad0b44ea6" /><Relationship Type="http://schemas.openxmlformats.org/officeDocument/2006/relationships/notesSlide" Target="/ppt/notesSlides/notesSlide198.xml" Id="R89c1f45e47b3473b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e284eae9547fb" /><Relationship Type="http://schemas.openxmlformats.org/officeDocument/2006/relationships/notesSlide" Target="/ppt/notesSlides/notesSlide199.xml" Id="R384415302fc1418f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1c9c7ebcf4398" /><Relationship Type="http://schemas.openxmlformats.org/officeDocument/2006/relationships/notesSlide" Target="/ppt/notesSlides/notesSlide200.xml" Id="R3082bb139a8942f9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40107844d441b" /><Relationship Type="http://schemas.openxmlformats.org/officeDocument/2006/relationships/notesSlide" Target="/ppt/notesSlides/notesSlide201.xml" Id="Rb2b5eda96cbd43c7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bba4d5af24608" /><Relationship Type="http://schemas.openxmlformats.org/officeDocument/2006/relationships/notesSlide" Target="/ppt/notesSlides/notesSlide202.xml" Id="R3f754bee262e47a1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f8b6969714e11" /><Relationship Type="http://schemas.openxmlformats.org/officeDocument/2006/relationships/notesSlide" Target="/ppt/notesSlides/notesSlide203.xml" Id="R4724fccf5b2c44d3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b37de40cc4076" /><Relationship Type="http://schemas.openxmlformats.org/officeDocument/2006/relationships/notesSlide" Target="/ppt/notesSlides/notesSlide204.xml" Id="R7c687b9f557d445c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b41b9d6454432" /><Relationship Type="http://schemas.openxmlformats.org/officeDocument/2006/relationships/notesSlide" Target="/ppt/notesSlides/notesSlide205.xml" Id="Rcde3f91cbf0c4088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f0311eae14287" /><Relationship Type="http://schemas.openxmlformats.org/officeDocument/2006/relationships/notesSlide" Target="/ppt/notesSlides/notesSlide206.xml" Id="R58f902d7ef1a4c22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ea6fb36164eb1" /><Relationship Type="http://schemas.openxmlformats.org/officeDocument/2006/relationships/notesSlide" Target="/ppt/notesSlides/notesSlide207.xml" Id="R067a4564e89b4c80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254d6e8a84229" /><Relationship Type="http://schemas.openxmlformats.org/officeDocument/2006/relationships/notesSlide" Target="/ppt/notesSlides/notesSlide208.xml" Id="R281ebfe66fe34729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fdb3cb7f64016" /><Relationship Type="http://schemas.openxmlformats.org/officeDocument/2006/relationships/notesSlide" Target="/ppt/notesSlides/notesSlide209.xml" Id="Ra5f36099cf6e4cde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7ead724764769" /><Relationship Type="http://schemas.openxmlformats.org/officeDocument/2006/relationships/notesSlide" Target="/ppt/notesSlides/notesSlide210.xml" Id="R7dd11f737d984d75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4e1669d74c2e" /><Relationship Type="http://schemas.openxmlformats.org/officeDocument/2006/relationships/notesSlide" Target="/ppt/notesSlides/notesSlide211.xml" Id="R1cdfb2e6585f4363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1f1383f0f4055" /><Relationship Type="http://schemas.openxmlformats.org/officeDocument/2006/relationships/notesSlide" Target="/ppt/notesSlides/notesSlide212.xml" Id="Rd2466fb4f92b470f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c3375dcc940fa" /><Relationship Type="http://schemas.openxmlformats.org/officeDocument/2006/relationships/notesSlide" Target="/ppt/notesSlides/notesSlide213.xml" Id="Rc0247c3ee9b44a8b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e62c178d04f1c" /><Relationship Type="http://schemas.openxmlformats.org/officeDocument/2006/relationships/notesSlide" Target="/ppt/notesSlides/notesSlide214.xml" Id="R1527f49a39314351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5d10fcd7a451d" /><Relationship Type="http://schemas.openxmlformats.org/officeDocument/2006/relationships/notesSlide" Target="/ppt/notesSlides/notesSlide215.xml" Id="R7ef25b645412468f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01343237446ae" /><Relationship Type="http://schemas.openxmlformats.org/officeDocument/2006/relationships/notesSlide" Target="/ppt/notesSlides/notesSlide216.xml" Id="R9f2bca7c3c274671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3de5976f44fa7" /><Relationship Type="http://schemas.openxmlformats.org/officeDocument/2006/relationships/notesSlide" Target="/ppt/notesSlides/notesSlide217.xml" Id="Rfcef547d5ae44fcb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5fa98496245d0" /><Relationship Type="http://schemas.openxmlformats.org/officeDocument/2006/relationships/notesSlide" Target="/ppt/notesSlides/notesSlide218.xml" Id="Re67c2e44f1184b2e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5d3c43eee47af" /><Relationship Type="http://schemas.openxmlformats.org/officeDocument/2006/relationships/notesSlide" Target="/ppt/notesSlides/notesSlide219.xml" Id="R0cda956938974933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f4220dfec4847" /><Relationship Type="http://schemas.openxmlformats.org/officeDocument/2006/relationships/notesSlide" Target="/ppt/notesSlides/notesSlide220.xml" Id="Rac3c77d4e00b4bb9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f91a62b964bb2" /><Relationship Type="http://schemas.openxmlformats.org/officeDocument/2006/relationships/notesSlide" Target="/ppt/notesSlides/notesSlide221.xml" Id="R9841812338604e83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be9b2ae85467b" /><Relationship Type="http://schemas.openxmlformats.org/officeDocument/2006/relationships/notesSlide" Target="/ppt/notesSlides/notesSlide222.xml" Id="R8dc6aa9d36644079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382b9e39848b4" /><Relationship Type="http://schemas.openxmlformats.org/officeDocument/2006/relationships/notesSlide" Target="/ppt/notesSlides/notesSlide223.xml" Id="R0eff61ba9bcd482a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2a9fa4134771" /><Relationship Type="http://schemas.openxmlformats.org/officeDocument/2006/relationships/image" Target="/ppt/media/image8.jpeg" Id="Rd4ecb5d3714148ff" /><Relationship Type="http://schemas.openxmlformats.org/officeDocument/2006/relationships/notesSlide" Target="/ppt/notesSlides/notesSlide224.xml" Id="Ra69174cfdf4b4c48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a2b31e2d345a7" /><Relationship Type="http://schemas.openxmlformats.org/officeDocument/2006/relationships/notesSlide" Target="/ppt/notesSlides/notesSlide225.xml" Id="Ra06df9c027134da2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608cc0d544f85" /><Relationship Type="http://schemas.openxmlformats.org/officeDocument/2006/relationships/notesSlide" Target="/ppt/notesSlides/notesSlide226.xml" Id="R39604de1272b43db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fc6c6a7a74887" /><Relationship Type="http://schemas.openxmlformats.org/officeDocument/2006/relationships/notesSlide" Target="/ppt/notesSlides/notesSlide227.xml" Id="R794d0599f88a415a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2b6889e4b46cf" /><Relationship Type="http://schemas.openxmlformats.org/officeDocument/2006/relationships/notesSlide" Target="/ppt/notesSlides/notesSlide228.xml" Id="R6a8702d342294ef3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f0855c92b46cf" /><Relationship Type="http://schemas.openxmlformats.org/officeDocument/2006/relationships/notesSlide" Target="/ppt/notesSlides/notesSlide229.xml" Id="Rbd8003a52bcb4990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cbabdf0e1469f" /><Relationship Type="http://schemas.openxmlformats.org/officeDocument/2006/relationships/notesSlide" Target="/ppt/notesSlides/notesSlide230.xml" Id="R511e10eba5274a5e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f966bc3064e77" /><Relationship Type="http://schemas.openxmlformats.org/officeDocument/2006/relationships/notesSlide" Target="/ppt/notesSlides/notesSlide231.xml" Id="R3d9d389035794c59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2c62da3c448f5" /><Relationship Type="http://schemas.openxmlformats.org/officeDocument/2006/relationships/notesSlide" Target="/ppt/notesSlides/notesSlide232.xml" Id="R7852c33efb8245a5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a4d3801a749ac" /><Relationship Type="http://schemas.openxmlformats.org/officeDocument/2006/relationships/notesSlide" Target="/ppt/notesSlides/notesSlide233.xml" Id="R9f5173a07dff4e92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0a511ebd04b6c" /><Relationship Type="http://schemas.openxmlformats.org/officeDocument/2006/relationships/notesSlide" Target="/ppt/notesSlides/notesSlide234.xml" Id="R7c3348a800254bfa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d2641d7f4e33" /><Relationship Type="http://schemas.openxmlformats.org/officeDocument/2006/relationships/notesSlide" Target="/ppt/notesSlides/notesSlide235.xml" Id="Re10d092bde2b4e5e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3d10264f64471" /><Relationship Type="http://schemas.openxmlformats.org/officeDocument/2006/relationships/notesSlide" Target="/ppt/notesSlides/notesSlide236.xml" Id="Re46c6ff033a54758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785c21c6f4003" /><Relationship Type="http://schemas.openxmlformats.org/officeDocument/2006/relationships/notesSlide" Target="/ppt/notesSlides/notesSlide237.xml" Id="Ra73785fdfca745f8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7c2bf669e4a88" /><Relationship Type="http://schemas.openxmlformats.org/officeDocument/2006/relationships/notesSlide" Target="/ppt/notesSlides/notesSlide238.xml" Id="R3b05e7552d0e41bb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7f690dfc340cc" /><Relationship Type="http://schemas.openxmlformats.org/officeDocument/2006/relationships/notesSlide" Target="/ppt/notesSlides/notesSlide239.xml" Id="R761b1aee8c724177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ebe567f9a409e" /><Relationship Type="http://schemas.openxmlformats.org/officeDocument/2006/relationships/notesSlide" Target="/ppt/notesSlides/notesSlide240.xml" Id="Red9890c5629443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20D4D-A3D5-407D-BB5F-8EBB79C4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BCA6C-B650-4D00-8BD5-0997901D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IPA · LLM AGENT &amp; 업무자동화 40H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C43F5-31A1-4A2F-9F9E-22008A1D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09:00-09:50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DC6C1-7F32-4E02-BD31-889E20A7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Router는 파일 확장자가 아니라 명시된 업무 의도로 분기합니다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09D11-B98F-4DD4-B9E4-4CD32625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meeting_transcript와 code_diff를 같은 entry point에서 실행한다.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FC97C-D9F8-4F86-9E0C-91D7418B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3CBB1-CE18-4492-8811-2958BAE5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BA402-2789-4BCD-B330-F171A50E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E5E01-A48F-441C-AED2-39EE5CDD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4D27A-B395-4A6A-A4C3-435AB3AB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src/course_services/service_router.py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544D-3174-428A-82AA-51FC7134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1C1E0-EFA0-455C-BD5A-D5731EFF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unified_service_result.json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E752C-C6D5-4122-8791-1D05CEE5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1차시</a:t>
            </a:r>
          </a:p>
        </p:txBody>
      </p:sp>
    </p:spTree>
    <p:extLst>
      <p:ext uri="{BB962C8B-B14F-4D97-AF65-F5344CB8AC3E}">
        <p14:creationId xmlns:p14="http://schemas.microsoft.com/office/powerpoint/2010/main" val="548377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FEADB45-20E7-4D19-B032-27B14776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하루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A202-2193-4102-A274-94BD0F88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5일차는 여덟 개 차시로 하나의 서비스를 완성합니다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9FD28-55BE-423B-9DD0-CE1A53EB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E88E8-85B1-4B90-AFB0-FED31358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B1BB7-6882-406C-ACD4-8A28BFE8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E843-72CD-44D5-8E79-1EC8AD47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2F96E-984B-4BFE-9BA4-EF7FEBD5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오전 3개 차시 뒤 30분 휴식, 12:00-13:00 점심, 오후 5개 차시 뒤 휴식과 Q&amp;A로 마무리합니다.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4300A-9E68-4088-9A22-C37D22D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19435-BA9D-46A6-AD5F-0B308E9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F1870-7AA9-4DF1-A4B0-0F1549B4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CB8E1-5731-487F-B1A1-5A2A1E91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8B200-DDDB-434A-858C-F584626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B9E0A-4A35-4D73-9801-AE7BA9A7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7E81C-C2F5-4AC4-B868-2DE1745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903B8-BE74-4F04-9C42-006DCE56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5C866-64C9-43F3-89DD-48627E6A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85B96-6C49-4A42-B40F-B43C7A68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47009-F4B3-4271-B6FD-1B8BC084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DB95A-907F-446A-A48D-20351678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21460-0C43-471B-BA7C-27798886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42383-E262-4B8C-A013-53328877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59F51-867E-4C43-A315-97E5B29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33D34-8F30-435D-A1B4-8FB7613F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Router는 파일 확장자가 아니라 명시된 업무 의도로 분기합니다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597FD-053B-4975-8DC3-BFEC53AF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4F14B-4C15-4E71-9C08-A1620925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87146-1E69-4488-8E79-F336D4B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94010-6AB7-4866-827F-3F1E4E00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6DA61-B5F2-4FA6-8C02-BFBC10C1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3A581-8EAC-45A7-A068-3D895B7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99235-1F8E-493B-9FFF-87A78147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695063-9108-4BCC-B00F-A6C4596F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BEE145-AFDC-4D44-968A-3F317E98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1E776A-ED7B-4D11-AA95-9B70FAE1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LangSmith trace는 실행 과정을 질문할 수 있게 만듭니다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8EF15-EE3F-42FC-97E4-9ABA4FB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FDEC2-EE00-4381-A491-1DAEDEC2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8C890B-A18A-44A2-AE77-9875E3AC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BCD20B-92E3-4004-BA21-4C097A9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40CFBC-E7E7-4796-8CDD-A87CEA4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12B2B-68CF-42E2-902F-D326320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D072DB-F10E-4D15-AB95-A6DAA624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7E9E55-878B-4249-8BAA-FAB996E8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793789-E528-4C65-A81A-11C37FB5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F9AEC8-212F-4D08-81A2-34D9AA4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dashboard는 예쁜 그래프보다 결정 가능한 신호가 먼저입니다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7CADC8-B2C1-49DD-B959-8BBF2FE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3E2488-4F09-414E-8A87-6F8B44FA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4B785F-D991-42F3-BD67-4CC952C3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842ED-95AA-45BF-85EA-CFE3F2B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041C48-65F8-4422-8ADB-9201868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F0CA3E-1583-4EEE-82BF-050EBBC8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5189E8-030C-43CD-941B-28C4FB0D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5D6F18-2B45-4BC1-9373-C18AC85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FD8F4D-B64B-4AD8-A842-4B5BBE72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460E6C-806C-4635-B968-F8BA0691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평가는 같은 dataset으로 baseline과 candidate를 비교해야 합니다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68C819-3B3B-4967-988C-4F17541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59B7AC-B918-4E29-9DAF-46FE22EC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71886B-FD86-440B-B43D-478E9532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C03124-DFD7-454E-B6F0-7B4EDE8B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1DA3B1-8861-4DD9-BC62-23E1D8F0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63C490-294A-4A5D-87AE-70AEF0C2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CF1ACD-7EC3-4049-9BBF-E947B72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AD4422-EB01-4443-8FDF-0F8F5CC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760BC2-72AF-464B-B9BC-5C0F0762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F8EBAA-FCE9-4D74-A3B8-A98363A6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피드백은 좋아요 버튼보다 판단 이유가 필요합니다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54EC37-714A-4201-93DE-E0DE855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BA75E3-8F35-4C7E-A832-4704FBC7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42CD5B-6D06-4243-BB08-9F55072F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8B3BFD-F5DD-4421-B704-CC95DEBD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767E1C-FA51-4B55-B384-B318C147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80509A-9239-4461-B48A-4D050C55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D73A3B-EE24-4F6A-A2C2-8102968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B8B982-7A0C-41A2-A934-725402E4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09C2BD-A19F-42C6-81F6-DA52498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58A87E-7BF3-46A7-8130-97C633B1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가능한 Agent는 개인정보와 장애 대응을 먼저 설명합니다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1A9ED7-57BA-4B9A-A7E1-B8D49B2B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38476C-0FD9-4483-8710-088A3EB3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0AD9C0-356A-4116-9CDD-9A30465F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1EF467C-1A66-47C4-AF45-E8F081A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6E251B-371C-4802-B830-51BEC949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8FF488F-6C38-4842-922E-32A51B41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B9D188-1E80-435A-9A53-E22C6543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0F59DF-C768-4EC3-8667-88E4B87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A1CD70-8845-4696-ABB1-DFC968C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58E325-F53D-4125-973B-C4E8F323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후보는 코드·문서·demo가 같은 버전을 가리켜야 합니다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8D6B6B2-6195-41CA-8E48-FC748458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0451C10-A983-485E-AC36-D278BE2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E6623F5-7FEE-47DF-A24A-01C9DF0F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89DEF6-23B8-4C04-9ABB-3B401A7C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33FF49-2653-4C26-960E-792669B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950DAB-8D08-47D4-AE60-CA78716D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AC1CB12-3ACC-4254-B56C-84ACAA66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2175267-9C47-44B6-B88F-875E373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83079C-D369-4210-B52E-C9901AEB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CCE77B-14DE-474F-9140-EDE720C8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발표는 모델 자랑보다 문제·증거·운영 결정을 보여줍니다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F8605A-1BDE-49BE-AF64-5294E014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D1F5AD-3B24-4EB6-85FA-A55F0D1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8AAC70B-03A3-42FC-B093-92330AA0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8CDF4F-EC3C-41BC-87E0-9B859814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D395DE-D37C-48D4-9A2C-3FCA489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11:30-12:00 쉬는 시간 · 12:00-13:00 점심시간 · 17:10-17:40 쉬는 시간 · 17:40-18:00 Q&amp;A·실행 복구</a:t>
            </a:r>
          </a:p>
        </p:txBody>
      </p:sp>
    </p:spTree>
    <p:extLst>
      <p:ext uri="{BB962C8B-B14F-4D97-AF65-F5344CB8AC3E}">
        <p14:creationId xmlns:p14="http://schemas.microsoft.com/office/powerpoint/2010/main" val="424389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FD8A3-EA08-49C9-A659-900CEF5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추측으로 업무 종류를 고르면 잘못된 tool과 권한이 연결될 수 있다.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A2195-88EA-49F6-9844-8BAFE852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7DAD3-A5E6-4BA3-BDA8-CC6FA705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64FD5-19C7-40D4-94DB-E17F11D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DF5BE-34E1-4998-8417-603CCB4E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55F8B-AF5E-4252-AD35-CCA86852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meeting_transcript와 code_diff를 같은 entry point에서 실행한다.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C885D-8A2D-415C-99BC-492E5EA9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A6294-205A-4892-AB85-2F7D345B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unified_service_result.json</a:t>
            </a:r>
          </a:p>
        </p:txBody>
      </p:sp>
    </p:spTree>
    <p:extLst>
      <p:ext uri="{BB962C8B-B14F-4D97-AF65-F5344CB8AC3E}">
        <p14:creationId xmlns:p14="http://schemas.microsoft.com/office/powerpoint/2010/main" val="1954023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160E4-A930-4A1A-98F2-397F175E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A934F-E3F3-4F0C-A0F6-3EB65673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34059-895D-4E74-855E-3697EA5B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B3C1A-1CC6-46DE-8CF7-7DCB61BE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44BDE-0037-4158-9C92-C23DB60A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99495-015E-4F8F-B734-9FD1540C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F2B4F-6734-481E-8AAE-491BF71C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0C325-7879-4976-9EEF-7DC09646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meeting_transcript와 code_diff를 같은 entry point에서 실행한다.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3E67D-3B1F-462E-88CE-546EFCDE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2E4C8-12BD-4454-9FBE-3A3970F0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AA944-FD00-439E-AD7C-41038A15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내용을 LLM에게 보여주고 업무 종류와 권한을 함께 추측시킨다.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7BE7-236A-42E9-A239-72755826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F0915-0ADE-43CD-94F9-36A2B5FF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E9219-DEFA-4C29-B479-2EE1E50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87169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A294D-35D7-476F-89D2-21BD5263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06164-48CA-4962-8FDF-61A3EA41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30343-5335-4C9B-8482-E4053D3A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A4EDF-2C5F-4E51-AC06-8877ABC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A68A0-07AF-450A-BB7D-05F6A934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06A10-36D8-4CFB-A719-4D72F432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FFFEF-7A2A-49E1-9B42-2C2CED3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1D8BE-8F08-4287-829C-4D1D3AE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24B7B-B436-4054-9718-C550E1F0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A5011-79D0-45CD-9E80-CA6D3EEF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09B2-FB76-4F0B-853B-88429B0B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D14C6-34ED-4BDA-AD37-034B9234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FE937-4238-4FB7-BF05-9E601C8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55C93-008D-4AF7-B771-0359B17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입력을 알맞은 workflow로 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0866C-1A30-4F53-89A0-6C5BF38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BFDF7-7569-443F-98FD-07BA239A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kind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FEB65-4A0F-4216-863B-DC3AD1D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80DDA-9183-43FB-997C-0EEF89B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호출자가 명시한 업무 종류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585D8-593D-4A2D-906B-41F0F42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F4265-6279-41A2-B35A-E4952F6A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F409D-DFF6-4D6E-93F2-188F4137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FB2B0-02F6-4683-A4B1-2E6AF3A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서로 다른 service 결과를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0A9CE-32A3-42B3-A688-4401E47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C7435-51E1-4C93-A36A-14048135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80D9D-4D73-4090-B86C-DE1A12FD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20CEF-91D8-437D-A340-2ADED80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읽기·쓰기·승인 경계</a:t>
            </a:r>
          </a:p>
        </p:txBody>
      </p:sp>
    </p:spTree>
    <p:extLst>
      <p:ext uri="{BB962C8B-B14F-4D97-AF65-F5344CB8AC3E}">
        <p14:creationId xmlns:p14="http://schemas.microsoft.com/office/powerpoint/2010/main" val="3924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CC8EA-6CD6-49DA-AC33-3CFEE585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4C8FC-0CE4-4E41-B4DC-6905565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44CB5-A106-43DC-9A95-7EAD8F1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ED7FA-1CBA-4FA7-8177-FF77E99A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35A38-0C96-4E2C-8C83-DF268D63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FA46A-B605-44C9-8597-2B55D9FB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A2D03-1CF8-44E3-8E27-A996FF6F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E189F-23B8-455A-84A5-54046A9E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src/course_services/service_router.py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D1642-6987-47AD-AEDD-E0C61AA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18BB0-3CBC-4E01-819C-3524F6FD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B3B37-9262-4CF9-9BFA-79CE090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 validate → input kind 확인 → meeting 또는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6BE9D-69DA-476E-AE25-D60DAB53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14409-DFF7-4122-AD32-B939932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17474-4584-41BD-BB27-24474292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89528-8423-40C7-B984-9220432B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BE218-67C7-47AA-94D9-2B536AB1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B5041-51CC-4436-B027-C3E4429D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회의와 diff가 각각 올바른 service 이름으로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 kind와 workspace escape는 EXPECTED_FAILURE다.</a:t>
            </a:r>
          </a:p>
        </p:txBody>
      </p:sp>
    </p:spTree>
    <p:extLst>
      <p:ext uri="{BB962C8B-B14F-4D97-AF65-F5344CB8AC3E}">
        <p14:creationId xmlns:p14="http://schemas.microsoft.com/office/powerpoint/2010/main" val="734152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133F4-9B2B-4290-8C30-63A93D6A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1636E-0CD3-4772-9119-7AEC74C7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2E7A9-6164-4B13-95F1-03F4DCD7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1C548-2FA3-40E4-8847-D35D5DA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D752E-D7ED-4034-8F41-A4ADC3C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23420-8A9E-4EA2-B008-66B6F08A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27139-A1F6-409E-9AB5-1EF0EE54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F2D0F-7D91-48F7-825C-DE492A9A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9BB0C-0584-4EE3-8CDD-ABE450F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AF83F-5205-45AC-B442-8810F64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E8035-BF31-444B-AAFB-4F2A0CE3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83FA0-6C02-4275-8998-2E3F425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kind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96385-FB0D-4EA5-87D1-EE4C6D80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DC459-12F4-490F-8649-45D2DF3A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B8A51-B86A-4241-B553-2BC3CE92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 또는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9DE75-B6C1-409D-9613-2B2ABCDF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5E753-DA3F-4949-8EE4-86020B85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44D3D-07E7-4C79-A05A-5D1A3F79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공통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61E89-9E43-455E-B627-13A66756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164AA-C437-49A6-A1AC-588E7935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C00B8-C7C0-46C0-B35E-1DA1F091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3FFCC-7FB0-4993-B0B8-D7D9E014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unified_service_result.json에서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556222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4E09F-BBF6-4B3D-8B32-94969607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76989-1CA1-4258-BF9B-A1C508A0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D4649-D0CF-46EF-A03D-2F3735FF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0E7C2-D964-42C2-9473-48F19D35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8DD0D-96F9-43D8-B159-048DF24C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C892A-900B-42FC-975B-033CDDC8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AB562-9C02-4DA3-AD31-707FE910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562F5-A612-407F-9BE4-3A13A585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회의와 diff가 각각 올바른 service 이름으로 반환된다.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CB366-40F1-4474-BACE-47F90D6E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A2B0D-ED87-4373-A3FF-4DE793C4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B58D3-D405-4E19-AA2C-B5D3B22E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 kind와 workspace escape는 EXPECTED_FAILURE다.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3C04C-34E9-444D-9F32-F1096EE1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78527-9070-45AD-9D36-2E8A7BB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BC89B-EE89-49DE-82C6-6A369787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F0329-D5A7-4366-871F-972F920F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8F090-5B37-4684-806A-9838D4E2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048B1-1B44-4482-94BA-2426324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식별자·unified_service_result.json</a:t>
            </a:r>
          </a:p>
        </p:txBody>
      </p:sp>
    </p:spTree>
    <p:extLst>
      <p:ext uri="{BB962C8B-B14F-4D97-AF65-F5344CB8AC3E}">
        <p14:creationId xmlns:p14="http://schemas.microsoft.com/office/powerpoint/2010/main" val="1908913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E28E0-F682-4891-97FB-D6E02F6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D4394-0F9B-4B2B-936F-EB75F4EE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E894B-478E-47EB-A513-5D6B6648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03F55-9759-4408-A51F-3D7A7DA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F179D-9ADB-43C8-8BE5-0BBB57D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F66D3-2AD7-4D7E-AD34-6C415946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E773C-39EB-4831-A06E-140AC17C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BA592-16BF-45F0-A604-73D9E4C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AD9EB-2D01-4C24-84C0-589DEF3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src/course_services/service_router.py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58CD6-04E8-4A7C-82AF-25BA3DC9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AD9C7-17BD-4241-B94A-6A2495B9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7B183-16D7-4895-A394-7D7BAE5D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7F938-02E4-4FE2-8B1B-285032E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6D2B6-0DC9-4E27-AFCC-EE7748E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4CF18-A560-4A7A-9C7B-C3B15A0C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06805-8742-4D80-A2CA-3378CA7D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F8B73-0D50-44B0-87ED-B00F38BB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B7CD6-DB80-4275-BC7F-6C6B9958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544596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C383E-5EF7-40E7-80F6-BE2EA60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07BAA-739C-4BFD-984B-31510FD7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Router는 파일 확장자가 아니라 명시된 업무 의도로 분기합니다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CDC7B-BB0E-4C74-8E66-045A5F4E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2AB35-3F52-4C0F-A7C8-B14F16F7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2C046-98DB-4041-BBF9-9DE0FA49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670F5-E09E-4E55-8225-AD8CBBA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09AD0-31AE-4294-8C03-1A2C8992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추측으로 업무 종류를 고르면 잘못된 tool과 권한이 연결될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45DB9-DCDF-452F-9171-33B08D8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F5890-9D6A-414F-BF09-75EF89E8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CF605-BE74-462A-8481-2B8D26EC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내용을 LLM에게 보여주고 업무 종류와 권한을 함께 추측시킨다.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7203F-A21B-4A26-A802-2620FB26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input_kind를 API contract로 받고 unsupported type은 거부한다.</a:t>
            </a:r>
          </a:p>
        </p:txBody>
      </p:sp>
    </p:spTree>
    <p:extLst>
      <p:ext uri="{BB962C8B-B14F-4D97-AF65-F5344CB8AC3E}">
        <p14:creationId xmlns:p14="http://schemas.microsoft.com/office/powerpoint/2010/main" val="16758019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F884FB-D2D4-4E06-B423-61B9104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BBAFB-65DE-403D-827C-674041B2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AEB8D-7920-4B78-9D10-D0270A49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D1899-14D5-4BF8-9975-C041D0A2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CAEAC-483C-40AC-BEA6-263AD75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AFA33-CE57-440B-B2DA-58ABB280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EAC83-B748-4804-B6F0-C614F4D4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63B8A-FA4A-419B-A357-A6A2222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DD61F-44CB-43DA-85EA-861D6CD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D08C8-40B6-4EB2-9967-E7F8C7B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AF162-A63F-4965-A2CF-37F61178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C7BCC-AC56-45A8-B240-92D5A040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E98D7-1F5B-42BC-B61C-920A8BE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8F520-6591-44A4-A833-18441FAA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FF6BB-4C27-42E1-9632-6F451E84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2B0D9-5976-433F-933B-92E77233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입력을 알맞은 workflow로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B8D8B-9FBE-4437-9EBC-3BE511A0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F50AB-2C98-4285-9CD4-FBAB4420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2507D-9D05-4EBF-9629-95A967E3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5B1D7-C750-459E-A175-30BB4705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kind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60F55-6BE6-4189-AA8C-41473B75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571A6-4647-4AC7-961B-4307B327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호출자가 명시한 업무 종류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459AC-A35A-4B49-81DD-7A617868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0BAE5-AE96-4807-B212-27F1C60E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83857-9C01-4545-A76D-7A015EC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6A8D8-BBB4-4244-B5F1-BBA1BD2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98593-6580-4484-89E1-B52A1395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96826-4BBD-42D7-9AFA-A6926A44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서로 다른 service 결과를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00EBA5-B4B8-4695-AB89-AE771402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45DC1F-6AE9-470A-82F2-07F064F0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57BA1F-08D0-436F-A62C-659121FC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9736A-62BD-4D79-9DC6-D4FD400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B0E5FE-DAD7-4537-BF03-1B9D86C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12BB6-2229-4758-938B-F862938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읽기·쓰기·승인 경계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862899-6F91-4149-994E-F164566B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0753B6-902C-4573-AFF7-04FB65BA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9070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5CFFD-E42E-432E-87FA-DEAD2E3D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3714D-620E-43C2-9D33-E886794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DFE69-B8E7-4EBE-8891-A3512D8A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BE830-38F7-4AF4-9A07-5DEC2255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CE62F-E212-45A4-8C59-3650C7A7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950B0-B690-4E7A-8225-F6AF1E0B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C5371-BEF1-4500-8A42-C729056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EE056-353D-4A3A-857C-40DF4D9B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C46CF-33C0-4871-85D4-8FA487E0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내용을 LLM에게 보여주고 업무 종류와 권한을 함께 추측시킨다.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5D147-85C1-4DA4-9852-13F4ACE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5E524-214C-40A1-ACB5-1D0F51BC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추측으로 업무 종류를 고르면 잘못된 tool과 권한이 연결될 수 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A35D2-8F20-426B-91AA-21A054FC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5324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A8CFD-2A95-4698-819D-BB5A6777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DB79E-CBF3-4CCD-AEC9-F9846561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95E47-862E-4111-8DC0-1342D7D1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05182-45F5-4479-956E-A5D504B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56FD8-FE3D-4E92-9861-8938607F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942E8-89A9-4D27-BD9D-2EB10DDC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8E307-B411-421D-824C-B65ED325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D2580-77CF-4792-9302-8CC6FF9B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01CBA-93EC-445A-A8F8-6E7B057F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unknown kind와 workspace escape는 EXPECTED_FAILURE다.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B094A-A869-440E-8640-D6EB129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24BE4-7600-4D62-88DA-4B9E9BA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A30E2-56E3-4A04-A1CA-C8F0393E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내용을 LLM에게 보여주고 업무 종류와 권한을 함께 추측시킨다.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64263-4220-4A83-90CA-38EDAAF0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724AE-2A09-420E-BCD7-D38C5358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31741-92CA-42B8-A561-083EDDDF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input_kind를 API contract로 받고 unsupported type은 거부한다.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F799A-68CB-4946-B992-4497D36C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84716-5DC9-493A-9634-11C1209D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C2E10-4D28-439F-A46E-59ACCCC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unified_service_result.json과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8275899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8771C-F39E-4CDE-B00C-E6137BB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F5217-484C-4FD0-BF8E-CFDBBC0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6A8CB-F850-47BB-91C7-A9BF4526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2042D-6B0E-4B2D-974B-A676B2A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EEABE-B7DA-4927-B41A-8105D897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B88D7-E6C4-4314-B503-C4AD85D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45f16fb3d4969"/>
          <a:stretch xmlns:a="http://schemas.openxmlformats.org/drawingml/2006/main"/>
        </p:blipFill>
        <p:spPr>
          <a:xfrm xmlns:a="http://schemas.openxmlformats.org/drawingml/2006/main">
            <a:off x="7387248" y="1485900"/>
            <a:ext cx="1437055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DA37-3370-4CD5-9FB1-5C59C846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service route를 추가할 때 workspace 경계와 external_write=false를 test한다.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766A4-8AAD-4CE1-AFA0-B8F06DFD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715962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0DFE3-9272-4A57-B9B6-63846964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E7813-9ED3-450C-B95E-7477F43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037FE-4C85-46E5-9966-A168784F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1C7E1-5EDA-43CE-A711-8645C397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AB927-D5F9-423D-8440-1287B527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F665B-188A-46A2-BEF2-EADC8E63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9FC98-465C-498A-90D1-D6F1B45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90052-FD4F-4BFD-991C-3F713677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A7453-7330-4C55-B778-7CEC7C37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service route를 추가할 때 workspace 경계와 external_write=false를 test한다.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F73A9-CACF-4042-A852-7381A28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D90E2-B13E-46A5-80C5-F27B0153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FA710-1324-49F4-A5E2-5B92D45C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3CAEA-33FC-4CE8-A4F8-6215DEF0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246C2-0C39-47B4-A826-C315D5A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79C65-3021-4804-9D61-ADC263F6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회의와 diff가 각각 올바른 service 이름으로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 kind와 workspace escape는 EXPECTED_FAILURE다.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2D4A4-9C40-45B4-9653-39D955D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58FD4-23F0-46C7-8A3E-97021CC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1EF2B-96B0-4A6C-845C-9D35B758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4936800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3EFBF-0660-4AAD-A16D-0C4155F6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0AA0B-BADC-4AD4-96DB-0EDEC8F2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3710E-D328-484F-8075-4F86418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02513-0595-4905-8455-8F4F3B3D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35A60-2C67-41AE-9BA3-34267040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2103A-75A7-4E8B-AF4F-C0E56FB7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1401-AFFB-4BA2-A696-DF7670E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6DAD-D62F-4BD4-BBD4-548DC2E8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2B630-8595-45CF-A652-E81E43A2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18FDE-180B-4865-B01A-7AA42066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5D5FD-ACA5-4F9D-B65F-A5F027D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99297-8CAE-4186-9561-662B6EBD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7F3B5-46DA-441D-8616-5827134F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2E621-4C81-4714-A20C-E184582E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회의와 diff가 각각 올바른 service 이름으로 반환된다.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3C964-CC99-412B-BDDB-3B124874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ECFF0-5CD2-4647-89D5-A8680612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6E1E4-81F0-40CC-8ED7-8B5B231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61A53-535E-4742-B08D-D2F9F9A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 kind와 workspace escape는 EXPECTED_FAILURE다.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61B27-1036-4B78-9A2A-D26D1BFD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68F4B-C326-4CEB-9D0A-5484A5C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9ECE7-1553-42EA-AF3D-2350A592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68CC2-3957-430D-83C6-46825CB9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1441865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4B054-EE86-4F8A-8F91-47D420D7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ABC6A-4B20-40B6-A853-A61B26BB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05EC1-7B47-48AB-BD6F-B4CE728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C3424-43AD-4591-BB1B-428CB77B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343CF-F3F7-4936-BDBF-1035903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25F66-B336-4250-9353-9535E57D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F68D5-EC2D-4ABE-8F83-B8D6EA0E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AD028-C242-4FE0-BE23-E18CF63F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6E3BE-30C6-4DC8-8CD7-EA4B213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src/course_services/service_router.py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B05C8-6262-4A68-ACB3-5EFC319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448F6-E13F-48D3-B96A-C88BFFE6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F0519-DFAD-470F-85CC-FD3F197D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3335C-F5E8-4AEE-B7AA-5ECCE24C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BD68F-3F32-4687-83BB-51112BF2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686C7-E9F6-4A9D-8050-E072C57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E49C8-5E23-4E84-B0DF-9DBE68D5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B7572-B2CC-41D7-A89F-9EA440DD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7B5B7-82BE-4B34-9537-6E5EACF4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회의와 diff가 각각 올바른 service 이름으로 반환된다.</a:t>
            </a:r>
          </a:p>
        </p:txBody>
      </p:sp>
    </p:spTree>
    <p:extLst>
      <p:ext uri="{BB962C8B-B14F-4D97-AF65-F5344CB8AC3E}">
        <p14:creationId xmlns:p14="http://schemas.microsoft.com/office/powerpoint/2010/main" val="20313765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E5E06-153C-4CBA-AFDA-4BBD294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413DC-7002-4934-B3A1-100A8DBA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97DEB-8E8E-4803-BE8F-FFF10B36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5B432-BBE5-44D8-8308-A480C6CF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60392-DD98-41D5-AC44-7CB9093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2E218-EBFD-4E28-924E-ECE23695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60B25-6102-4064-936D-61100ACD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C7B56-3734-4684-82E4-D334F8F0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BB112-0217-410E-B0D7-67FE470E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6787B-C273-4CE4-B801-796497B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8B3F7-0127-49D3-9729-D0B568B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6161059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FB951-DBAC-4207-8C2B-975EA95B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0A398-1B82-4798-9C1C-26112310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98713-F14A-4F4B-8A5C-889A31FD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DD867-49E8-4F42-B13C-0E4B4EF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5C0BB-F1EF-4DCB-8844-3C37A5ED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B55F-8BE7-41CB-8820-56972D9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EA46-4210-49E2-AD25-29CBF740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584E5-717E-4F48-BC64-C1078D72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15E12-669C-494A-9304-42B6EE0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36304-790E-42B1-A28C-BD0A76E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7DC8E-3AED-4080-95BE-90FED9C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F91D3-5CAF-47C3-9D33-ABBDF201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59C3F-C6A6-4DA3-9758-3424F7F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회의와 diff가 각각 올바른 service 이름으로 반환된다.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unknown kind와 workspace escape는 EXPECTED_FAILURE다.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21363626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C1264-8E04-456A-AD57-162C1BDB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5EC5E-B987-416E-9DE2-C4523F0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34400-2905-4221-8486-5BF96D12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FD2FC-DC22-4B18-A23F-C6B32F3C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AFEFE-C984-4E8F-86BE-4C4FEC3E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36629-0FC7-4538-AF60-80AE07A0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21C4D-AEF9-42C5-9337-D73A488C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632BF-2F0A-487C-A2C3-6DEB903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내용을 LLM에게 보여주고 업무 종류와 권한을 함께 추측시킨다.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0BD5B-04BF-4E34-968B-54676CF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226FF-9B5E-431F-9E04-145C3569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FC74C-BF85-4A8F-B210-96AB51DA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input_kind를 API contract로 받고 unsupported type은 거부한다.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C868E-9CA6-425C-B7A2-37726EAC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unknown kind와 workspace escape는 EXPECTED_FAILURE다.</a:t>
            </a:r>
          </a:p>
        </p:txBody>
      </p:sp>
    </p:spTree>
    <p:extLst>
      <p:ext uri="{BB962C8B-B14F-4D97-AF65-F5344CB8AC3E}">
        <p14:creationId xmlns:p14="http://schemas.microsoft.com/office/powerpoint/2010/main" val="14420606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F49A0-AFAA-41EB-9C5A-AD34EE99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25A78-AFB6-4FA7-9392-76DE0322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09378-3675-4451-BC99-D777FD62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2D249-CCF3-4C06-B57C-309BEC20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98CA3-CE96-4394-98B3-E998FDBE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358A1-A6BC-4B0C-92B6-44A20D45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AB0A4-17F0-49B7-A968-EAA2DA5E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95BFF-6FDE-407C-A20C-E672359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B400E-310A-4536-8F55-6E877CF7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037B9-72E9-4FBB-8A8C-EE998BE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D6470-FA50-43B1-B41B-675F63FD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5AB9E-411A-413A-9BCF-87BC9ACF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회의와 diff가 각각 올바른 service 이름으로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 저장</a:t>
            </a:r>
          </a:p>
        </p:txBody>
      </p:sp>
    </p:spTree>
    <p:extLst>
      <p:ext uri="{BB962C8B-B14F-4D97-AF65-F5344CB8AC3E}">
        <p14:creationId xmlns:p14="http://schemas.microsoft.com/office/powerpoint/2010/main" val="17476414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AF6E1-391F-42A0-BD5B-795303DB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25AAA-807C-4A57-9F65-D0A5B10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529A5-430E-4BC8-BB0E-A5775D4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B1DCE-AC11-4CC0-9CEE-62559C65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04CC9-072A-431D-8B1C-2E077FEC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1F32D-2037-41B5-BB56-83191089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B52AA-6674-4E44-A54C-23B93EC0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src/course_services/service_router.py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A8925-A4B0-4944-A5CC-4DE39712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4DB5C-F1AD-4647-BCFC-5EEC219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unified_service_result.json</a:t>
            </a:r>
          </a:p>
        </p:txBody>
      </p:sp>
    </p:spTree>
    <p:extLst>
      <p:ext uri="{BB962C8B-B14F-4D97-AF65-F5344CB8AC3E}">
        <p14:creationId xmlns:p14="http://schemas.microsoft.com/office/powerpoint/2010/main" val="11610874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1B5AB-28BB-43F2-B94F-A4A6BB5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5EC87-9872-41EF-9931-359FDF7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90315-412F-4D58-9175-79951ABF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2E92A-269C-4A81-A7D0-522E7568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3CC08-C3A0-43D1-B129-239AEBE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FC49B-07B5-49DB-B6ED-0558FB88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B288F-7179-48AA-BFDA-049AAA62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router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회의와 diff가 각각 올바른 service 이름으로 반환된다.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E1420-F715-42F3-97A3-41631C48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4D534-6F27-4E52-8710-C43EBF9C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unified_service_result.json</a:t>
            </a:r>
          </a:p>
        </p:txBody>
      </p:sp>
    </p:spTree>
    <p:extLst>
      <p:ext uri="{BB962C8B-B14F-4D97-AF65-F5344CB8AC3E}">
        <p14:creationId xmlns:p14="http://schemas.microsoft.com/office/powerpoint/2010/main" val="14026068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82086-B99E-4C3C-822C-802F385C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A9683-EC72-4A7E-8983-10546C7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FBF16-7BCC-4BF0-A54A-D0406825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B81BB-0115-460A-9FDE-165E6FFC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7E81B-66B7-492F-925D-DB53B582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1E505-0D45-4ED6-A62A-9D5CD89C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ADC17-91F4-4683-B3BE-F7EEA655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 kind와 workspace escape는 EXPECTED_FAILURE다.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input_kind를 API contract로 받고 unsupported type은 거부한다.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6857D-043B-490C-B182-316C785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A88FD-1E24-4DCD-B9AE-80A725E0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3525760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3A590-751B-47B4-B22A-9C4186FE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A19D8-0D8B-4B5C-8257-FD26B1C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01123-92CB-4AA2-BAD8-0C5B1D2B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62B4F-FFA1-438B-A007-9773E08F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6699C-260B-4F1F-A9BE-DB09C9F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195A4-0A9F-4013-988C-A11B0CA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D228B-ABB8-41D1-AC2F-8A4DB406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15244-9F0A-497B-AAE6-9109A6D7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C2943-A3A5-4B4C-8D28-CDAD4F34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회의와 diff가 각각 올바른 service 이름으로 반환된다.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044CB-BADD-43F1-A151-3D0EBEB8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18850-AA8A-4F3C-A5E5-B9EE3B99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9F97B-9F20-43EC-ADF0-2E8B5EFF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C934A-1FA3-43D4-AF39-BC81F5AC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CE43B-D285-4BD7-9F5B-BC91A342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165D0-02D1-4DEF-9F90-0713EB89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FC016-B7FC-4F0F-AF41-AC043E5E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7DAA4-A929-414A-89F0-695ED8F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047E3-EA9C-4DC3-A768-F6A36E6B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8765410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93D18-1AA7-4A17-A75F-7A4F5F66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9A09A-29AE-446E-9FEC-2E971BA2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70FCA-0596-4A7F-8B2F-13E759A0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D3489-BDAE-4CB3-A34D-AFBAEA0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AB692-8433-4F65-A503-2009EAA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23406-46E0-48F5-9BE1-6F11FEF6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6046F-9012-44F7-83A0-B347B7FE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DE54C-0176-47B2-882C-1D8C58B4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8FB4C-052C-49AD-A514-D20D7EF6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unknown kind와 workspace escape는 EXPECTED_FAILURE다.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B823D-2C46-4C2E-A939-162B3CF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66A2A-225E-4A67-9415-7857CCA3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DD8C9-3C26-4DE1-B15B-7A9783D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6740A-53B1-4BA5-839A-393BAA9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30AFD-4569-4DFC-935E-D77C0050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29144-3DE8-44A6-9678-C8F438C4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A7A4C-FE9A-443C-906D-FE497637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24989-D6A7-4207-AE0F-6BD7EC8F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848AB-2BAF-464E-BAD3-A23F48B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9614053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2EA1A-4FEB-413D-BADA-AF73BBF6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4E8DD-FB29-434C-B4C4-1EC0C1FC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06E3-CBA2-461F-B076-2E624FB7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1DB1C-D8D2-440F-8F8F-7A93DEE4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4A674-10ED-45E4-BF0E-002D2D51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645B2-F88F-4614-B813-6F047E0D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C5286-2ABE-405C-98E4-FEC3D31A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화면에서 회의·PR 리뷰를 선택 실행하는 내부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CAE6F-B32B-484E-AF1D-4CFBFCAA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83EBD-3409-4D15-91F5-30DCC134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8FBEA-2897-42A8-B1E7-8078A35F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7A3B3-809D-49E2-9751-E0631D26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8879C-91DD-43DD-BEF2-D56FE2AB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239D6-8B34-4B7B-B0DE-4EA69940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64759-E6DA-4632-9161-D707B1B9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85547-3DD3-43DF-B4FA-D8D91F6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F0BE4-162D-4982-A565-A776327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DAAF3-0C80-4F3E-9A4E-2E93A144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A1DEA-BAAB-4528-BDCF-B25DCDA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AD8C0-4269-480C-96B5-2A98572E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4779477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1AD6B-391D-44EE-A2F5-F5F643F1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11B2F-7F1B-4244-A46B-CBEE9C5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669EF-8F48-4E85-8131-D7E0056F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41D2B-7D97-44F1-A95E-BA22800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22EDA-5CAA-43B6-83D5-E2CD7861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1F5C4-412C-4F88-92F2-9A12A802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F2583-3C06-4076-A213-86E5D3FE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화면에서 회의·PR 리뷰를 선택 실행하는 내부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08689-D873-44BD-91A0-EE1CA38E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E3DA1-7FE7-4FC0-A8C1-83555094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23C99-2EF4-4A23-BF4F-2207DF88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B8850-40D4-49CE-A90C-78E8D0C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D319F-8CE2-45E4-9115-231B6CF7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222E1-203B-4B04-BF28-593551F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A7192-7AA6-490B-B466-AD19CA0B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0BDE9-4EE4-4EAE-BDB9-A169BB6A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B32A2-C1F1-4B90-88F7-76F74D6E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9FCF9-8D96-4250-9189-A5B3377F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7C8C7-54B2-45B0-A8B8-E3562369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A608A-F816-4BEF-89E5-B3972D3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7386026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68F99-1FC3-4C98-80F4-BE9BAC5D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97FEF-C264-44B7-B65C-C3FF41CC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C268F-98ED-4EA0-8B2E-26B7A77D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8C5EC-C3D7-4624-95BA-C7E5FFC6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DCE9E-D000-47D2-9876-9CE33B32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AB1E7-8CF7-4D8D-B932-D3BF3C7E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218AC-EC86-47C7-84CF-350AC43D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486C-EDF8-40B8-968A-16ACE592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CA85A-5208-455A-B56D-904595E3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회의와 diff가 각각 올바른 service 이름으로 반환된다.로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65EED-F940-48F7-80E5-3E266AF9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8295A-3DAF-48D7-ABCF-FFB2E100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D2E3D-A019-495F-B732-BF9E935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E9F30-BBB2-42A9-814E-98288263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873FE-2C98-4CB5-904C-70D107B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F3938-C086-4614-AE4D-FBA51A1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input_kind를 API contract로 받고 unsupported type은 거부한다.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7813A-409E-4FEC-8346-4A3DFF35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B6C7F-94CB-48B6-B9CE-97F5A1D8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3B573-2A6E-42A8-842C-810C0E7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7334341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6A509-6DC2-465C-86CD-D3E0ACEB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EF93D-FC54-42AA-B213-4B528531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7B9B1-A54A-41AB-B0C2-3B93E9E6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A0BF7-B414-404A-8288-38914819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F57EF-F3FE-4416-94C6-D6EAEF2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7026F-ECDD-4209-A6A5-07D7ED4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BDC97-A999-4776-A3E7-46D11AE7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49FB5-56D2-4C5E-8C76-465C50FF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87BBC-ED80-4F7C-B1EB-3DB9C47A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Router는 파일 확장자가 아니라 명시된 업무 의도로 분기합니다이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2160C-54D3-4F4C-A372-5FB9AF2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65A83-6B99-472F-920D-1E2FF580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E412C-0C36-4598-B3FD-C2DE9CEC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99049-8DF6-4F30-806A-47B020C3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CCC66-E437-456A-8709-14658EE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39E25-5C55-42D7-AC48-E6604F15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unified_service_result.json과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D1AAD-1EA4-4D82-B86B-8B823200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LangSmith trace는 실행 과정을 질문할 수 있게 만듭니다</a:t>
            </a:r>
          </a:p>
        </p:txBody>
      </p:sp>
    </p:spTree>
    <p:extLst>
      <p:ext uri="{BB962C8B-B14F-4D97-AF65-F5344CB8AC3E}">
        <p14:creationId xmlns:p14="http://schemas.microsoft.com/office/powerpoint/2010/main" val="6266230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D53B5-DC86-4D42-81B3-E1DF7F9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5DA7E-0373-4F80-8B19-5A675C9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5 · 2차시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36117-3105-4C26-819E-EF80232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09:50-10:40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2BCD4-89AE-459E-8DC1-B91739CB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LangSmith trace는 실행 과정을 질문할 수 있게 만듭니다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2CABE-4ABE-48DB-9169-B80D13A5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project·trace·run·thread의 관계를 이해하고 첫 trace를 남긴다.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B0A11-6D1B-40CD-A580-7643F8F7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2A5D3-D282-4D33-B3FC-7A086B9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2FB2C-77E8-4E7A-B0D4-7A7D16C1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D8C9A-B263-40C0-AE66-4353CBB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70763-817E-4F88-AA3B-7351394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src/workflow_service.py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C7F12-DFF8-4B5F-9AAF-BE4B9C8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7FE2C-8A87-4038-AD9E-B63BCCB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trace.json 또는 LangSmith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48E32-02E3-4845-99AD-CF36719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2차시</a:t>
            </a:r>
          </a:p>
        </p:txBody>
      </p:sp>
    </p:spTree>
    <p:extLst>
      <p:ext uri="{BB962C8B-B14F-4D97-AF65-F5344CB8AC3E}">
        <p14:creationId xmlns:p14="http://schemas.microsoft.com/office/powerpoint/2010/main" val="6238166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14EE8-56F7-4289-AA2E-B9E9071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204F3-00BE-45FF-B2F1-4B68A3CD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DC377-99C1-4B1F-A12B-C2288D15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750D2-EDC4-4F11-B9F1-DD6494D8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E8DAA-0C1C-4650-B2E6-BA792370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BAC07-5328-4AED-B9B9-AAA900E4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084DC-C35E-4B3F-A37B-AA7C4D9B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85DF8-5B55-4837-9666-4D07CD07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9F266-8C27-41CF-BA78-FB62EB48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unified_service_result.json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14029-E0DE-40B6-A3FA-93643E86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9DA38-D750-44D4-B638-91F6CD3B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3DA31-448B-4223-B79F-222B07D7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LangSmith trace는 실행 과정을 질문할 수 있게 만듭니다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4EE66-7476-4F88-A828-1C11A4DC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B3A66-4C31-45DC-B237-46C7D480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018E-61CE-4BF6-B2C1-C607672C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43185-BD00-4BCC-9DFC-1C9043CF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81B59-333F-40C5-BF2E-0B76B54C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0CE6D-D6F5-4BB1-BD8F-C51DD7ED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dashboard는 예쁜 그래프보다 결정 가능한 신호가 먼저입니다</a:t>
            </a:r>
          </a:p>
        </p:txBody>
      </p:sp>
    </p:spTree>
    <p:extLst>
      <p:ext uri="{BB962C8B-B14F-4D97-AF65-F5344CB8AC3E}">
        <p14:creationId xmlns:p14="http://schemas.microsoft.com/office/powerpoint/2010/main" val="12899869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0BC5F-8AC0-4B03-997A-72AC00E2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JSON만 저장하면 느린 node와 실패 원인을 다시 찾기 어렵다.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1E0E6-2408-49CB-9D91-BA3F0816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15DA7-C602-4252-81EF-5C16AD0E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9C2C6-95E0-4F3E-9924-D4E40F62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014BC-F062-46F7-9BBF-1ECB660F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F6F42-075B-4406-BB87-34E6DCE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project·trace·run·thread의 관계를 이해하고 첫 trace를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288F1-9522-4CE8-B353-3DC6EB4F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737D-5EA7-49B7-B1F0-FF0CAB07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trace.json 또는 LangSmith run</a:t>
            </a:r>
          </a:p>
        </p:txBody>
      </p:sp>
    </p:spTree>
    <p:extLst>
      <p:ext uri="{BB962C8B-B14F-4D97-AF65-F5344CB8AC3E}">
        <p14:creationId xmlns:p14="http://schemas.microsoft.com/office/powerpoint/2010/main" val="38562150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78CB2-83E9-4A74-A48A-8EC06369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4026B-39D3-4E49-875F-5431363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DCD96-4D1E-4BA5-A03C-A8D40BF0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577E2-0E72-44F5-BEF6-FD17E023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079CD-7D3E-48B7-8B8B-2BDEF05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4D2FF-1229-46ED-B22E-B11FC01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0ACBB-403B-4742-80F9-00D258BF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C3BF1-0B47-4471-A41C-1CA16282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project·trace·run·thread의 관계를 이해하고 첫 trace를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C29A6-0ECF-4824-B9ED-CC8B7361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AC85D-7F10-4DCF-B9E5-18546199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757CE-6D72-468C-BA32-D048BCAB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transcript·token·고객 정보를 trace input에 그대로 보낸다.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BF5E9-E8FB-4CAD-A156-18E62C96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6A6C9-B383-40AA-8C06-D42D0D91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DF8F0-8F36-4C5D-92D0-49CF3D4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715555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F0B415-153D-4E29-A516-A0AD6902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230B3-40B1-4C2D-90B4-0BF0181E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EE9E5-2077-4FCA-B4E1-0593587A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5467-F48D-4D90-9A52-3CE8417E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E22C4-849D-4F66-9094-2D2EF9C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A279D-7224-43E7-9FF6-E619D634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E8723-B9AC-4D33-8913-ECB18046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7EA82-6A83-49A3-BE6E-5DB0ED15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8676E-D35B-4FFA-AE8F-D2AC5285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97A8B-076B-4536-A36D-F1CCD0B2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9A2FB-E104-438B-9962-65DA06EB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99F82-BF07-45C4-B158-69920A10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6D415-4239-4374-989B-5D435411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0C791-E0F9-4F56-BA84-76D7D613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관련 실행을 모으는 공간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E71D1-9EA2-4825-A52F-AB3EB70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07F6F-E517-4412-B227-5A7FD6F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0270A-2CB5-460E-A02D-E8294DD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2606E-5CB0-4FC8-8A45-B9155A16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요청의 전체 실행 계보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79D4A-F56D-4918-BA54-0C735978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0FC3A-5904-4B5F-A279-27890BF4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0C7F4-E6CC-4EE6-A65B-6E576598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85426-29AC-4B0D-8F74-D5337A3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node·LLM·tool 한 번의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FE99D-29AE-494B-887F-EFD2556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A9F79-D74F-45CE-A2B5-23BDA344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633A5-4DF9-40D1-A778-3C74761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A16403-1DBB-458E-8777-339E761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대화·재개 실행의 연속성</a:t>
            </a:r>
          </a:p>
        </p:txBody>
      </p:sp>
    </p:spTree>
    <p:extLst>
      <p:ext uri="{BB962C8B-B14F-4D97-AF65-F5344CB8AC3E}">
        <p14:creationId xmlns:p14="http://schemas.microsoft.com/office/powerpoint/2010/main" val="155949076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04FD1-A938-4E1C-A357-B62427D3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BD89F-0C13-4D6B-A911-22B0416B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476CC-52A1-4848-BD46-7C5B89F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D83BE-3AC5-4BA7-8261-0A184617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ADB38-93F6-482E-9E24-7427C4D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8AA45-C5C2-478C-992A-2761219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497B1-F2E2-4AA4-A4B4-2C18CA78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7CAEC-CECD-496D-94F7-B5E8EF96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9ACC4-9900-4407-A9FB-E60CFBED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B2950-F4B2-45EC-85B0-94C25638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58D7A-49C1-40C6-9EF3-F03BED6A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start → span 시작 → 입력 최소화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A31C3-A677-41B4-8B1F-E2014482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110B4-6424-44E9-B8F8-AC69B0F2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B7FAC-F108-42E4-BE7A-857394D5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48E5F-1113-48A9-9122-3FC5E1C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80CF9-3812-42C7-9908-F165EC5C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CA397-42ED-452D-A131-53184147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trace에 span 계층과 READY/HOLD 결정이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local_only나 key 없음은 upload하지 않고 error code를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10969726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3D6C6-8BFD-430F-BD6D-D22B3A51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40FB1-18DB-48DA-B498-085F52E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FCAD8-B33E-4D2E-9F60-426DB676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41EBF-30AB-4759-A327-EADDB984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8B8E3-FFB1-4B6F-896E-86EA74F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DE54A-8F13-4370-AF06-1E277514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5424E-5CC5-4DAD-A241-8C1692DF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9B1DD-BE3A-4AF1-864F-0B09344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55DA5-341D-49A2-A537-6E15FB8D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256E6-1641-4880-9B7C-4088964A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F2263-5B5D-44EA-8DF0-A895F218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EDE41-D491-4321-8604-01088999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span 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A4FB6-94DF-4DBF-9679-63B8E62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6442F-42CE-49B0-964D-BDD7D06D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A2DFA-CB0B-4B1F-BED3-E402D6D0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3CA60-1339-44F4-BB4C-35C85641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649C1-9793-42A5-B0FB-2662D9B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268B8-23FD-4D7D-BE8D-A913AF76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00780-CFF2-41BA-83BF-E994521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106F5-CA2C-4B66-ADD7-50F7A064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2F49E-9C66-430D-8800-C3500746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 close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DC2BB-48C5-4252-9375-2F4E4892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trace.json 또는 LangSmith run에서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41582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ED1FF-DECC-4E33-B965-607C9412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69669-8573-47DA-8257-9225DE6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926AC-B764-4E36-AA2C-F30015A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B8EA4-F046-4710-9A39-665E4C27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93902-EE0C-497E-AE66-E2AF9C02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F9B3A-6668-4C1B-97A8-1AEE046F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F15AE-69D9-4CC5-AF48-41BA9F83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33791-56A8-459F-AA8B-69A9A5E3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trace에 span 계층과 READY/HOLD 결정이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F5349-60E4-43CA-9DF0-9C3428B9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280A3-0381-4E8B-AD95-F679D815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1A081-DB69-4027-8896-06D211A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local_only나 key 없음은 upload하지 않고 error code를 반환한다.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855C1-018C-4711-A0F5-FD25B084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9E931-3C34-42B3-9B57-9A81C1B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69C6B-3CEE-4E53-9F81-30DD85B3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D43A6-BA19-4323-97BF-E13E87FB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339A3-3A3E-46B4-B7CE-D0CC9100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10744-EF8D-4C95-87A6-9B521D51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식별자·trace.json 또는 LangSmith run</a:t>
            </a:r>
          </a:p>
        </p:txBody>
      </p:sp>
    </p:spTree>
    <p:extLst>
      <p:ext uri="{BB962C8B-B14F-4D97-AF65-F5344CB8AC3E}">
        <p14:creationId xmlns:p14="http://schemas.microsoft.com/office/powerpoint/2010/main" val="265240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659A7-C2D0-43EF-AD4F-51B7F597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AB12B-316F-42E4-A165-381BE3B9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BF9B5-C2AA-4D3F-83E8-84E66BFF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C2021-399F-4D44-B708-1F7BCBD0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91E86-ED57-4D9B-9FCC-D308E07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77ED7-9CD5-4BCD-9BAB-6F22FEB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53B18-1559-4F6F-B2A3-6A070FD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E630E-B042-4E8C-80D0-E64F4297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7D5E9-FA63-4024-A0DC-BB1524A8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3293D-62C7-4EE9-9D48-816D7BC1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16AF7-B40D-405B-A998-3183ADF2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256E4-C831-4F6E-BB32-8D50004E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src/workflow_service.py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222E8-06A0-43A1-859E-BD837367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E1D0C-5BE3-4F2C-9B43-D20E9FE0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4097E-BD21-492D-A4C5-B2D87CD1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output/day1-workflow/trace.json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4CF3F-0788-4131-ADFC-FED35C1C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6BF5F-E431-48E4-AF48-D9166FB2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D61D0-248D-4A8A-BBD9-B74340C8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</p:spTree>
    <p:extLst>
      <p:ext uri="{BB962C8B-B14F-4D97-AF65-F5344CB8AC3E}">
        <p14:creationId xmlns:p14="http://schemas.microsoft.com/office/powerpoint/2010/main" val="204185804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A707E-6D33-4C93-94E6-8A186A02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8DB46-D9A6-4398-98E6-121DC85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LangSmith trace는 실행 과정을 질문할 수 있게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37270-4469-4F07-88FF-670075ED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EF323-ACF0-46DD-846F-6DBBAB81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03C5F-F9F3-4EA7-863A-1A57F812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0CDB4-655C-4B1F-BB15-86688BE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63FEB-C62A-445E-9897-8FB06D5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JSON만 저장하면 느린 node와 실패 원인을 다시 찾기 어렵다.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E6FFE-C6BB-4737-804C-3F82E5B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1508E-F9F2-4F6C-8B60-D2E342B6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1AD6E-FD9B-4852-B43A-0FD411CA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raw transcript·token·고객 정보를 trace input에 그대로 보낸다.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2A6CF-4795-43A5-ACE1-0BF1354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trace 기본, synthetic/deidentified만 명시 upload, raw content는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05729524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D7D48-5BE2-4C9D-93B7-D9973821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7EB8B-1082-485E-9A56-2206E1E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89E24-3E19-4B62-A068-1B1282C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29A1F-5C0E-4C78-BB5A-13259089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9C9C1-9F5B-4873-9E80-1F0F0F33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76C46-6F9E-4A24-B2D5-A95405E0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1DD79-5032-44B4-81C3-5A8F614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D2556-EEBA-40B3-B9D1-F42ED6A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46474-98F2-42FD-BC9C-CEABF78C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29164-F471-4659-93BB-9BEEC9A8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6945C-C3D1-45EE-A1BE-BC48E30E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53548-5254-4AC3-9583-B3FCBFA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B7E68-180D-4C32-AA7D-A5B1F66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382B5-8E89-4BCE-855C-DB7B379F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0009D-ABE1-49FB-8B90-5244FD1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B97CE-DCD0-40A2-9B51-D521E306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관련 실행을 모으는 공간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612F7-573B-4FBF-9989-3CC0AB0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D5BAC-5546-4DFF-96A2-7C5BD7C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B4402-EA4C-4C79-B52E-234C6EC7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84676-C09F-47B2-BA8B-57DD9B44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B104D-84E6-4E62-86EF-70B0A265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3B82F-C21E-486E-A2EF-E6181FF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요청의 전체 실행 계보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574E1-3EF6-4419-AAC8-EC20CC2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1CB71-7B80-45A1-9EB5-E49CCD65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C99E4-322C-45AC-8D32-9912CD89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76CD98-9D6A-44AE-A280-C0DD8C27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05B9D-222A-4577-BB10-E67EE36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FA2F8-7954-4DB3-AAE8-16213474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node·LLM·tool 한 번의 실행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7ED52-880E-4932-A3CF-175B9AA6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93367C-659B-4902-9E70-4D7723D1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1A37E-80FA-4317-B57C-F2A05B6A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2D8D75-7B86-43F9-92C8-97F56D70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40EBBB-CFA8-42DF-850E-F9447A4B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CC1B33-DF7C-4619-9D50-26A6350D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대화·재개 실행의 연속성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535827-5252-47E9-AC5D-50D33F1E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8D337-4614-4C7C-B031-0FA0735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1109656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8C9A6-3C19-4E18-BBF0-4860E7E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DF5FB-AC8E-4314-AE29-028E033B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23A3A-22A2-47D5-BAD6-65EB4B79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718B4-0E31-441E-ADBE-F535D095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01A2-2D78-43D3-B418-DD25E99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F06BD-B446-482B-B3DE-3DCE97CD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E0073-D042-4AB1-8332-CBB37B47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0D436-C2BD-4387-ADA4-660A27B6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DD4E5-EAA0-4CFB-9FD2-24CCCC68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raw transcript·token·고객 정보를 trace input에 그대로 보낸다.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6F23D-B4E5-427E-9457-E281EC6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4672D-2151-459C-B60A-C7408719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JSON만 저장하면 느린 node와 실패 원인을 다시 찾기 어렵다.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B1F05-5FE4-44E1-84AE-901B4E94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9501561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05E0E-75BB-4716-886C-118CC0EC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676BC-8974-46AB-8D34-136FFD6B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3AF4F-44BD-4E88-AE48-7B609261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501CF-D38C-4C6C-B963-83DB740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8EA1E-DEC8-4A8B-BB35-EC4B0E08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7174A-FD20-4780-BE55-7445D181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F1484-9B43-4D6D-A139-540D3B8A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892A0-1772-47CC-BF8E-55EE131F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535A2-6979-4301-95F4-015044F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local_only나 key 없음은 upload하지 않고 error code를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499F0-9DDB-41EA-A9CC-635D0CA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94380-BE37-4BBF-AC99-305AB140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DD9F0-AB80-4F1B-A835-3E9136D5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raw transcript·token·고객 정보를 trace input에 그대로 보낸다.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7F6E0-1A28-4A35-8767-53A80FD5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38061-B170-4574-B832-83ED5B27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24DC8-007A-4DFD-9479-46CADE8C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local trace 기본, synthetic/deidentified만 명시 upload, raw content는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CDFF6-36FB-4589-91CD-5797F18A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FE422-8789-478D-96B4-9C2843C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ABAA3-1462-440D-B0A4-033AA7A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trace.json 또는 LangSmith run과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7654156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87289-7528-47F8-B691-2483B716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8CFDB-5AB0-489E-9E14-BFD5FB2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CB5F5-BDC5-4CC5-875F-A5BA669B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26F9B-B1E1-4234-B525-5F452E3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8FBF9-6DA2-4493-974D-70C29A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F840E-7CBF-4D07-AB80-AC2822EC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2aab90bda41c1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DB6F8-6BC6-4DF5-88A9-C22AFC1E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node에 latency·status metadata를 추가하되 PII payload를 넣지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24AC1-898B-4F88-B942-1366806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11696527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87C9C-D650-4517-B701-64B1E98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E79FF-755C-4A9A-BD72-E44EF935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83DA0-967A-4880-9528-F9C1C3F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5AF98-0C6F-43F1-A730-94817141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16B61-ED58-4F3C-ADAC-5A418A1D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A5A9F-1B05-4DFC-8FD8-2AE671A2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FD7A2-1354-41C8-91B2-163806E9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68D39-A7FC-4B36-9497-D0D90C4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F575E-A0FF-4B3F-ABA2-E7868AC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node에 latency·status metadata를 추가하되 PII payload를 넣지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2F33A-4896-4C1C-BB6F-04B83D0F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62C17-B936-49B4-AB91-6A318391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66332-0018-49E9-8AE6-F6863FE7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src/workflow_service.py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output/day1-workflow/trace.json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C906D-4787-418A-A721-804BC775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1B43A-C52A-4036-BA52-F3C8EF8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5390D-7993-46FA-954C-BA303B4C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trace에 span 계층과 READY/HOLD 결정이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local_only나 key 없음은 upload하지 않고 error code를 반환한다.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550CD-F9FE-4812-9712-DFBC95DA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79CEC-DC9E-42F3-8C75-A1F0201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67A28-86FA-4F24-B827-1EC378E9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83152717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237EA-3BCE-43D6-A396-8CBE1EA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8ADEC-FE07-4A4D-8580-F14E52ED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ECC88-F8AC-425C-99C9-A2628376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AD446-775B-4CB5-A334-05456FC8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41489-63DF-4E4F-AD83-BECAA0E9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0FD84-E4CE-4E95-9DD9-D1B16FD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B86B0-D391-4F5E-A2E4-CCBD9AA6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11175-24B7-4A34-85B3-65DB7FBC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1CE3A-8A1F-4215-B776-522054F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F58CA-1F26-4D7B-86AC-6975B341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683CC-B5B1-46C3-894F-0315A68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E7B4A-CED5-4AB7-93C6-81DD127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5CE62-388E-4CAD-8D6E-3682B154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52C96-BC42-48A5-8183-A2709F0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trace에 span 계층과 READY/HOLD 결정이 남는다.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FA158-DD48-4A9E-80BC-2BC0BE4E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6B5B6-397A-4A09-B97B-3BA8418A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BEB4D-3013-42B2-BD77-C722B44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13170-FE59-4CE5-9861-4335DFE8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local_only나 key 없음은 upload하지 않고 error code를 반환한다.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6C684-0905-4AE7-A1A9-8C9B7A20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D95BF-DFE4-457F-A206-19EA3BD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95F0A-CF43-4041-AB8B-521847C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A2AE1-BE27-400D-9019-8F678C8A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29008122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3D030-A010-48B9-8AC4-7A78FF13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2BB53-0BE6-4A6F-92AB-98974F1D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C4FC5-6379-4E64-9410-02D76435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F7E87-DADC-4635-95DA-CC5679CC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7CA98-1256-4C57-8F5F-A5E5D1F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36C7D-2744-4B00-8B27-FA35A315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61D34-BDE0-499B-B288-859AD4B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C37F9-D291-4250-80F4-56603254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0532A-197E-429D-8E5F-6929AE20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0B3EC-93F0-445C-B2E3-C7E1B05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9CD23-33D8-41C7-A439-F75994DF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7F7D4-16BA-4A18-ADBE-6297871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src/workflow_service.py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A2787-EEA5-4A26-8A7A-B6113FEF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243C5-D6DA-4473-9E02-5DC6E0CD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D32A-1D28-40EA-9CAA-0D0126D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src.workflow_service --decision approve --out output/day5-trace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15604-70A4-494F-8B4E-CB25AEF6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B5777-E299-492F-8A4D-BBA1282D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D20DC-361F-4D96-9E32-F3621CD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trace에 span 계층과 READY/HOLD 결정이 남는다.</a:t>
            </a:r>
          </a:p>
        </p:txBody>
      </p:sp>
    </p:spTree>
    <p:extLst>
      <p:ext uri="{BB962C8B-B14F-4D97-AF65-F5344CB8AC3E}">
        <p14:creationId xmlns:p14="http://schemas.microsoft.com/office/powerpoint/2010/main" val="204660241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A0B00-BFED-40A6-98ED-0A0376FE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6126D-F74E-4E20-8FC4-0E620B66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A09E5-1D7A-4A68-BE16-2F2E9819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3AA81-FC23-439C-B35A-9AD4B29E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900A9-C5FD-4327-94E0-E7FD0133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D6602-87AD-4749-8581-13D751D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5BEDC-0FE7-4301-9B10-B0C5B56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A0DCD-D6BE-4356-9B05-D04C85C5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1169C-4AC2-4AD1-A42B-22442457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src.workflow_service --decision approve --out output/day5-trace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EFD5E-DFB6-4015-837A-EC62B4D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D8B95-D6E2-4350-B589-0AC61C17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26028734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7F91B-7843-49DC-918B-9E53A459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E6336-D3AA-4A83-B503-6C8CADAC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48FFF-2EE1-42B5-BCD8-00601D60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A0161-AD9B-4EC2-85AD-1203CA6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46C7F-B731-4149-B901-551CCCF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80ABB-D668-4AA3-9500-BD8615E8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7E4FD-1D6A-4A31-BB1D-C586F6A5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711A9-A1BE-4FBE-85F4-850AF990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D4E18-1B56-4C5E-9A62-3732AA05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01B53-789B-4F4F-9913-E7AA6137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CFA94-2E9E-4767-9B92-7F8D98D9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C1CA3-3B8E-4924-A732-84827B6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AFD95-C485-49BC-9E98-C7BF47E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trace에 span 계층과 READY/HOLD 결정이 남는다.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local_only나 key 없음은 upload하지 않고 error code를 반환한다.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33072481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20531-15FA-4C7E-B01A-BB2906C7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C6E67-BAD1-4D0F-B2FE-3035094C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83167-1390-4535-862E-693A8A7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C3E05-806E-4402-A5F3-2EBA7061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03550-EE8B-4082-A2DC-3D385365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61C05-BBE5-4884-9220-29C7D617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7DC8D-2316-408C-B99C-4D0A3D59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D81A7-7F83-4B0F-8A52-9599DC5E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transcript·token·고객 정보를 trace input에 그대로 보낸다.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B2641-C205-4CB6-B262-7421D648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6A125-2B2D-4F86-BBF3-5DE5FC8E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99F78-B9A7-4FFF-84F4-1C27AE25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trace 기본, synthetic/deidentified만 명시 upload, raw content는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09758-6241-4F4B-AE63-8DDAAE88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local_only나 key 없음은 upload하지 않고 error code를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143088475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B444E-1562-4C1D-B9F2-D7258894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DDD24-7971-4371-BD8E-D6AF8D17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4F62-AC81-48FB-A3BB-C979C521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C3EF8-3F06-452A-A98E-5D37B6FE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AC61F-9653-476C-9950-31E0995B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FCBBA-451D-40B3-9AEB-776AFB3E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55270-0009-44A7-B502-D35C5771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FB45E-FDBE-4893-9D1D-5661BE6D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2F37C-1E4A-441E-8DED-8DC3A08F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C9AA8-15B2-477B-AF9A-DD42A59B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B356-3EA2-420D-BD35-3ACE47E6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86944-35F2-417E-BD4E-4F9415E3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trace에 span 계층과 READY/HOLD 결정이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 저장</a:t>
            </a:r>
          </a:p>
        </p:txBody>
      </p:sp>
    </p:spTree>
    <p:extLst>
      <p:ext uri="{BB962C8B-B14F-4D97-AF65-F5344CB8AC3E}">
        <p14:creationId xmlns:p14="http://schemas.microsoft.com/office/powerpoint/2010/main" val="102673253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AE9D8-C338-4AAB-AFB9-789FB5D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58599-8402-4985-89D4-E6B6985A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68448-C09A-433B-A750-01A1184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0E3E2-5BD0-432A-93EB-10AB5FD2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66DC0-1F19-4323-B4CB-50B8EAD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76592-FF5E-4B32-9441-8351E994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65A3E-8A6A-4A38-A4CF-EA99E9B3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src/observability_lab.py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C3F15-2EE6-46D3-AD0C-DFFBAD10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6AB2D-DBF7-4EAC-B0EF-E6A8108D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trace.json 또는 LangSmith run</a:t>
            </a:r>
          </a:p>
        </p:txBody>
      </p:sp>
    </p:spTree>
    <p:extLst>
      <p:ext uri="{BB962C8B-B14F-4D97-AF65-F5344CB8AC3E}">
        <p14:creationId xmlns:p14="http://schemas.microsoft.com/office/powerpoint/2010/main" val="139674430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35396-5FD1-4A5E-BA0D-4ACB2581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A0C35-3671-4CC9-B105-61CB0986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AAC22-0119-411F-B949-757ADEB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06E7D-ACCD-43E8-87CA-619D1D04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A8EDD-19AB-47CC-8CFF-41148335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41292-FE30-4EE7-94B4-20670DAA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6BCEC-2AE9-45F8-AF61-AA143C28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src.workflow_service --decision approve --out output/day5-trace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trace에 span 계층과 READY/HOLD 결정이 남는다.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7D67A-4D99-4CD2-A1BA-726395B8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42552-F0F9-4A26-8E10-B9D06CC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trace.json 또는 LangSmith run</a:t>
            </a:r>
          </a:p>
        </p:txBody>
      </p:sp>
    </p:spTree>
    <p:extLst>
      <p:ext uri="{BB962C8B-B14F-4D97-AF65-F5344CB8AC3E}">
        <p14:creationId xmlns:p14="http://schemas.microsoft.com/office/powerpoint/2010/main" val="120927726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A8D1B-DE36-4BE7-9378-91C5A9D3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8D143-CF2C-470A-8AC9-B4A23A13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90402-AAB8-4930-8545-0F51992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1DB55-725D-490E-84CE-5ACBA84E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C7D2B-C8D4-43AE-862B-3251EDBC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6DF24-D56C-4F20-B3C9-38DC335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1C067-A6D0-440B-AE83-2AED4BD5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local_only나 key 없음은 upload하지 않고 error code를 반환한다.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local trace 기본, synthetic/deidentified만 명시 upload, raw content는 제외한다.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71331-D69D-4B8F-AF40-A30FABAB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CA790-C3B4-481E-93E6-A56A5B4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38994395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DF34B-64FA-4D34-8937-AA2B229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32AD7-ABA4-48E0-9E5D-295CD0F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C4373-9F80-45F6-AF86-F83F8F37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B794A-9CBD-4B7D-918F-C54F6BD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7E9E5-6064-45D3-8C4C-E1E566F3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4FAD9-5BBE-4F65-9683-D121D4DC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7DF33-F7A4-4182-B72D-93AC769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77CEF-6A88-4A9F-B34A-5BEB6816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D2FAD-A1B6-42B0-AB44-EA9B7CF8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trace에 span 계층과 READY/HOLD 결정이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41C2D-A514-47C9-B9E4-9555107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A5EED-ADCF-473C-87E8-E57B6AA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C73B5-3731-48FC-AD15-540156BF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BB987-332D-4C61-8BB5-58C5204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25E2A-514B-4C94-BB93-134EB6F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6D148-7021-4E5C-AE9B-3E145E3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11902-9CD8-4634-A390-9A32FA0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6980C-D450-49EC-87BB-B180BE88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32781-507B-474F-B112-464382C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56086619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04153-FAD8-43B5-A6B4-8F01691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DEC1D-D1AC-4855-89DA-D84154D0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1294E-E651-4AF9-8932-07D7269C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721F7-0F8D-4F6E-96E4-91694394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03B6F-9881-4A87-B672-726F3059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8D011-81BE-40CF-9DBC-BB516DCC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0C2DF-4012-42C8-A643-A21FB7CA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26A7D-7B67-4142-BCF8-76CD66D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FFCA1-9CEC-4E5B-80BD-C8C740EE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local_only나 key 없음은 upload하지 않고 error code를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35C76-A29B-4F61-86C7-3FD785D9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0014D-6C21-423D-B822-717C9863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7C236-75F4-4ACD-B241-8740E0CB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D9E09-91A1-4CE8-8B0E-59853A25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BEE0A-9B08-4643-8323-5986DB4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A5AE8-EAD8-412A-866C-E75DCA53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074EE-0033-42CA-8144-D529EE03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D67A5-83F7-4B50-92A1-9E1E9B9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02BBE-1E0D-41E4-9180-745CC2FB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1796066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8623B-1059-4A7B-BAC7-5F9A401F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79C24-DC12-495B-817D-88FE8496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1C5B4-FD3D-4ECD-A352-6657F78C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76AB2-4455-4AE0-BD55-F022CB3A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92A27-E4EA-4EB5-B4EB-029B0E44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F2D9C-EA43-43FB-A28F-B7DAC75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D02F1-7DFE-43B5-8B5B-2890E422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장애 문의에서 request ID로 어느 node가 실패했는지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8770C-7244-4E21-9032-CC6412B4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0A88B-3F4E-4C34-A0A7-189B553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39381-C92D-408D-BA04-E0DB5793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2A81C-44D7-4DD3-8624-3F034B69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BC988-BED0-4791-938D-227335AC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E1140-B322-4CC6-9CDE-458D6FE2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BC325-659B-4A1A-95B9-CED5BB73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2B252-A8D2-46A0-8AE5-554D6C3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93C3A-CDD9-4548-85FE-605224D6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E0295-B62D-4BB2-A87E-14524D15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79A40-3A01-4D2A-8B68-D54EC6C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FFFB8-1420-4C2D-B05D-C3FC4606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40029582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99DFE-B038-4C2E-9BE7-3D26685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E4BF0-9E41-4F15-8F25-FC1CA2A6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4F0A3-1A3F-4F8E-B5DF-EA49E9B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DBE66-A27B-4831-A2AB-B2E5234D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1B593-CF8E-403E-90F0-44A5DCD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18E7C-C382-487F-BEE4-0A8E356D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D8627-C677-4517-B2B8-0D240A9C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장애 문의에서 request ID로 어느 node가 실패했는지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16B8C-5082-4311-B90F-DE79EC75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22899-EA2B-433D-9B26-2443DF08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AB66B-5455-4F07-8D21-DE05F64A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74C9B-34D0-4068-8CB3-199C172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42946-9F5B-4E8B-A931-BEE789AB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42566-462D-4F49-B46E-F3A39A3F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E7FBE-9B9F-4002-A475-F2A145B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2C597-7441-4BDE-88A8-43FDEF7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6B740-B065-47EA-9C82-E8C4C23C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71387-AD6B-4D29-BF5D-89509AA6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B33C7-0363-4655-B14A-4D76DD6B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E9968-16E0-4F43-BAA7-EF2EBA43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1364611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2B887-230D-4B9A-BBCB-CE934469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76DF6-22AE-4857-AF7F-54EAA78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64A2A-61A9-450C-83DA-3C58103C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9DA28-087D-44B6-8E7A-0669C5D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7A58E-4C41-4E20-960C-49B68641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A062C-BABA-4813-A7F2-DFD199A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AB790-D713-459C-8300-2DF02B3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28C01-DA5D-405F-9D35-9CE71FA7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41760-5936-4EFC-9E24-C332157C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trace에 span 계층과 READY/HOLD 결정이 남는다.로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53DBA-6932-45DE-9F0B-58AFEDAC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10E62-98DB-4B73-88CF-362B29D1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E7639-7CBF-4724-B550-C06D8855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2C18C-3A85-473F-BDB4-BBEAC74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31DA2-63E5-477F-9167-537B9542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2222F-D28E-470D-A43B-FBE7376B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trace 기본, synthetic/deidentified만 명시 upload, raw content는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C3FAD-9CB2-4E13-869A-7B777A6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8F3AB-3899-4D47-8593-9686C2B4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51167-51F3-451D-A0AE-893059E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11418807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D6476-C19E-4704-A7A6-47367380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E43FD-A792-4860-8A44-6108753A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29194-BAE8-483A-B2B1-A74A7EA1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A6533-A684-417F-B52C-669B532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96A32-7E26-4C64-929D-006F7E8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CA901-B120-4A8A-8812-FEFD9436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E6688-5F00-42E8-8841-F18CBC0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4EFB1-9070-4DE4-B371-870F27DF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9818F-E2B9-4BB5-881E-4EE2875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LangSmith trace는 실행 과정을 질문할 수 있게 만듭니다이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3212D-EA4F-449B-8EF4-B5928CA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70F5A-C7E5-4991-859C-996571E8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E135E-5D3D-4544-BD26-DFFFEC0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src.workflow_service --decision approve --out output/day5-trace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0B958-E8F9-4A32-B552-2121754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FBC56-656E-4099-9E78-336F6EF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EFA58-E9C9-4B92-952E-74A504A9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trace.json 또는 LangSmith run과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51F69-19AD-4E3B-981C-75D578F4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운영 dashboard는 예쁜 그래프보다 결정 가능한 신호가 먼저입니다</a:t>
            </a:r>
          </a:p>
        </p:txBody>
      </p:sp>
    </p:spTree>
    <p:extLst>
      <p:ext uri="{BB962C8B-B14F-4D97-AF65-F5344CB8AC3E}">
        <p14:creationId xmlns:p14="http://schemas.microsoft.com/office/powerpoint/2010/main" val="182208519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8D123-7382-4707-852E-BED4DC6C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413A1-2342-4EDC-B61E-2F58DFBA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5 · 3차시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316B7-5E74-420D-8E71-28141D0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10:40-11:30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17478-BDAA-40A3-98DC-3E8E836B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운영 dashboard는 예쁜 그래프보다 결정 가능한 신호가 먼저입니다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8E4DA-9D47-45A4-8393-6A5D18D2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status·error·latency·provider·cost metadata를 비교한다.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10598-0E86-494B-875B-814262E1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77879-C053-496F-8D67-B1DA7CB2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8BDDC-D0B1-4994-A90A-2A6A72D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C70DC-44B6-4E4B-BC41-E379DA05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B8AC8-E89A-4007-A5B9-C3242A65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output/day1-workflow/trace.json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F5E0B-7B4F-443D-A3CD-94175E71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1F224-6909-4A95-80D0-7C009B46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monitoring_view.md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106AD-CDB4-4120-AE89-65A9B28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3차시</a:t>
            </a:r>
          </a:p>
        </p:txBody>
      </p:sp>
    </p:spTree>
    <p:extLst>
      <p:ext uri="{BB962C8B-B14F-4D97-AF65-F5344CB8AC3E}">
        <p14:creationId xmlns:p14="http://schemas.microsoft.com/office/powerpoint/2010/main" val="72416308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D5EED-9505-455F-80CE-E107579D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4491F-B85C-4E69-8216-453646FC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72F9C-633B-435D-B3E5-D3D588F6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6C474-B303-4EF0-A965-C1A90D6C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F6D38-8A12-4934-82FE-4711FB8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E8B90-588D-4DE2-B6A5-FB88843A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BE533-C425-4BBF-BED3-3D9E3943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E14F0-5D3D-4AFF-A1E7-01FEAA99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96168-47A3-4053-85EE-A3231A17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trace.json 또는 LangSmith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14100-C056-41E4-A5E0-0A01BEA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0BE92-5962-410A-8D61-DFD4F5B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E1DBB-1C4C-42C3-95EB-1C00E5F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dashboard는 예쁜 그래프보다 결정 가능한 신호가 먼저입니다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EAC18-53D0-42C6-AF09-A691739E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88A5E-29E5-4995-9FE0-9271DC1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703DF-0011-4064-82C2-ED7AC880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1FCBE-747C-486F-8118-62C6DBCF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66D2A-E1AB-4B2D-9C49-07027C0B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FF1E0-8AC7-4E3D-8C2B-F2218FA5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평가는 같은 dataset으로 baseline과 candidate를 비교해야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93374204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1D6AC-EDED-4A60-BBB3-2889BD2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평균 latency 하나만 보면 특정 provider와 실패 유형의 꼬리가 숨겨진다.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1474C-C543-4ECC-857E-19D9FBA3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DED0C-301F-4A2E-8A8B-07304D75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11B06-BB85-4AAC-98F5-6FD07163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69EE1-1ECC-4A34-AE9E-EB567E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B01DC-BA24-4ACE-AC57-8FC77037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status·error·latency·provider·cost metadata를 비교한다.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8778B-A4DD-4B63-B900-B38664E6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A4343-17C4-4E9B-B6C1-DBBBD36C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monitoring_view.md</a:t>
            </a:r>
          </a:p>
        </p:txBody>
      </p:sp>
    </p:spTree>
    <p:extLst>
      <p:ext uri="{BB962C8B-B14F-4D97-AF65-F5344CB8AC3E}">
        <p14:creationId xmlns:p14="http://schemas.microsoft.com/office/powerpoint/2010/main" val="4471839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3B9F6-19D4-42DB-B05D-658F2986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76074-3110-4A1F-B967-69E130E5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EF8C7-98AE-4EF5-BC9A-1BE2DEC2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C0D1B-4E32-4986-9CED-73D9F379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B2A4E-DC45-4833-B053-30D688E6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FC547-3DE0-4869-AD71-FADDEA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6AFC6-AD92-4455-BB8F-2733FA6A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422CA-F4DB-4DC5-B112-5894DE8D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status·error·latency·provider·cost metadata를 비교한다.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306B4-24AE-401C-B627-1EA92BA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08969-884B-445C-BAAD-CE8241B1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83E2F-BA35-47F2-99C7-17D31C4E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trace만 보고 HOLD·reject·fallback을 제외한다.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CD289-7770-4D5B-9A87-25A51ED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2A4E3-BCE5-42CF-8AA8-4C6B318F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0BB9C-C9B6-4089-8CE3-5E34822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0723943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9DF1D-3B21-46BC-9DA2-A67E04AC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AEB13-4840-479E-9F98-709E538A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ABAFE-F48D-4B91-AD8A-635C5641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291F-DFB6-4047-A8BC-4B4F14E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B79D5-8BEA-41E6-A11D-0A740901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540EA-6D70-49EC-8F41-900357EF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C7C06-1AEF-4EAB-BDDC-5F4D4FC1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BC8E5-FE5F-4779-9C26-1E484D8E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565D8-D9E9-41E4-B941-923BB9B4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ED969-6A31-4103-9970-AC94E76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EF1BF-167C-4A60-8B37-AA542745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65C4C-AA36-43C0-8906-3F1F0D97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FEA35-F013-4D1C-93D0-C02A5E81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B60AF-6E3E-4D2A-B727-2CFABBB7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실행을 분류하는 짧은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3E45A-F540-4EAC-8BFF-3D3C392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95290-8A8A-4966-AAB1-DABB88D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238FB-E198-4631-A2C3-D96254C2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9DC81-F564-4498-A0F1-3A28E463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조회·비교용 구조화 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72476-483F-41C0-A00F-F9FB4F4E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544A5-1815-4CC0-B462-06B238A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B5835-C134-4923-B887-BC76F899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4253E-E616-466D-9BCE-2A6FC689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요청부터 결과까지 걸린 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F4350-1004-4FE5-A14D-95281787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ECC4A-744C-406B-8499-5E8601C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D1E1D-4C2D-460D-970C-FCD0BEF6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9BC74-FB30-4897-B886-27A82BD9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token·compute 사용 비용</a:t>
            </a:r>
          </a:p>
        </p:txBody>
      </p:sp>
    </p:spTree>
    <p:extLst>
      <p:ext uri="{BB962C8B-B14F-4D97-AF65-F5344CB8AC3E}">
        <p14:creationId xmlns:p14="http://schemas.microsoft.com/office/powerpoint/2010/main" val="71008081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106D0-22A6-41CA-981D-2981437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38145-4A60-48DC-9D5E-869936A0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23BE0-62FD-41FE-93F8-B3BDA753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DE00C-A172-4243-AB22-A8BBDFC7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39DE4-166B-43FB-BD6C-D3958ED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751EE-0849-476F-9215-68852B20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0C4F9-A65E-4D75-AC19-F62229E0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49C01-0C44-4DB5-9D4F-E3D9548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5A16F-048F-4EE8-8DFB-40A6096A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6FAA0-21EF-4156-B77A-B477FD28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2088A-2FF6-4CBF-8A60-3303393D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tag version → provider metadata → node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338D8-C513-4C89-8995-4C08CD6A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2BC55-A547-4491-9183-8FDA6F5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57681-8788-48A7-B1A8-4F872034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34856-4F0D-48B9-90A2-C9FB16DB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88F6B-0D80-40A5-BE8F-63B12F78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99C55-C781-4967-81B9-E88D1694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provider_used와 node latency를 필터링할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원문 대신 stable error_code와 type만 외부 trace에 남는다.</a:t>
            </a:r>
          </a:p>
        </p:txBody>
      </p:sp>
    </p:spTree>
    <p:extLst>
      <p:ext uri="{BB962C8B-B14F-4D97-AF65-F5344CB8AC3E}">
        <p14:creationId xmlns:p14="http://schemas.microsoft.com/office/powerpoint/2010/main" val="143330063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AE4A3-5264-42D9-A6D8-DD826D90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115B6-234D-4372-BC18-1EE34C7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C828-603B-438A-8A43-CB5DD60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393F2-AEEA-4A02-98FB-937E1F7B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2A518-F6C6-469A-8965-AD4064FE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F96D9-DD51-40FB-968C-CA1B08C2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A48F8-2140-495D-BDF0-B77CECB3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79AA8-ECAD-4F05-88BA-7B037938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3ECF8-89F5-4E79-A5E0-079D53B1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tag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1F926-5906-4577-9286-D73A9E82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8EB6F-29EA-4F34-9520-F898D545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31873-3442-43BB-B2A4-12CE7898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BA9A5-97F1-4F9F-92AE-94C0D698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CD05E-7678-48AA-8E10-6F5E6097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B71E6-7193-412E-AF09-F17EBAB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DA81A-3FA2-4125-A366-7620AE5A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3B8E3-9A7A-4E87-A263-3BBB888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B55AE-E4E5-4A03-902F-EEEDC7A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error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A93E0-E8CD-4E2F-9140-5C774D48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5F119-7364-4A55-8298-1E3CC65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07567-9DC0-40D6-B2AA-8E95E624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READY/HOLD filter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B3E0F-776C-4A97-B9E4-83FE295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monitoring_view.md에서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01352372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282F0-5D8B-4482-AFF9-31F4DCD8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46278-8288-4778-941D-DB1B9E6A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5162-0736-4404-8671-CF44F59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D469B-785F-4664-B26C-A79DD15D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F2040-E60A-4015-8EF5-86D2141D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FDF1C-0CA1-49D8-AC4D-C719D151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21038-4776-4728-A6D1-61E366CD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9C198-1222-40AC-A391-2386FF8C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provider_used와 node latency를 필터링할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FDEB0-48D2-40AF-AE9C-5D68DFBE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E3242-F836-4590-BAB9-D01C1970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C6D7A-0DCC-4D25-9689-3B901841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원문 대신 stable error_code와 type만 외부 trace에 남는다.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16951-956B-4A9C-8F65-1F19CB8D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21561-6AA9-4540-8F6B-7A144626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EAE82-D207-4452-B418-CA1B725A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3649A-BCDA-4A8D-9D9E-2B94104C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3BEB8-C8E4-4903-8AC6-70BE3DD6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6B014-CF96-4C4B-B457-B43CAD1F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식별자·monitoring_view.md</a:t>
            </a:r>
          </a:p>
        </p:txBody>
      </p:sp>
    </p:spTree>
    <p:extLst>
      <p:ext uri="{BB962C8B-B14F-4D97-AF65-F5344CB8AC3E}">
        <p14:creationId xmlns:p14="http://schemas.microsoft.com/office/powerpoint/2010/main" val="23840519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15CB-2E3C-41F5-B523-B5E0645C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BC4C0-622D-4896-9F6D-7551044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EAC6D-7742-4220-993A-965CD62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3838A-2EAF-48C1-846F-4F1AAAF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2A611-7F84-49BE-976E-8858EA2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0BADF-ADB7-4CD0-B454-4EDE4E8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AD346-6017-45A5-A41F-22DCB47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2A624-521C-46D4-9F46-19E73EB5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EEE41-A787-48EF-B256-37BDC396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237F3-F6B3-42A9-A8A0-D4C036C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67B2A-43A0-4A93-95F4-351A2B25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74B8C-22E7-45B4-935B-22CFCAB1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output/day1-workflow/trace.json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67F51-A6F6-4DA1-A169-8A334CD5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01D03-FF4D-454B-91F1-5CE51F94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CB9E7-226E-4A0B-A7FC-6A1D6EE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45B14-2B26-4B75-94FA-EA97F342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A1507-C9FF-4263-A527-C8B4F549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73CF7-EA35-4DEC-BE71-CF6A8E1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</p:spTree>
    <p:extLst>
      <p:ext uri="{BB962C8B-B14F-4D97-AF65-F5344CB8AC3E}">
        <p14:creationId xmlns:p14="http://schemas.microsoft.com/office/powerpoint/2010/main" val="42633852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F89E0-A203-47E9-9B80-3EE0486D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62682-3E64-44FD-8460-0CF88D8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dashboard는 예쁜 그래프보다 결정 가능한 신호가 먼저입니다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4C53C-3BCF-4C48-AE7F-C7D631E4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AC43E-992B-4BA2-9352-DE52417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5EB05-7441-401A-BA34-7F1E20A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76CA-0665-4437-8C49-70A4956E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99CCF-6E03-490F-B93F-8816E264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평균 latency 하나만 보면 특정 provider와 실패 유형의 꼬리가 숨겨진다.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6A1A4-1441-4E76-8683-7BDF1D7D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4A01C-5B46-4464-AA7A-E3A6298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87262-7A8A-4DA7-B8CB-E433F9E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성공 trace만 보고 HOLD·reject·fallback을 제외한다.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92ED6-1243-4D61-9F21-AA8AC96D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status와 fallback_reason을 같은 dashboard filter에 포함한다.</a:t>
            </a:r>
          </a:p>
        </p:txBody>
      </p:sp>
    </p:spTree>
    <p:extLst>
      <p:ext uri="{BB962C8B-B14F-4D97-AF65-F5344CB8AC3E}">
        <p14:creationId xmlns:p14="http://schemas.microsoft.com/office/powerpoint/2010/main" val="205099413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CBD06-1EF4-4C45-A093-CF5B6A2C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33494-DE5B-4B5D-8DA4-DF0D6584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A3D1D-E434-461A-AB62-ADDAB85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0D85-1E24-4B2F-AA2A-4E369C5A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BB2DC-B680-494D-B12E-3BF6FC96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D1BE6-C725-432F-B8B9-FEFAAC36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26110-A20B-4456-B71C-C0A95D95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08DBD-E0A6-4309-8068-CB8606D3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6C96D-1931-46DF-84D2-2FE9FEFA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A8568-B002-400B-B924-FAAAE52D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D1D0B-3758-4765-AB23-84F8ED55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E0528-8304-4CE7-B77B-331E36C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DB9CD-CC34-4FAF-B6FD-878F819C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1D422-456E-4D04-974D-C40232F3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0E9E4-D66C-4257-988F-2243ED11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E03C7-FB60-4825-B314-72BC9ED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실행을 분류하는 짧은 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9CE90-F501-4B9E-9D6B-66782AFE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4325C-F327-430E-A96A-B142EFF5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791EE-1EFF-408B-AA0C-A537201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30BD7-9D4B-4163-8936-2CD703E0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92E5D-336D-4F06-8025-19D495D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F5645-EF6B-40B8-B034-16C4929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조회·비교용 구조화 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2D6EA-DF7A-4272-8B15-4FE6BEA7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F68E8-0DFF-4250-BAE4-5BE24C14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6B75E-A00D-42B0-93EC-0BD8219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8D6319-6724-4F56-B416-7D365444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7B04F-6388-4186-92E4-5BBFAF1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2AFDE-7828-4B44-ABEA-B08F8FC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요청부터 결과까지 걸린 시간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10FD1-A935-4BCD-83D5-28F7935B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E850D-5635-4710-853D-A6510C9D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5EE14-1866-4208-93CF-495CF39D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C4346-0C89-4FA2-B2B8-624314EB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25B84-09E1-495C-9C57-FC33367C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39C9E7-2A83-4CB1-B147-4BF9B4C5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token·compute 사용 비용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D4D1D-B453-4AF2-BBD5-7C9DCBA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60E02-ECD6-44D5-BB1A-16EC1D20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16895726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97C84-BCE8-473A-A069-3E469CDC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8C809-13A7-4DF6-9765-AF1E9D4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8FC8E-85E9-43A4-9FA0-C575E6A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8053E-A8D9-46DF-8B78-FBFE071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F4DA9-34E9-41FA-9D42-DFF4020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EA38D-A7EC-4EB8-A193-05CF16E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DFAE3-0CE9-48F4-87CC-056A78C1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82D40-511E-40F4-9486-D062176E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E307F-075C-4A0D-B2A3-42C99515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성공 trace만 보고 HOLD·reject·fallback을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C5419-08E0-4370-A506-7FE5555E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844F8-1AF1-4A23-9835-DFF834F1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평균 latency 하나만 보면 특정 provider와 실패 유형의 꼬리가 숨겨진다.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D2C1E-C65C-4997-944D-806070F2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4025556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34ACE-E625-4FC9-A992-E1DF60C4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89A12-82B0-47F3-B0C9-BA0B425A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B8C55-0F3C-421E-82C5-7E572024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35CBC-5376-4E03-8DA7-F5B58622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AC32B-DC48-4118-B911-599C9AC6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9150D-25D3-4401-8FAA-592BAF47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3D615-1A91-4E50-B72E-18DBCB8D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89C97-DB8A-44C3-9845-C1569BB7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4671F-AB36-4359-85DD-5C5E2FD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오류 원문 대신 stable error_code와 type만 외부 trace에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72F73-D909-458A-88EC-3F484A6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D875B-C95B-4008-8116-5448F6F3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5E536-E256-4A5E-AE2F-FE057FAB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성공 trace만 보고 HOLD·reject·fallback을 제외한다.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91AEC-1F41-4D2D-BF6B-D3A6ABF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8DD23-2E6B-4086-BFF2-8E25F8DE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3B2F8-9ABB-41E0-B77B-BAD7859E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status와 fallback_reason을 같은 dashboard filter에 포함한다.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1BD8C-DF0F-4A02-B67B-9A96CE1A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10B8B-DE08-4AE8-8123-21DBA798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5F63E-1F53-4B26-A87F-1754A37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monitoring_view.md과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34584898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9EC1B-8D2E-4733-9329-17E87ED7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2491C-68C1-4C1C-BC91-70E21CBC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FBE27-BEA5-4B71-9200-4D6AE420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04A0B-085C-45C9-95FE-34A31ED1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C766A-BDFD-4780-8F6F-4481699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F0A2B-B4B6-434B-A3A9-97A76740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4eeece8244f82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264C7-37EF-4227-BDF8-F0DF69B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추적 field를 늘리기 전에 운영 질문 한 개와 필요한 metadata만 정의한다.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FB28B-7033-47DC-9A7A-ECE697A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76323053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9F476-4907-4DCB-9F42-F84C5F5B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AD1CE-15C0-4C69-B13B-7C162D3F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5F640-EE97-4EA0-BDD9-DD41309F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6BC9B-074E-406A-8D5D-08D0F34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1A6BC-C2E7-482B-871A-023CDE8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837C0-1831-401E-AC50-01E76BFA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4BDEB-CE4B-404F-8436-26F49C08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B4F72-A31F-4D0A-900F-DA0E8046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4C0C9-817D-4F71-9043-56ABF81C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추적 field를 늘리기 전에 운영 질문 한 개와 필요한 metadata만 정의한다.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76501-2FD8-4ACF-95EE-D28900F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76F96-2AD2-47A7-B6CC-26A22E4B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C664B-729C-4262-A191-95669B27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output/day1-workflow/trace.json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5DD4C-D489-48EB-BE4D-C6B9F62A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AAAFE-127A-4FF6-947A-9603DC08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8D8DE-20B1-4AE3-9002-0BD81A11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provider_used와 node latency를 필터링할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원문 대신 stable error_code와 type만 외부 trace에 남는다.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78358-2A6A-417A-9E5B-69585A4C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003EF-0015-4EC8-A379-E0B38A22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157B1-1A1D-4D26-AC72-87FF0A8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57754475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E4349-2933-4191-B1C5-A481301C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706A6-5061-4696-A67B-99596BC1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DA7F1-4E52-4B07-8743-CC96984A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C5A7A-08EF-4879-B477-7F9FE07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0E164-2BB7-4269-864C-6DC86033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A480E-7AA6-4781-AC50-D3A4E171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50ADE-29C8-415D-87F2-9C12532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1881B-5438-40B2-B053-97FFD60B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9BB2A-F979-4753-9605-C1267181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CFF1B-EDED-4F67-B6B3-519CD4C5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FEF57-8FBB-430A-96CB-0851A40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0ADB1-EDEF-4FAD-BD8D-C725437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949AA-742C-4649-9D2A-804E1728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109AC-D350-448E-82E9-BF700603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provider_used와 node latency를 필터링할 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89E48-0291-4C3E-B68A-35DDA69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07F9B-6D1B-4EB6-BF9F-F9C2CB90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BA30A-9777-4AF3-9223-96EBC023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CE1F8-78FD-443B-AB4F-B007A55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원문 대신 stable error_code와 type만 외부 trace에 남는다.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C822A-E91E-4711-9147-F93E991F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096E7-E366-4EC1-A828-BCE594E9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EB560-E986-4DB8-B574-58D962B7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02340-8DC4-4C4F-BAD7-1ADCEDB8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80170425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3ADEF-FB62-44AD-9D02-DDE67CA1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7521A-F696-475D-91AA-38E148E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27C1F-DF4E-462D-A935-5BEA3A2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3564F-35A8-425C-BEEA-6A33EB55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B6D35-FFAF-4CF1-A8AA-F60B3C1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D523D-B6A9-4846-BC64-86F41467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341E6-7D73-4F94-8F5B-F535C425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ABE8E-2DC8-4A29-BCF9-E775B850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5F07B-C32B-40A1-9C28-331CDC3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FFA4D-D649-4E5F-ACB0-15C1225C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99C3C-3F26-409A-8758-3E42A096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F9B87-7D03-4E83-817C-F2C77ED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output/day1-workflow/trace.json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710E5-FACF-4CD9-8975-1FD594AE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29A4D-D30A-44F1-9AFB-474D9C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3F6D3-3217-44F3-BFC8-182334DB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tests/test_observability_workflow.py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3D879-2EF3-41FE-8BA8-6C2018E0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01EE0-CF0F-4772-9980-300E3177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83F3A-4622-45AC-ACB3-57FD580E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provider_used와 node latency를 필터링할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77358688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BFCD0-561B-4536-A96B-A6096A7A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6DBCF-F11D-446D-96E3-7843B47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EE5F5-4EE2-451C-91C8-E453AD6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20060-2733-444B-BE56-1F8BEDDB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A2203-6ACC-4437-B815-CA39D32C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1CD3A-5136-4131-B713-5AF3F757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5EF01-D293-4088-8844-E95085B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2FDF4-61E2-43E3-A1FC-ABCA7796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33580-825C-49EA-B547-285CE98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tests/test_observability_workflow.py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20FC6-D87D-4EFB-A76E-34950475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4CE2B-9E67-44CD-8BFD-2C5A4D53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72797958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8FFEA-2A2E-4597-A331-A17CEC97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E9B5C-7E37-47E4-A5B9-871E97D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F22E9-A8AA-4D07-AEC9-5F27DE8E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AB7B-3218-4047-9C4A-33C5F60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64A74-B822-44D8-A3B8-390655C2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2F469-D195-40C2-9386-A6D83B2D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6F841-06D7-4A33-9BCB-0ABC3648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058AC-E511-4BD4-87C6-215273F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18025-9643-4AB1-BF94-D9DF1A4B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3A33C-1CFD-4E9F-9D40-F05D7DE5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E36E2-1F33-4624-8056-AD7A4256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B6716-BC98-40BC-8778-CA7EB39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EF579-8A42-491E-95DA-C3863E13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provider_used와 node latency를 필터링할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오류 원문 대신 stable error_code와 type만 외부 trace에 남는다.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17038094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2814B-CC67-4B6E-8C99-23B01DFB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7E61E-DC90-46E1-B5F0-E8CC484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6B9A1-9B1C-401C-855A-C1333DD8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75211-0B10-49C8-BCE4-D01DBCFE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0015E-C344-49DC-8311-980C95D9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F8BC3-D05C-4F0E-A128-A79C722E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F876D-6219-4806-97F3-44F1582E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0C2F1-E7D5-445A-ADFC-B06FFDB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trace만 보고 HOLD·reject·fallback을 제외한다.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45F3A-A568-4436-A0C1-60C82D4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5ED42-7B3C-47E5-B54A-3C30487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87D7C-7248-46C1-9629-6FF44DA1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status와 fallback_reason을 같은 dashboard filter에 포함한다.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3E6E8-DC4B-4075-9303-924904F3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오류 원문 대신 stable error_code와 type만 외부 trace에 남는다.</a:t>
            </a:r>
          </a:p>
        </p:txBody>
      </p:sp>
    </p:spTree>
    <p:extLst>
      <p:ext uri="{BB962C8B-B14F-4D97-AF65-F5344CB8AC3E}">
        <p14:creationId xmlns:p14="http://schemas.microsoft.com/office/powerpoint/2010/main" val="148574901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C3AD7-954C-493E-A8E2-0E7BD64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BA34E-5F5D-42E4-92C9-7242ED69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BDC59-59F7-456F-BFEF-52A94291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1B02A-F60D-4AC3-8F61-29569FE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27E2B-8B0C-4AAC-88B0-24A737BB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02974-62B1-41DF-8096-2B20556D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D71A1-A225-4F5C-B651-A749A736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FD34A-2C90-4D62-B3F6-14891779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865AB-018B-4842-9603-1BB6E4B1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02258-9883-4E8C-8C9A-7B466C26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A9C66-650D-4E34-B5F7-64881C75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42092-0346-4BED-A9E3-F05B3747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provider_used와 node latency를 필터링할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 저장</a:t>
            </a:r>
          </a:p>
        </p:txBody>
      </p:sp>
    </p:spTree>
    <p:extLst>
      <p:ext uri="{BB962C8B-B14F-4D97-AF65-F5344CB8AC3E}">
        <p14:creationId xmlns:p14="http://schemas.microsoft.com/office/powerpoint/2010/main" val="73821404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9EAD6-C509-4343-982D-7967E9F8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7B192-DAB6-4472-8FF0-698F00D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73696-43CA-4988-99D6-596178E2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84C81-DB25-4A3D-B3A7-8DF5D9F6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CD0DF-8EA3-4334-ABA8-8FFDFAA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B50B3-EF29-41D4-814B-2153347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7FA6F-5075-4F25-86A2-0EEDDC35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src/observability_lab.py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CA3E3-2EE9-4868-985E-14FA4280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EEA45-FB03-49DC-8281-D1D5046A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monitoring_view.md</a:t>
            </a:r>
          </a:p>
        </p:txBody>
      </p:sp>
    </p:spTree>
    <p:extLst>
      <p:ext uri="{BB962C8B-B14F-4D97-AF65-F5344CB8AC3E}">
        <p14:creationId xmlns:p14="http://schemas.microsoft.com/office/powerpoint/2010/main" val="874028577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1E0AE-6CEF-4138-8F00-76B07C7C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1AF1C-7237-4838-94A0-898AB5F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39476-CF5F-4374-83A2-5BF977F9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F3E33-2A80-494C-A507-2590A71F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36B05-AB35-4046-BC99-E7EB5F20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67407-BBAB-42EF-9A01-42CDF56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687F4-FB29-4F98-B155-8EF6A40D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tests/test_observability_workflow.py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provider_used와 node latency를 필터링할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9FE3D-2246-450A-A480-F5E129A9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D7684-E5E5-45AE-8345-D6C6CC5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monitoring_view.md</a:t>
            </a:r>
          </a:p>
        </p:txBody>
      </p:sp>
    </p:spTree>
    <p:extLst>
      <p:ext uri="{BB962C8B-B14F-4D97-AF65-F5344CB8AC3E}">
        <p14:creationId xmlns:p14="http://schemas.microsoft.com/office/powerpoint/2010/main" val="87680469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C9748-D28A-40D8-AA86-6EEDE106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11FB2-01D2-4936-82BE-638FA1C4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5B6AD-2FB5-4EDF-85E5-02EA659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115E-FF3B-4465-8D23-E05E561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D2457-22C9-4D46-A51B-8CCAB5F1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048F0-844C-4267-B051-AD9061C4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8F94B-8DE1-41CB-9AE6-2C60FB7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원문 대신 stable error_code와 type만 외부 trace에 남는다.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status와 fallback_reason을 같은 dashboard filter에 포함한다.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7512C-90E2-4726-8E31-AB8F7EB4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CDFE9-DD68-428C-AB4B-DFAA128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84864661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F3A65-AE5A-471D-859E-8242EEF7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E3B29-F8EA-42DC-A0FC-8EB3F6D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77E69-BEFE-478C-BAA8-6C091FE6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E8470-8D3F-45F7-BC88-83FA81A7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751E3-23A0-42EA-B486-AC08A6AF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91131-EBE5-4417-BAD3-B2107D0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3859D-7A20-44EE-906A-FCAABE1B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71E76-8B9B-441A-9209-86602B2E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B7497-3DDB-484A-B5B1-4D85BF50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provider_used와 node latency를 필터링할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F4483-ACD6-407D-B79A-95C82B84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CEFD7-1CEA-44C1-9532-32A45842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321A2-2B87-451D-8EBB-43887340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36547-01AD-40D9-B23F-D57F5C3B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6B792-62EE-4BB9-8E47-25F4BB6C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D00B9-D6D6-4869-B999-C25374FB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B14B3-02D6-4D69-AA43-896ABA34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D27BE-629B-4B0E-A392-439BF46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165D6-2213-49E5-86BF-19608C16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42129180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6E6CD-D2D4-4C27-A1F1-2C40F8E2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D443F-CC1A-4AA8-9E8F-3EC4C773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EC56F-6150-46BB-AA39-1D309B0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9BB72-5F2F-4F35-8E0C-46FCF77E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297F8-91F9-4173-84C2-9E7DACE1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3E045-050B-4338-BE92-E283B2B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E43C6-48DC-4EC6-A3DD-F3F14ED1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634D4-04F1-4917-8B6A-D2F4B830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C26D5-6138-4102-96C9-C0CAD36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오류 원문 대신 stable error_code와 type만 외부 trace에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836E3-D8BD-47A0-9EC8-3345619A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BEB5A-58F3-4C82-9CEA-2C3700E3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4075B-8237-486F-96F9-7DA6FC3C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276FF-3362-4B92-842E-3C21CF91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8664A-48BB-4FA9-9A1F-9E20E8E7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9C762-A548-4A89-A257-A33D9F0B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900C0-DEC6-4A00-84AB-9291CAEE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9F424-7CD9-41AE-B325-9CC7785A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79FED-942B-4CB6-AC7A-1A1E985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4883825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5EC64-9EE0-4782-9EC3-C9A4A9D5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7A505-6667-47A5-BC89-3FB52BD3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6EF41-5DF2-4769-BC3A-927BBD2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A55C4-A5F9-45F8-A1A8-DBB2C876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60FAF-C13F-4329-82B6-F2D4B137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A7499-17A6-4745-A011-047AD31D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CE82F-1B83-4DA8-853F-2E6E65CD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교체 후 latency·fallback·HOLD 비율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06352-B7B9-4F63-90FD-40B5EFE4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637E6-7A38-413E-9D58-E658BF7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53DC6-BD50-4339-95D2-E76C7ACE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76618-1687-4753-8A7A-17297C0F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26FCB-6BC4-408F-9566-B7526A8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AB534-455A-4055-9D7D-A306934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E283A-CBC1-437A-BD70-E6E03DB8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95ABF-B7B0-4B6C-997A-D5AF9361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D0D79-55A7-4D58-8895-52BAF9B8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49AD5-A6D0-4854-AA27-048B2CE1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71DB7-47D5-477D-8725-8146EB3C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B1554-8CBD-4C21-83C7-90E8C698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632020077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5E801-A809-4E62-ADED-B4D513C1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3E813-EF06-4F9D-B261-836B0044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D4E57-20DB-402A-9185-DAEC9D2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9F9A0-38AE-4340-B7F1-5E6B5856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8934F-4B7B-4D1A-9509-1E7561D3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D32C9-A482-4E98-B716-10CB855D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DAA3C-F847-4A3E-91D3-6F9B5BF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교체 후 latency·fallback·HOLD 비율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C1392-3D36-426B-AB4A-D0D5D745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124CC-3171-4556-B2E7-8D567672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95EBE-EC50-4EC1-A288-EB1258ED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6CED3-0F12-454F-B6F6-9C9F62DA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B8362-8138-4534-AD12-CD825AFF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6755F-D2BA-453B-9A6A-5A0D18A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D37E9-B42C-4818-8A2D-B18200AB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01554-FC95-446B-8EEC-D964D59F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17F3E-60DD-4F00-955A-A498BBD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14A02-4A08-4628-A8F4-40016A5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EC526-37ED-4DA7-BEFB-E8E424FE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99F71-8E55-4E99-B09A-89B49821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63016410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089DB-F377-4A2D-A770-2911D6A2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27015-F5DF-422B-A3E4-BD92731D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2AEBD-246E-43DB-83D4-5DD77915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EE891-3D7F-4BFF-A17D-C52E47F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4F2AF-6060-42E0-8235-5BE53017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37F42-DD23-49E4-8532-80B7BE95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8F086-8F71-4E03-AE14-623C37A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960EE-9678-4A80-B3C3-21006EC9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3EEC-64AA-4001-94E9-20B2F716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provider_used와 node latency를 필터링할 수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E9C61-5263-4CC0-AFAE-4C1043B4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25AB5-940F-48B7-B6A0-5822DA2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96321-EAC6-4996-A813-7A9F0BA4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77F5E-7BEB-4F17-AEC1-DA1128F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5F42C-88ED-4564-9967-50712A8B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D3E6A-667B-4949-BD56-87080689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status와 fallback_reason을 같은 dashboard filter에 포함한다.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9695E-BB38-4E53-B971-380DD9C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40C00-0194-49E3-A2AD-5EA6EF9C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D2641-1DA9-411B-AD4C-3131C6F1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63632672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1AA47-3BBF-45AE-BC3E-B9FD8EDD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2348E-41F1-41C9-8DD7-62A950F2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21F8D-4F47-42F6-B3EB-12AEF842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A032B-326D-43B4-9656-63CE1D88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5026C-18CB-4F72-930B-F67BB669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BA980-2825-4326-89EA-47B592E2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703F5-4B10-4EE1-99B3-A576414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EFE45-A0A8-446B-A473-0A34B2F1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98719-B9B4-49B4-8540-DC4153E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운영 dashboard는 예쁜 그래프보다 결정 가능한 신호가 먼저입니다이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7A086-064C-4032-9373-A79626D2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8EB32-9FC3-4F29-B9E9-F0B71804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C5312-D921-4BEE-A5F6-3F6BFFBA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tests/test_observability_workflow.py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FEAEB-2EE5-45F8-8DB1-3A18207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FE7EE-5198-4EAE-8F47-062245EA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973EF-F543-49F8-9941-30E78168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monitoring_view.md과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DA6FA-A401-4A8D-B28A-225084A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평가는 같은 dataset으로 baseline과 candidate를 비교해야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42561989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D60A6-F9AA-4311-BE05-D531FA52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461E4-436A-4959-A81E-F2A6A6C5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5 · 4차시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CA6C4-71B7-42CB-A1E8-E535935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13:00-13:50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359B-B016-4C33-BBD3-1E6E9AEE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평가는 같은 dataset으로 baseline과 candidate를 비교해야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5EB9F-3F50-46CA-9DD4-3F5578F5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golden review case를 code evaluator로 실행한다.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1E7F2-78FB-45C0-B9FA-2CB42DFF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10CB-1BC7-4883-AF46-98E23E5D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CC088-C3E1-442D-B5F3-77188A2C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88575-01FA-42FA-AFA6-2F2F8CD8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BF59A-A22F-4E1D-8EAB-A36B961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src/course_services/eval_service.py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09C95-865F-47B5-AEC1-3656163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75D17-2F3D-4C0D-9FB0-5290CA1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experiment_result.json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048B7-4D63-47AC-9FDA-ADAAF416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4차시</a:t>
            </a:r>
          </a:p>
        </p:txBody>
      </p:sp>
    </p:spTree>
    <p:extLst>
      <p:ext uri="{BB962C8B-B14F-4D97-AF65-F5344CB8AC3E}">
        <p14:creationId xmlns:p14="http://schemas.microsoft.com/office/powerpoint/2010/main" val="136698632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450BC-ED8B-451B-95E0-5740B599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F6418-DFCB-42DB-9F06-9F9179A3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888A7-FFA1-4983-9E29-38D9F87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4B73A-9863-4162-96C0-66C660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AD444-E042-4AE2-97B3-C2A5F249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313DC-A495-40E1-B26C-33734A6B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9B9C4-0088-4A51-B026-FF4C70A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B8014-68B0-452A-8D7E-03B0AE72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5A1B2-5334-483F-8140-54AF6BA3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monitoring_view.md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480E6-6CDB-4BBF-8103-B486CE9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3309C-2103-43EC-B23B-2C9DDA1D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168BA-2329-48DE-818B-5AD1A73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평가는 같은 dataset으로 baseline과 candidate를 비교해야 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B5DAE-F29A-4F53-8561-F8A98C4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E1084-6453-4F6C-B468-7E454692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5B771-8ED7-4BAF-B0E6-8E35E072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48677-D6C9-437E-83EB-013E0160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EE186-1C1A-4966-BDA2-5DD3566B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0FF9F-1E52-4F9E-AC78-94AEC07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피드백은 좋아요 버튼보다 판단 이유가 필요합니다</a:t>
            </a:r>
          </a:p>
        </p:txBody>
      </p:sp>
    </p:spTree>
    <p:extLst>
      <p:ext uri="{BB962C8B-B14F-4D97-AF65-F5344CB8AC3E}">
        <p14:creationId xmlns:p14="http://schemas.microsoft.com/office/powerpoint/2010/main" val="196705778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D5F13-961F-430F-9B1F-16DB96AB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데모 입력이 매번 달라지면 개선인지 운인지 구분할 수 없다.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AB77B-2D1B-4898-84DE-17CEE42C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39716-205D-4F8E-8E0A-FEE479AB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6F1DA-019B-42EF-8017-B4AFD0A4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EB39B-F843-47FC-8B71-EDA97770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15AB2-AF4D-4611-8BA5-EC39110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review case를 code evaluator로 실행한다.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E983F-C4B2-42E1-8DE6-EA866197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F2A1B-6CC8-4CBD-9236-7C1DD21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experiment_result.json</a:t>
            </a:r>
          </a:p>
        </p:txBody>
      </p:sp>
    </p:spTree>
    <p:extLst>
      <p:ext uri="{BB962C8B-B14F-4D97-AF65-F5344CB8AC3E}">
        <p14:creationId xmlns:p14="http://schemas.microsoft.com/office/powerpoint/2010/main" val="1982529955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E96C7-DEF8-432D-8AE0-9292EF6F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EA017-D692-485F-BE07-7511FB8C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4C12F-814B-4845-ACE4-06D01EA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13E30-12A8-4ADA-A58B-A891930D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22A3B-E3FD-4ADF-A8D9-798DC5E2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E4FBB-EE62-4186-9298-57123746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4A52B-AC46-4457-B6CA-525578ED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11381-8DA8-48D7-8B97-5B988007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review case를 code evaluator로 실행한다.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E2B86-0599-44E5-8923-05C17574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63BA0-3893-4A93-B456-79E18DD2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F40F0-F83A-4F42-8C2D-31A8FC7E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judge 한 개 점수를 객관적 정답처럼 사용한다.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5BBBD-2E64-4A34-AA05-F85CDA4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96798-C2A4-4EA9-87AD-EBA3E0BF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EA86D-EDBF-4A3F-9E80-ECD41D3B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8200070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51DCF-6C0C-4233-BBF9-97A3FAA4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92EAD-1C26-43EB-9336-4C90C1C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30F4E-B8E8-476F-BA0C-B549411D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EF081-EA3E-4BD1-A38A-D1A1184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E0ACE-F870-4902-95CA-EEC3FB6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A5F54-7B43-44F3-A93D-FA0D43F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6BB09-38FE-45F7-9237-F4310763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ED294-FD25-4C24-9A80-ACBB8BD4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B1495-4DE5-4598-B429-80EC224F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4E9C4-5B1F-475F-A67B-9FB3909E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56D20-1648-4E98-93AE-5A8D856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6FB5D-CCBE-4BC2-B30A-8E2F89CF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4146C-1AB9-45E3-8BE4-026D6763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73BB2-7D84-4F2E-8AD3-041DAF3F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반복 평가할 입력·정답 묶음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3CBBD-79AA-46E8-9620-59EAF3D3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32291-2CCF-4612-AE3E-EEC744B7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8F101-D3F5-4F54-A308-40754ED6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96D2D-2A97-4072-A328-49A5F8E0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특정 버전을 dataset에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27B7E-AE6F-4FDD-BE61-84E2F3C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429D9-7CAD-4185-866F-50C9468E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 evaluator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47B8E-4BB7-49D9-B2D7-DCAE0578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A9C7D-DB39-4FBF-BF01-855325D8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규칙으로 자동 채점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D708F-7394-4E26-AF4A-1850B4AB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FBB49-01DF-4D93-AAF8-668F179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15FCA-E638-4A92-A108-7BB15EB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3C4CA1-0FC8-45D6-9A15-E22AA2C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새로 비교할 구현</a:t>
            </a:r>
          </a:p>
        </p:txBody>
      </p:sp>
    </p:spTree>
    <p:extLst>
      <p:ext uri="{BB962C8B-B14F-4D97-AF65-F5344CB8AC3E}">
        <p14:creationId xmlns:p14="http://schemas.microsoft.com/office/powerpoint/2010/main" val="47340234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39157-F540-4872-B580-84F38728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09CBA-35E2-459B-AFBB-D1E3594E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81B53-DB55-405C-8746-349B8CA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CF387-2839-4C28-B93C-898BD1A4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61A07-6F3F-428E-A4A8-4CE73C1B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9A00A-A607-443E-8EDF-171E0946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8AD16-BBD7-4660-A31C-8B46D229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B333F-9846-4A24-937A-4CC9708B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src/course_services/eval_service.py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EC0AE-0AD9-484B-B23E-E121E97E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FE631-1298-484E-B2B1-7C04599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8211D-43E9-49B4-89AD-91997718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load → baseline run → candidate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9742F-CA5E-4461-B9C4-415D99A0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745F8-E35D-4A9A-B766-064BDC9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685E4-499A-45D2-B29E-4421810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A70F6-9A7E-410B-BD37-BB2705D5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470B9-EAF4-4C83-AB80-34C6E335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385B1-10BE-4EBE-B775-DAEB4D42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 또는 recall 0.8 미만은 HOLD다.</a:t>
            </a:r>
          </a:p>
        </p:txBody>
      </p:sp>
    </p:spTree>
    <p:extLst>
      <p:ext uri="{BB962C8B-B14F-4D97-AF65-F5344CB8AC3E}">
        <p14:creationId xmlns:p14="http://schemas.microsoft.com/office/powerpoint/2010/main" val="55031942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C3D66-E235-4103-B720-3AA0A75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7D306-94E4-4835-B4C7-34D9FA1A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3D36-DBA4-4A45-9B5A-C70BDF18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5143D-90DE-4629-8DA0-84AB3DED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569E2-C7AA-49D4-BE91-5275215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3F175-F1DC-40AE-ABC9-ECAE6E04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F49C7-C791-4365-85C2-E220BD9E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94C40-5F9C-43D7-A062-A087E1B6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162B7-4B84-4D59-B20D-61D1713D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2962F-6DF7-48C7-BA20-AA51D7DE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4298A-CDB5-496D-91DE-8E486C1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241BA-555C-437A-9CC2-B77A5E93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A3AB0-D38D-4FFB-8B19-F9BE10F3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044F7-AE9A-4251-9971-2F06B142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589D8-FFB8-4281-A888-8A9B49FB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candidate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681E7-91D4-43CA-BB57-D8A4FB4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4FD2C-8246-41AF-9D49-F0ACA038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43E64-F8FE-4E4E-9C68-4B66F6BB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metric 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D2648-5D3E-4A91-AD20-B5DEFEA4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FC0B5-2687-4BCB-AA2F-C983D477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36B87-BA62-49DB-94E7-3EF205D1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D0ED3-3056-4064-9F5A-0643D97C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experiment_result.json에서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82993584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D3E56-F4F4-45DF-AB9C-B8FFC204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C224D-E50F-42FC-96E5-0AC9ADC8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F50EC-7A65-407D-9ACD-E3F24D42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1F098-CD78-4D7F-B67B-9E8BC58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A7C18-D460-4963-B126-A5EFE2E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E923A-3618-4FCF-83EA-6CF6D7E6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CD36C-FECD-4583-B969-7E828F7F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15E08-3B64-4B61-A2EF-A785F658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precision·recall·F1이 1.0이다.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1D1D1-3FAD-409F-981C-BAB9CAA3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7AACF-511C-4306-9A93-53BADF50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8768E-6322-40A6-B4B0-C2B3BD8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 또는 recall 0.8 미만은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67060-A522-49A1-886F-3EDBC884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FE95F-1C82-4321-8B40-BF2978D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10607-9434-4AF3-8ECB-6131AF09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E8C2F-9F06-4F7A-B44A-3A0CEB2F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6F753-DD23-428C-88AA-381051BE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9E891-75BC-4854-8FDD-9E3DEF9B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식별자·experiment_result.json</a:t>
            </a:r>
          </a:p>
        </p:txBody>
      </p:sp>
    </p:spTree>
    <p:extLst>
      <p:ext uri="{BB962C8B-B14F-4D97-AF65-F5344CB8AC3E}">
        <p14:creationId xmlns:p14="http://schemas.microsoft.com/office/powerpoint/2010/main" val="52974840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EFDA3-5CC4-46CE-947F-77198DE3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59C3F-5813-4B8F-B608-BA245AE3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2FD5E-78EB-40BA-846C-3B859EA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00940-5945-4F01-B14B-C095ED3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3AB7B-7198-42ED-B0BF-64A2D125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CEE8B-6E23-40B4-8C19-DDD10DF6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85494-CB56-4EA8-BC96-0B1327CF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617A7-1A8E-4B01-942E-3E4CE209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77FB5-ABBD-4359-8485-6BDA2FE9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A612D-DB68-4FDF-8BF1-F258A53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25EB6-B386-4097-8201-D48BE65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525C6-94BE-424E-A39A-9206056A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D645A-15A3-474A-8F4A-DABB1B3D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5FCC2-00E7-45F0-A731-DA3C1DC4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16ABB-AB92-4AE2-A500-C9131E5D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D22AF-D969-4EDF-8C49-47AA7762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4F9B7-5F36-4CE6-836F-52AD2997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E7985-3F98-4C80-8F63-D16D5601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4287920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4EDE5-2E19-4C25-BF20-D486141C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C920C-E57A-43E0-A7C1-9D60EAAF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평가는 같은 dataset으로 baseline과 candidate를 비교해야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F14D9-9AE0-4532-9175-0B42149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1F366-0033-4D59-A070-A6D6A447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59E92-2506-48C9-AA86-97E80C0F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08B7A-8ABF-40F7-853E-BCD39157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793B3-9C1A-43EE-AFFE-FA6DBEC5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데모 입력이 매번 달라지면 개선인지 운인지 구분할 수 없다.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65A20-B5B7-455E-AE3F-3368F68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F897F-7FDE-45A5-A013-B8D2A546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A54BB-0EDE-45DC-AA33-CB6383FB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 judge 한 개 점수를 객관적 정답처럼 사용한다.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6E4E1-5D7A-4258-A173-17842BEC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schema·line mapping·policy는 code evaluator, 의미 품질은 human sample로 나눈다.</a:t>
            </a:r>
          </a:p>
        </p:txBody>
      </p:sp>
    </p:spTree>
    <p:extLst>
      <p:ext uri="{BB962C8B-B14F-4D97-AF65-F5344CB8AC3E}">
        <p14:creationId xmlns:p14="http://schemas.microsoft.com/office/powerpoint/2010/main" val="133007864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072E38-B9F9-42D4-BDFB-06D5ABD4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C72AC-5C19-496E-98BA-2057636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B1647-4CA4-4310-8541-9BF16063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61127-D993-4044-8C80-43F0922B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EB0B3-4870-409D-9615-33CFB97D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1DBFF-AD30-4AD1-9F66-ADA648CC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A0D78-6C39-4187-956A-BF78C813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38EF8-4347-461E-B152-6AA488D7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DF410-B570-4BEB-8F42-56E2C797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DC544-0854-4E09-B11B-88D4A8D3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F7475-9B15-4D13-88F9-610D1D95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10704-5102-4F92-818C-FB32E6D3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1C467-B988-462C-806B-59F7C177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3C2A6-1ADD-4BAF-A5B2-8B3D21D6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D83C7-132C-47AA-B787-C9FCDB01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AEB3F-B560-4813-AAD3-854C9900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반복 평가할 입력·정답 묶음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E74DA-1753-462B-AE9A-B83E0284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180D9-488E-4507-A2A8-6B4870B5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838E5-A621-4069-B2B8-3DDA288A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16E4C-C468-4797-877F-90C31617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B9012-F625-4000-9546-86C7C4A0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FEE47-CD81-4BD5-B371-DF488923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특정 버전을 dataset에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444FD-7A9C-4F1B-9FC8-C88261ED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D8557-68C3-418E-BC92-B1869C4C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FD29C-976F-4D63-92F0-1EF37669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A8C4A-9654-4F77-8365-33E54BF5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 evaluator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C9021-F135-4A82-8872-2697811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92CBA-21BB-4CBD-8CEC-9F544D00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규칙으로 자동 채점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E8532-E867-4C18-B655-E6B40253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A0A27-0B5F-4C26-A34D-6F8332F0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7A02ED-0AB0-464C-BB24-DEAEDC0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01D7AB-57C7-4CC6-999E-B517793E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Candidate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41567-DB56-41D4-AF01-2C33FD0C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6C3861-2358-4F11-91CA-90F08E7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새로 비교할 구현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8D6703-7891-44DD-B422-E37DDD8B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D9D763-F933-4916-83D2-4260D91B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7729323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B30AB-720A-4504-A224-E8BF165B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DC84-A651-43A4-AB1B-7680E934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E721-B294-4B48-A73F-F69F7DA7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42CFA-42DD-4A36-B661-75FCC0BE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30616-1331-433A-BEC9-F990CFAA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71BB9-466E-4782-9D40-47A68A9D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420A8-DDD2-4B63-92FC-E563C9B3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69C13-47BE-49B5-944D-9BB07BB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0598C-B9D7-46AB-9D6E-BC61453D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 judge 한 개 점수를 객관적 정답처럼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62D0C-7CA2-4B30-A4A5-FEE3914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0AAC3-F3F4-497F-8316-917A1A0B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데모 입력이 매번 달라지면 개선인지 운인지 구분할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2279A-03A1-408E-82FF-34E43F70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91954945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EBB37-C8C7-41E6-A45F-0179A67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300FB-116F-4D92-AC07-E68603E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18CC1-49ED-4608-A6D7-E7358032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C4DEF-261A-4299-8662-2318284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1DED0-5F22-4E78-837C-5B560F2E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EF38E-1615-404A-9ACE-75B957E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7DF62-0F1B-4AC3-A9DC-11DFAFFA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D9D6F-4572-405E-8112-FCC8D982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D3929-4E9B-4A2E-85FB-7205CA08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precision 또는 recall 0.8 미만은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F1B0D-1C8C-4D2F-84C5-71925D1F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73DE7-A685-4F0D-8113-79D783F8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0558E-5526-489A-8C30-25E058B2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LLM judge 한 개 점수를 객관적 정답처럼 사용한다.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E8FCB-2E64-4F64-80A0-6C4E512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3DB2E-E5A1-4707-A866-BFC24F99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7AC6A-8CE8-45A5-B320-81F1D30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schema·line mapping·policy는 code evaluator, 의미 품질은 human sample로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F9DFA-BFDC-4F29-AB5D-DEF39232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47BBF-CBD2-4DAA-A6A2-8ECF645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DBBA5-4A1D-44BF-9784-597C28E1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experiment_result.json과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96337969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5FD20-DDA0-4A90-8B71-4120C2FC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C7541-272D-4322-BA9A-5081916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E836F-D3C1-4120-BDE1-2E8A583D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BBA78-2736-49C6-BB66-F4120458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6D067-9642-41A7-B01D-7C47E16D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4B74C-AC3E-4930-B9E7-2F58321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1e64e8e5b4a2a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B506F-0FB5-4DA1-8E42-61CCA982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평가 지표에 empty set과 threshold boundary test를 추가한다.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6BA6E-2FF4-401C-9AA0-0930A2AC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307429355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672B2-4BA4-4B0B-B6C5-1B3DD56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B15B9-C65E-4B74-B7C9-233466B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71407-71D4-4778-9B0F-9BF3CE6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51BA3-7EC9-4241-BD12-4977FC81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6C26E-B0E4-4339-882E-BCC7E079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F4FB5-424B-4FD4-8CF4-91129CA9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26878-EA33-4A09-8455-D0443C10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BA911-B78F-4D94-94A5-F10B9B5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C49E5-5225-41B2-A793-89EA916C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평가 지표에 empty set과 threshold boundary test를 추가한다.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2F5B5-F3AA-49AB-8686-8657324E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CCFE9-0F6C-46DD-8FF4-8376CE14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10CF1-2BC6-4316-8558-CDD38F86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B50F0-7D32-4E45-AC4E-601A769A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4E075-1E6D-41EA-A227-80B1FDA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CB593-D60A-4F90-8956-AD15C49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 또는 recall 0.8 미만은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A20DD-9B3E-45A1-B93B-CAA1EC93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3A451-30DD-4CC2-83C7-686E6AC5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6F155-BC73-476A-909A-270A204A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23310168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A6248-E32B-4AEC-A848-981CE03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29DAB-DF58-4CA2-9C06-D64CF6CB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30FC3-F1BF-4B49-9C69-B298120C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0DAB1-B40C-4E51-869C-31285244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496DD-069D-43FF-AF9B-FF79D2AE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01641-D5F6-4246-930D-62EFFC5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BF5D8-E0F9-48CB-81CF-806D48ED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0BD4D-19C7-4320-8606-22032FE5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EF9A9-E089-46A7-ACAE-D53D445A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8E3F1-15B5-4E0E-83FE-DB5E2161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B1873-2012-4B49-9B3A-7487F40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F768B-0366-44CC-B676-8F719F84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FE2D8-83A4-4A42-937E-F496A86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BF2BF-5310-43B5-9D48-A9E6E4BF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precision·recall·F1이 1.0이다.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CFBCC-EB55-4B00-AE4B-EB295B7F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3DF0E-A004-4830-A1C8-C89221C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7F8F7-0DA1-4612-BFF6-F2A62CC8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3A323-7E97-455A-88EB-332F1C9C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 또는 recall 0.8 미만은 HOLD다.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53096-B1AE-47BB-9936-F79AAA6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EEEC1-3175-4442-B5F5-F0EC3538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AEED9-EB46-4E13-A17B-F024E272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FA881-8AE7-4FB8-9825-64DD242F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83556580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E7A08-23D6-49FB-9868-85E3AD16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90B7C-CE4C-4259-9A04-4CE79B7E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164A-7067-4DE2-A819-B50C5721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3F554-6C75-45F5-8B85-9135EB6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EA844-43AD-433E-B746-F79FA11C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D1357-70DC-42A5-AEB6-E2606B2C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91CD6-5A1F-4EA9-B9DE-9F20EDD6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7FC4B-4562-4FC2-904F-D3E47E2F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DE9CC-047A-4114-850F-76340C2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2412A-FAD4-414B-A1D2-2B5D1E2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2547D-2939-4135-BDDE-F7F694CB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8388D-43C6-4BC0-963F-AE1A104F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9581D-8374-42A3-93E0-CCE1133E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90670-8A40-4224-8AFD-15EEA888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5C2F5-F8D9-4799-B499-9EE8B27A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offline_eval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3FDE3-D653-46CE-B476-F6C2DB19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7C25C-8DDC-4CEB-A675-F0035F13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CD44E-780C-434F-8E2F-C64D4B17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fixture precision·recall·F1이 1.0이다.</a:t>
            </a:r>
          </a:p>
        </p:txBody>
      </p:sp>
    </p:spTree>
    <p:extLst>
      <p:ext uri="{BB962C8B-B14F-4D97-AF65-F5344CB8AC3E}">
        <p14:creationId xmlns:p14="http://schemas.microsoft.com/office/powerpoint/2010/main" val="1752031491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32424-25BD-4EB9-ACD6-0282088D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10143-5ED8-43B5-974D-21E850FD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9DA96-4960-4F2C-B7F3-2A30A463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E7144-C2C6-410D-9D18-E281C240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F70FA-DAFF-4337-B8AD-2B3D81AE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10255-1316-40F1-9F1D-E478279F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67114-6C88-498E-9B41-ED8A9687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C8EBB-5116-42AE-9C7F-F036D441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4618D-59FB-4E8B-A76E-FA69A26E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offline_eval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BA6C0-2E34-455F-A9BA-69E24D14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72B64-6750-4B04-8302-1111DD7F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230844177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EC9A0-1AAE-4AC9-9B38-304AABB1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00BD0-A7B4-43F7-963F-D0C19C1F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DF58E-AC8C-4BF1-9A1E-5BD7002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8AB8C-899E-4A16-AD99-0525A71A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EE7B8-3F73-4F7E-931D-528B5C0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B4A5E-ABE2-4D5F-BAFE-A6FD14AB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2608D-774B-4B88-925B-04B0FB7D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D1396-E0E8-4FB3-9328-B0D1BC6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6CEB8-89F7-4E6E-B702-4019E668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0D869-7714-4F02-87FA-F45673C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D7128-91FB-4588-A224-C07478E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DB6CD-9BE5-4561-B2D3-78CDFA26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EB62D-4948-4509-A967-614BCD58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fixture precision·recall·F1이 1.0이다.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precision 또는 recall 0.8 미만은 HOLD다.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78482856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90DF3-66C8-41F2-A0B1-66A88FE6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57397-CA4B-4BEE-BB16-01DD277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765DA-6CBF-4C0B-8751-27253813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8223D-058A-4950-876F-FE4B69A4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45278-BED7-4F2D-B92C-89014771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2E4F5-EC0B-474C-B123-787CE2DA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85CD4-D438-45D0-8C1D-E919FBB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29B3F-6DFB-43F6-9BC0-198DD1E0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judge 한 개 점수를 객관적 정답처럼 사용한다.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3C66E-0077-4003-AF06-5537E264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79DA4-502B-42C6-AA28-2AF5F5D3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C43F9-3B8D-4AA9-BB7A-290089EC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schema·line mapping·policy는 code evaluator, 의미 품질은 human sample로 나눈다.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FC027-A930-4887-BF35-0A6297E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precision 또는 recall 0.8 미만은 HOLD다.</a:t>
            </a:r>
          </a:p>
        </p:txBody>
      </p:sp>
    </p:spTree>
    <p:extLst>
      <p:ext uri="{BB962C8B-B14F-4D97-AF65-F5344CB8AC3E}">
        <p14:creationId xmlns:p14="http://schemas.microsoft.com/office/powerpoint/2010/main" val="2054805170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F4613-50A1-4D73-8E74-CEAD6C38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A3755-B1A0-47D4-B761-62E9AC26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B0C69-4EFE-42A7-A79A-DE033F49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A7DEE-126D-4FA3-966E-41BEB42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E2775-8171-4CE3-9CBF-E877455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A7BC3-8CFC-4FBE-9467-C833530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72DC9-A7A9-4295-8B3F-3AB2A73B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C0A3D-33CF-4D87-9AD7-332CF5E3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DF42E-CDC6-433A-BEE7-677A984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E21C7-025F-4840-A000-6B1BE63D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615DB-AAD6-441C-A5FF-A1E1C8D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87BA0-63AC-4DAE-B04C-C9FF378B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 저장</a:t>
            </a:r>
          </a:p>
        </p:txBody>
      </p:sp>
    </p:spTree>
    <p:extLst>
      <p:ext uri="{BB962C8B-B14F-4D97-AF65-F5344CB8AC3E}">
        <p14:creationId xmlns:p14="http://schemas.microsoft.com/office/powerpoint/2010/main" val="1225319226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A20CB-CF8A-4F8A-A55E-E5ABF00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7CE00-7118-4B54-B497-CF4D8FD9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68538-D835-4E50-AF0A-D8DFC86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32EBF-AF05-4E24-BAA4-524B361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76B34-1B5F-4422-B019-6908863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CD700-A882-4A5A-A2CC-2C3387D3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F6796-15ED-44CE-A5E7-D024440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src/course_services/eval_service.py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F6451-E348-464A-B432-D79245D4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FFF88-BBFA-4ECF-8748-DF687B75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experiment_result.json</a:t>
            </a:r>
          </a:p>
        </p:txBody>
      </p:sp>
    </p:spTree>
    <p:extLst>
      <p:ext uri="{BB962C8B-B14F-4D97-AF65-F5344CB8AC3E}">
        <p14:creationId xmlns:p14="http://schemas.microsoft.com/office/powerpoint/2010/main" val="13902015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0E4D5-DD51-4B96-8E6B-E9B2474B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2FB59-1C65-4C51-BFB6-053CAFBC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70F10-CA04-4964-9500-DBF61072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46BC6-9CA7-4320-9B17-54136790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86DC0-A6B8-4588-9884-FC81079C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93186-2549-4AC8-B6AD-CDD7D40A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BEE5E-E430-4048-BCD2-377EA59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offline_eval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fixture precision·recall·F1이 1.0이다.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E9C12-FFB3-4C4D-864A-616F725A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80970-C85A-4731-B998-93C79AE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experiment_result.json</a:t>
            </a:r>
          </a:p>
        </p:txBody>
      </p:sp>
    </p:spTree>
    <p:extLst>
      <p:ext uri="{BB962C8B-B14F-4D97-AF65-F5344CB8AC3E}">
        <p14:creationId xmlns:p14="http://schemas.microsoft.com/office/powerpoint/2010/main" val="1033096185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AAC77-EA26-48BB-98BD-70C3DD3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608FD-EAC6-4AE5-8F19-87CFF8E0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0F330-CCFF-4F8B-9431-4C111B7A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B61FD-E555-40DD-B8F4-5C7D6AE6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7216B-9DDD-48A6-A97D-ECA17B8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AAE1A-2A0D-4CBC-ADBE-D644B732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F51E5-CB86-498C-AC26-F6C5E8BA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 또는 recall 0.8 미만은 HOLD다.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schema·line mapping·policy는 code evaluator, 의미 품질은 human sample로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985A4-488E-4371-81B1-2E86F3A6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23D3D-BC4B-4229-B3DD-10336AA3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57677828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3CEEA-27D7-4A2D-BC0B-058F208F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B42EB-CE5A-4C16-B5AE-CF2CA369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076BD-9C28-4329-AF82-ED70AE95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F8E7F-8524-4F6F-9C6C-5F5BE6C0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389A5-C45E-4C5E-A2D3-5FA4FA00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00543-EBC8-4881-B119-F2207A2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27DB8-A0BE-454D-8897-6901F043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03990-9817-4D7D-8B20-8A3E76A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F6E54-D831-44D6-B343-017A0FBC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fixture precision·recall·F1이 1.0이다.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FBA42-B020-44C9-829D-000C8C84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2EBA1-35F5-46C0-BC56-CE96BC8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454D7-04B1-492F-BACE-53667E27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E3B56-85C3-4DF8-B148-A394533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0B084-61A2-4B5C-9A74-9F3E5A5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B0B1D-4855-4BE7-91DE-016BB82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69BA3-C12C-4EE3-8226-9D6D4E3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F1A53-9C57-495E-A2C5-486AFB6D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A9B75-4EDA-4DE9-B867-58E2E08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59081536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524D8-9255-4394-8089-66995A85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00766-BFB7-4A04-9605-4330550C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9A369-5A1C-40EE-89A2-7C4CDD7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501F2-CF33-4FC3-8EDB-899F9414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88932-91E6-40AE-9FE3-1261EEC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23361-9111-4C01-92E9-84A6A7DD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6F172-E1C9-4F49-8D48-4A2E6895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918A7-3826-453A-AE49-2B1608A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31AB1-1837-40F5-B57C-3E4C3250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precision 또는 recall 0.8 미만은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B9DA0-95B1-4C78-B186-7AD9423D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DE8F8-569F-4FA3-AB6A-3F571BEA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5C44F-27BB-4936-9749-3A1AECA9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E1154-6FFE-4B9E-B947-67836758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62BD9-03DE-4E5B-A163-D7C23884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44B41-E317-4C70-B60A-2680A7BB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864DC-BD4F-4C69-BE3C-0BCC6E1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25050-7EA8-4B7D-AF06-2485F965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79EAB-E2C9-498E-8423-235617C5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35218068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69A94-565A-4723-A9B4-60DBA49A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0C768-40EC-406D-9F03-A1A81E2F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8E13E-AE73-45E1-9C81-6A3BECD0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A7411-8AF4-4A43-8A66-663ACE29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24512-1AB2-4E99-AA32-3A12486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C054B-EA85-446F-99A8-F1D9811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47D40-962E-49B4-BED8-8DFE26D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릴리스 후보가 기존 version보다 실제로 나아졌는지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D9DEA-6B50-4E89-BCE7-D620DCF4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17AD6-9AB4-431D-8E0E-601451A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CD31D-C1AE-46BA-9ACD-A82D60D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E138F-D7AB-4672-9A82-6ECE850B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575A3-5E4C-46DD-A9F0-53D8BB40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0C9FC-0B69-4D26-85EF-87F496D4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CAB66-11ED-472D-9B6F-C2CFE96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50012-9379-4611-8DEF-A8018337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A9DAF-A60E-4579-BBA5-092FE097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5CC03-A896-4754-8122-BD60121B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04960-5B33-4E0C-A8DE-EA22667A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6F154-7425-4A9B-AE2D-8BDF17AF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3010966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27234-AE65-4443-9858-71C70EE3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D96B1-FFEA-42C8-A88A-6B3088D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A437F-AF51-48EF-B4C0-8E9919C3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488E3-3825-4319-8045-4A51D238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F580E-0BAE-4271-905D-EF9C1EC3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F31B1-535D-4EF9-9B12-9C6062CE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4DCE7-4E9F-4D8D-941A-A3550031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릴리스 후보가 기존 version보다 실제로 나아졌는지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CA4F1-DF9E-4F71-A669-A3DADAC6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9619D-9BBF-4ECB-A3FB-7298B85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4C2EA-77DA-4EB3-8323-BE1A79A2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8AF1E-A2AB-45FB-A0C1-CC2D8517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B4318-BCAB-4E9E-B747-DE1ECF0F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3412D-8EC2-4106-9BC4-05ED5A5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D59EB-78A9-4BFD-ABA2-ED1AC6C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A62E0-C8BE-40EE-84F0-97E1A591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917D2-C30F-432A-B6CA-D5108F51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3BC12-9E72-4128-B844-851B1CD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52D53-0588-40A7-A51C-0EA4A6D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3D2E6-0731-4F03-A933-9D01922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74602865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D7D08-F1B0-448D-823E-B742B336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0D2DF-E2F5-4445-A8A2-CE071F5E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8D282-9C29-487C-931F-1C9EF1A7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81B4B-AAAA-462B-8BF6-2831A744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E1176-3634-4ACB-BE1D-848244E8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4399E-BE19-4553-9967-D9450B6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BF769-33C0-4BFF-B7A1-0575C9D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F6357-E835-4348-924E-36830921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C2876-D4B6-4241-B40A-CD7EF8E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fixture precision·recall·F1이 1.0이다.로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6ACBC-6073-4427-BE6C-5CBA7AD1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89402-C548-44DE-BE2D-1ACFA866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DD1BE-916F-4D53-96AB-7FDAF3B6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7213A-BD5D-4501-90E8-D29A3D56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33A1F-6655-45B8-89AD-EFD7A9B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A1CE2-E9D3-4EFC-9CC7-5A31A97C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schema·line mapping·policy는 code evaluator, 의미 품질은 human sample로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4E5B4-7B9E-4E4A-8BB3-9F2489A7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EA41B-8F34-48B4-8BC1-1D6A039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A4BC1-EF51-4B48-886C-54077EB5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597711900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21A1A-649A-465C-83D4-ADE8555C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38FAE-A0A0-4662-AEB9-F803993F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F44B9-BEB5-444B-BF86-02E29E8C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F9857-B26A-497E-91AF-F7DFE005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048A7-F62C-4111-B448-1AD47C85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C22F8-4A9F-449B-9882-7EBC0DBA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00D79-B834-4A29-928F-B00BB5C7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79E6F-CB71-4613-B606-EFBB731E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0D14D-922A-46F4-B781-0ABC3F4A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평가는 같은 dataset으로 baseline과 candidate를 비교해야 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B784C-2F1D-4C0F-AD52-74C0805F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F0FB0-5026-4D8D-BE1F-99223F76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AC3F4-18F7-48F3-85AE-1C0E56DB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offline_eval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8D60B-6BF4-4233-8A61-D972597E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08CAD-B268-4E06-8E9D-E315E3FA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3454E-4083-4E74-B162-2726F1F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experiment_result.json과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9121B-9055-4E17-94B5-FC99AF3D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사람 피드백은 좋아요 버튼보다 판단 이유가 필요합니다</a:t>
            </a:r>
          </a:p>
        </p:txBody>
      </p:sp>
    </p:spTree>
    <p:extLst>
      <p:ext uri="{BB962C8B-B14F-4D97-AF65-F5344CB8AC3E}">
        <p14:creationId xmlns:p14="http://schemas.microsoft.com/office/powerpoint/2010/main" val="1897247996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FFD6D-F3D1-4E70-A525-95B3CE40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69E97-900B-40D7-BA45-0A6ADCF8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5 · 5차시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319DD-9E32-4FCE-856D-B5246C1E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13:50-14:40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19664-36CF-4739-8DF4-7149A977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피드백은 좋아요 버튼보다 판단 이유가 필요합니다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7A169-1AFF-4DD7-99DA-C629245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approve·edit·reject와 수정 이유를 label로 남긴다.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1E663-E6C3-4613-BE0A-EB4EDBBD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CBD21-282C-42F8-9B50-D71B9A25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1864C-EC05-4D1A-B65B-F2E10F6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4AE82-FFA0-480D-B360-9522538E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2653F-5B46-4DDA-B89E-A1A82BD2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4219B-4EEB-418B-AEF1-40B3D7B5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21D96-ED64-4FA4-AA07-415FC9D6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human_feedback.jsonl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CD537-F2A4-40A4-BAF6-E7456973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5차시</a:t>
            </a:r>
          </a:p>
        </p:txBody>
      </p:sp>
    </p:spTree>
    <p:extLst>
      <p:ext uri="{BB962C8B-B14F-4D97-AF65-F5344CB8AC3E}">
        <p14:creationId xmlns:p14="http://schemas.microsoft.com/office/powerpoint/2010/main" val="6628291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B4EE9-F927-44F1-BB86-1CCBF8C2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D7552-8295-42D5-AFA1-B4D6EE82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DC29A-5F40-40AF-9C6C-87959282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9B213-5B92-44F9-BBBD-913B59DA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3BE40-458F-4FE6-A1DB-3B5345D6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99731-CC67-4FB1-A399-02C987A9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3A1C7-1381-4DE6-8590-6467C5E1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F834-03C5-40FA-8B63-A90D6FED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6DFDD-DF9B-433A-A70D-602134A8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42804-FECC-422E-9A09-48123AA6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ED110-00B2-4DB0-967C-7D701732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92648-63F2-4674-92A7-3084DC5E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피드백은 좋아요 버튼보다 판단 이유가 필요합니다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3AC81-EBA1-449D-AE04-6B1C372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766EB-7B1E-42AB-871A-6475454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E9715-BB99-445F-BF4D-8E329C2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57419-2D56-402F-B0C3-2F0B2C72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E0D5C-FB97-4E7E-B5FD-213700D2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81840-F8E3-4D63-AC17-DB2D8080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가능한 Agent는 개인정보와 장애 대응을 먼저 설명합니다</a:t>
            </a:r>
          </a:p>
        </p:txBody>
      </p:sp>
    </p:spTree>
    <p:extLst>
      <p:ext uri="{BB962C8B-B14F-4D97-AF65-F5344CB8AC3E}">
        <p14:creationId xmlns:p14="http://schemas.microsoft.com/office/powerpoint/2010/main" val="35064903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A3E1D-BFAE-4876-AB70-47312D1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단순 thumbs-up은 어떤 오류를 고쳐야 하는지 알려주지 못한다.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E2443-EA9F-4A89-8790-5E08017F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05E82-3B5B-472F-93DA-80A7E6D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11DC0-E35A-4A7F-8A82-C3003D7C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EB06A-4E4E-4E68-8567-9693C433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D7052-FE51-419B-B8F9-0B25F27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approve·edit·reject와 수정 이유를 label로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F27BB-9ACD-47FF-8309-B1032A5C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4BA6B-C8CE-45E6-9C5A-3A046AA0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human_feedback.jsonl</a:t>
            </a:r>
          </a:p>
        </p:txBody>
      </p:sp>
    </p:spTree>
    <p:extLst>
      <p:ext uri="{BB962C8B-B14F-4D97-AF65-F5344CB8AC3E}">
        <p14:creationId xmlns:p14="http://schemas.microsoft.com/office/powerpoint/2010/main" val="514110739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E0FB7-A412-4766-B2C9-4647C125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D2B00-511F-4ACF-B350-0A56C75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45B90-4B2F-456A-A1C8-DAA4609A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F0E5-F028-4F9A-A1AF-FE400238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8D703-CDEB-4B95-8326-18494F9E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4F5AD-904F-445D-8F99-DEE3A6AB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CFCC3-613B-4B2D-8A3F-5F9D2885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3BC51-FB7F-441A-8E41-C3CAA7FE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approve·edit·reject와 수정 이유를 label로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252FB-C9F3-49BB-A987-E04E165C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07EE6-D6B5-43C5-9FC2-436EC240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AA660-8F62-4152-BBB9-C5EF6018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수정 내용을 곧바로 training data로 재사용한다.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14EF8-D9AC-496D-875B-DAB6550D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94736-EDD4-4D0B-97C2-5F92F252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CE535-4E47-42B1-99E7-A0C7E585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53751074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AA4BB-30AF-4C5F-BF3C-6A73E79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25210-7ED4-4218-B877-E0AE28DE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9851A-DE8A-4A9E-B6A5-B1E92274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5B296-6E53-4791-815A-45C4518D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9DEB5-B3BA-4AEF-A6C3-A3CA0D4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D2ABD-7B53-44DC-AD04-AEE24F8A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D1984-4E33-4FD3-8AAB-D23A0B9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86E55-1D58-4D96-A035-C08B3ADC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C5EA4-86C0-4F2B-9A9A-FC7BE1D3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04856-8330-4C12-B795-8E56DDC4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EF97C-9CAE-490B-850F-292C4722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D6C27-56BB-482E-8FE0-D32EF393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Annotation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523D3-A241-456F-8EE0-C7B414B6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655EA-2556-433F-B67E-7FEA4DB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사람이 결과에 붙인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EA61F-F35C-45F3-AB44-DD56266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2A55F-0620-474C-8F91-8994DFDC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8850C-CF08-4C60-8D86-9D538F5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EFC43-2302-4B12-95E6-665D2249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품질에 대한 평가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6E5F6-3ADF-4487-A0BA-5FF92D6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0BC81-05BE-4B84-BDC9-3616D2A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07EBC-E0A7-4AEF-B25F-9AE2237F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1FD54-7C5C-4A74-86C1-77049B43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검토가 필요한 실행 목록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906071-48B4-491B-8B62-3C628923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A21FC-CFF3-43E3-BC41-EA82542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Reviewer agreement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B7D0D-5E3E-4F22-846F-31E7356F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681D2-E611-4EC8-905D-8C8BF1D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검토자 판단 일치 정도</a:t>
            </a:r>
          </a:p>
        </p:txBody>
      </p:sp>
    </p:spTree>
    <p:extLst>
      <p:ext uri="{BB962C8B-B14F-4D97-AF65-F5344CB8AC3E}">
        <p14:creationId xmlns:p14="http://schemas.microsoft.com/office/powerpoint/2010/main" val="170152416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12065-B350-477C-8EC6-52BFB31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88253-606B-45AB-A6AC-41D7D57A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D13CF-DC48-4BAA-BE54-E0212CEA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1C4BE-12D1-47B7-BAE4-7A1DD7ED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84600-48D4-4F41-809B-C71BC9D5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E6A46-B94E-49A4-BF48-A0EEF80B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57C4F-EBCB-4308-9C73-D1691FEF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3AD72-B860-4C0E-9342-F5ECF943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141E4-96F0-495C-A9AE-B628207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6D083-4E3A-420A-81BC-E75B9E7E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33BCE-4090-4EE1-A545-02A66D6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HOLD sample → 근거 표시 → 사람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FEF1C-4CF6-4B20-8508-17C4E380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944E7-530D-4F71-8472-D69A959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1E52-7568-40F1-B4C9-C8A51EC7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C77D1-4AD0-4CB8-9746-6D841B18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11FF1-3041-49AD-9BB7-D9CDC60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FE163-DE6F-4A0F-B0EA-0A241259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reviewer·reason과 저장된다.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PII가 있는 raw content는 annotation export에서 제외된다.</a:t>
            </a:r>
          </a:p>
        </p:txBody>
      </p:sp>
    </p:spTree>
    <p:extLst>
      <p:ext uri="{BB962C8B-B14F-4D97-AF65-F5344CB8AC3E}">
        <p14:creationId xmlns:p14="http://schemas.microsoft.com/office/powerpoint/2010/main" val="16276887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D5FAA-A1B9-4C2D-ADB5-7FD5125C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6817E-192B-4D1E-B039-7FCF8292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59272-D4E4-4702-A077-1DE0D6D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67466-5606-4A99-A35D-9916B8E0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77C47-7F69-4C88-BADB-F63B489E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A28FF-585A-4F28-9608-1007DD9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15D4F-F3F8-4123-9116-B9760675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893CD-FA6F-4081-B34E-DE733DD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B01CF-A278-4B6B-B9E3-846CB33E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HOLD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9AFCE-7A17-44B2-AB47-35684D04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0BDFB-6953-4FFD-B3A9-62065ED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10D09-1161-476D-983F-D83397F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320F6-A8AC-455A-804B-9BA914B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DF66F-B60C-4057-9264-0FEB44C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2FFC4-687B-43FE-97DA-4C99B164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610C5-6565-4DEB-AF9E-DE786B44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CCD10-8641-4E60-8573-EAC7F3C6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79106-C2F4-497B-B710-B8642BB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reason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F0C4B-83B3-4C12-BF2D-85809C90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18447-D1CF-4B4D-B208-BC92A369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27B56-F8B3-4E13-A274-8DF093B2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dataset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A08BB-2A98-4108-9856-C1235EB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human_feedback.jsonl에서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39485629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5B277-471A-444B-9ACD-DE7D056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9D020-84C0-4C57-9829-8EA2BA8B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A262D-E474-4070-9B75-74C3CC40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C34CE-8EAA-49C8-991A-885999BC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16F1B-96E0-4E37-A82C-4AF740FA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A98DB-D174-4D66-8C5A-9832DEF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1BFAD-EB7C-4BD1-93F1-9FC4B3B5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65798-B6D0-4FEA-A3BF-F22A0F41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reviewer·reason과 저장된다.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BB8EA-B809-482C-80F2-3578F955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067C4-FBF0-43D4-ACA0-BE94CD5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F3254-81DE-4608-8DBF-07B4F9F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PII가 있는 raw content는 annotation export에서 제외된다.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CC584-41A0-42DF-AEFC-67065AB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0534D-F708-4B7B-9BD3-96531AD1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6EF54-5A55-4AC6-8ED1-571CFC1F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46937-D6D9-4415-AEBC-BBBC9EF8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B7E25-B466-46F3-B586-B4DA3899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23598-48DE-4746-B74B-727EE7DF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식별자·human_feedback.jsonl</a:t>
            </a:r>
          </a:p>
        </p:txBody>
      </p:sp>
    </p:spTree>
    <p:extLst>
      <p:ext uri="{BB962C8B-B14F-4D97-AF65-F5344CB8AC3E}">
        <p14:creationId xmlns:p14="http://schemas.microsoft.com/office/powerpoint/2010/main" val="1849906091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00AE4-8F35-4EFF-9D89-3316E1DF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9D102-BCA3-42DE-9C3B-B4295421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D2BD4-7AB9-42D0-9EBC-9FF10240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2574D-DB71-447D-8303-E9EBA0CF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81129-5DFB-4643-9075-F2F32A7C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E7BB3-BF85-46BB-952D-09335779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451EC-3DEE-430D-8318-F6C76642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CE384-A677-442B-BF89-DBEC2240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2EE79-AF24-4FB1-9759-553DC0B9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22AAE-C14D-466C-9A05-B4F5713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A6B17-5D86-48C6-AEC5-56EECA1E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48552-03CC-4A79-9F53-C923566D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E673B-3270-436F-94EE-36C27256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2A2DB-0687-4D35-BFFB-A8FD6B11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0B058-D56C-42A2-AF82-674075A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web-demo/app.js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4FDD5-C691-4D36-8986-E907DE03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5F693-8359-4DDF-9B32-0937200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B809E-813E-409F-9B70-C9AE2C5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25352592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682A1-42A8-4444-AFF4-540A43E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CA1DC-F9DB-4358-BC81-AA46816D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피드백은 좋아요 버튼보다 판단 이유가 필요합니다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B20CE-994C-4D98-8875-87F0A54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87766-5001-473F-9957-97740BDC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60420-0BAE-42FB-A26A-A127AA4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41256-4014-4764-B53F-F8A69867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19146-0423-4D38-8C92-64FB43FD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단순 thumbs-up은 어떤 오류를 고쳐야 하는지 알려주지 못한다.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7A164-5905-4423-99A3-9AED55D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B973C-6675-4CEF-893F-1597E1C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D5D8F-8189-4705-91DF-5E26AF1B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수정 내용을 곧바로 training data로 재사용한다.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257A9-EF3D-4D2D-BE85-4EBF2B55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동의·비식별·품질 검토 후 별도 dataset 승인을 거친다.</a:t>
            </a:r>
          </a:p>
        </p:txBody>
      </p:sp>
    </p:spTree>
    <p:extLst>
      <p:ext uri="{BB962C8B-B14F-4D97-AF65-F5344CB8AC3E}">
        <p14:creationId xmlns:p14="http://schemas.microsoft.com/office/powerpoint/2010/main" val="978366645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ED2D0-4997-4F6E-A6B0-611A6E1D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BFDBA-3FC8-432F-AF1E-606C954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0C6FC-821B-442B-A607-77B125A9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B1F4C-5A1E-452C-92B0-4C57BA9F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A28DC-49FA-4DF2-ACEF-B0142DB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AA0E9-6450-4565-8581-9C893A0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BDEB2-125A-4A63-AC63-BFB5A94C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87B85-FDFC-4C47-8220-EED69890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98196-C914-469E-85C3-5785493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1BE39-4DEF-4EC9-B5B1-375BCA4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999-F2EC-4FCB-87A5-D0BECFBF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2CF12-82A0-4CEF-9C27-033DD169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3F57D-510F-46DD-9D88-D9014030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C846D-1B79-4150-B331-229F9F2A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Annotation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ECC67-F0F6-4E30-AB94-F58D630F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CB63C-619D-403A-8100-2856FF22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사람이 결과에 붙인 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6FCD9-AC52-4DBD-9591-056D195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EE852-D289-46BA-87B9-8B3379D4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4594F-41B3-461F-9FB0-E976858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4AA24-2592-4C37-8D54-831F8B50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A97CB-B779-46C2-BB40-6396716B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92914-99ED-4CF8-9358-1C54A942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품질에 대한 평가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EF7C6-09EC-4A24-B2DC-4DE27BA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0EBE7-2B03-4340-AF01-767CAE41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812F2-99CA-403A-8AC7-4C5B21C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5022F-5F5D-4288-BE57-69BE819B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D1697-88C7-472E-9523-E70D9D0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E1F98-A3DD-4CB8-989C-7D65906F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검토가 필요한 실행 목록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5D755-3418-4561-9214-081178BE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102E0E-40AC-4A18-B570-1F59ECF9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8AC219-7B1F-48BC-9A4D-03A4A1C9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4BBA6-DF94-4E35-B412-BCACFEBA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Reviewer agreement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D5F7AD-06E7-479C-8F02-F339ACB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A11E0C-C8A8-45D1-A634-C9D3CDB3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검토자 판단 일치 정도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837285-35A1-452D-9AD7-B5121909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87E92-AD89-425E-95D5-E73DEF85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655608612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E7706-25D2-4A1F-A4B7-E74266BA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A9C0F-4AFA-47B8-A7A1-95D03532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93EEF-D800-4E82-9511-A04E313D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4FD3-5C2C-4C9A-98B6-2D2E29E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9284E-7133-409A-A8F1-701106AD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5143B-4AC6-40E9-BD14-D060EDAE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0982D-7B79-4D0D-BE83-BFEAC467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121AC-A5A2-4564-8F67-D0364A9A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377EE-D106-46C8-B3FA-200D6F7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수정 내용을 곧바로 training data로 재사용한다.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02479-8B0D-4224-99DA-138B3E62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0343F-174F-480E-B401-F9D72332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단순 thumbs-up은 어떤 오류를 고쳐야 하는지 알려주지 못한다.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5E518-C2A9-48B7-8B77-5A7CAA54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46319970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9B819-4366-46DA-9511-1F9FEB6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A774D-5400-4E1C-877A-90C3877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0B1B8-49AE-4DF6-9EDD-68D2C56F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3D59-1936-4ADC-A3DB-48F45C8D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FD7DE-CBC7-481B-A3F1-2DBD05F3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6CA2E-F02C-4A06-932D-04F91FE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912BE-9AD8-4434-A7A3-679E527B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FB0B3-8180-443D-A187-24E24AD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79546-A1AD-4A5F-AC12-E391C0D3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PII가 있는 raw content는 annotation export에서 제외된다.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A9ADD-5297-4CB3-A1E2-8A4F2872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13DEE-771B-4256-93EA-9F2940E9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B98BF-19B2-4347-B3B0-F2E8FAA9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사람 수정 내용을 곧바로 training data로 재사용한다.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464F5-7432-48C2-B489-F3DC094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B0F0F-71C8-4086-B2CF-8ABADD15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AA118-E586-402A-81EC-AD344EE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동의·비식별·품질 검토 후 별도 dataset 승인을 거친다.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6B18D-ACB2-40DC-89B0-B8A79981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EC1CB-BE02-47E0-B09D-6A79EA44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A0CA3-4ADE-45EF-A3B2-B40BD028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human_feedback.jsonl과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709936450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954D9-FF2C-4D2F-AC92-EE4087D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425D4-AC3B-4558-8CA9-BC4839F7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FD364-DCC6-435A-ABD0-2CF8F484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B93FA-F82B-4512-BAFA-B3B71A4A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D3467-0017-4566-BA65-B5CEE75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C7030-5E44-4761-9727-BF20A310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ab5b63c274c46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BF8A2-B287-4C76-88E2-C7CDE38F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feedback schema와 allowed label을 구현하고 unknown label을 차단한다.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86DA4-7E26-4765-84BF-8E59BFD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57660767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18C30-CF70-46EC-982A-A86BF88B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577AE-125D-4228-A522-F9723A6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786D8-8ACC-45A6-AD2D-C12B94C7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773F7-5C4B-4587-8655-96CFAF81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FC958-894B-4472-A5BA-E4A64F44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C616E-E956-4F24-B394-7DF9E96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F8C72-0790-4808-88B6-61632013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029FE-5198-4167-88C6-01A8267E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08141-A4BA-489D-93F5-62D5690D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feedback schema와 allowed label을 구현하고 unknown label을 차단한다.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FCBFA-B558-4D90-A16B-09E99818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168BC-46DA-4466-9BAB-1945B206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C67E9-1959-44CC-907C-0FD35BC3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web-demo/app.js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6F18F-7FEA-42B8-B4F1-E9304507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D1142-A760-4220-9978-B2040A3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3A378-F68F-43AD-93F2-EB3433BD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reviewer·reason과 저장된다.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PII가 있는 raw content는 annotation export에서 제외된다.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D84F9-A758-40B2-8931-F0C1559C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40C42-48AB-41A1-B406-7D909B71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79954-3A20-4AEE-947E-6B27C471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159429476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7E481-09FB-4AEE-860E-DD6698D4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FAF67-503F-460E-A52A-D580A10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59B1C-5B4A-4629-80B8-96A5E362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DBA1E-0A0B-4FCD-9C0E-274377EE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44D35-2536-46A8-914A-C68F7825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84330-F83B-493C-BBB9-0B77354A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C42EE-1A1C-4910-A28E-CA629CA6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E2299-8362-4FFD-A5F7-A76782F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55996-CC79-4EBE-8B49-F69B7557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21151-054F-4C64-9BA2-7A5C0AB9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1034A-88D2-49E5-8C95-9F0EBB28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2C3CD-8A70-4A8B-835E-94B2425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D8D1F-42F2-44F4-9C1F-D2F720F7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75D78-F397-476B-92A3-4CC94C74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reviewer·reason과 저장된다.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F7209-A3A1-4F8D-8242-4B7467EB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7CC16-1688-485A-9531-3AC71959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E831A-33A0-4934-9D91-93AF951B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88E92-CC7A-4FF0-A739-C481485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PII가 있는 raw content는 annotation export에서 제외된다.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7491F-9928-4F27-B3AC-8D108791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D2CD7-9C3D-4BBA-805F-FC72996C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67BAE-EC8E-4CB2-81FE-03EC5F45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39BD5-7404-4BFF-AD45-55AB68C8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742070377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B3112-84DF-49F3-88D4-788292FA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CD99C-D5CF-4B27-9D0D-EAC021A7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534F5-E686-46FC-BD16-64BF0A76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C852E-3B79-4861-84C0-1A549691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89765-853E-4932-B8F0-7718F6F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226CC-24FE-49BF-B40D-5FD587F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CCEB8-AF80-488A-BF1E-DFF8880B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70620-20C7-43E1-A59F-206C1932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E9D1F-E16C-4F98-8742-EDA58FC0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src/meeting_agent_workflow.py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93F7F-5184-4A0C-A390-A8DCE5B9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E95D1-C980-4131-9754-201D7FF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03D12-D469-4896-9C0C-089B5F8F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28466-03C3-4921-AC7D-3852A417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F46DD-2934-4C98-8005-0073819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B59F4-0DAB-4968-85E0-9493B284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src.langgraph_lab --decision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6FA2-63AB-4E26-8EDF-8124DF10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26153-F185-43CD-AB81-46C57A3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1F77E-7B41-45D6-B0DB-8248FEB6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approve·edit·reject가 reviewer·reason과 저장된다.</a:t>
            </a:r>
          </a:p>
        </p:txBody>
      </p:sp>
    </p:spTree>
    <p:extLst>
      <p:ext uri="{BB962C8B-B14F-4D97-AF65-F5344CB8AC3E}">
        <p14:creationId xmlns:p14="http://schemas.microsoft.com/office/powerpoint/2010/main" val="510049774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B6163-D146-4EF3-92D9-A8E3D34C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3143B-D40E-4D19-B3DD-32701CAA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2945B-71B9-4785-B3FC-DE4F00AC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D2E2-84AE-4CBE-95FC-5ACC1D78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81632-FBD7-4315-B192-5E1DEE8B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4A2ED-4D6E-490B-BD88-07EC2A48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54118-23E7-4E53-9DC4-1F6FBFE7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2B21C-6A67-40A8-901E-226715D9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2F17D-87B3-47AB-A201-0823992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src.langgraph_lab --decision 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0B918-28EA-41EA-A578-24C0DFB5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10050-97EE-4DAC-8BD4-E139C355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632273455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2B57B-8FBA-4373-9B1A-36BD0F50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773C3-ECB8-472D-85C1-EAECF23B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2B3A3-0C6D-4AD9-95B2-51F2C897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7AD5F-F822-46D2-A666-D84E39CF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D7060-D040-4D30-9513-966A0BBE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CCEB8-A030-462E-BC41-20A885D3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4D557-91BE-44CB-8543-617F824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9EA4B-4A73-4095-80EF-43CA3648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AACA5-55D1-4B87-B04B-B233AA8D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8301C-0E0A-432D-9457-433D9F19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0B037-2EA2-4ABD-9704-9F650010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58511-9990-4EEE-AEBA-A335849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AB1D4-DF1D-4609-85F2-066FFE27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approve·edit·reject가 reviewer·reason과 저장된다.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PII가 있는 raw content는 annotation export에서 제외된다.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659178161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2A5EA-A518-4244-8CFE-A69FBEC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0938A-E2B1-4089-94C7-5485A95C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5E450-ED23-44E1-BF3F-302511AE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EF215-8C2A-436B-B21D-AF05FBC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1283C-EA3C-4AC9-B13B-4370276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D76AF-05C8-49F1-B7C4-62BA5C4F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2FE2B-C0AF-4C04-A866-E553B6B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778AB-D9A3-4875-B0EB-873F7B5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수정 내용을 곧바로 training data로 재사용한다.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E08FB-7F17-4FFA-AA42-5FF3F9C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CC27D-1FC6-43A4-83D8-D1224BBE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30784-5BCD-4165-A938-93FEDDC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동의·비식별·품질 검토 후 별도 dataset 승인을 거친다.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FCE79-7272-47C4-8D25-DF8BE15D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PII가 있는 raw content는 annotation export에서 제외된다.</a:t>
            </a:r>
          </a:p>
        </p:txBody>
      </p:sp>
    </p:spTree>
    <p:extLst>
      <p:ext uri="{BB962C8B-B14F-4D97-AF65-F5344CB8AC3E}">
        <p14:creationId xmlns:p14="http://schemas.microsoft.com/office/powerpoint/2010/main" val="437480634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1ED7F-4C7E-4E11-AD6B-547E1A02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92888-8517-4EEF-95B4-63C1DC9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B8060-3896-4025-9338-44BBCF00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ED823-6F52-46B8-9D98-714BFE8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B0951-B43F-441A-825E-6BFEB6E5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EDBD8-94D4-4839-BF19-65637735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C3227-8B5F-4998-BF23-33A21B98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9BEB2-2D8A-470C-8567-2EEEB377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AE0EF-DFCB-4C74-B4F4-2140301E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03973-670D-4689-A454-579CDA80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7700D-1BDB-46E3-B5A0-93740D5E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CFE18-5884-40F8-A962-FDC71542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reviewer·reason과 저장된다.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 저장</a:t>
            </a:r>
          </a:p>
        </p:txBody>
      </p:sp>
    </p:spTree>
    <p:extLst>
      <p:ext uri="{BB962C8B-B14F-4D97-AF65-F5344CB8AC3E}">
        <p14:creationId xmlns:p14="http://schemas.microsoft.com/office/powerpoint/2010/main" val="600802230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4267E-4331-46E0-B131-18D5B09F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B81AB-1F87-4036-8B78-13CBBBB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8CD2E-0968-483D-98AD-8D10021B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F4518-D4A8-4763-815B-12E6C5E4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327E5-420F-4465-9A8D-ED0273B5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AC01B-19D3-4267-A9E2-A969138F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82EA4-40D3-4B74-A1CC-1CCFA6C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src/meeting_agent_workflow.py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85456-7735-4356-B08E-502C70B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BFE26-E68A-46E0-A4E8-1613A1F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human_feedback.jsonl</a:t>
            </a:r>
          </a:p>
        </p:txBody>
      </p:sp>
    </p:spTree>
    <p:extLst>
      <p:ext uri="{BB962C8B-B14F-4D97-AF65-F5344CB8AC3E}">
        <p14:creationId xmlns:p14="http://schemas.microsoft.com/office/powerpoint/2010/main" val="305307479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10D45-E6EC-4650-8403-1828243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9ADF2-8891-4B16-965C-FD0271DC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2B9EB-E68C-4636-BE5C-9FF479A1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9DB51-7508-46E2-9672-995286A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7D6BE-4F59-4F7B-81D2-A53A6E4F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93151-0228-42BE-834E-F20181FA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2D257-6AA6-4D88-B58F-D4F13397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src.langgraph_lab --decision all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approve·edit·reject가 reviewer·reason과 저장된다.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40EE7-EB8B-4B07-B429-6B521CA0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B4A26-63EF-48AB-85E8-D48366F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human_feedback.jsonl</a:t>
            </a:r>
          </a:p>
        </p:txBody>
      </p:sp>
    </p:spTree>
    <p:extLst>
      <p:ext uri="{BB962C8B-B14F-4D97-AF65-F5344CB8AC3E}">
        <p14:creationId xmlns:p14="http://schemas.microsoft.com/office/powerpoint/2010/main" val="37462631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FF54F-B861-4B9E-88A2-69E40BE3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3B5DA-1C42-4DA0-B8E7-13F32A29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59423-2D17-4EC0-93B2-331D880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6A762-F7A6-4E7C-8E5B-B7DBFF7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D739F-E13B-4188-AABD-0CA00FFA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EE635-A7C5-4FC8-B375-4BEB6796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E7C1E-A9AB-47DF-8EE4-1352C673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PII가 있는 raw content는 annotation export에서 제외된다.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동의·비식별·품질 검토 후 별도 dataset 승인을 거친다.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713D9-F0B5-4FAD-A2CA-90C7F2C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80527-8F08-44BC-83D3-176E4E69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829364208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D39C7-407A-4195-8783-9BE1FE37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DDEC4-AEB5-4DBE-9F8D-2FF304E9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B68F1-E09D-4520-B9C6-521A3780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F1EEE-DA8F-4858-A5AD-54D9B00C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125DD-864E-432F-91DB-1667006B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431D5-B962-4D3F-BD58-2A026A70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37148-8A63-46DD-9580-D7AB786C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AAD91-2E69-449B-B90A-88781086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F485A-FD89-4952-A056-2BFD7DDB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approve·edit·reject가 reviewer·reason과 저장된다.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E48D0-935D-48FA-A971-240BCC17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9E1B3-5708-414F-957A-7C5EF25A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42102-939C-4218-92A5-028130B9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C4B23-A8EC-4C9C-AC0C-003C7D26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68FEA-9BAA-4851-9190-E041FFEE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BDC62-73C3-479A-95FB-E9F6D87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7FF30-5561-4A7F-9C5A-243D23BD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4A45E-F73E-4F69-8170-86097BFA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154D4-93D4-430B-8A89-7EAE005D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246683019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F46C2-6536-4D9F-BC72-579A0950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40F9A-9231-4A5C-8059-1E98F24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1AA6E-86D4-4E00-8B1D-9CA9624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28A3F-AAED-4317-87EC-EED025C4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087CF-FF2C-43E8-B6DA-24204376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FBC7D-E3C7-4C0C-BEBE-070606D7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0DE45-1244-4042-B695-D9B8A320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B1E34-94AD-4820-9F7A-E9770EC4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90B87-8B8A-4343-AFFE-CEEF9F13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PII가 있는 raw content는 annotation export에서 제외된다.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62052-672C-49BD-A437-1EC7F2C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0B0F8-FE95-44A6-AA2B-2789541E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B13B5-3AC8-484C-BCD3-EF50DB09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16B71-A737-40B2-9519-590F041B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E4509-4F5B-4169-A887-16572EC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91A7A-E2AB-4CAF-B7A6-0B21D30D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21443-78FB-427C-84A2-7136F204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DECAB-0AC3-49B4-9D6A-0BD11993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CB90F-5BE2-4E97-9F7E-A34ABB7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910735532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3CC81-42BD-46A4-A5C8-1592E40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32BC9-B9F2-41E9-A924-BC3109EA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A31A7-2080-40FE-A303-D3B47467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5EB12-BE27-44FE-BCAE-3006069B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06E75-EA1D-4D19-A4AD-6CBC6B8C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138BF-585E-4188-909B-863623B4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68779-F1D4-4033-B770-E3256B6F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운영자 검토 결과를 다음 prompt·rule 개선 후보로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8B0D9-E147-4D65-9786-ADF6925F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24D9D-A552-44EA-B30A-D50E9AE6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8487E-E6BE-489C-B9D1-B6FFF3C5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84938-AA78-49B5-9AE5-315EAFA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54E6E-1AE4-45A8-A6BA-BE7199D5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CF42C-AB76-4453-8DBF-9C81357B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36909-2A6D-4915-B4CF-0237F1F0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65839-FA3E-4959-92D6-87B3D90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554C0-F49E-4500-A5B8-11951CC9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5BD96-58DE-46A2-8F46-BD203B3A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0F56C-76DC-4010-85B4-D0CD961F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BDE6D-0667-44CA-AE7D-50829A7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260779488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52F32-D7D7-412B-B066-372C79C2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6E5EB-C2B6-4A0F-9254-1AA2FA8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336C5-2528-4A53-BE9D-45022AEF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5DD3E-CA5D-4ABB-AC58-A6F614BD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4513A-10F9-4376-B410-9D549337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7E228-23F8-49F5-9359-956674B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23682-B14F-45AA-B060-6F63F18E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운영자 검토 결과를 다음 prompt·rule 개선 후보로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502C-415F-45BF-B12D-47CF9057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42BE2-85F0-42D2-BC95-89968E4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0B392-A0CF-4BA8-9A17-07E52B13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86DBC-6611-44EB-A5C6-22372EAE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25EF5-3532-49BF-9D91-37B55AB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7EA8-38E2-4E48-B47B-3A4C18D6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C7EA1-0BA8-425D-B699-EE8F3CBD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4D923-6F16-48D0-9320-1389AFAC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28E65-5BC4-402B-BCAC-C72379E7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7C4C8-5D1D-4EF3-9F21-215706C9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9BFA6-58D3-47CD-886E-71B5A43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2FDBF-6EB0-42F8-B30B-8836245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527005634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A80B9-4494-4B93-A7D0-F8CFC974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736FA-492B-4AA0-B581-ECE5E0CB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ACA0-B925-407F-B5E1-03283346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01B60-684F-40FD-8B0B-C13E764B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2F0DE-0A0D-46BF-B6C7-A821754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E0F4A-E141-4CA3-8E53-3531327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D2339-BFD0-400B-A925-C0ABEAA8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8874C-7DCB-45B6-94AA-A82768E4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43190-244B-4484-9044-10DA5AA0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approve·edit·reject가 reviewer·reason과 저장된다.로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725B8-DA34-40E5-B0E6-2112427E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D7F22-5141-473B-9B7F-7DBCBE64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87584-AA77-4830-91C0-C9C16EB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0C174-C2B1-4438-8CF1-5DE4724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9D354-9077-4F5B-A3B6-965AB4FD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54E7F-D016-45FE-BFA7-5B67E05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동의·비식별·품질 검토 후 별도 dataset 승인을 거친다.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10EB7-7139-4C40-99B3-DDA3EAA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01A6F-443A-4264-BE84-B9FA7C36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404E3-D28E-48D8-BB97-95203803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969799625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50781-717D-47AF-B965-4EC23B7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3A76A-5FD9-4AD1-BFD6-829D6B0D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88CFC-F5BE-46A0-AE0C-62E7DEA2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AF3E3-9431-4D67-AFEA-411B5BD0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1045C-B6D3-4F7A-ACDD-E8D32B4B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DE888-D009-431C-BDDA-C112162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FF71D-7D60-4790-921A-5650929E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F0CA6-D8B5-411A-9038-443B7DB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AEEE9-2E3D-4021-9D07-4E6A977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사람 피드백은 좋아요 버튼보다 판단 이유가 필요합니다이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F6081-66BF-4BEC-B618-CD691D0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E5531-0583-40D0-BDAB-952475D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D7DA6-41E2-473B-B808-5E6769B5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src.langgraph_lab --decision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C8C77-4608-46E0-B985-FDC7D7D1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92D9A-5E71-475F-B0DD-65ADB902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03ECC-A678-4369-AFA7-290AC634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human_feedback.jsonl과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17FA6-5B09-459D-83F3-588C998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운영 가능한 Agent는 개인정보와 장애 대응을 먼저 설명합니다</a:t>
            </a:r>
          </a:p>
        </p:txBody>
      </p:sp>
    </p:spTree>
    <p:extLst>
      <p:ext uri="{BB962C8B-B14F-4D97-AF65-F5344CB8AC3E}">
        <p14:creationId xmlns:p14="http://schemas.microsoft.com/office/powerpoint/2010/main" val="1799090569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9AD9C-B62A-4E15-9339-4A039C35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29EFF-FD0E-4744-B6A3-12B1811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5 · 6차시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2D735-1917-4A61-9133-F4CA1016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14:40-15:30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111F6-103F-489B-A4A8-8E2994E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운영 가능한 Agent는 개인정보와 장애 대응을 먼저 설명합니다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B9D81-46E3-4EB5-A7B5-E7695165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redaction·retention·access·incident checklist를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2EFAB-07C2-45EB-8554-AEEBBF2A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C14B2-FA49-42DC-BE89-79781F04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1AE31-E47A-4ACE-8BDF-6B596DB1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16E20-2320-4E01-8EAD-E3A6FA4A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D69B3-2F58-470D-BF6C-66201EEB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7F36E-C218-4722-AC89-A70A0F3D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3C546-8FAE-432D-9A34-2DBA11C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ops_checklist.md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77237-C12B-4CE4-A551-371387B1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6차시</a:t>
            </a:r>
          </a:p>
        </p:txBody>
      </p:sp>
    </p:spTree>
    <p:extLst>
      <p:ext uri="{BB962C8B-B14F-4D97-AF65-F5344CB8AC3E}">
        <p14:creationId xmlns:p14="http://schemas.microsoft.com/office/powerpoint/2010/main" val="1907983582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4C53B-8285-4169-88E3-F5C7CFB2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AC4B-6EAA-48AB-A15D-ED0528B3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4451-2BE8-427E-814A-AB4D8702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A8E1-D9BB-4A6A-862A-B58592C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88117-C0FF-4B8F-9946-C7C22D5C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913AE-85FE-4069-9A36-8D5A57F6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1F581-7CC1-4194-BC7C-1FE2AC6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5B51A-ABB2-4512-9A4B-DB80E767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BC961-4AA0-4521-883E-9F4B4962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human_feedback.jsonl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6B982-CBBC-48D2-9097-32272A30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32CD5-7E57-4889-AB56-2B8F848E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F7512-8FD5-4081-83FA-9E3135FE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가능한 Agent는 개인정보와 장애 대응을 먼저 설명합니다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04A68-7EE7-45E4-85F0-E9068C7B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5F8E2-765B-4F86-AFEE-3AA47A8A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77C47-83C8-4B48-812D-B684B005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F5AAD-972F-4040-B220-A039D79C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A1DC8-AB7A-44C7-BA50-F479077A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2E874-AA2F-41AA-9B9F-DD65537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후보는 코드·문서·demo가 같은 버전을 가리켜야 합니다</a:t>
            </a:r>
          </a:p>
        </p:txBody>
      </p:sp>
    </p:spTree>
    <p:extLst>
      <p:ext uri="{BB962C8B-B14F-4D97-AF65-F5344CB8AC3E}">
        <p14:creationId xmlns:p14="http://schemas.microsoft.com/office/powerpoint/2010/main" val="1415108509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7F1EA-F398-41CD-8FA1-A03A4485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회의·상담·코드에는 개인 정보와 회사 비밀이 동시에 들어갈 수 있다.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2B967-B6B9-44BF-970B-E5DB1E63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629B8-62F5-4E86-81CA-434AEB8F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CB20A-BFCD-44F3-9304-AB69F14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4A5EC-4E37-4769-9787-D5E63106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120B3-3DF1-424A-A1BA-A099C846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redaction·retention·access·incident checklist를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3E33A-3788-4234-981E-24B7C6EF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D6E13-AA4C-4896-9886-655658DC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ops_checklist.md</a:t>
            </a:r>
          </a:p>
        </p:txBody>
      </p:sp>
    </p:spTree>
    <p:extLst>
      <p:ext uri="{BB962C8B-B14F-4D97-AF65-F5344CB8AC3E}">
        <p14:creationId xmlns:p14="http://schemas.microsoft.com/office/powerpoint/2010/main" val="1771759256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158A3-06CA-463E-904D-4601AE0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B0A57-C03D-4489-9FE7-5BE3D58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E718D-2793-4A91-8B75-AD124498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13E5D-5B1C-4F78-A0BC-3AB592CF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16FD0-94DD-498B-8BD9-0AE01523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80D4D-5DE0-4BE9-B698-BE26DBC0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64394-F338-4D7A-9BCA-CB02F926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81E44-2703-4D82-9B53-E6F0305A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redaction·retention·access·incident checklist를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3514C-96A3-4123-99A1-D970FC3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A2BEE-C23B-41FC-96E3-EB8D3C63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59C1C-5DD7-4E3C-9AB6-1648FCAE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편의를 위해 원본 audio와 raw prompt를 무기한 외부에 보관한다.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F2F3F-DD43-45F1-882A-B62D09D4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7D0F2-D8F5-4159-80CC-647EDE94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D9306-2BCC-42CD-8754-6320FE78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45849354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19B87-2929-443B-B467-8E006EB2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5EC5C-D8D9-44D8-B1E5-70B77E74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F4608-7125-44CE-83B4-419F8ED9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B6C7-1B10-477D-94E8-4B82A0FC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0C453-9552-4B6A-8A4A-AB95214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D41E8-7D51-4B05-B9C9-30E8B183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2019B-FEFF-4812-8EC2-DB683D2B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7F3BE-1B10-4F3D-9152-D2742741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93D30-B137-4460-8F58-15520FA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CFF7E-56BB-4E0A-B950-B7E5C843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48B8E-2060-40ED-A657-B4D1CEC9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58323-0297-4C48-9509-DA08861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53A58-9490-4327-A0E9-28CD4F88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1ABF2-A3E2-4CD0-A864-8EA2D25D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개인을 식별할 수 있는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4562D-4590-4FF9-B6EE-694169A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20B09-CDA7-4F0D-A3E6-B193727D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Redaction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21085-6300-4774-AF18-D0021015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CE49E-F7F7-4154-8CA1-31D1A28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 정보를 가리거나 제거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8087C-22C8-4B03-92E0-B4A3613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679D9-D50A-46DC-B79E-0641795E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A2B19-B2D6-4F13-B153-459079FE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3738C-8848-4398-901B-53689F4A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데이터 보관 기간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C34D3-F6BC-4E99-8F42-64D6DB2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4CD83-1E67-4B04-9385-9ABD089D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Incident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5AA1D-7088-4E5E-9666-18282FF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51A98-CFC3-4E65-960F-4DDBCE5B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보안·품질 장애 사건</a:t>
            </a:r>
          </a:p>
        </p:txBody>
      </p:sp>
    </p:spTree>
    <p:extLst>
      <p:ext uri="{BB962C8B-B14F-4D97-AF65-F5344CB8AC3E}">
        <p14:creationId xmlns:p14="http://schemas.microsoft.com/office/powerpoint/2010/main" val="1438862855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59493-D071-4E1D-BFC8-B8740AE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C6A49-76CA-49D6-B538-0096BCA3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F0AED-7CC3-4B60-BD12-F6410BC3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1316F-FB98-4354-8BC1-715191BD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CAE87-4EB0-418F-AA66-2187A83A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C5DF0-9D21-4C2D-A839-59EA0B45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79B6A-F4EF-4661-8580-750AB8E0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9EFE0-BF74-4040-A822-31FC796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F0D11-A108-4762-B43C-38A0983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82D2B-E6EA-4DD9-A256-DD4B7FC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2A8E1-82F1-45FC-A1B5-16E4174A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classify → minimize → redact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8C1F7-658B-425C-BF78-032D705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14A59-39D6-42A9-A432-F530084A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85931-ACA3-4450-9555-2733C701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43EB8-36A9-48A2-ABB2-79B8778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3337F-20D6-4154-9112-DC0BF2EE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89C58-878E-4A1F-B8B7-EFBC8132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synthetic·deidentified만 외부 upload 후보가 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local_only와 secret 탐지는 upload를 차단한다.</a:t>
            </a:r>
          </a:p>
        </p:txBody>
      </p:sp>
    </p:spTree>
    <p:extLst>
      <p:ext uri="{BB962C8B-B14F-4D97-AF65-F5344CB8AC3E}">
        <p14:creationId xmlns:p14="http://schemas.microsoft.com/office/powerpoint/2010/main" val="145963710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5827F-64F4-461E-9F3F-7C7CA59B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A01DF-354C-4610-B043-C473910E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EA927-82E3-438F-A8A3-E45107F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94FC7-0D21-461A-8DA1-98A92FA9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60BE6-8800-45CB-976D-E68B9268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1AE50-BF97-448C-AE9E-13140C49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23D28-BBA4-4614-9A82-273D56C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3A8EB-34BA-4625-9463-92DFEAFE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52DFA-F0E6-4A6C-83DC-B76039F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DC65C-5B62-467C-BA6F-519E5013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08678-4D78-4325-AE26-3ABFACE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8BE22-08CC-4BA6-8948-00FBA8E8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minimize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FFCE8-4494-4C57-9B33-EDD9212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76A26-A3AF-4FC7-B1DE-8067B34D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70523-2F57-488A-9855-7C35E543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redact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E2CF8-1784-4AED-A01C-00EDD0B1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44347-0511-4E09-928D-2AFA39EF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D177D-AF14-413E-BFB4-8C53A262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retain/delete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9CE87-6CD3-4663-B946-5877F19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A1E4D-01AD-46EA-B2A6-6DFA996C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16DAE-B97B-4A76-97CF-48166EDA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incident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B80BF-75A3-4ABD-903F-F12539C1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ops_checklist.md에서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25397727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52AAC-3F38-4366-9CB8-947539E8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91CEC-7D2E-4F2E-B85F-FB83B8A4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119C6-2A8D-447D-9A50-08A7D1C0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33405-503D-4908-A9FC-27F8747F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E1DFA-F3A6-40C6-BA57-13A059C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98C50-E1D0-46FE-A11E-0B3D773C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EE8A4-C8DF-4752-B415-8BCDEBF2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F5692-ADAB-474D-9655-B095FFD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synthetic·deidentified만 외부 upload 후보가 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6883A-838F-4A99-BFF4-C412D893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14F48-F2EC-45DE-AAC2-083354E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9326B-A2E7-44E0-855D-B94FF411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local_only와 secret 탐지는 upload를 차단한다.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9A8E6-F3A5-47B6-842B-09D7BFE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35BA3-6623-4FF0-AF50-ED6826C3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7B80B-5D67-4F92-912F-24CC944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BEFC3-312A-4235-B72E-9B121C6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3B89D-DCE9-4FD4-8913-83ECCD3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3F267-6885-42C9-8CC2-D2AC2EC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식별자·ops_checklist.md</a:t>
            </a:r>
          </a:p>
        </p:txBody>
      </p:sp>
    </p:spTree>
    <p:extLst>
      <p:ext uri="{BB962C8B-B14F-4D97-AF65-F5344CB8AC3E}">
        <p14:creationId xmlns:p14="http://schemas.microsoft.com/office/powerpoint/2010/main" val="2055845821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76989-55E6-4805-A0FD-B4493B7D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60B7E-F88D-4D59-8159-0FA9D975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7CCD5-55CF-4830-AB06-9EF2F294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E014E-F5E4-4FAF-9CD3-357E0A0E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7B422-68E1-4532-865A-D430D40E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83F15-B14A-41D1-8BDB-7604BE77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379FC-AB5D-424A-BA2F-C9D67CA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F5F06-BBE0-464F-B8FC-3221AB87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674D8-EF88-454B-9408-712C8523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83C8B-751E-4C35-A061-D9141CA4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79D6C-3523-4D54-84A0-9A47103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13C78-3CB2-4FBA-8A9D-9BEC2C56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BAAD1-A889-4208-8826-FB5A24AA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2748D-4A95-40E7-996F-0B25C768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9F70B-B72C-4581-88F7-DED57D35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37F6B-496B-40ED-8203-201B511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BBD20-BD85-4B29-8008-A7072BA0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43742-8B57-463C-B084-0185DD64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materials/day1/강사_회의음성_라이브데모_런북.md</a:t>
            </a:r>
          </a:p>
        </p:txBody>
      </p:sp>
    </p:spTree>
    <p:extLst>
      <p:ext uri="{BB962C8B-B14F-4D97-AF65-F5344CB8AC3E}">
        <p14:creationId xmlns:p14="http://schemas.microsoft.com/office/powerpoint/2010/main" val="1892240112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818D8-717D-4C77-AD84-8FFE7BC2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571CD-2EFE-47FD-96B4-DCB2D4D5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가능한 Agent는 개인정보와 장애 대응을 먼저 설명합니다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37FFB-2ADA-4A94-BEF9-F0F0402D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FF984-DADF-431F-A321-0BBD86B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C3D71-2FFB-4755-8514-37BF94CE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8386C-DE4A-4084-B370-4072E2F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AD419-4219-4D78-A3AA-B7909C64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회의·상담·코드에는 개인 정보와 회사 비밀이 동시에 들어갈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2716D-20DA-490F-A8A0-ADDD58E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7F8E5-9296-4377-A7DD-EE99EBB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C663C-BB88-46D7-A34B-8ACEB58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편의를 위해 원본 audio와 raw prompt를 무기한 외부에 보관한다.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74CAA-5C71-4618-B68E-90252B03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목적·동의·최소수집·보존기한·삭제 경로를 배포 전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181072023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D9C792-A8AB-4D3E-8F58-859E3936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D792C-EC6C-4DB0-AAFF-7B4957DB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C904B-9D46-4EBB-8E13-CDEE6A23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A5D07-1C0B-47A2-810D-2571DEF6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29239-D72B-41DD-A000-553D71C8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6EC9A-161B-4741-8292-9406868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05087-22D4-4030-B0FD-E7782634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34C62-9B84-46E0-BB44-B6A6F3A5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0491D-4053-471E-B9CB-0A1788E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3EAE-5A7F-4098-B251-0C9F122C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88608-8505-4651-976D-30112949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C8A9C-4E08-4050-872E-36680545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9D394-C287-4180-B65C-55914DFC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F1818-625D-4E9F-BD89-B41E7CB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2859C-0912-4B35-AAAE-8CFB6EB2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05EC1-D4BF-4589-BC70-A5D419D4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개인을 식별할 수 있는 정보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926C3-F0F2-47A3-98F0-4C14F5B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02F10-0CFC-433D-AB0E-900130AD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D69AE-2F7F-4AA6-9166-4DEA2F6A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77D41-E5E3-47B6-9DD9-34F008DF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Redaction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5D34C-A924-4E5D-8595-D0BFC6A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68644-7B36-47E4-864A-8E375949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 정보를 가리거나 제거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080C1-4F14-4569-9189-7A01E904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6D578-F084-442C-A1BD-0C57218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32712-91D5-4BCC-8CF0-D813B1E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D2B63B-AC8C-4E5B-BA29-57F4D519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Retention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03EDDE-9B7C-48B8-AD31-AB4A716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343BB2-467B-4645-99DE-79260B98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데이터 보관 기간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50A31-1094-43BC-B923-011386E3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BA0DF-662B-42B1-AD58-454FAC2B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E7597F-DA55-4D0B-985B-B8355FC7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91CDEA-4846-4425-9A5F-4901FC4C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Incident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42B963-D97E-44DE-8135-08B6A529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D0BD1-0B8F-443D-A4C8-091F4831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보안·품질 장애 사건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50630F-5B71-42F9-87CE-A8531F4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9A7E8F-778A-44D1-832B-93901DA0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672933545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55C15-3B88-48DD-9F60-2C4F56FE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8E1D6-D860-420A-B429-8E54ABB6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7E1B3-F362-46EC-9289-3269DDB0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5D21C-62E3-4212-ACBA-1CDF9780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8C784-BA03-46A0-B1F2-ADF24DFC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42C7B-A738-4CDD-9234-0522A66E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6CC3B-7FA4-43A5-ADF1-464D9C61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99D97-0143-48C5-8F72-395EA1F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F10B5-A7E8-4593-8D99-17CC971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편의를 위해 원본 audio와 raw prompt를 무기한 외부에 보관한다.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EC19-4E77-4981-AB61-F140C2E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F5027-16BF-489C-99F7-0F7A1C2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회의·상담·코드에는 개인 정보와 회사 비밀이 동시에 들어갈 수 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94B8F-24C4-4055-876D-D8C793A0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11954806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B3942-8CA9-4247-9C14-8685E00C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BE340-FA83-44A5-A359-0789F117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A2B35-7536-45FF-B5EA-4597790E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70845-896E-4E67-AF41-3C364C3F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CBF37-8DC4-4FD8-904F-9F204172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0248A-5647-4A33-81D7-5AA0F542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17498-B8EB-4CA4-9977-35C3A3BC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573EC-DB09-4F3E-A52F-1A88A8B8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B720E-661D-4ACB-96D9-8DCC437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local_only와 secret 탐지는 upload를 차단한다.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97418-CE94-409B-96FE-033299C8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53290-A812-4BF4-92CF-CC4AE14C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C4C2E-4745-47DA-AB72-C1BDDFB8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편의를 위해 원본 audio와 raw prompt를 무기한 외부에 보관한다.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A1130-552B-435E-81C7-71F7D89E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DAFEF-F8B7-405F-8E98-5A5BECC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BA192-2093-4E52-B825-41CC624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목적·동의·최소수집·보존기한·삭제 경로를 배포 전 결정한다.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C3F85-4AA6-4C6E-82D4-E507B6C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541D9-C591-42E5-BEE3-DFBD5C45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6B79F-D9F7-4109-89C9-BAB13A32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ops_checklist.md과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78185715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18A6E-430F-45BB-B6B3-2ED68AA8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565CA-617B-4DF1-82E2-72702124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7DC69-CAB3-4A52-B76A-87BD983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CD4B6-8B54-4AB9-9AFF-2BA3E776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C3192-75D5-483C-970C-15FFC832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01EC1-5FC8-437D-8374-20FEA46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2e225944a484e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EE2D0-A704-414C-AB01-F06ED2D4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 scrubber가 token·email·전화번호를 제거하는 정상·실패 test를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9B14B-CAFB-4753-AE5C-4645CF5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612200572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B6E79-F3F5-4E43-A1F5-9AEFCA95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E05D5-B211-4219-A57E-1B500DA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5AC37-61AE-4CD2-AB90-C8BD5014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A80C2-E705-4A0A-B758-4951DE56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AABD9-C446-417F-B294-0113B224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A4968-E565-4285-AB01-41F6CA20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67C6E-9C73-41EB-924B-2FBF912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4CD98-2460-488F-8A64-6437C9AB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8F195-8AF4-4A2B-9E07-7553EF68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trace scrubber가 token·email·전화번호를 제거하는 정상·실패 test를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14F6B-6BCE-454F-B58A-D6E92F2C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12206-7405-4B7B-89C0-21EEFF74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4D535-868E-4549-AB4B-2791A8B6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4E0FD-C59C-48A6-9638-33E6D38E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75255-31AB-40ED-AE72-369DFD5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58218-682F-48B2-ABEB-E31CD2AE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synthetic·deidentified만 외부 upload 후보가 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local_only와 secret 탐지는 upload를 차단한다.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9C42-BBC7-4F1B-BFB5-C7EB5539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85D13-79AA-407C-828B-492DC217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82283-5C12-4F6A-8EF5-68C5D966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777541777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B2DBF-25D1-418F-8520-8407F861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44085-B5E7-48D8-9039-524BE95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2163C-E62B-41D9-828D-45380C5F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C8415-8522-4C0B-A8D8-1C633E1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82F49-D7E8-47D5-B33E-964E000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9C389-8E55-415C-89CE-93469B4B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6C51C-F2AE-4E77-B7FD-E1A94BAD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6B148-1BCB-43B6-AED3-395F0F3F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ED31A-DD6A-4CD9-BEA2-8ED1C9A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F83B5-9812-498C-A09A-00681C6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9F040-5143-4942-B86B-D0104C6E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0A894-854F-4E1A-8E79-E8EC9763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62503-C5C6-47F7-AE33-54479A90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B04D0-AAAE-4FD5-8852-3DE9AEE4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synthetic·deidentified만 외부 upload 후보가 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33672-FDC7-410F-9D3E-72F7D225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0BD52-F67B-4713-82F8-94DF1CE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BE63A-FEB6-4EA9-84A1-B72986F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3A1BD-B07E-467E-937C-A97745A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local_only와 secret 탐지는 upload를 차단한다.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C1ECB-0252-4B6A-A179-253691BB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34484-FA15-4B45-B76D-07CB5E52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A31C3-F3B2-4CF0-B1D1-420443B4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5678F-4416-47DE-A127-A059C9D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079692315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33F95-6A10-446E-9CE3-3AB9755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88B69-AEF3-4C7D-A489-A0E5FA3B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A71CA-FF59-419C-BE3C-56D936A6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68557-ECAC-4FDB-869C-4E829A0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C9F39-331A-4105-87AE-0EDF5528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E08A8-26A0-4084-8ECA-2950CAC6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0EADC-FE77-4AEE-83A0-07703A9C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6F003-D2C5-4053-9D34-1B39EA9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1F66B-DDBA-4E3C-BDEC-2F42B2DF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C60DA-86D2-4866-95E5-7639835C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7D57D-9F83-4433-BF2C-F39D90AA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EEBEC-7E9A-4391-937E-E05BFD03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F25BC-12A4-4147-9D28-257BF5A2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154F2-8166-4313-AD19-44B9CEFA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BE157-C84F-4F93-9860-CB65834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tests/test_observability_workflow.py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8E109-3308-44E1-80D4-DC21A152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5EA31-5726-4011-B05E-6B7EA559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E966C-5159-4446-AE4E-39069A5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synthetic·deidentified만 외부 upload 후보가 된다.</a:t>
            </a:r>
          </a:p>
        </p:txBody>
      </p:sp>
    </p:spTree>
    <p:extLst>
      <p:ext uri="{BB962C8B-B14F-4D97-AF65-F5344CB8AC3E}">
        <p14:creationId xmlns:p14="http://schemas.microsoft.com/office/powerpoint/2010/main" val="1147481819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A59B7-E386-4593-B0D5-3283D935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5E437-203A-43C6-A240-03F1C0D0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C2661-9443-4DD2-8F59-77D4BA92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0254A-21BD-4331-99C7-284D77AC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FF338-FA89-4A82-8B50-FCB020A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1AF28-CA6C-476B-9152-55E4520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EC739-85D0-4665-9515-97CFAD3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BFD3D-A84C-4095-A93E-924C1A71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F014D-92F3-40DA-AA75-308B17C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tests/test_observability_workflow.py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F1B9E-0808-4D40-86DF-CFE3BEE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39E8F-63B4-468E-B57F-CCC2FFB5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77863197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4F35E-678B-471F-A258-23EACB18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5F95C-4A5E-4545-B3B2-CA90FAFA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0AA8F-D121-4EBC-9762-4072FBCE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BDE3C-CF69-4210-AE14-13627428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E2190-C20E-40F6-B0F5-173CC46B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ADA7A-FFFB-48F1-BE21-3D9D6441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6FC19-9E00-4C6A-AFF7-0A52F0F7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66F98-D5FC-4EE0-BF93-FF9FEB3D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F8F4C-7A77-42CE-AC43-B13ABE9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E0596-60EE-442E-8DDF-D1C9D8A7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E138C-EE7F-44E6-9826-9D82C935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F0EED-32D4-4E75-A9A7-32CD14D0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18DA9-9FDB-4BCF-AADA-E5178DD7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synthetic·deidentified만 외부 upload 후보가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local_only와 secret 탐지는 upload를 차단한다.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374342205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7B8D6-EE0F-49CC-9FB0-605F8BF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7D733-4630-40D5-AFDC-D2027451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F3338-D4DF-4CDA-AB65-35B14FF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777F1-B175-4989-845C-23846BF6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3CF17-EF97-4022-9915-9D94BF2A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7F933-E57C-4A40-B36E-4AE8815D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BBB56-066B-47CF-B70E-99908B11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A1E8A-0F67-4526-91F6-16CAAF70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편의를 위해 원본 audio와 raw prompt를 무기한 외부에 보관한다.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934F3-A2A7-4FFD-84A5-9269948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CF504-44A7-4D6E-AD40-C55F1F14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97EB8-1B69-4838-938B-5939D31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목적·동의·최소수집·보존기한·삭제 경로를 배포 전 결정한다.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878CD-63D1-4B2F-B6D1-13CBAA4C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local_only와 secret 탐지는 upload를 차단한다.</a:t>
            </a:r>
          </a:p>
        </p:txBody>
      </p:sp>
    </p:spTree>
    <p:extLst>
      <p:ext uri="{BB962C8B-B14F-4D97-AF65-F5344CB8AC3E}">
        <p14:creationId xmlns:p14="http://schemas.microsoft.com/office/powerpoint/2010/main" val="652494074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D2000-3D86-4E97-B023-CF260D85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8E67E-F2E6-47D1-99AF-A148AAA7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E65A3-C254-452D-AB76-C39415CB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627B4-D495-4481-8D03-5BECCC99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21933-BE7A-4D0A-B882-24D0AE52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37BAE-CE90-4C5C-A78B-31F85DCF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49744-A312-40EA-A67C-B2E84988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A6B74-1A28-40D2-BF87-4CE49DF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materials/day1/강사_회의음성_라이브데모_런북.md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A2BF2-AA0C-4DA4-B97E-6E43A005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2DD41-ED21-4EA2-83DC-3C069468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43A8D-AB21-4886-93A7-B6F4A634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6286A-AE88-4AE1-9C93-206ADF3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synthetic·deidentified만 외부 upload 후보가 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 저장</a:t>
            </a:r>
          </a:p>
        </p:txBody>
      </p:sp>
    </p:spTree>
    <p:extLst>
      <p:ext uri="{BB962C8B-B14F-4D97-AF65-F5344CB8AC3E}">
        <p14:creationId xmlns:p14="http://schemas.microsoft.com/office/powerpoint/2010/main" val="432810461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EA78D-AABD-46AA-9C45-6DFE34B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0E134-442B-4381-B7C7-4B5B12F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C8CFE-820C-4778-BE14-CBDFC24D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75AE9-F5D9-4882-A705-DC032DD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6E8E8-1E55-4172-996E-832BE0D5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B69E0-394A-4404-A24A-F7505C00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B2AEA-4D54-4846-9077-55EE805D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src/observability_lab.py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A2352-0407-4B21-AAB5-6BB2F69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A9369-EA8A-4D37-A3C3-117D8A32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ops_checklist.md</a:t>
            </a:r>
          </a:p>
        </p:txBody>
      </p:sp>
    </p:spTree>
    <p:extLst>
      <p:ext uri="{BB962C8B-B14F-4D97-AF65-F5344CB8AC3E}">
        <p14:creationId xmlns:p14="http://schemas.microsoft.com/office/powerpoint/2010/main" val="357883732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272F4-0C5C-4DFF-A052-06D4FAB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FFBEE-5C68-4846-B247-68FADCE5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AB472-FCBD-4335-B431-E85F32DB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77CA2-6AA8-4B9F-91F4-B25B1C27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932A0-3908-4498-8E24-461BC2F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7E1E9-9528-44B2-817D-E47F0E6D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68849-AD17-4020-97EC-9716EA7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tests/test_observability_workflow.py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synthetic·deidentified만 외부 upload 후보가 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D5865-66E3-4D74-AA64-88B9A372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13CBC-9881-496C-8542-E39061C4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ops_checklist.md</a:t>
            </a:r>
          </a:p>
        </p:txBody>
      </p:sp>
    </p:spTree>
    <p:extLst>
      <p:ext uri="{BB962C8B-B14F-4D97-AF65-F5344CB8AC3E}">
        <p14:creationId xmlns:p14="http://schemas.microsoft.com/office/powerpoint/2010/main" val="686238792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29365-082F-4B00-93EC-0C3F0DE7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9CDD1-4D64-4DC0-B600-6E5CC2FB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3C075-60E0-4734-99C3-1A907BC8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547F4-A55F-4F7D-A41E-6C4BECCF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36977-B981-4AE3-A646-69F6E96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EE6E8-CB54-43A2-9875-5980030B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F2300-9A31-49EB-9EF6-DEA9FF3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local_only와 secret 탐지는 upload를 차단한다.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목적·동의·최소수집·보존기한·삭제 경로를 배포 전 결정한다.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B45A8-EEAE-4EDB-91DB-8755F9B4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E72D6-B843-40D2-808B-8CC2D71E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404709595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75168-807C-4E28-A1E4-C797951F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450B9-94F4-4F02-B28D-68FC24B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44A67-3606-4E44-B898-3ABA50A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96797-3A3A-4F08-876F-A9C8FDCF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34972-3A32-4109-8500-5B4F7E1B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C1CC8-C6E0-4D4E-9FC5-C1B41AB6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DB9DD-80EE-40FA-8D06-83CA8AAC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5B180-FF75-45A2-A328-DE4C2DE0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AC26B-1A05-4A7F-9059-E44E311B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synthetic·deidentified만 외부 upload 후보가 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35A2C-6FAB-4BF0-BB65-5D199B2A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4F1CF-8B17-45DB-BB06-491C1823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FE5A2-B70A-4AC5-93A2-20B502B7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6F76E-D340-4C00-9A08-E57760EA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FB934-79A7-4283-993B-6CBCDEEF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390A3-2567-4626-8AC4-93A187B5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B9C1E-EF27-43A6-872F-EBC97B1A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9EEAE-6A64-499B-9908-C689AAF8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2C697-344E-498D-8526-2F400407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603055176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94EC1-B1DA-455B-8767-21441E0A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23A75-5B91-4989-946B-F5D4E026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20EB0-0FDC-4521-83FC-5D925223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7E59D-F690-4672-AE3D-7E46270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5AE8-8B68-48AD-9A42-C39CA4BA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55F61-2A21-49D7-A303-00DBEE48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3567F-037E-4C23-8AF5-471C043B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40EA6-CFF7-4C85-9BD0-BEF57E0D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377A-A007-4B3B-97F4-F3D3CB79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local_only와 secret 탐지는 upload를 차단한다.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2E3D4-823D-4DE7-B009-EB6FD297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279B1-4730-48AA-B29F-F236941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BD85B-76CA-4C41-BBD2-355C24DE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6536A-00A3-4C55-80AA-21DB29DF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56A31-9E54-4072-BEA7-2DE93749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1DF97-ED8A-41BF-BFD2-AEFB49D9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B3566-1717-4D3D-893E-B3FE246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1A189-AE50-420C-B542-FF5396C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067F0-E64A-40DB-9FB4-142AA8C1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007584095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0A0BE-FA0F-4296-9E83-F12AE5D4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A7368-D911-4063-9CF7-2A181296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0D876-0042-41DC-B0FE-D69B473E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C92F0-25BD-426A-B563-7156F211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B0045-D519-4883-B39A-FA6C9371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D5F5A-D2F0-46BB-9672-ECFFB56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2146E-9F5C-437E-BA26-74C1C93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 데모에서 시작해 실제 고객 데이터로 넘어가기 위한 readiness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0C45C-DD8D-44C9-B9F5-9ED0F437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D01BF-AB93-47FE-9FFF-7F333E7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EC69F-92D1-4319-8BEF-5C46824E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5A372-2A3F-474D-8947-1A447C66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945BB-2D24-4231-AC78-4C75E121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9629E-8E54-4BB3-91F1-D1B12469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7C42A-7A73-4971-90A2-7EC606C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0253C-7948-4B7C-9267-6702F77E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EAFA2-789A-4E20-8A1C-18D99E5E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DBE82-0E53-4E0D-BEDA-C13DF3A8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A1A87-19FD-4BF4-A8B7-5765BD88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A6B58-B008-4BB3-A6A7-1CA5EC48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312099298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57967-C46F-4F7C-B8C9-8374DB7A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73859-F6C4-40DE-BDA4-CBBAA17C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D2C00-84C4-491D-B0DD-E95B6A77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7572B-B68F-4DA1-B803-AA412D41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F16BE-0384-49AC-B01D-7E5FE4BD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003A3-A933-44C6-AF0D-9F97F6B9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113E9-DA4A-4183-A48D-2F28F2BB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 데모에서 시작해 실제 고객 데이터로 넘어가기 위한 readiness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0C110-427A-45C1-8A78-4A653311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66205-FB32-4327-8805-8DC69685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D3DFD-9E17-4C50-9593-422ED3C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F281A-5FD5-4DA9-B3DF-6643AD4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822ED-238F-4E51-A5F5-8EA6F2EA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DA68F-260C-43A9-A298-440116D1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5F6B5-D1BE-4DD5-8DDC-7FF783D8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733AF-5104-488E-8E39-E177C26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244EF-1647-49C6-8694-63B8B824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CF161-3B3F-49C9-AC5A-3EBD3BB7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B6331-5930-4363-8059-6E5586A8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1C409-1C1D-4AF2-A23B-CF635398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959320623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F05F1-78D2-4D8D-BDE0-D45D52AB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5D01D-3A3C-4A90-B105-0D58E799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B0104-D233-4437-A316-69C7FC81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1FF43-23F2-4720-9B6A-E96D5C5D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02DAC-CD3C-412B-9CD2-97AE647A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E7036-B11E-451F-B617-C988D0F1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26A02-0FE2-44C3-850E-B06BBA1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321AA-4AC1-4753-969E-71088393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91B4C-4F99-47B7-AAC0-118BFA9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synthetic·deidentified만 외부 upload 후보가 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B5409-475E-40F4-AC04-822E65C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9F0B2-55DD-45EA-81CE-FEBFA65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2E1C7-145D-4A31-B978-CC26171C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C2BC9-F429-4BC8-9A86-4CD07F6C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4D529-3735-4400-97A7-B197FB23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344AB-FF10-4627-A54D-F6349820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목적·동의·최소수집·보존기한·삭제 경로를 배포 전 결정한다.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9C62A-10EF-4746-B8EE-C3011D13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8CBC0-25DF-4A22-AF4B-D2DD72F4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474FD-FAB4-46C2-AE3A-6D2C7FE0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399453937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3F8CC-5642-4640-B7EF-A0E3DDA4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4E80B-B798-477E-BB94-7CE8DD6C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E6367-0A4D-4E5E-AC8C-AE61BDD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F13FD-1E28-4EE6-B72B-380FEDC8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75085-B2BC-48F8-9BB7-1345575C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A2907-C39F-4414-9A56-6FB4DEC0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4FCAD-78AE-440C-84AD-9910581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33048-88CC-461C-B229-C98CB1FF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62168-FA74-465C-9A3B-E3960C4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운영 가능한 Agent는 개인정보와 장애 대응을 먼저 설명합니다이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CD88B-D78E-4107-942F-6A4778A7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4C9A4-48D0-4FCC-8472-C3A7DDA5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36A29-D546-4113-B4E8-3C0DC90F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tests/test_observability_workflow.py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2168B-0B45-42AD-8865-0BA0F811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53E44-9BA8-4D1F-9EB4-0335574F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2216C-9BCA-40E4-A736-EB1D95EF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ops_checklist.md과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F3F1B-7CE5-4144-A48C-BC603CB7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배포 후보는 코드·문서·demo가 같은 버전을 가리켜야 합니다</a:t>
            </a:r>
          </a:p>
        </p:txBody>
      </p:sp>
    </p:spTree>
    <p:extLst>
      <p:ext uri="{BB962C8B-B14F-4D97-AF65-F5344CB8AC3E}">
        <p14:creationId xmlns:p14="http://schemas.microsoft.com/office/powerpoint/2010/main" val="729351042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09C4C-46B9-46BE-90CA-9B56EB3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8B911-DF06-4E7E-8B2A-07E5252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5 · 7차시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86D22-3FAE-4051-8DB4-B0AB486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15:30-16:20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82725-D7E4-4A66-9A4F-C7B7B047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배포 후보는 코드·문서·demo가 같은 버전을 가리켜야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868D1-C461-4400-AF8A-F976D005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test·README·sample data·Vercel demo를 release candidate로 묶는다.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B5C8B-16A1-48C0-B3C4-4EA38F36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DE402-D4FE-4B79-A5F0-509AF2C9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1BF6E-38FF-40F4-A11F-52C398D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22945-0256-4737-8145-1E9BD02E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5E354-AC42-4765-888B-FB6C3E94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web-demo/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B1E56-3904-4E4B-B2C9-EB446142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781CB-6174-47A7-A35B-A14E4E27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release_candidate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28ACE-710D-4B62-AED7-C06C6A7E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7차시</a:t>
            </a:r>
          </a:p>
        </p:txBody>
      </p:sp>
    </p:spTree>
    <p:extLst>
      <p:ext uri="{BB962C8B-B14F-4D97-AF65-F5344CB8AC3E}">
        <p14:creationId xmlns:p14="http://schemas.microsoft.com/office/powerpoint/2010/main" val="375732700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596D0-C5E7-4B02-A35E-EB85CC10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B222A-0D60-4F8B-A275-8CDBDE4B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F7059-865F-49F2-B73D-D663E1ED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69593-8946-44D4-B056-FF6B3411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1CE1C-2E7C-4226-AD38-79FA837E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4670C-1C10-403A-81D1-72EEB1A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9B168-FAD2-4971-A052-DD0CC9A2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01571-4556-46F9-8B51-B7A5A1CF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CA41E-C80D-478F-A139-7F5FDE92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ops_checklist.md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2784E-8CD9-4553-ACD0-09375F0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49D82-F7F0-430E-9A98-7394551C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D0292-CEDC-4C77-9F56-A08902AE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후보는 코드·문서·demo가 같은 버전을 가리켜야 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A342B-DE1B-4D34-9A21-B14A99AD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B0D5E-6FD1-4912-9D1A-D79F122B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2F641-4FAA-4840-818B-E559DDE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91D60-FFE4-4FBC-850E-FA7AA952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D6BFF-EE39-412F-A070-0B9EC227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679BC-C50F-41E4-AB09-A7D01F0A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발표는 모델 자랑보다 문제·증거·운영 결정을 보여줍니다</a:t>
            </a:r>
          </a:p>
        </p:txBody>
      </p:sp>
    </p:spTree>
    <p:extLst>
      <p:ext uri="{BB962C8B-B14F-4D97-AF65-F5344CB8AC3E}">
        <p14:creationId xmlns:p14="http://schemas.microsoft.com/office/powerpoint/2010/main" val="184226927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2A7A7-F82D-4D09-8908-B8D35A52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코드는 최신인데 화면과 문서가 이전 schema면 사용자는 첫 실행에서 막힌다.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15336-7EE7-4EF2-BFA7-084F0CF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124C6-5723-4DED-AA8E-E23BBE9F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46A8D-ECB3-4865-A677-B2BA0792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12249-3CF8-4397-BF49-4778580E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4EABC-BFDA-48C0-B08C-6FF13A9B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test·README·sample data·Vercel demo를 release candidate로 묶는다.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4D294-B250-4C3B-B305-B304A28D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C856A-9387-4D87-97A7-D5E5069F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release_candidate</a:t>
            </a:r>
          </a:p>
        </p:txBody>
      </p:sp>
    </p:spTree>
    <p:extLst>
      <p:ext uri="{BB962C8B-B14F-4D97-AF65-F5344CB8AC3E}">
        <p14:creationId xmlns:p14="http://schemas.microsoft.com/office/powerpoint/2010/main" val="2144514245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FC8C9-2E53-4F2F-89AA-915F77BD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5324C-4DA0-4255-BA5F-7252864B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CDD2F-C03B-40AB-9307-CAB46E5C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7527B-D2B5-4387-A94E-138F0D99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6088F-98BA-42B8-9BDD-67270703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67C9C-D3F6-4458-9B39-A37032B3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14DA1-E391-47DF-B51E-65F3FB8C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7098E-244D-4EB2-BE57-C63EC277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test·README·sample data·Vercel demo를 release candidate로 묶는다.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20305-0300-4CDB-A840-25302FF9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67622-C80F-4323-834C-F5CE801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D7E52-21FF-4B99-BC17-D5D1FC7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Vercel 화면만 동작하고 backend result contract와 다른 mock을 보여준다.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A39F9-9930-43AD-98B1-3C16EB91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330AA-B9FD-4B33-B9A3-DC411F3D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3F49E-C253-44ED-919C-7CDF257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686725410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C24E4-6E37-4704-B078-1BBB452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595A0-A3CD-4E0D-8C9A-796631BB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E566B-02A8-4C61-97FF-ACFFA620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59295-8353-40EC-8FC3-85BFB82C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FC82A-EADD-49E8-B13E-11C17F4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325D8-EAF6-4D71-A0D9-741E60E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0D5A2-CF44-4322-BE33-44F1584E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E7A6C-487C-4263-AE19-DF2162C2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7D45B-1028-41EC-8397-8801DD9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1481E-0FAA-4A66-8563-59C71DF8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9E7CC-D9EE-493E-8897-4F2D6AE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F8403-D604-41A9-9ADE-A31A100B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50077-F2F5-4512-9CFE-8ED7551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0A17D-ABE5-4D55-B935-D9416F9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직전 검증 버전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32F0E-E6E1-4BFB-94AD-B57F11C2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E49EE-3B0D-4F1C-8ED5-AD3A8B0D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Smoke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661FA-4EC3-46A6-B7A4-071D68F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250AC-4C17-4D24-BEDA-458B624D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경로의 빠른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87818-46E0-46EB-AE03-CA67863A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390FC-C55A-4BDD-8D95-672417E4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19D7F-E17D-4F46-9B36-F1EB96F2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E1AC0-27C6-48B5-95D1-A482F00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설치·실행·복구 안내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B1845-2B0E-4A90-87AB-DCABF45A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5136E-DDB1-4A4E-8F71-FF5508A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25831-FBFE-4119-B403-B89CDCF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62689-8373-42DE-838A-008144D3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입력과 결과를 보여주는 시연</a:t>
            </a:r>
          </a:p>
        </p:txBody>
      </p:sp>
    </p:spTree>
    <p:extLst>
      <p:ext uri="{BB962C8B-B14F-4D97-AF65-F5344CB8AC3E}">
        <p14:creationId xmlns:p14="http://schemas.microsoft.com/office/powerpoint/2010/main" val="1070581832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086E8-1138-4FC1-A553-4F288D2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8A5BF-DBF7-4220-A36C-35A8D0E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9042-2213-4DAF-8F45-CDB65463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B787B-F807-488B-B205-F5D18B04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D0C5B-7A8A-4177-BF10-A6EBCD62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37BAB-6004-48AA-84BD-979AA83C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52D6D-F977-4858-9261-434977DB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CA904-9121-4E4A-8569-0E82E0B1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60E63-FEFE-42C3-BD4C-63E1FB5C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389A2-0517-4DDE-B334-E5C1484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99A14-5E2B-488D-8B3B-2B189F8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tests → full suite → README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78CFA-17DC-40F4-A908-E775624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63214-398E-4D26-B9C4-9A965C0A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30BF0-5916-4C4F-AB76-BF701BF5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FB1B1-1FF5-4120-9ADC-FFCA2821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6E7EE-FCFA-4DEB-884C-DEFA058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3DF3E-756D-4607-BB74-EF79D659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fixture로 end-to-end 결과와 demo JSON이 생성된다.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 실패·test 실패·HOLD가 있으면 release candidate가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796736351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06F13-445D-46D8-AD5F-2E08814F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7CD62-C128-4706-88EB-50337459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865D8-4F0E-40AF-95FC-3DE9D672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2E940-A9C3-4312-BE00-5B60E178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C31AE-0DF1-4326-A4B5-3D37C9B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361B9-328E-4203-BDBD-7806A21A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451AF-4118-4152-91AA-8FC9505D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B2307-E541-431F-8554-78881FB9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20DC9-BE85-4B55-9C8A-469306A8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81180-4E00-45F5-B761-2C95A99D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536CE-C2F3-4D6F-85CD-D5198986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482A3-6279-4DA9-A0EE-E7D5AC1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full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CAC36-D6BB-47F3-A46F-7D52B17F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D0C68-EDF5-4DA4-A017-DDA2B580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AF46C-899E-4607-96D2-113B8634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25C97-D932-4E19-8C74-4CBB297E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24DA3-DA64-401B-A471-0080FA1B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AAD0B-E53D-423C-B14A-F635313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demo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1C795-D199-4CF3-92D0-A20A9854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2910A-E5DF-411E-870E-FD1B79D7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396DF-400E-495A-9C60-8BB4E6E0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80F48-21B4-465F-8379-C6B18F6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release_candidate에서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706050658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AE187-D89B-49D9-B016-F425D4A9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1229B-872B-466F-B30F-B546C10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7F1E7-2AD0-4D75-BB10-4B3189BA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0A4C7-D5FA-4FE5-88AF-C5AC7E07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1F496-E42B-4172-979A-58D2C1FF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500CB-9888-4DAF-A75E-F19F7B30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0C5FB-CCDF-4211-ADB0-38B52E0E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E617B-1928-4A46-8580-0FB42DAC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fixture로 end-to-end 결과와 demo JSON이 생성된다.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4BA08-F810-4B19-A8E0-553A9653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8F775-4B0A-417F-8054-F7B3FDD7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049D3-DD42-4D46-96D9-1A875271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 실패·test 실패·HOLD가 있으면 release candidate가 아니다.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E2250-A7EB-4E5F-AA34-315A8B7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AEA5F-30E0-440A-AFE7-F7189334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7B705-DF4B-4B7D-A19B-F0B4FCB4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ADF1B-937D-47FC-9445-0D3FCA9A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D449D-F470-4F1E-AF07-1CBE0FD2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36698-8FD0-451C-99E1-74A382AC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식별자·release_candidate</a:t>
            </a:r>
          </a:p>
        </p:txBody>
      </p:sp>
    </p:spTree>
    <p:extLst>
      <p:ext uri="{BB962C8B-B14F-4D97-AF65-F5344CB8AC3E}">
        <p14:creationId xmlns:p14="http://schemas.microsoft.com/office/powerpoint/2010/main" val="1186020751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E193A-76EC-43F3-A4A8-FB960359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C917F-6728-40C4-8F37-F4E0BD04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255E9-0B6F-4112-A25C-C5DE305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593E8-9B0F-49A0-BF26-A12FAE4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89C4B-5224-4B1B-88E1-99B4B9A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B212D-63BF-4834-A80F-8D4A8772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89A1F-7997-44A4-91FD-BE7000E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AE091-BB22-4E90-B1FB-848C70C9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39B03-C5A3-46AF-8D71-C49CD75C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C8AF6-EA19-4AF4-82E0-061A808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8658A-82F5-4BE5-8EAD-CB9BAAFD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2D22F-CF68-416C-841A-F5C36C20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web-demo/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F875F-5644-4416-A6B1-EE043BB5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23161-0477-433D-8079-B0C80619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5D5A3-59C2-4E15-86E4-4C82B5CC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scripts/run_day1_preflight.py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B76FA-594B-4C69-8F8A-06EFA2C0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5A83D-5582-4BA8-8735-A953FA6A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FF3DE-7F93-4D11-B471-A1C6345A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173974989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A8627-DD43-4180-87EC-1F9CFF12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F710A-5705-43B9-BA8B-40A9576B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후보는 코드·문서·demo가 같은 버전을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6801E-D15D-402C-B005-2596F6D9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66C46-072B-432B-A621-DD3444CE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E0CDC-1D41-42A4-8620-D63E37A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1A450-6D5C-4A98-8544-A49F34B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17144-24FB-49C6-9A14-82A2E0FD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코드는 최신인데 화면과 문서가 이전 schema면 사용자는 첫 실행에서 막힌다.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FBD47-A30B-49A6-9C4C-C3865AEC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9BDC7-2AFD-4AE4-A472-258923C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75BFC-3289-4316-8B72-F2F4DFB8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Vercel 화면만 동작하고 backend result contract와 다른 mock을 보여준다.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F3978-9A23-4D96-A4E2-1C726D3C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output JSON을 demo의 단일 input으로 사용하고 schema version을 표시한다.</a:t>
            </a:r>
          </a:p>
        </p:txBody>
      </p:sp>
    </p:spTree>
    <p:extLst>
      <p:ext uri="{BB962C8B-B14F-4D97-AF65-F5344CB8AC3E}">
        <p14:creationId xmlns:p14="http://schemas.microsoft.com/office/powerpoint/2010/main" val="570046533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354DB-42D2-4051-9CEF-D67FDB2A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2CC1D-AE8B-4738-8F4B-6DBBF067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E039D-624D-4CB8-85D6-96EEED9A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25D93-F697-46D5-9DE1-FA4082A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87AF6-AC02-436F-BC8A-D010162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66D8D-310E-4375-8C0D-0649D83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03DB4-E84D-4A0B-AF90-37C63F34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FEC46-FBF7-4F41-B5F2-F04C0B91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89878-8F4F-4FF1-A46B-871B2406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EAAB9-CC4F-4210-BEDF-5406916F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F523A-A216-4BF9-A260-850A44B9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540CA-6E2E-4F5F-8990-89CD505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ECA6C-5D59-4673-B26D-EA7B7B2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72ADB-A053-4882-8A62-8CAAD519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9675C-9E08-441D-B598-A20B430C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B8D4E-B677-421C-BCCE-105BD28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직전 검증 버전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C7AA4-8F4E-4F8D-A9AC-C88ACE42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A99E5-9805-40C2-AAFB-77853A2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68D47-380C-4F51-9C55-0B0CE74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36159-C277-44B4-A3BA-C1E8165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Smoke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AA8AC-552E-42CD-90D2-A43EB346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F6621-C147-45FE-BB9E-8C33DD0E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경로의 빠른 점검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93A23-AA1E-4A4E-8291-BF45B361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88484-6B7F-4E4E-9D08-E5F5520A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01413-7B96-4A2B-A316-FEA14992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26195-A7C0-4E24-9AE4-4AFCC716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0FE07-4E0A-4362-8414-A487850C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2F381-0129-4E50-9BD3-C3D6AC4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설치·실행·복구 안내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A90E6-6CB0-48CC-A047-8BF6496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7F8BD-0BBA-407C-B0B9-B9F6EB58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6333E-45C8-43EE-ACC6-808ED197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0D4A9-306A-4CFA-BC57-19012723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1AD50-9763-46D6-8FBF-AE8AA2ED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ACD37-5A44-44BD-8A11-2587D33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입력과 결과를 보여주는 시연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B0F8D2-1DE0-4583-A753-56796244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657048-CA0E-467B-A1B0-0C41EDEE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69447132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2F0E6-CBBF-494A-BD4F-8B1350E8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6E0E-8473-4ACE-918F-8B8177CC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B3285-2661-4394-AF7C-3D188690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DB897-9A26-4A35-8E6D-3E53D063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067FD-7D29-4351-A43A-D53D78F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6E9A6-5352-4E0A-B76F-1C183065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51E9A-8103-4951-A8DD-5F93AD71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1FAF-5C74-4CA9-8D65-124918FE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78C3D-7949-44F8-8E26-604FCA35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Vercel 화면만 동작하고 backend result contract와 다른 mock을 보여준다.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95E44-9528-478C-98E5-ACE37674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0B34B-5F02-4A3D-863B-3C29D9F1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코드는 최신인데 화면과 문서가 이전 schema면 사용자는 첫 실행에서 막힌다.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0ACC5-8144-4E7C-8DB0-67D28DCC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70286528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ABAC7-10DD-4174-A0D7-1F85F70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6F229-2B62-41CA-9D01-CAB12111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7637A-A9CD-4CBC-B3AB-CF515C1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2E798-C449-4CCE-8D70-9DA994FB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DB463-88DE-45D9-B7CD-89B32386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90302-DE22-490E-8A6F-BBF58F1B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41FF7-F515-4363-AAEA-A22B1FB7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F76B1-EE2C-4AE7-8B0A-4D8AF08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C8680-6978-41E6-B35A-190A909A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build 실패·test 실패·HOLD가 있으면 release candidate가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D66A1-43A1-455D-AC79-DD56366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66055-FFD7-4DDA-BB99-93C89FD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43A87-F287-431B-B479-939E2DE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Vercel 화면만 동작하고 backend result contract와 다른 mock을 보여준다.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4B281-FABF-4576-9D74-7180AEE2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E7AE-3FC2-45D1-ADE8-3FD0248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A70DA-3B51-4602-B98F-FB517DEE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Python output JSON을 demo의 단일 input으로 사용하고 schema version을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AE9E4-8EB8-47B5-A301-4A479B4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E539C-FF55-4EA8-8D05-7A0443D6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09935-557D-4FDD-8997-BC22BA4A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release_candidate과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2123477373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82DD1-242B-4437-870F-ABD901BF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48F3F-DFB0-4610-989C-EDF4187E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9FC0F-7889-4D0B-8BCC-E454CB6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07B55-BC84-4195-A0A8-5CF145D6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9266E-3543-40E6-88DC-4D2D650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2B777-0E4D-455B-8640-FC5E9E24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9d0a1bf5b405b"/>
          <a:stretch xmlns:a="http://schemas.openxmlformats.org/drawingml/2006/main"/>
        </p:blipFill>
        <p:spPr>
          <a:xfrm xmlns:a="http://schemas.openxmlformats.org/drawingml/2006/main">
            <a:off x="7387248" y="1485900"/>
            <a:ext cx="1437055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64EF8-B2FE-4E71-A5F4-BE485768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기능 구현 후 README·test·demo data가 같은 contract인지 diff로 검토한다.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2C2CC-BF61-40D6-AE29-87C9935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037933463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2866C-AD74-4392-BF2C-63D332B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34907-E5E3-4798-BFCF-D1554384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28541-0603-4640-AFA9-F768E7D3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9285B-8E35-4CAE-B9ED-C4952560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A37F7-0667-45E4-B6EA-A9A7A790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C905C-7283-454C-8373-E6229412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F4363-2287-463F-B0FC-E549CB29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942A1-BE18-482B-9D3F-4FA303E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5426D-7357-44B6-9FE1-6F1F360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기능 구현 후 README·test·demo data가 같은 contract인지 diff로 검토한다.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DF834-6CE0-414C-83F9-62C86FBE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212F5-20D0-4712-BFD7-DA2937A2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6139D-A22F-44DC-92C6-DD6F143D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web-demo/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scripts/run_day1_preflight.py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A9B2A-8A8D-4E2F-9277-4AD16826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68812-6B12-473C-986A-7C6F4426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FBC6-8BDF-4094-8CF6-E50575B8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fixture로 end-to-end 결과와 demo JSON이 생성된다.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 실패·test 실패·HOLD가 있으면 release candidate가 아니다.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CC463-6B9B-4B11-BDC2-C821BD2D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0A625-6551-4B83-A0D3-29C1D3D1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1908F-8444-4FE4-BE42-24AE5E73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350511022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91250-92C5-4D80-AFF7-F575B2EB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4ECDC-13C5-4973-A64C-42E62BC5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3CDF1-C3D0-4EFA-9413-91C7750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766AB-1175-4D98-81F7-F8BDE1D6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33636-6DE8-423A-B615-E28F98D6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C2B64-CD15-478E-8BE1-260F539A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FFEA7-2436-4ED2-8EF5-FA3D9226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39A37-BCB3-4236-8077-5C538F89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8D258-CBA1-41BB-AB24-0D3EE77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A700F-6840-43E2-AD81-0D6D4B6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B8FDE-13A1-4A05-9891-0888FE9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55B39-13A8-4A99-8B1A-B26BC8C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10097-9750-46B5-873D-316D4B36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A582D-FF52-4427-8600-9EE6BCFF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fixture로 end-to-end 결과와 demo JSON이 생성된다.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4266C-471A-420A-9AD9-5797A7FF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1C40D-0857-4A5E-A146-1B15A81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84B79-17D6-4DB5-8EDC-275E204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0AFDE-A1C6-4499-8416-37B328A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 실패·test 실패·HOLD가 있으면 release candidate가 아니다.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05842-4FCA-4C7C-B56F-1EEA571B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9072C-7889-4A78-946E-52F7EBC0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AAB0D-8A31-4441-A83B-39ED2216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FB74C-09BF-4D6E-8239-09624334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669025172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0BD1D-63C5-420B-B5F4-7B5380C0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EED61-610A-402D-A2EB-CA061C9D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3092E-A35D-4F9E-86A4-FD4D252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E4D9E-4AC2-436B-A1D8-F6C4ED0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4035B-F5BE-4860-A510-CA891453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1A1C2-2751-49AC-94CD-DAE6E08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4313E-4853-41FF-B709-5DCFD7B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C3FCF-2D97-48FA-97CC-6BDE12B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111EB-1AC1-4982-8F0C-FAF88D43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039EB-7BE9-44C9-9BE5-5241C561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BF5AE-DB2B-4B30-82F1-2C6A980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9F448-D130-4CDA-95A2-C016039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web-demo/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E4CEB-5219-4887-AFD6-9E808D0F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21762-ED35-4030-BAA3-35A6AB88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AC096-F0A3-4862-9716-ACFBCFFA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scripts/run_day1_preflight.py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9C1EF-CA0E-4EC9-8796-B509635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2AF98-51F0-4081-8496-17EFAA90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49996-F58F-4742-9D3A-2A209448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local fixture로 end-to-end 결과와 demo JSON이 생성된다.</a:t>
            </a:r>
          </a:p>
        </p:txBody>
      </p:sp>
    </p:spTree>
    <p:extLst>
      <p:ext uri="{BB962C8B-B14F-4D97-AF65-F5344CB8AC3E}">
        <p14:creationId xmlns:p14="http://schemas.microsoft.com/office/powerpoint/2010/main" val="1470863304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B3456-35A9-45CE-BFAB-57D114FC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A03C9-80C5-44C7-AB62-C534F663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1F437-25A6-40EC-B42D-9D6BB69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2C537-15D8-42F7-8A6D-C11A2E7F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C143A-7796-4B35-8849-8630D72E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300AB-960B-4A74-B240-AB0258A2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FC5F4-9B1C-413C-87BA-3338D07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70CB1-7A7F-4A38-828D-37B96D08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F9241-8512-4411-914F-1E2689F7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scripts/run_day1_preflight.py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1AED8-5049-47BE-8909-AF824CDA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11CBF-3CE8-4398-A18F-65E22941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940530574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D1A74-74D9-4342-BD26-42300974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CAA13-34FC-4850-A431-62637A2F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A941D-34D3-498C-BFAA-13ACA634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E4D3E-97D1-487F-A498-CD575A91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9B336-011C-46C4-AA03-25388EA6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2C862-168E-4F5E-B6F5-F6BE5BBB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BCB24-4F13-45BE-AA0A-2674057E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5EA24-3707-4C0D-BAB6-853AE11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8DA9D-E516-4273-8A6A-30F12B30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FF2BD-8BB8-44FF-934E-C0AA706D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3566D-6026-48F7-A70B-E19EA799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E720B-4C30-4A42-862A-A3097C9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1CB49-2BB9-464B-8C68-D7FE31F8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local fixture로 end-to-end 결과와 demo JSON이 생성된다.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build 실패·test 실패·HOLD가 있으면 release candidate가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080606152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B20D8-6A49-4661-8137-EA499F90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1BFAE-8959-4BF2-A949-A52B89A4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F7394-2521-4983-88B0-10E85EA6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812C6-872F-447D-86E5-42E02611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0BEB6-40F0-4D81-8AEB-69FDB6F2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C8F9E-6AC7-46BA-B40C-1B46E28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360CF-3E76-4103-A9A3-D7FCFE3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759A3-9FE5-4F00-A389-148A7C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Vercel 화면만 동작하고 backend result contract와 다른 mock을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ADFBA-D53A-4B29-8D6E-4346FF2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8901F-56E8-4DFD-92FE-B6E30D4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18E4D-B929-435B-9121-264DEE3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output JSON을 demo의 단일 input으로 사용하고 schema version을 표시한다.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D400B-C6AD-4071-A0D2-11A4B80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build 실패·test 실패·HOLD가 있으면 release candidate가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167885292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EE653-5435-455A-86C0-6E468484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61F07-C756-4D5C-B1C3-3EE997C0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900D3-07D5-4731-8A4C-E3B31168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B4127-406E-4318-B793-23A33C32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4FECC-1FE9-4258-AB70-43068FED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344CA-1F2E-4665-A058-20C834C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D3D79-158E-434F-A393-C8899C6E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9F917-C9EB-4BBE-995B-8C6AE711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DB2E8-5A71-4A36-8AB4-A9C29DCE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6841E-5D7E-4F7C-9FD6-449BA15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C46F6-6066-45F9-8913-8C98F1E6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F4A8C-AC86-4618-969E-367BDEED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fixture로 end-to-end 결과와 demo JSON이 생성된다.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 저장</a:t>
            </a:r>
          </a:p>
        </p:txBody>
      </p:sp>
    </p:spTree>
    <p:extLst>
      <p:ext uri="{BB962C8B-B14F-4D97-AF65-F5344CB8AC3E}">
        <p14:creationId xmlns:p14="http://schemas.microsoft.com/office/powerpoint/2010/main" val="1511686335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1317B-277A-4380-94CB-C94C8375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EB0DC-A2C7-40DE-AA31-C4EFB361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F78A8-FA0C-46F3-AF78-2C9D0F45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BAD46-B53E-473E-A0A5-6981AAE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0AA6C-9964-4CD7-B134-0996161F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FF317-9123-4FE8-B05A-C1CE5FC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EE107-0725-45D3-B2C3-276A81B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README.md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56113-AA72-4666-BAC8-02000BA1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3DF6D-DD58-4BBA-A932-60A85262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release_candidate</a:t>
            </a:r>
          </a:p>
        </p:txBody>
      </p:sp>
    </p:spTree>
    <p:extLst>
      <p:ext uri="{BB962C8B-B14F-4D97-AF65-F5344CB8AC3E}">
        <p14:creationId xmlns:p14="http://schemas.microsoft.com/office/powerpoint/2010/main" val="515728130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6641E-1E32-41BD-B703-63AFA106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EDE9E-14B4-4A3C-8243-0D922115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90BE-45F3-4E44-9DBA-3778B983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4FA79-89CE-4E14-BEDA-7633B7A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47966-9E1B-43E4-9C7C-32A96833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551DA-30A3-4414-8A83-6D379BB9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11A1A-09AA-48F1-A3C7-795A736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scripts/run_day1_preflight.py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local fixture로 end-to-end 결과와 demo JSON이 생성된다.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61F0C-ECD7-4CFC-A8C7-766FBF6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63CD8-01AD-4142-91BE-9928B7E2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release_candidate</a:t>
            </a:r>
          </a:p>
        </p:txBody>
      </p:sp>
    </p:spTree>
    <p:extLst>
      <p:ext uri="{BB962C8B-B14F-4D97-AF65-F5344CB8AC3E}">
        <p14:creationId xmlns:p14="http://schemas.microsoft.com/office/powerpoint/2010/main" val="1188914180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E2874-0B00-44C4-A6C0-D0A2AF29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737D6-39CF-4275-964C-9340C958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8DBD9-DFE2-4877-A70C-848DF6C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BA086-179A-46F2-AAEE-B38A7D5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27002-F892-4757-924B-FBAFB465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D33CA-4536-4F4C-A9B8-74AEB6B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2F2AF-0EEB-47C3-9D5A-8C2E3825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 실패·test 실패·HOLD가 있으면 release candidate가 아니다.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Python output JSON을 demo의 단일 input으로 사용하고 schema version을 표시한다.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12CED-C018-41BE-A2C6-99FA690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AD699-9BE5-4FD1-ACBA-0706FD9E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532429317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C7FF3-E806-4C17-A613-F78A661C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C518E-AB0F-4699-A477-53BEDBA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E009C-63BA-4C32-880B-6936B09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BE9BA-45BE-4426-9BFD-0C25335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D6C53-BF7C-4471-84ED-09EFF0EE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07B74-969C-4A6E-9D0C-1716EEFD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610E8-BDCA-4724-ABC3-48A76881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1B6FB-E14F-4725-BC4A-004663F9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E4F23-8828-45A5-91BE-A371F2D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local fixture로 end-to-end 결과와 demo JSON이 생성된다.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9243A-AED1-45B5-AABB-2591D9DE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CA770-C721-4934-823F-44F271EE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E41C0-756B-4A77-83D0-9C4BEA16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B1189-9179-45B1-98AB-8EA843F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31D89-A4F5-4BD5-825A-DE51D29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BBDB3-9D17-4489-B922-C9C8CC5C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F702C-4A2A-4454-A853-91DDD229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17069-AD9A-4FAF-828D-F3A6691F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551B5-6000-4656-AC13-0C6EE7F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085155010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3FD08-7665-41B0-8713-56BE6B1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0C4E5-6706-4200-BAB3-03A3E88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8203F-5381-4DC5-BB9A-ED315E8B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08207-A113-4DE2-9498-5E8436E9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3DDCC-1781-4702-9A2B-ED0188C0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F9C00-26BC-4370-B257-C93F631C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ED680-8B4F-4162-BB53-931E723F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5135F-39FD-4D1A-8004-57F4F9A8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91803-5D15-4202-8BE5-0893999F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build 실패·test 실패·HOLD가 있으면 release candidate가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C8464-3A78-405A-912A-7E828C1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8465C-4FC8-460C-A482-3AFB2160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BF47C-1804-40F5-B2C2-36CDD783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54B62-725C-4D29-82A5-C602662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AB997-9FFB-4CA6-84F1-E4015720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C84CE-ACD9-4773-9BE3-2AF81AF9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BF8A9-3368-4C15-A59D-BE1AC07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B1348-5D04-4E73-988D-472126F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162F3-4538-4786-81F6-7F3EA8FD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958766396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12271-5DD8-45B0-8651-8682FD39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2F28D-7BA7-4E46-86D8-F4601ED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1DC98-219B-421C-861B-F5536EB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B366E-A1FA-459D-A28C-E480FEE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A4BCC-97ED-4008-8F14-22A86397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1F783-2536-41C0-9896-0A4E665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96DF-0C3A-40F0-A5DE-7250E55D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내부 시연 URL과 재현 가능한 GitHub repo를 한 번에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58548-39FA-4110-BCE8-E3D06FA2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C157E-8795-48BC-AA2F-EFE1AEDF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A86D6-8C4F-4682-A4C7-A1AE7F1E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DF517-107F-4114-8A1F-9FB1DAD8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3517F-2F7B-4C2F-ACF9-DE995947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9E427-2573-409C-9C0C-183BCCFF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7DF55-2977-444C-9C79-1DFD78DC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8F363-A66C-4451-A69D-B1DE8D4C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60DC3-2859-422E-A749-86FA862F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B7E01-78DE-4F6F-A370-008CD65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C1A52-4E46-471D-B1B2-74631A43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2FD67-988E-451B-B6FD-B9218B2D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795508571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169C9-A64D-43AB-8FF7-1C17E30E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63302-D5CE-42D1-AF3A-BDA4D907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69139-C396-40DC-A8E2-FFF3629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272EC-A4FA-4549-A4F5-B0CF03C0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537A5-A0A6-4DDF-B96B-90ED6A4C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76E3F-460E-4B64-8078-76B8F60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D98AA-2A02-4DA9-80C8-60DD2CE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내부 시연 URL과 재현 가능한 GitHub repo를 한 번에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92F1F-D8C5-4AF8-A0EA-A2EAB156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73EFD-821E-45E6-8D4D-C58AA49B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05504-1404-4F8C-995D-0C2F467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4C5F2-A95C-4130-AA77-06CC0079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97B8A-FB74-4E87-B1E0-1513754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88B7B-6B12-4128-B267-76D09670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5BCE5-24E3-41C0-B751-C1C91F9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44FA5-388B-4189-93C3-15C97F23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A80A8-0477-4C04-92EE-8F7C3D92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10645-AA2B-4B4C-A9BE-531086AD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AA228-9C18-422C-8AD9-13EEC7D7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63F26-5675-464A-AED1-80455E56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847498520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75FB3-EADE-4E45-938B-106D8913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BCA55-D595-4DDD-ADFB-77AF392D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BDE19-E1C0-4B67-8220-59A85EA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E52CB-84EE-4163-8F87-2001A5C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6FFAB-B53F-42DB-9C99-293B8754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BE585-B79D-4F3F-9B88-56D9A968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611D0-F90D-45AC-A3C8-56989DA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13118-63ED-4D05-8477-43158E1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C44B1-E36D-409D-8DE3-7AD4F741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local fixture로 end-to-end 결과와 demo JSON이 생성된다.로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42BE5-01FC-4C80-B33B-42B5389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4A06C-6C87-4C00-904B-D0C91371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95B90-B92E-48B9-892E-F2908D09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47695-BB59-4E81-9CB6-18D98126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23430-5D98-431C-8D49-A004CCC2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486F9-9ED4-487A-8978-5F1EC553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output JSON을 demo의 단일 input으로 사용하고 schema version을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BC5FB-15C3-4676-A470-7543D6F1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57E73-7C9B-4B61-89CC-E833249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43CF7-6AEC-4C45-AE46-C1F9081C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555109355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FB3B5-AC0C-4718-8537-9AB106C9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18766-3ACB-4334-AEF1-92FE76FF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E5AE2-15FA-4D42-93A3-47D7186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F1175-C618-49E6-B396-4E9D1AF8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76763-9F35-4CD1-8A70-95525E99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4F254-6FC8-4569-AD55-58B0D9A2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300B4-D1DE-4C4B-9763-E6546BAE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CA8E1-6FBA-4196-ABC4-D0B5541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D22B5-9429-439C-ABFE-D9B893C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배포 후보는 코드·문서·demo가 같은 버전을 가리켜야 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92446-CC5D-4350-AFAC-EEA9527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1F29D-18DD-4326-A1BC-FDF78153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28B7E-7516-4E9E-8BD7-8B9C2F1F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scripts/run_day1_preflight.py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62E24-3B30-463F-ABF2-A3DF8A1E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D0C9B-169D-4962-BA5F-74DCA193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D660F-4286-4E20-B560-3006AB0A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release_candidate과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52A47-870F-4403-B4F4-88CBFD11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최종 발표는 모델 자랑보다 문제·증거·운영 결정을 보여줍니다</a:t>
            </a:r>
          </a:p>
        </p:txBody>
      </p:sp>
    </p:spTree>
    <p:extLst>
      <p:ext uri="{BB962C8B-B14F-4D97-AF65-F5344CB8AC3E}">
        <p14:creationId xmlns:p14="http://schemas.microsoft.com/office/powerpoint/2010/main" val="789719937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A972F-17E5-4FF6-BDD4-F5B762FF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03350-0CE2-4DA4-860A-AE32307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5 · 8차시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E77E4-6141-4E44-A6B6-8C5CE3BF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16:20-17:10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D1F42-15F3-4B19-A67D-0126E525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최종 발표는 모델 자랑보다 문제·증거·운영 결정을 보여줍니다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4DCB-395C-4CDE-8572-EE439F8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3분 demo와 2분 질문으로 서비스 가치를 검증한다.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599EE-CAAC-42C8-821D-EECAA57F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5A7C-1B4B-4421-B60A-8FA16780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AACA3-E06D-4A09-809E-8CD3C413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C3743-D3E2-4910-9DAD-A24D6ECC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4283F-3B31-4722-B682-F5CDA55E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A7D08-12E5-4DDB-8774-36EA4CA8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CAA8F-34AE-468D-B0BD-EC0DA0A4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final_tag_and_scorecard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7D0F9-A217-491A-BCC9-E63B487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5 · 통합·관측·평가·배포 · 8차시</a:t>
            </a:r>
          </a:p>
        </p:txBody>
      </p:sp>
    </p:spTree>
    <p:extLst>
      <p:ext uri="{BB962C8B-B14F-4D97-AF65-F5344CB8AC3E}">
        <p14:creationId xmlns:p14="http://schemas.microsoft.com/office/powerpoint/2010/main" val="1338785400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E0B2C-251D-463E-A9A6-7C4FC631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E08C9-AD18-4BDC-9666-CE024F8B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86C93-2ABE-4108-8FD6-89F625A3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59C7F-0D54-4B30-A0D6-BB1BCF1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F5EDE-78EE-4150-A069-6E0C1852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29FCE-61FD-4355-ACC6-A262D905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E1067-52B1-462B-8259-52E15F0F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65268-0406-47CC-8E7A-57565DC8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50CB2-8394-4DEC-B382-66B70A3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14F6D-D8C6-4DC9-89C1-2992A431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35FEE-5A44-46A0-A49D-1A08E0F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CDFBC-1A03-4E75-A1D6-4018F764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발표는 모델 자랑보다 문제·증거·운영 결정을 보여줍니다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ADA55-84D4-4F3A-9C46-26C81FF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4A18A-A189-4D7F-A122-F8DA9CB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D0180-F921-4309-BB29-41537980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A6938-9F5D-4F70-A383-1F884E0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E2526-F1A1-4599-BC28-36BE789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C0545-5F7E-4C72-9167-84E599D0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Q&amp;A·실행 복구·release 판단</a:t>
            </a:r>
          </a:p>
        </p:txBody>
      </p:sp>
    </p:spTree>
    <p:extLst>
      <p:ext uri="{BB962C8B-B14F-4D97-AF65-F5344CB8AC3E}">
        <p14:creationId xmlns:p14="http://schemas.microsoft.com/office/powerpoint/2010/main" val="1370119778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DE1B9-E544-48F3-B9A1-2EDEBD99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기능 목록만 보여주면 왜 안전하고 운영 가능한지 판단할 수 없다.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DA384-66DB-4D4A-8BEF-338BB455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5BCCF-7A66-4FB9-98CE-3D294F67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90C88-2E81-4961-B8B1-0959DF75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2AD67-C369-40CC-8402-14503424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44386-DCA0-4FA0-ABFF-AA8F1A1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3분 demo와 2분 질문으로 서비스 가치를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00A3F-421B-43D7-B711-B0C3F430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3DCC8-A832-41A6-94B0-9BE008A6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final_tag_and_scorecard</a:t>
            </a:r>
          </a:p>
        </p:txBody>
      </p:sp>
    </p:spTree>
    <p:extLst>
      <p:ext uri="{BB962C8B-B14F-4D97-AF65-F5344CB8AC3E}">
        <p14:creationId xmlns:p14="http://schemas.microsoft.com/office/powerpoint/2010/main" val="1605372290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AF9BE-846F-44BE-A91A-88594FC3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262E8-3B94-4B73-B27D-582E42DB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A4AC0-2705-4731-AEAF-F6B3D00A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27A29-E51A-4701-88FE-8229CA89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84110-AAE9-4F96-A327-D1429EE7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0DC27-A9A1-401E-86CD-1A060923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06A05-10FA-47E3-A418-EEDB0ED5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BFC81-69AC-4A9A-8D6C-77ABD261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3분 demo와 2분 질문으로 서비스 가치를 검증한다.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693DA-6C9E-4984-B422-A9E0A575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7A8CC-79C4-4B44-A8DE-FE33111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71EBE-9B92-4FDE-A250-B0B1F27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화면만 보여주고 실패·사람 승인·평가를 생략한다.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39D2F-C673-4DCF-8472-81500E4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452A5-3AC6-4AAE-A947-E2D77AA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A08C0-17FB-49BF-819C-482C228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18606449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9CA8D-763E-4A3F-8BFF-743BA8F9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BFF4F-85E8-4A10-80CE-03430A6B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07089-2862-4150-8A00-84303DB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BE210-39AF-4F7C-B01B-84C9507B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41508-D432-4544-82B4-4417797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5D3C-9F6A-487C-9D2B-8C040E75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BF337-913A-491D-8445-E9FEB34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A9A37-96C6-48F2-86DC-272E49B3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33F16-89B8-4C20-9986-D20B17AE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D9D1D-1CDA-472C-8C5E-B09C080E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ACA6B-5FE9-46F3-A7CD-CE137C99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B7CCB-F21E-48A8-A2F6-8A6BB28A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E8523-5060-457B-A237-34010336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8CA25-03CF-4E8F-AEE4-B663FB6D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누구의 어떤 반복 업무인지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C1EE6-62F5-4AA0-86C1-3871864D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3EDFA-625E-4EA2-A888-1D7415BF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6AA37-47F0-4D32-AB85-7F3CB4CB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7EDA6-E921-46E3-B7F0-F1EAA187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실행·test·평가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DFCF2-DCB7-458F-A940-8F54167E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6FE67-E4D9-421B-B878-A984AABC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Trade-off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0EC6F-C253-485D-A4C1-3D53121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EB7D9-35AB-49F7-88C0-A9245C5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선택으로 얻고 포기한 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A0790-FB88-4AC5-B133-47B54EB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0868A-4D70-44B8-8D6A-7B7441D9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2671C-5DD7-4591-B163-78E93338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DC494-7FA1-4649-AAC9-1C72D3E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검증 우선순위</a:t>
            </a:r>
          </a:p>
        </p:txBody>
      </p:sp>
    </p:spTree>
    <p:extLst>
      <p:ext uri="{BB962C8B-B14F-4D97-AF65-F5344CB8AC3E}">
        <p14:creationId xmlns:p14="http://schemas.microsoft.com/office/powerpoint/2010/main" val="204890314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9C916-647E-4A5A-95A3-683F0FD2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78C75-0D69-4F66-8C40-CD34F0AC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360CB-4136-4990-95A8-234C403B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AAEF1-8D59-4B37-9836-F859B616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262F5-247C-4145-AF87-77585789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6107D-92A5-408F-8C4B-8D850F31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2FCC8-B545-4FCA-ACD0-EE08DB0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DF2CD-EE48-4CD0-A8A2-995FCDD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659D6-9967-4441-9636-B5C256CE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B7ABD-A51E-40F0-A745-FA5E31C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10B2D-D636-48DD-AB5C-594D6C31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 30초 → live demo 90초 → 실패·HITL 30초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D30C4-D605-4303-A002-9C36467D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96A56-DCB7-4752-8D78-BC9415D8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B1CB7-58D6-4DA1-A15B-AAB4F12C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06B8D-2EAF-42A4-B900-5F142A2B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B1B2C-5873-4EAC-A112-E96950A9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5D4A9-6D2B-4D6C-8496-89926819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사람이 repo에서 demo를 재현할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비밀키·실제 고객 데이터·자동 외부 쓰기는 발표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940588549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08145-A0E7-4811-B14A-D858A0C7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9E9A4-9524-4855-B597-1ADA263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17FEE-0DFB-4D97-BDA3-B8C69F5E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F6758-365C-4E5E-80A5-221F83C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77734-33E5-418C-A2A4-96D0B247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8DB3A-16FA-4A17-9F78-D492827B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38EE5-6F68-4D2E-909F-97BF566E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8F2A9-BCEC-4D41-AB00-749C064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33327-00E5-4D6C-85B0-A172D683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 30초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F58CE-1322-44D7-B5E2-78BB9C16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A19C0-6E41-40FD-A750-64688E5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63AE1-F500-4D33-878F-7F70FBE6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demo 90초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DE9F9-3BBA-4759-8FB9-9A75D49F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E5076-1AB2-4C74-AB40-C00DB9F3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3363B-D0FB-40E9-9E10-341E7F7A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실패·HITL 30초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F97F6-C32B-4C17-BBC5-1BF3D38A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13488-FBC7-4D57-B0AF-59FF5769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05745-E94C-431C-B0F9-E00CCA43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30초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DF002-A83D-4288-AF8F-080EE77E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CC4D4-3E0F-44C0-94E7-95E9DB41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4121B-D9E8-4432-85D1-F69D4FC2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질문 2분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DC3E3-F437-4CFD-9C48-6173547C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final_tag_and_scorecard에서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17472448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799A6-0EC4-48BD-8B39-474E9AF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A7BFC-9E13-4528-8FB9-DB54A54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11A11-E892-4CAE-9AB3-1562B4E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9BB0B-449D-4246-B6D1-1BC34FF2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8CC8B-92D7-4628-B534-CDEC5DF0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68309-54E3-4837-A23E-AC7C6D5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F94DE-A3B5-47C2-BEA9-ACD64994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4BB21-5492-4156-B008-69E89FF5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사람이 repo에서 demo를 재현할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AF104-907E-4731-8039-A68F3D68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017FC-8C87-4DDB-B467-FE5196C8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31BEE-151B-4E5D-8847-97B14E5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비밀키·실제 고객 데이터·자동 외부 쓰기는 발표 자료에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111FD-490C-46C0-8D91-0F01CD1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E4D99-3B60-4C05-9237-E0D2E1BA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83A79-27E5-48E6-A1F6-C4088D7A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49022-4D91-4838-BCD7-F400176C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C6F31-EB48-43A8-A505-FB246DF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BE1A0-E843-45CB-9AF5-BE4D7F3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식별자·final_tag_and_scorecard</a:t>
            </a:r>
          </a:p>
        </p:txBody>
      </p:sp>
    </p:spTree>
    <p:extLst>
      <p:ext uri="{BB962C8B-B14F-4D97-AF65-F5344CB8AC3E}">
        <p14:creationId xmlns:p14="http://schemas.microsoft.com/office/powerpoint/2010/main" val="732191119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3E6AE-DCFF-4EED-8897-EAABEE33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89A8-675F-4B80-BD56-DF39F6D0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DC354-5380-4845-9358-0AA76C5A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2CA21-B693-4127-94E4-C31053CA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489A0-1DA9-4BB0-9DDF-2DA7E595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37B43-629C-41F9-94FC-64BE97E1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766E8-2E93-40F2-A3C8-3BF502BF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D7BAA-44FF-485F-B41C-399640C3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65F8A-1A2F-43A8-B5D2-1FF1D188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9733F-A941-4993-BCFE-8CD7EB26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2F27A-3552-4189-8502-3DA985DB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40D4F-5502-4A20-9F61-36C8071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74105-5D5C-4853-A129-97D068FC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6AB8C-FED8-46AE-BC9F-DDEC0F0D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DF741-B5DC-4495-B768-025F8052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output/day1-workflow/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C267B-6775-4FF5-A4CE-9D6425AC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236E0-91B8-452E-96D5-197F696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9571B-DBAB-417D-9D44-81BAFEB1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slides/</a:t>
            </a:r>
          </a:p>
        </p:txBody>
      </p:sp>
    </p:spTree>
    <p:extLst>
      <p:ext uri="{BB962C8B-B14F-4D97-AF65-F5344CB8AC3E}">
        <p14:creationId xmlns:p14="http://schemas.microsoft.com/office/powerpoint/2010/main" val="1058216833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F0B2E-AF3A-44F3-ADA6-19C62B9F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FF349-9D8A-4109-A890-041E2170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발표는 모델 자랑보다 문제·증거·운영 결정을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A7456-7D3F-4E51-B30D-64651048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673D5-AE1B-4648-83A3-6BC6EF00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BB433-2DC6-4BBF-B634-ED4903D1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A3CDC-E9BC-4E83-878E-BDE04283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5E33E-3F7D-4051-952C-D2FD9C04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기능 목록만 보여주면 왜 안전하고 운영 가능한지 판단할 수 없다.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3DE46-0A30-456B-8E0A-7F66E52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F96B0-6ED2-46EF-BDAB-750CDDC2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C9F3F-F42C-4DCD-A9D2-72FF0577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성공 화면만 보여주고 실패·사람 승인·평가를 생략한다.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1C999-F72A-4D40-A994-A23558A0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한 건과 대표 HOLD 한 건을 나란히 보여준다.</a:t>
            </a:r>
          </a:p>
        </p:txBody>
      </p:sp>
    </p:spTree>
    <p:extLst>
      <p:ext uri="{BB962C8B-B14F-4D97-AF65-F5344CB8AC3E}">
        <p14:creationId xmlns:p14="http://schemas.microsoft.com/office/powerpoint/2010/main" val="1837535729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8EBC64-1C8C-4071-B967-748DD074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B7F3E-059D-490C-87D7-CA0B3499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631A1-A597-4F97-B27D-6D102A51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FF498-2983-432C-8AB8-0F34596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B11CD-E290-4D81-AD8C-8EB2D61B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11668-EC4F-448B-9CE9-20B2C80A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84945-8DF2-4823-BA45-05C0B8A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187EC-E569-4050-9CF9-B79331C1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17BD6-8B92-40E2-9615-C0C97813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8CEF-A398-441B-9CEB-68602314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39494-F886-4378-A8BC-9D937AAE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5B4DA-A5FF-4728-9FB2-DB175B2D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41310-6671-47C4-9A93-CB76B879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FE206-8164-4042-900D-E0C21870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A052D-26F7-4A62-BB22-390F536D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14268-3DA4-43C4-A952-FD3B1CA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누구의 어떤 반복 업무인지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87582-0B85-4058-9E28-3B0150E3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07EDC-0B69-4AC1-B5FA-3256CAD5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D0B72-79AF-4A95-B931-C3775482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6C00F-B2C1-402A-9C25-C5ADC347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1DB0A-FDD6-4D1A-B5A2-6F8BDD5C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B42C9-B902-4ACB-BD8E-E21FC9CE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실행·test·평가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96450-6B83-4BDD-9C10-B975CC71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83CBB-EDB5-49C9-8250-D7C6A60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3F229-7326-403C-875E-AEEA84F8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9FDAD-AA3C-479F-A6CD-C483616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Trade-off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1CF52-DAF0-41BA-945E-19F9829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F4352F-9269-4549-B926-246A575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선택으로 얻고 포기한 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22C95C-6FA4-4C09-80B2-2DCDABA5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8278C8-B1FE-489B-9D3C-93CBD575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2E038-69AA-4036-A983-938AFAA9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741B2D-C404-422D-9998-A504B25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Next step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DB75A-E736-47B4-9449-6E6ED265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577BE0-9EB3-4B10-9EDD-D916E3AF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검증 우선순위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37D021-4DC8-4F51-A541-94EFCE62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8CCAA-0632-4672-B9D5-1427454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409840140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2B08F-9C5E-4FF1-A14E-B56C0F23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2EC93-73BD-4854-97AC-60FB47C5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11B4A-22C7-4C3E-928F-DCF695DD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8955D-9E36-49DB-862F-BAF3350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EC11F-8653-47F3-8098-7BBEE1E7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FDB2D-A553-4932-B43B-26AC8BCF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2AFE6-5010-49C0-A10A-ED0D84AE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82099-839F-4F75-BBBC-83CB3FD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16914-EF13-4EDF-A8C4-D121B66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성공 화면만 보여주고 실패·사람 승인·평가를 생략한다.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15B63-71AA-4FDC-A916-61442274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02FCA-252B-4741-89A7-2677825C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기능 목록만 보여주면 왜 안전하고 운영 가능한지 판단할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44D1D-B3D4-4CE8-B435-F21AD789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4822882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F4290-D858-4619-9E5E-DB6D6AE3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565B1-E913-4D07-83BF-D89A1D9D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12BC4-83F9-48CB-BD61-7E79E3B0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1DFF6-3EE3-4422-B44C-2DDE86DA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3BB57-5D7A-451E-933D-23370508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03A50-3AAA-4B39-877A-400BC256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7FBFE-CF79-42AF-B337-DC5D9CBD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22A2D-054B-411A-8B10-E4634EE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B3D99-124D-4E3B-8430-A529B1CC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비밀키·실제 고객 데이터·자동 외부 쓰기는 발표 자료에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8D655-D32D-4300-A4E6-1A0B597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B8B81-28A4-4E8B-A889-D8D6180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C0D6C-2C9C-4B8B-95A1-0BEE6BAB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성공 화면만 보여주고 실패·사람 승인·평가를 생략한다.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4C099-1282-4D3D-AB46-B125CF1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FF6F5-A658-4997-BCE0-1C081E9D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256E4-DD0C-4342-BCF5-2557A13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정상 한 건과 대표 HOLD 한 건을 나란히 보여준다.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FCC59-9868-42D2-B7F4-B3BF2973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A1015-DAE7-4FE6-9367-A46B719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6839E-842B-4FEE-823C-1548ACC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final_tag_and_scorecard과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735999606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49614-D700-4590-BC9C-DC131C39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154C4-2C69-4040-AC6E-3A5B2C8A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0E0DB-20B8-4655-AA0C-6E323841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50ACC-95C2-4CB0-8A24-8A6C8A2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439FA-BA0B-45B7-98A9-87C4E7A8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16486-9BD0-49CD-BDE5-71063723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cb5d3714148ff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01C66-B3CA-45AA-A6A3-5EAD1E0A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발표 전 저장소 구조·README·test 증거를 다시 점검하고 누락만 보완한다.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8F7FE-BDFA-41C3-A617-59E53E09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375371506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E5D1C-6EE3-4EEE-B7CE-AAB01C20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1DD1C-2DFF-4881-8F4B-F45D510F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C3CD1-873C-4161-80BD-8EC90A06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77FE-F74E-4D90-9163-70BDE5D6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41525-E6D4-47FC-983F-1885999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DE191-DB7D-47DA-8F38-DA93DB97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947BF-62C9-4746-A90B-982A7B5F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F8AF8-4961-4E6B-9B7F-831E70B8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0052A-0372-4F74-B245-4FE362E2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발표 전 저장소 구조·README·test 증거를 다시 점검하고 누락만 보완한다.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28414-6B82-4050-A783-C76EF9FC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4FC20-26BE-460C-BFEF-50B14B1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4E776-694F-4FA5-9F15-ABDCBFCA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materials/day5/day5_service_lab.ipynb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output/day1-workflow/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D021D-BC0C-41A7-A395-9831A197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3E19D-E321-46B1-ADFD-84794988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93D36-664F-49DB-B8D8-3A68A9D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사람이 repo에서 demo를 재현할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비밀키·실제 고객 데이터·자동 외부 쓰기는 발표 자료에 없다.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B1524-F839-4F26-AC60-0777DFB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B9DF1-861D-4002-BEDF-2110AEBE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A001F-DB7B-4A93-A422-9F8524F2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920558853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BE5C8-3D8E-4EFB-8AE6-DA7D5A13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55969-DD94-4E61-B0B7-78D49EDB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6C032-FDE7-4D2C-8325-44A186C6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77F87-961C-4674-8170-D00737DE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F5F7D-1BA4-4EF2-844D-AA202D05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8B7BA-8171-4CC4-A92B-98A1F0A2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3C95E-71FB-4E55-AC32-B0777ADF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40E3C-FB83-48A4-B792-B72DCCE6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0C032-CC60-437B-B2AE-0773D883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82839-2AED-48FB-BC8F-C1A33FEE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873C2-F13E-4267-AC54-7AAE553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3A8B8-C7A0-4233-B27F-BF42553E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EC218-69DB-4FB4-8142-A44B02C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A9701-7644-4CDE-A1B6-01B2CF4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사람이 repo에서 demo를 재현할 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15502-23D6-4B99-B729-9B13735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43266-BDE0-444D-8201-F72A60AA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672BA-A95E-4AE1-8768-884F5B67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8C294-636D-4009-A7B7-8A84795E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비밀키·실제 고객 데이터·자동 외부 쓰기는 발표 자료에 없다.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F7147-C61F-4205-BFA5-2C941333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F503E-C946-42B9-9372-E569563B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8662F-9DB4-4639-9358-07E5E3DA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D57E0-BD86-4CF0-929A-2C2E207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561433482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1F36F-5E69-49C4-A2C0-F965ECD8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F6F51-5FE5-4D1E-8065-7860CCE5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4ACF9-234E-48AB-888E-062BB0DF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5CBA7-4AEE-4010-B11E-7B1954D5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EBC43-ADF0-4838-BEF0-D0A2A2CC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C30F-C719-4BE7-B113-81E75C05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30196-913C-43C9-BFFF-4FEC066D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85481-B0B9-4DF1-9403-5ED87816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35648-A6B9-4BC5-A9C5-7F13719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A479C-817D-422D-A9B7-5DC0152F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4F17E-1765-447B-93CA-2C587DC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AD1C6-9E09-40D5-A5E2-EADBD4E7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materials/day5/day5_service_lab.ipynb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D329B-3E67-4D58-8B2F-ADB77D47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CD693-F9A2-4341-BDB4-03FD84A9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C2795-3FCD-4A6B-812F-422931F4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status --short &amp;&amp; python -m pytest -q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EEC33-D86A-4177-896D-80C6239A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38FC3-1698-4A31-B885-A0DEE5E6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CC78C-7AAD-4201-9214-0B688F7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처음 보는 사람이 repo에서 demo를 재현할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678231542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CB946-C848-4990-AF9B-4CD2D80D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8D1F0-5D64-4CFA-8E9F-B8CE51DA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99D06-093D-46C5-BA76-0FB067FD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D2F22-E800-4763-9B14-0F31E1B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72279-1881-486B-B36D-FBEF048E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B58AE-E185-4FC6-A248-E92E482F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19ECE-8E3C-4CA9-BFE8-443B412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0A930-3AD7-4FAE-855D-6D3E4954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DB50F-5BB8-4943-8FE9-5A8720EC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git status --short &amp;&amp; python -m pytest -q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4FD9F-BFF5-47D9-8CA2-4202DBDA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F4C88-A7F4-4246-AE98-3A4149AA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92562201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2E67F-ACBF-4373-BC9E-EDF73A47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6954F-B60E-4343-8F11-3CCB9D00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7FEBD-A018-419A-97B2-AA71E70F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63111-F397-4463-B62A-28312B45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6297-EF57-4C45-8448-B90271A7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F4725-F704-4C22-90D5-358623F1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79574-48D0-4A14-8684-5588016E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858F1-1523-4E03-9F6F-C677C1E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D9F79-3FE5-4F66-B966-EE2A9F8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2F2B9-FA5C-4CD1-8E87-F4F34F80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B79B8-DF98-48C0-A987-458B726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07148-172A-48CE-8252-C1795C8A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BEE4C-C4FE-4394-B3BA-7993652D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처음 보는 사람이 repo에서 demo를 재현할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비밀키·실제 고객 데이터·자동 외부 쓰기는 발표 자료에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098075096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897E6-8000-435B-868E-2468E3A8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5D7F8-0CE8-4A57-9A16-FE5C4CB3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490A8-7D6D-4CFD-A076-4A0644C7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20A47-0D05-4D60-BFDB-94F7B35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899B0-86E4-42AF-BD78-53BE1972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3489E-67B4-4CAC-840D-70E4A9A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B4FDD-DA55-44C4-83F8-6979C1D8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9B059-41C4-4D63-A587-E251F290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화면만 보여주고 실패·사람 승인·평가를 생략한다.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21459-5281-47E3-B14C-29FCB9DF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21C77-6F2B-4A15-B5DB-6F7B4DA9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4AB33-C65F-42D7-B28F-581F01F0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한 건과 대표 HOLD 한 건을 나란히 보여준다.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1A7A9-439A-4D42-BD67-C07C9DAB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비밀키·실제 고객 데이터·자동 외부 쓰기는 발표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1174477573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0383F-D177-4648-BFD2-C1D436E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03C5A-0AE1-493E-8E2E-4776259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E3762-E017-413B-8AB3-71749AAE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6A797-E66C-4880-9BA2-0907869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15A56-79E2-43A6-BB47-9D5FFB5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80C34-FB85-4092-86F0-B0E58BB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BAE44-B553-458E-9BA4-E980BB2E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B48E5-E2D5-49AB-8B77-A56A65C6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slides/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1B9CB-0B4F-4513-8F10-AC10A7DB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0E211-70AD-4435-8282-913DA073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5F4FA-5580-4099-B24D-86A5B11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519A0-5636-4F71-9B09-4C46E38D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사람이 repo에서 demo를 재현할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 저장</a:t>
            </a:r>
          </a:p>
        </p:txBody>
      </p:sp>
    </p:spTree>
    <p:extLst>
      <p:ext uri="{BB962C8B-B14F-4D97-AF65-F5344CB8AC3E}">
        <p14:creationId xmlns:p14="http://schemas.microsoft.com/office/powerpoint/2010/main" val="901095269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22614-5F22-4533-8EA2-FAFE41F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A97EC-4B38-4AF1-A6BD-085F9670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1ED77-3A7E-4FDA-A686-FBF51250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36072-BC45-4896-999F-9726E9DA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766C8-1885-4A36-BE41-F634D0FA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0427C-EBCB-4F04-81C2-907B4AD4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874B9-E64C-4224-BBA6-AE479CA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README.md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DD9DB-7995-450C-9EBD-A61AE2FE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C9417-4374-4A6F-BEA1-5C3E1090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final_tag_and_scorecard</a:t>
            </a:r>
          </a:p>
        </p:txBody>
      </p:sp>
    </p:spTree>
    <p:extLst>
      <p:ext uri="{BB962C8B-B14F-4D97-AF65-F5344CB8AC3E}">
        <p14:creationId xmlns:p14="http://schemas.microsoft.com/office/powerpoint/2010/main" val="1805983279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FF305-8AEE-4063-81C9-9DD1F267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77FCD-9A9D-44F6-9D46-C1266FB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D1D00-76EF-43D4-9253-6D1D9AEA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BF2B2-1BD0-4861-A173-F34ED67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9A340-1886-4582-8B75-13D93FD0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19824-FD53-4BD0-BB11-862D5C6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831F8-A02C-4287-AA4C-3DDD7E8D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status --short &amp;&amp; python -m pytest -q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처음 보는 사람이 repo에서 demo를 재현할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9EB79-4614-42E8-B3DB-9B0D1444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07DD8-559D-4287-8932-37ABCD9B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final_tag_and_scorecard</a:t>
            </a:r>
          </a:p>
        </p:txBody>
      </p:sp>
    </p:spTree>
    <p:extLst>
      <p:ext uri="{BB962C8B-B14F-4D97-AF65-F5344CB8AC3E}">
        <p14:creationId xmlns:p14="http://schemas.microsoft.com/office/powerpoint/2010/main" val="931918802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DF1E5-6FBD-42E2-A168-6904AFE1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20CA8-308E-4659-9431-5D54FD6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2EF9D-4D8B-4BCD-9092-1C1B6DF6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68CFA-1433-48FA-95EE-E3A10AE3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6E2EF-F78C-438A-A915-610686BD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4EEE5-4224-4E76-A50F-12DADC60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186E5-C00D-4DD0-8E55-C32682F8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비밀키·실제 고객 데이터·자동 외부 쓰기는 발표 자료에 없다.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정상 한 건과 대표 HOLD 한 건을 나란히 보여준다.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82DB7-331E-4372-AA0F-CBD35FC0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BD126-60B6-4A52-9E3E-26BD1C4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648216052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6590D-6352-4054-AABE-FB4E69E4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B5E18-E0C0-4587-B00F-BF53D058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21576-6C79-4499-B3A3-3AA2C303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8E771-CD2D-4004-9811-AF185C59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06FCB-6DAD-4704-8842-C15B9C8E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281DA-9C57-495F-8C33-C19A00CD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E8250-B3E5-42CA-9ABC-AF6887AC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8F133-B23E-4F80-AFF1-A91409F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9FE34-E516-4DDE-9956-AF8CAA1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처음 보는 사람이 repo에서 demo를 재현할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A1312-5B91-43FC-93EE-DD36A189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E4E7F-6950-4C9B-8B39-B185BFA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63D86-4935-4B49-A7A7-18B1DCAE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40B0B-2028-4424-93E6-DA320C3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02B29-515A-440D-981A-9DB26883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2A4A5-F893-4300-9BCE-63C21443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0F729-6AA4-461C-A5A8-9185112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97FF2-89C2-4707-94E8-6E0D3761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B94F5-0099-4BC5-8F3D-9851C37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057748059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7E7C6-F669-42C3-8D68-F094CADB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5BCEE-E7C8-4C93-BA91-59C61542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589A3-EB0C-4896-93C0-76CFA738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1C3F4-EDAF-4952-A69E-0118296B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96D5C-15B6-4026-9F17-47636C3D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07607-E57F-4413-A3AA-8DAC151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789B6-6612-44B2-A3D7-3E303180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CC723-8FB1-4E48-8F22-17393E57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19E5A-D051-4E4C-87DC-360B235A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비밀키·실제 고객 데이터·자동 외부 쓰기는 발표 자료에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5EFA1-3FF7-4BEC-9309-0546C7C5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D96FB-03E2-4F17-8AFD-05616AFA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CCA37-D44C-46BA-A51A-429089FE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ACC7A-356F-4A6D-82CA-65585DDE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D73A6-39F0-455A-B6D0-595DA83B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7A4BA-E86B-4FDB-801F-D4D2E8CD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C85BB-D5C8-4FA9-979C-33BEECC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E88BD-8B12-4DD9-9A44-B234FB4D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CBA1B-80B1-416A-9C57-6EEC58CE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396648852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323F1-B563-4A4A-9DE9-1903E533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A09C7-C965-4400-8C41-9C74B8A8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725BA-6883-4F85-8954-26048E48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997B1-9AC6-4421-A8BD-A76F136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64F51-7670-40A4-AE32-44271E99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283B8-7674-4069-9BE3-C496FC54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846C-6AE6-47D9-A514-36DFBBBA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업무 적용 계획, 구직자는 제품 판단과 검증 능력을 포트폴리오로 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83316-B6E5-4612-8B4A-C9312963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CFD3C-30BC-4404-AC61-356CC0D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7599C-9B83-4833-882D-E943757F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6AB98-EB34-42A9-AD85-02CC226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965DB-8080-4AA5-BD5A-ED920F2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F38DF-DC23-449B-B100-80DEC007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E2CC1-DB78-4B9A-9923-FB614ABB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26DF7-F41A-4E74-96E8-8597276D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970EA-4CDA-4406-990D-E6D5C301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71AB9-A1CC-493F-906B-EADC8856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BD59E-C71C-46E4-8F5F-E6D9E2EC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5D1D6-20DA-4E3C-8FC9-0758727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290133825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79109-B902-49F4-A466-3CFAACD3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55859-F804-4B89-A005-B064A5AA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52966-3C40-45A3-9E28-4A31EB59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50D02-758E-47AC-897A-67AF3B68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7B7A9-B354-4F41-8E85-FA5AA53A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85368-370F-480B-A575-6B4705C9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97BE7-D601-4428-890A-7021CFAD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업무 적용 계획, 구직자는 제품 판단과 검증 능력을 포트폴리오로 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E5BCC-BF75-46D3-9295-2138DE0B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BA98A-CDC7-4012-977F-8FE74E9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83AEE-56AB-4D94-9386-022105A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A12E0-EF1F-418B-B5FF-290DE8D6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EF3A5-B526-442F-8534-1449C184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B94F5-9A06-4681-A1B3-09FD5E6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8E183-CDC2-4928-A420-7D75C1F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1F05B-8507-4D84-B6B9-195C7F14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8FD44-0B58-4921-BA58-C902F01A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4D824-A8C9-4AA0-9E36-1FB2BBBA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3B45C-88CB-4042-B949-4CBB5C2E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85336-3434-4C0E-A128-E2DE6209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958647253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10F24-4169-40E9-B509-A351197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FF449-9D0C-43F9-B892-3FDA78BB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3BCC2-BCC8-4A03-9AA1-91148FFE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59001-1532-4528-9AED-6155409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45AB6-9692-4E2B-8FE0-1BB2D140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0FDE2-9185-4A63-B517-79142297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AE5F0-A33B-4C2B-A6FA-A592BBB6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D31E8-2D87-431A-BFD6-5C6BD4F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1D5E7-F134-47E5-96CC-CA5573E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처음 보는 사람이 repo에서 demo를 재현할 수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33AB4-F288-4CEC-B6FB-AFF24D4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9387B-C400-4619-A95E-FB81AA17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78B6D-0D3E-4065-BC96-92573764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D8E5B-F5AC-49C7-B9B2-D9BC7053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58246-ACF3-4D19-8F8A-C26D1076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398C3-A2BD-41D8-B309-F5B18DB4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한 건과 대표 HOLD 한 건을 나란히 보여준다.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E3BDD-FE91-4206-8A7F-D427C4C9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E4BBC-C914-47ED-8E80-64CE504A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D7C59-EE3E-4343-AB27-E0BCFB3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final_tag_and_scorecard에서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976650650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F8A6E-874A-4F4A-87C9-21F0A33C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6EDFE-76B3-4D82-B701-2C24CEEA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8F8A2-55DE-460E-9E71-A88D2B0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6D784-BA6B-4D01-98E3-784392E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81180-A0BF-4B0E-9810-61A6B8C4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FE6CC-4EE9-4FD1-8B57-7029C8B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25BDC-CC1B-49CD-88C1-1A92F407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3E1BD-F360-423F-9F2A-C70E0710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A46E8-F94C-4128-91A7-21E4C56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최종 발표는 모델 자랑보다 문제·증거·운영 결정을 보여줍니다이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7F791-C39C-4B96-8486-1E5EB8E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D8545-57C0-48BA-9301-75F0DEC4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6DA81-7B82-4B85-B8D8-390BA37F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status --short &amp;&amp; python -m pytest -q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40D8D-27AF-4478-A538-A6045F88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BBD0E-6073-422A-A752-690699D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6E759-30A2-4B74-926F-644AFAA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final_tag_and_scorecard과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48AA9-D468-4346-B56D-CCA2092A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17:10-17:40 쉬는 시간 · 17:40-18:00 Q&amp;A·실행 복구</a:t>
            </a:r>
          </a:p>
        </p:txBody>
      </p:sp>
    </p:spTree>
    <p:extLst>
      <p:ext uri="{BB962C8B-B14F-4D97-AF65-F5344CB8AC3E}">
        <p14:creationId xmlns:p14="http://schemas.microsoft.com/office/powerpoint/2010/main" val="1140440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2026-08-23T15:52:37.2990000Z</dcterms:created>
  <dcterms:modified xsi:type="dcterms:W3CDTF">2026-08-23T15:52:37.2990000Z</dcterms:modified>
</coreProperties>
</file>