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dd35f9082e4e28" /><Relationship Type="http://schemas.openxmlformats.org/officeDocument/2006/relationships/extended-properties" Target="/docProps/app.xml" Id="R37cd490118584293" /><Relationship Type="http://schemas.openxmlformats.org/officeDocument/2006/relationships/officeDocument" Target="/ppt/presentation.xml" Id="R90cd14a0707241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858090479242f2"/>
  </p:sldMasterIdLst>
  <p:notesMasterIdLst>
    <p:notesMasterId xmlns:r="http://schemas.openxmlformats.org/officeDocument/2006/relationships" r:id="Rd3fda4cd8d274de8"/>
  </p:notesMasterIdLst>
  <p:sldIdLst>
    <p:sldId xmlns:r="http://schemas.openxmlformats.org/officeDocument/2006/relationships" id="256" r:id="R3b0ab3d71ab043b8"/>
    <p:sldId xmlns:r="http://schemas.openxmlformats.org/officeDocument/2006/relationships" id="257" r:id="R2a166837c1584abe"/>
    <p:sldId xmlns:r="http://schemas.openxmlformats.org/officeDocument/2006/relationships" id="258" r:id="Redd16d039a234f45"/>
    <p:sldId xmlns:r="http://schemas.openxmlformats.org/officeDocument/2006/relationships" id="259" r:id="Rb7417b82f969469a"/>
    <p:sldId xmlns:r="http://schemas.openxmlformats.org/officeDocument/2006/relationships" id="260" r:id="R9e8e4c51285449a8"/>
    <p:sldId xmlns:r="http://schemas.openxmlformats.org/officeDocument/2006/relationships" id="261" r:id="R25cf482761dc4503"/>
    <p:sldId xmlns:r="http://schemas.openxmlformats.org/officeDocument/2006/relationships" id="262" r:id="Rf09ae300b036461b"/>
    <p:sldId xmlns:r="http://schemas.openxmlformats.org/officeDocument/2006/relationships" id="263" r:id="R89ef56d1797d450f"/>
    <p:sldId xmlns:r="http://schemas.openxmlformats.org/officeDocument/2006/relationships" id="264" r:id="R8474da3d27834042"/>
    <p:sldId xmlns:r="http://schemas.openxmlformats.org/officeDocument/2006/relationships" id="265" r:id="Rb05d3661599e47ab"/>
    <p:sldId xmlns:r="http://schemas.openxmlformats.org/officeDocument/2006/relationships" id="266" r:id="R18e2b26c69d249c7"/>
    <p:sldId xmlns:r="http://schemas.openxmlformats.org/officeDocument/2006/relationships" id="267" r:id="R8a92293007cf497a"/>
    <p:sldId xmlns:r="http://schemas.openxmlformats.org/officeDocument/2006/relationships" id="268" r:id="Rd07f58dddff54cf5"/>
    <p:sldId xmlns:r="http://schemas.openxmlformats.org/officeDocument/2006/relationships" id="269" r:id="R1228c4e9c8eb448e"/>
    <p:sldId xmlns:r="http://schemas.openxmlformats.org/officeDocument/2006/relationships" id="270" r:id="Rf72dd47d9bfa4d2e"/>
    <p:sldId xmlns:r="http://schemas.openxmlformats.org/officeDocument/2006/relationships" id="271" r:id="R3761f617fa0d4c93"/>
    <p:sldId xmlns:r="http://schemas.openxmlformats.org/officeDocument/2006/relationships" id="272" r:id="R476ab3597057433b"/>
    <p:sldId xmlns:r="http://schemas.openxmlformats.org/officeDocument/2006/relationships" id="273" r:id="R9110e3ea97794598"/>
    <p:sldId xmlns:r="http://schemas.openxmlformats.org/officeDocument/2006/relationships" id="274" r:id="R13fd484fba444ea0"/>
    <p:sldId xmlns:r="http://schemas.openxmlformats.org/officeDocument/2006/relationships" id="275" r:id="Re84f5e211cba4baa"/>
    <p:sldId xmlns:r="http://schemas.openxmlformats.org/officeDocument/2006/relationships" id="276" r:id="Rb2735a0f1b6344ef"/>
    <p:sldId xmlns:r="http://schemas.openxmlformats.org/officeDocument/2006/relationships" id="277" r:id="Rfd0fea829b6a4d92"/>
    <p:sldId xmlns:r="http://schemas.openxmlformats.org/officeDocument/2006/relationships" id="278" r:id="Rada926bd800742b7"/>
    <p:sldId xmlns:r="http://schemas.openxmlformats.org/officeDocument/2006/relationships" id="279" r:id="Rcfa6006cc2e54b9f"/>
    <p:sldId xmlns:r="http://schemas.openxmlformats.org/officeDocument/2006/relationships" id="280" r:id="R4a85639294e14eb9"/>
    <p:sldId xmlns:r="http://schemas.openxmlformats.org/officeDocument/2006/relationships" id="281" r:id="R14a29264a39d4703"/>
    <p:sldId xmlns:r="http://schemas.openxmlformats.org/officeDocument/2006/relationships" id="282" r:id="R3f8931c392f143ec"/>
    <p:sldId xmlns:r="http://schemas.openxmlformats.org/officeDocument/2006/relationships" id="283" r:id="R620e87c2f1f3472f"/>
    <p:sldId xmlns:r="http://schemas.openxmlformats.org/officeDocument/2006/relationships" id="284" r:id="R22b9ce05939441b5"/>
    <p:sldId xmlns:r="http://schemas.openxmlformats.org/officeDocument/2006/relationships" id="285" r:id="R28a7818ee9164e55"/>
    <p:sldId xmlns:r="http://schemas.openxmlformats.org/officeDocument/2006/relationships" id="286" r:id="R45bd9bae0ed746a3"/>
    <p:sldId xmlns:r="http://schemas.openxmlformats.org/officeDocument/2006/relationships" id="287" r:id="R0e474d9afa064c0f"/>
    <p:sldId xmlns:r="http://schemas.openxmlformats.org/officeDocument/2006/relationships" id="288" r:id="Rfba3b7c2d98e443b"/>
    <p:sldId xmlns:r="http://schemas.openxmlformats.org/officeDocument/2006/relationships" id="289" r:id="R70924d754a4a476d"/>
    <p:sldId xmlns:r="http://schemas.openxmlformats.org/officeDocument/2006/relationships" id="290" r:id="R319f240177bc48ac"/>
    <p:sldId xmlns:r="http://schemas.openxmlformats.org/officeDocument/2006/relationships" id="291" r:id="R6f9554fd310c4305"/>
    <p:sldId xmlns:r="http://schemas.openxmlformats.org/officeDocument/2006/relationships" id="292" r:id="Rfe26fa37c37e47ab"/>
    <p:sldId xmlns:r="http://schemas.openxmlformats.org/officeDocument/2006/relationships" id="293" r:id="R5066c2427c964a23"/>
    <p:sldId xmlns:r="http://schemas.openxmlformats.org/officeDocument/2006/relationships" id="294" r:id="R8766cb7e7a51451c"/>
    <p:sldId xmlns:r="http://schemas.openxmlformats.org/officeDocument/2006/relationships" id="295" r:id="R60e150a7d9f34014"/>
    <p:sldId xmlns:r="http://schemas.openxmlformats.org/officeDocument/2006/relationships" id="296" r:id="Re9703598b2664ced"/>
    <p:sldId xmlns:r="http://schemas.openxmlformats.org/officeDocument/2006/relationships" id="297" r:id="R619c372832b24191"/>
    <p:sldId xmlns:r="http://schemas.openxmlformats.org/officeDocument/2006/relationships" id="298" r:id="Rf3e9fe0853a043a9"/>
    <p:sldId xmlns:r="http://schemas.openxmlformats.org/officeDocument/2006/relationships" id="299" r:id="R8f3925ddc07e404a"/>
    <p:sldId xmlns:r="http://schemas.openxmlformats.org/officeDocument/2006/relationships" id="300" r:id="Rbda4fe57e8094703"/>
    <p:sldId xmlns:r="http://schemas.openxmlformats.org/officeDocument/2006/relationships" id="301" r:id="Ra74c146cf1424789"/>
    <p:sldId xmlns:r="http://schemas.openxmlformats.org/officeDocument/2006/relationships" id="302" r:id="R12cc92d13e8d47f7"/>
    <p:sldId xmlns:r="http://schemas.openxmlformats.org/officeDocument/2006/relationships" id="303" r:id="R5f6f271af44244fc"/>
    <p:sldId xmlns:r="http://schemas.openxmlformats.org/officeDocument/2006/relationships" id="304" r:id="R226e01eac8254e5f"/>
    <p:sldId xmlns:r="http://schemas.openxmlformats.org/officeDocument/2006/relationships" id="305" r:id="R618136cebd084f4f"/>
    <p:sldId xmlns:r="http://schemas.openxmlformats.org/officeDocument/2006/relationships" id="306" r:id="Rb5f6fce7baeb42d8"/>
    <p:sldId xmlns:r="http://schemas.openxmlformats.org/officeDocument/2006/relationships" id="307" r:id="Rfceb83c217294ff9"/>
    <p:sldId xmlns:r="http://schemas.openxmlformats.org/officeDocument/2006/relationships" id="308" r:id="R0c0870af7e8c4fed"/>
    <p:sldId xmlns:r="http://schemas.openxmlformats.org/officeDocument/2006/relationships" id="309" r:id="R5dcc6d82402e4003"/>
    <p:sldId xmlns:r="http://schemas.openxmlformats.org/officeDocument/2006/relationships" id="310" r:id="Ra87d5bb026484cc9"/>
    <p:sldId xmlns:r="http://schemas.openxmlformats.org/officeDocument/2006/relationships" id="311" r:id="R9812d323e69b4fa1"/>
    <p:sldId xmlns:r="http://schemas.openxmlformats.org/officeDocument/2006/relationships" id="312" r:id="Re4dd56c2161c4f05"/>
    <p:sldId xmlns:r="http://schemas.openxmlformats.org/officeDocument/2006/relationships" id="313" r:id="Rf23f8130172f4583"/>
    <p:sldId xmlns:r="http://schemas.openxmlformats.org/officeDocument/2006/relationships" id="314" r:id="R7f4fdf2753894f03"/>
    <p:sldId xmlns:r="http://schemas.openxmlformats.org/officeDocument/2006/relationships" id="315" r:id="Rcd21b7279827414a"/>
    <p:sldId xmlns:r="http://schemas.openxmlformats.org/officeDocument/2006/relationships" id="316" r:id="R2a8a7f47480245c3"/>
    <p:sldId xmlns:r="http://schemas.openxmlformats.org/officeDocument/2006/relationships" id="317" r:id="Rfb3d2000da9d421b"/>
    <p:sldId xmlns:r="http://schemas.openxmlformats.org/officeDocument/2006/relationships" id="318" r:id="R79825441fab344fb"/>
    <p:sldId xmlns:r="http://schemas.openxmlformats.org/officeDocument/2006/relationships" id="319" r:id="R9c7549ce27eb450b"/>
    <p:sldId xmlns:r="http://schemas.openxmlformats.org/officeDocument/2006/relationships" id="320" r:id="Rbef63af992854e16"/>
    <p:sldId xmlns:r="http://schemas.openxmlformats.org/officeDocument/2006/relationships" id="321" r:id="R7624bfe111ac4d20"/>
    <p:sldId xmlns:r="http://schemas.openxmlformats.org/officeDocument/2006/relationships" id="322" r:id="R3616d9520dae468a"/>
    <p:sldId xmlns:r="http://schemas.openxmlformats.org/officeDocument/2006/relationships" id="323" r:id="R1d06239e59724238"/>
    <p:sldId xmlns:r="http://schemas.openxmlformats.org/officeDocument/2006/relationships" id="324" r:id="Ra72484e058ad48dc"/>
    <p:sldId xmlns:r="http://schemas.openxmlformats.org/officeDocument/2006/relationships" id="325" r:id="Reb6e46dbbeda49cc"/>
    <p:sldId xmlns:r="http://schemas.openxmlformats.org/officeDocument/2006/relationships" id="326" r:id="R0cf8e408b9804232"/>
    <p:sldId xmlns:r="http://schemas.openxmlformats.org/officeDocument/2006/relationships" id="327" r:id="R5eeb6ee645ad4ec0"/>
    <p:sldId xmlns:r="http://schemas.openxmlformats.org/officeDocument/2006/relationships" id="328" r:id="R2e7a5c1f1c5f40a9"/>
    <p:sldId xmlns:r="http://schemas.openxmlformats.org/officeDocument/2006/relationships" id="329" r:id="R9111d41f0ae34a3c"/>
    <p:sldId xmlns:r="http://schemas.openxmlformats.org/officeDocument/2006/relationships" id="330" r:id="R6d5b2022f3d345d0"/>
    <p:sldId xmlns:r="http://schemas.openxmlformats.org/officeDocument/2006/relationships" id="331" r:id="R8795e486aa684256"/>
    <p:sldId xmlns:r="http://schemas.openxmlformats.org/officeDocument/2006/relationships" id="332" r:id="R2d22cf6675404918"/>
    <p:sldId xmlns:r="http://schemas.openxmlformats.org/officeDocument/2006/relationships" id="333" r:id="Rb4d07926858947e0"/>
    <p:sldId xmlns:r="http://schemas.openxmlformats.org/officeDocument/2006/relationships" id="334" r:id="R2c670bed26fd44ed"/>
    <p:sldId xmlns:r="http://schemas.openxmlformats.org/officeDocument/2006/relationships" id="335" r:id="R9ddfa50e5960404c"/>
    <p:sldId xmlns:r="http://schemas.openxmlformats.org/officeDocument/2006/relationships" id="336" r:id="R155b2c1d220d4a73"/>
    <p:sldId xmlns:r="http://schemas.openxmlformats.org/officeDocument/2006/relationships" id="337" r:id="R553af1f678e34467"/>
    <p:sldId xmlns:r="http://schemas.openxmlformats.org/officeDocument/2006/relationships" id="338" r:id="Rc596f8fc62524c58"/>
    <p:sldId xmlns:r="http://schemas.openxmlformats.org/officeDocument/2006/relationships" id="339" r:id="Rfb3b1d053a0f4608"/>
    <p:sldId xmlns:r="http://schemas.openxmlformats.org/officeDocument/2006/relationships" id="340" r:id="R13142eee115340b6"/>
    <p:sldId xmlns:r="http://schemas.openxmlformats.org/officeDocument/2006/relationships" id="341" r:id="R97117985274246ee"/>
    <p:sldId xmlns:r="http://schemas.openxmlformats.org/officeDocument/2006/relationships" id="342" r:id="R7823e417ebbb411e"/>
    <p:sldId xmlns:r="http://schemas.openxmlformats.org/officeDocument/2006/relationships" id="343" r:id="R34d291c7e9ad4608"/>
    <p:sldId xmlns:r="http://schemas.openxmlformats.org/officeDocument/2006/relationships" id="344" r:id="R4191d4f8a12f46c0"/>
    <p:sldId xmlns:r="http://schemas.openxmlformats.org/officeDocument/2006/relationships" id="345" r:id="R5075697fe75b4d59"/>
    <p:sldId xmlns:r="http://schemas.openxmlformats.org/officeDocument/2006/relationships" id="346" r:id="R3a51ad10ba264d6c"/>
    <p:sldId xmlns:r="http://schemas.openxmlformats.org/officeDocument/2006/relationships" id="347" r:id="R4bcbc2bf692d4477"/>
    <p:sldId xmlns:r="http://schemas.openxmlformats.org/officeDocument/2006/relationships" id="348" r:id="R34089a84df4c4ff3"/>
    <p:sldId xmlns:r="http://schemas.openxmlformats.org/officeDocument/2006/relationships" id="349" r:id="R2935d9f71dd44089"/>
    <p:sldId xmlns:r="http://schemas.openxmlformats.org/officeDocument/2006/relationships" id="350" r:id="R8623b9272a4f4191"/>
    <p:sldId xmlns:r="http://schemas.openxmlformats.org/officeDocument/2006/relationships" id="351" r:id="R869489ed058540aa"/>
    <p:sldId xmlns:r="http://schemas.openxmlformats.org/officeDocument/2006/relationships" id="352" r:id="R1b87226a1d7c409d"/>
    <p:sldId xmlns:r="http://schemas.openxmlformats.org/officeDocument/2006/relationships" id="353" r:id="R615d2e48d0d04b33"/>
    <p:sldId xmlns:r="http://schemas.openxmlformats.org/officeDocument/2006/relationships" id="354" r:id="Rd03b13a48b7f4c28"/>
    <p:sldId xmlns:r="http://schemas.openxmlformats.org/officeDocument/2006/relationships" id="355" r:id="Rf9f6c61fb95b47dc"/>
    <p:sldId xmlns:r="http://schemas.openxmlformats.org/officeDocument/2006/relationships" id="356" r:id="R8c93ef4d0a454b98"/>
    <p:sldId xmlns:r="http://schemas.openxmlformats.org/officeDocument/2006/relationships" id="357" r:id="R169b500d9b764b77"/>
    <p:sldId xmlns:r="http://schemas.openxmlformats.org/officeDocument/2006/relationships" id="358" r:id="R278041a20b2c4b82"/>
    <p:sldId xmlns:r="http://schemas.openxmlformats.org/officeDocument/2006/relationships" id="359" r:id="Re724d988f6634bee"/>
    <p:sldId xmlns:r="http://schemas.openxmlformats.org/officeDocument/2006/relationships" id="360" r:id="R9c30c5f182264b31"/>
    <p:sldId xmlns:r="http://schemas.openxmlformats.org/officeDocument/2006/relationships" id="361" r:id="R4cb51d24969c4c7e"/>
    <p:sldId xmlns:r="http://schemas.openxmlformats.org/officeDocument/2006/relationships" id="362" r:id="Rdcc56f0369544527"/>
    <p:sldId xmlns:r="http://schemas.openxmlformats.org/officeDocument/2006/relationships" id="363" r:id="R30b66279f379472d"/>
    <p:sldId xmlns:r="http://schemas.openxmlformats.org/officeDocument/2006/relationships" id="364" r:id="R194c32d44b344c41"/>
    <p:sldId xmlns:r="http://schemas.openxmlformats.org/officeDocument/2006/relationships" id="365" r:id="R33aa2b11d0594dd0"/>
    <p:sldId xmlns:r="http://schemas.openxmlformats.org/officeDocument/2006/relationships" id="366" r:id="R5586fb695bfc4551"/>
    <p:sldId xmlns:r="http://schemas.openxmlformats.org/officeDocument/2006/relationships" id="367" r:id="R4a11383ab3664436"/>
    <p:sldId xmlns:r="http://schemas.openxmlformats.org/officeDocument/2006/relationships" id="368" r:id="R7141ffa4e2884afb"/>
    <p:sldId xmlns:r="http://schemas.openxmlformats.org/officeDocument/2006/relationships" id="369" r:id="R0b18507a0093490a"/>
    <p:sldId xmlns:r="http://schemas.openxmlformats.org/officeDocument/2006/relationships" id="370" r:id="R640b0d87e8484595"/>
    <p:sldId xmlns:r="http://schemas.openxmlformats.org/officeDocument/2006/relationships" id="371" r:id="R5947bbe903d04a08"/>
    <p:sldId xmlns:r="http://schemas.openxmlformats.org/officeDocument/2006/relationships" id="372" r:id="R6a02493652d94ab5"/>
    <p:sldId xmlns:r="http://schemas.openxmlformats.org/officeDocument/2006/relationships" id="373" r:id="R405cceda4c6342bc"/>
    <p:sldId xmlns:r="http://schemas.openxmlformats.org/officeDocument/2006/relationships" id="374" r:id="Rc8dcea3fed3c4c3e"/>
    <p:sldId xmlns:r="http://schemas.openxmlformats.org/officeDocument/2006/relationships" id="375" r:id="Reb19515e25f34aec"/>
    <p:sldId xmlns:r="http://schemas.openxmlformats.org/officeDocument/2006/relationships" id="376" r:id="R3d31e16fda364293"/>
    <p:sldId xmlns:r="http://schemas.openxmlformats.org/officeDocument/2006/relationships" id="377" r:id="R9159228245114aec"/>
    <p:sldId xmlns:r="http://schemas.openxmlformats.org/officeDocument/2006/relationships" id="378" r:id="R8d831cd449aa4698"/>
    <p:sldId xmlns:r="http://schemas.openxmlformats.org/officeDocument/2006/relationships" id="379" r:id="Rd86dfdd82c744738"/>
    <p:sldId xmlns:r="http://schemas.openxmlformats.org/officeDocument/2006/relationships" id="380" r:id="R4b2a45ede6244097"/>
    <p:sldId xmlns:r="http://schemas.openxmlformats.org/officeDocument/2006/relationships" id="381" r:id="R651d6ac78cf24de7"/>
    <p:sldId xmlns:r="http://schemas.openxmlformats.org/officeDocument/2006/relationships" id="382" r:id="Rabe682ba639b4142"/>
    <p:sldId xmlns:r="http://schemas.openxmlformats.org/officeDocument/2006/relationships" id="383" r:id="R5b123b44e42b4044"/>
    <p:sldId xmlns:r="http://schemas.openxmlformats.org/officeDocument/2006/relationships" id="384" r:id="R87a48096c0c74f52"/>
    <p:sldId xmlns:r="http://schemas.openxmlformats.org/officeDocument/2006/relationships" id="385" r:id="R1da51a64991f4e80"/>
    <p:sldId xmlns:r="http://schemas.openxmlformats.org/officeDocument/2006/relationships" id="386" r:id="Rc7c4e45bf7e64e01"/>
    <p:sldId xmlns:r="http://schemas.openxmlformats.org/officeDocument/2006/relationships" id="387" r:id="Rd1283f833cc9477f"/>
    <p:sldId xmlns:r="http://schemas.openxmlformats.org/officeDocument/2006/relationships" id="388" r:id="R92898ba5e9b74f7b"/>
    <p:sldId xmlns:r="http://schemas.openxmlformats.org/officeDocument/2006/relationships" id="389" r:id="R839df3f3d3bf4442"/>
    <p:sldId xmlns:r="http://schemas.openxmlformats.org/officeDocument/2006/relationships" id="390" r:id="R5f6b985c87e34f12"/>
    <p:sldId xmlns:r="http://schemas.openxmlformats.org/officeDocument/2006/relationships" id="391" r:id="R437e880e31df4559"/>
    <p:sldId xmlns:r="http://schemas.openxmlformats.org/officeDocument/2006/relationships" id="392" r:id="Re89492c525544494"/>
    <p:sldId xmlns:r="http://schemas.openxmlformats.org/officeDocument/2006/relationships" id="393" r:id="R54765e0071a544e2"/>
    <p:sldId xmlns:r="http://schemas.openxmlformats.org/officeDocument/2006/relationships" id="394" r:id="R399253bed38b4744"/>
    <p:sldId xmlns:r="http://schemas.openxmlformats.org/officeDocument/2006/relationships" id="395" r:id="R64c861e915d24c32"/>
    <p:sldId xmlns:r="http://schemas.openxmlformats.org/officeDocument/2006/relationships" id="396" r:id="Rdd8fc70e0d314fbd"/>
    <p:sldId xmlns:r="http://schemas.openxmlformats.org/officeDocument/2006/relationships" id="397" r:id="R0c6c4bae671f4715"/>
    <p:sldId xmlns:r="http://schemas.openxmlformats.org/officeDocument/2006/relationships" id="398" r:id="Rafb1308930b948e0"/>
    <p:sldId xmlns:r="http://schemas.openxmlformats.org/officeDocument/2006/relationships" id="399" r:id="R46e240e615f249ac"/>
    <p:sldId xmlns:r="http://schemas.openxmlformats.org/officeDocument/2006/relationships" id="400" r:id="Recf5df7948b24d6e"/>
    <p:sldId xmlns:r="http://schemas.openxmlformats.org/officeDocument/2006/relationships" id="401" r:id="R394cdd7757ed4826"/>
    <p:sldId xmlns:r="http://schemas.openxmlformats.org/officeDocument/2006/relationships" id="402" r:id="Rab9ed2b6b5fe4d29"/>
    <p:sldId xmlns:r="http://schemas.openxmlformats.org/officeDocument/2006/relationships" id="403" r:id="R4bd539bf6d7047a0"/>
    <p:sldId xmlns:r="http://schemas.openxmlformats.org/officeDocument/2006/relationships" id="404" r:id="Rd479558fbe60494c"/>
    <p:sldId xmlns:r="http://schemas.openxmlformats.org/officeDocument/2006/relationships" id="405" r:id="R7f076d466fcc478f"/>
    <p:sldId xmlns:r="http://schemas.openxmlformats.org/officeDocument/2006/relationships" id="406" r:id="Rc467705382264ab8"/>
    <p:sldId xmlns:r="http://schemas.openxmlformats.org/officeDocument/2006/relationships" id="407" r:id="Rcc348d6e17494956"/>
    <p:sldId xmlns:r="http://schemas.openxmlformats.org/officeDocument/2006/relationships" id="408" r:id="R0dca4da01cbb4ce8"/>
    <p:sldId xmlns:r="http://schemas.openxmlformats.org/officeDocument/2006/relationships" id="409" r:id="R453b5950ad2f4a51"/>
    <p:sldId xmlns:r="http://schemas.openxmlformats.org/officeDocument/2006/relationships" id="410" r:id="R5503488519284240"/>
    <p:sldId xmlns:r="http://schemas.openxmlformats.org/officeDocument/2006/relationships" id="411" r:id="R00bf1bf5e6294ec4"/>
    <p:sldId xmlns:r="http://schemas.openxmlformats.org/officeDocument/2006/relationships" id="412" r:id="R478f81bdf0374eef"/>
    <p:sldId xmlns:r="http://schemas.openxmlformats.org/officeDocument/2006/relationships" id="413" r:id="R350a3c2b58cd4930"/>
    <p:sldId xmlns:r="http://schemas.openxmlformats.org/officeDocument/2006/relationships" id="414" r:id="Rb6d9c92895494f26"/>
    <p:sldId xmlns:r="http://schemas.openxmlformats.org/officeDocument/2006/relationships" id="415" r:id="Rfdefa4d5526f45f8"/>
    <p:sldId xmlns:r="http://schemas.openxmlformats.org/officeDocument/2006/relationships" id="416" r:id="Rc455f3309e244f7d"/>
    <p:sldId xmlns:r="http://schemas.openxmlformats.org/officeDocument/2006/relationships" id="417" r:id="R427140a41cc14a8e"/>
    <p:sldId xmlns:r="http://schemas.openxmlformats.org/officeDocument/2006/relationships" id="418" r:id="R88ef8a9300394ad7"/>
    <p:sldId xmlns:r="http://schemas.openxmlformats.org/officeDocument/2006/relationships" id="419" r:id="R943f3a69ba1f45a2"/>
    <p:sldId xmlns:r="http://schemas.openxmlformats.org/officeDocument/2006/relationships" id="420" r:id="R6c42efd73cd8434d"/>
    <p:sldId xmlns:r="http://schemas.openxmlformats.org/officeDocument/2006/relationships" id="421" r:id="Rd54ff79b65c44b70"/>
    <p:sldId xmlns:r="http://schemas.openxmlformats.org/officeDocument/2006/relationships" id="422" r:id="R04a19113f9d34585"/>
    <p:sldId xmlns:r="http://schemas.openxmlformats.org/officeDocument/2006/relationships" id="423" r:id="R8c636cac215f4dde"/>
    <p:sldId xmlns:r="http://schemas.openxmlformats.org/officeDocument/2006/relationships" id="424" r:id="R07cb9aca18824a42"/>
    <p:sldId xmlns:r="http://schemas.openxmlformats.org/officeDocument/2006/relationships" id="425" r:id="R69b799745675429b"/>
    <p:sldId xmlns:r="http://schemas.openxmlformats.org/officeDocument/2006/relationships" id="426" r:id="R068f46f916f74c3d"/>
    <p:sldId xmlns:r="http://schemas.openxmlformats.org/officeDocument/2006/relationships" id="427" r:id="R544723700a00434a"/>
    <p:sldId xmlns:r="http://schemas.openxmlformats.org/officeDocument/2006/relationships" id="428" r:id="Rc2934ddafea34802"/>
    <p:sldId xmlns:r="http://schemas.openxmlformats.org/officeDocument/2006/relationships" id="429" r:id="R220e3460eee74a2f"/>
    <p:sldId xmlns:r="http://schemas.openxmlformats.org/officeDocument/2006/relationships" id="430" r:id="Rab439163712545ef"/>
    <p:sldId xmlns:r="http://schemas.openxmlformats.org/officeDocument/2006/relationships" id="431" r:id="R3e41d17e89bb4aec"/>
    <p:sldId xmlns:r="http://schemas.openxmlformats.org/officeDocument/2006/relationships" id="432" r:id="Rc3883e3aa8d54dd2"/>
    <p:sldId xmlns:r="http://schemas.openxmlformats.org/officeDocument/2006/relationships" id="433" r:id="R37fda2192d6d44e3"/>
    <p:sldId xmlns:r="http://schemas.openxmlformats.org/officeDocument/2006/relationships" id="434" r:id="Rd9e09777c5124e16"/>
    <p:sldId xmlns:r="http://schemas.openxmlformats.org/officeDocument/2006/relationships" id="435" r:id="Rf1c08a73c6e74c07"/>
    <p:sldId xmlns:r="http://schemas.openxmlformats.org/officeDocument/2006/relationships" id="436" r:id="Rc894521406e14164"/>
    <p:sldId xmlns:r="http://schemas.openxmlformats.org/officeDocument/2006/relationships" id="437" r:id="R471b92d5383c436d"/>
    <p:sldId xmlns:r="http://schemas.openxmlformats.org/officeDocument/2006/relationships" id="438" r:id="Rd2f8a2feb0f64eb6"/>
    <p:sldId xmlns:r="http://schemas.openxmlformats.org/officeDocument/2006/relationships" id="439" r:id="Rc2b8360225464c35"/>
    <p:sldId xmlns:r="http://schemas.openxmlformats.org/officeDocument/2006/relationships" id="440" r:id="R53faa46def794889"/>
    <p:sldId xmlns:r="http://schemas.openxmlformats.org/officeDocument/2006/relationships" id="441" r:id="Re6feb3d460364377"/>
    <p:sldId xmlns:r="http://schemas.openxmlformats.org/officeDocument/2006/relationships" id="442" r:id="R68dccbbb41fc428b"/>
    <p:sldId xmlns:r="http://schemas.openxmlformats.org/officeDocument/2006/relationships" id="443" r:id="Re2d5f0ceae5e466e"/>
    <p:sldId xmlns:r="http://schemas.openxmlformats.org/officeDocument/2006/relationships" id="444" r:id="R4146012b81444e3f"/>
    <p:sldId xmlns:r="http://schemas.openxmlformats.org/officeDocument/2006/relationships" id="445" r:id="R828c77782486459a"/>
    <p:sldId xmlns:r="http://schemas.openxmlformats.org/officeDocument/2006/relationships" id="446" r:id="Rb1d1446e25074366"/>
    <p:sldId xmlns:r="http://schemas.openxmlformats.org/officeDocument/2006/relationships" id="447" r:id="R6961c32996434336"/>
    <p:sldId xmlns:r="http://schemas.openxmlformats.org/officeDocument/2006/relationships" id="448" r:id="R05c07645f39f4d15"/>
    <p:sldId xmlns:r="http://schemas.openxmlformats.org/officeDocument/2006/relationships" id="449" r:id="Rdd03062df4c84985"/>
    <p:sldId xmlns:r="http://schemas.openxmlformats.org/officeDocument/2006/relationships" id="450" r:id="R37c423f43d244693"/>
    <p:sldId xmlns:r="http://schemas.openxmlformats.org/officeDocument/2006/relationships" id="451" r:id="R504f062888e64da9"/>
    <p:sldId xmlns:r="http://schemas.openxmlformats.org/officeDocument/2006/relationships" id="452" r:id="R5e2eb2c93ffa436d"/>
    <p:sldId xmlns:r="http://schemas.openxmlformats.org/officeDocument/2006/relationships" id="453" r:id="Ra4cf763659034586"/>
    <p:sldId xmlns:r="http://schemas.openxmlformats.org/officeDocument/2006/relationships" id="454" r:id="Rbfc84d716d7e4cb3"/>
    <p:sldId xmlns:r="http://schemas.openxmlformats.org/officeDocument/2006/relationships" id="455" r:id="Reb2deba868534544"/>
    <p:sldId xmlns:r="http://schemas.openxmlformats.org/officeDocument/2006/relationships" id="456" r:id="Rec0e3bb676f64ab3"/>
    <p:sldId xmlns:r="http://schemas.openxmlformats.org/officeDocument/2006/relationships" id="457" r:id="Re06060428c214569"/>
    <p:sldId xmlns:r="http://schemas.openxmlformats.org/officeDocument/2006/relationships" id="458" r:id="Rc2c36abcd2624977"/>
    <p:sldId xmlns:r="http://schemas.openxmlformats.org/officeDocument/2006/relationships" id="459" r:id="R090eae78387a471f"/>
    <p:sldId xmlns:r="http://schemas.openxmlformats.org/officeDocument/2006/relationships" id="460" r:id="Reaa391c14155422f"/>
    <p:sldId xmlns:r="http://schemas.openxmlformats.org/officeDocument/2006/relationships" id="461" r:id="R257f142cb90747bc"/>
    <p:sldId xmlns:r="http://schemas.openxmlformats.org/officeDocument/2006/relationships" id="462" r:id="R7d5bfd82ef5240c9"/>
    <p:sldId xmlns:r="http://schemas.openxmlformats.org/officeDocument/2006/relationships" id="463" r:id="Rd6e41aa273da488a"/>
    <p:sldId xmlns:r="http://schemas.openxmlformats.org/officeDocument/2006/relationships" id="464" r:id="Raa019945514a4157"/>
    <p:sldId xmlns:r="http://schemas.openxmlformats.org/officeDocument/2006/relationships" id="465" r:id="R19ad975799894aa7"/>
    <p:sldId xmlns:r="http://schemas.openxmlformats.org/officeDocument/2006/relationships" id="466" r:id="Rfb97dd0e62504599"/>
    <p:sldId xmlns:r="http://schemas.openxmlformats.org/officeDocument/2006/relationships" id="467" r:id="R86817fe65980417d"/>
    <p:sldId xmlns:r="http://schemas.openxmlformats.org/officeDocument/2006/relationships" id="468" r:id="R72b4612569e2451c"/>
    <p:sldId xmlns:r="http://schemas.openxmlformats.org/officeDocument/2006/relationships" id="469" r:id="Rdf9abb49fe9246bd"/>
    <p:sldId xmlns:r="http://schemas.openxmlformats.org/officeDocument/2006/relationships" id="470" r:id="R0693d266529c4247"/>
    <p:sldId xmlns:r="http://schemas.openxmlformats.org/officeDocument/2006/relationships" id="471" r:id="R22e55c561848449d"/>
    <p:sldId xmlns:r="http://schemas.openxmlformats.org/officeDocument/2006/relationships" id="472" r:id="Racb52345c96b4f1e"/>
    <p:sldId xmlns:r="http://schemas.openxmlformats.org/officeDocument/2006/relationships" id="473" r:id="R0f5bdca5e9404761"/>
    <p:sldId xmlns:r="http://schemas.openxmlformats.org/officeDocument/2006/relationships" id="474" r:id="Rd867903bf8e34d5b"/>
    <p:sldId xmlns:r="http://schemas.openxmlformats.org/officeDocument/2006/relationships" id="475" r:id="Rd515e6b7e31d4d39"/>
    <p:sldId xmlns:r="http://schemas.openxmlformats.org/officeDocument/2006/relationships" id="476" r:id="R981bc8766b1349cf"/>
    <p:sldId xmlns:r="http://schemas.openxmlformats.org/officeDocument/2006/relationships" id="477" r:id="Raf0e147a908c476b"/>
    <p:sldId xmlns:r="http://schemas.openxmlformats.org/officeDocument/2006/relationships" id="478" r:id="R9ac621a6131d4062"/>
    <p:sldId xmlns:r="http://schemas.openxmlformats.org/officeDocument/2006/relationships" id="479" r:id="Rac7a3e1846f14d82"/>
    <p:sldId xmlns:r="http://schemas.openxmlformats.org/officeDocument/2006/relationships" id="480" r:id="R32c330ba7f444e40"/>
    <p:sldId xmlns:r="http://schemas.openxmlformats.org/officeDocument/2006/relationships" id="481" r:id="R7478ebd4cb3e4c03"/>
    <p:sldId xmlns:r="http://schemas.openxmlformats.org/officeDocument/2006/relationships" id="482" r:id="Rac04f2e7c0f24c73"/>
    <p:sldId xmlns:r="http://schemas.openxmlformats.org/officeDocument/2006/relationships" id="483" r:id="R8287b67f658949a9"/>
    <p:sldId xmlns:r="http://schemas.openxmlformats.org/officeDocument/2006/relationships" id="484" r:id="Rc30594c0b23e4a83"/>
    <p:sldId xmlns:r="http://schemas.openxmlformats.org/officeDocument/2006/relationships" id="485" r:id="Ra2f8694a95244383"/>
    <p:sldId xmlns:r="http://schemas.openxmlformats.org/officeDocument/2006/relationships" id="486" r:id="R55f8ef4339dc4f09"/>
    <p:sldId xmlns:r="http://schemas.openxmlformats.org/officeDocument/2006/relationships" id="487" r:id="R65c0c161b08747ae"/>
    <p:sldId xmlns:r="http://schemas.openxmlformats.org/officeDocument/2006/relationships" id="488" r:id="Rabb150dde78b4d51"/>
    <p:sldId xmlns:r="http://schemas.openxmlformats.org/officeDocument/2006/relationships" id="489" r:id="R50184b86b2be430c"/>
    <p:sldId xmlns:r="http://schemas.openxmlformats.org/officeDocument/2006/relationships" id="490" r:id="Rfd92ffcccd074a3c"/>
    <p:sldId xmlns:r="http://schemas.openxmlformats.org/officeDocument/2006/relationships" id="491" r:id="R0ef0c7485c2c4ef8"/>
    <p:sldId xmlns:r="http://schemas.openxmlformats.org/officeDocument/2006/relationships" id="492" r:id="Re6c3939d831c401b"/>
    <p:sldId xmlns:r="http://schemas.openxmlformats.org/officeDocument/2006/relationships" id="493" r:id="Rfbf63673e9c249e8"/>
    <p:sldId xmlns:r="http://schemas.openxmlformats.org/officeDocument/2006/relationships" id="494" r:id="Raa26f1f37c1b4794"/>
    <p:sldId xmlns:r="http://schemas.openxmlformats.org/officeDocument/2006/relationships" id="495" r:id="R0484d50c7c8d464f"/>
    <p:sldId xmlns:r="http://schemas.openxmlformats.org/officeDocument/2006/relationships" id="496" r:id="R39caa4245c9144aa"/>
    <p:sldId xmlns:r="http://schemas.openxmlformats.org/officeDocument/2006/relationships" id="497" r:id="Rbe3e8860b8834275"/>
    <p:sldId xmlns:r="http://schemas.openxmlformats.org/officeDocument/2006/relationships" id="498" r:id="Re885792774c14e9b"/>
    <p:sldId xmlns:r="http://schemas.openxmlformats.org/officeDocument/2006/relationships" id="499" r:id="R89b44775e5864f02"/>
    <p:sldId xmlns:r="http://schemas.openxmlformats.org/officeDocument/2006/relationships" id="500" r:id="R5123d97806ba4a72"/>
    <p:sldId xmlns:r="http://schemas.openxmlformats.org/officeDocument/2006/relationships" id="501" r:id="R7f1da4924553489d"/>
    <p:sldId xmlns:r="http://schemas.openxmlformats.org/officeDocument/2006/relationships" id="502" r:id="R4398f755b8b249d1"/>
    <p:sldId xmlns:r="http://schemas.openxmlformats.org/officeDocument/2006/relationships" id="503" r:id="Re7a409ac9d444275"/>
    <p:sldId xmlns:r="http://schemas.openxmlformats.org/officeDocument/2006/relationships" id="504" r:id="R4de8ae478e8b4345"/>
    <p:sldId xmlns:r="http://schemas.openxmlformats.org/officeDocument/2006/relationships" id="505" r:id="R317cf49638d6420b"/>
    <p:sldId xmlns:r="http://schemas.openxmlformats.org/officeDocument/2006/relationships" id="506" r:id="Rb752d48b2a5d4f39"/>
    <p:sldId xmlns:r="http://schemas.openxmlformats.org/officeDocument/2006/relationships" id="507" r:id="Rd382315e36f446d5"/>
    <p:sldId xmlns:r="http://schemas.openxmlformats.org/officeDocument/2006/relationships" id="508" r:id="Rf5152c5ff84f4494"/>
    <p:sldId xmlns:r="http://schemas.openxmlformats.org/officeDocument/2006/relationships" id="509" r:id="R017f8e0123c04685"/>
    <p:sldId xmlns:r="http://schemas.openxmlformats.org/officeDocument/2006/relationships" id="510" r:id="R94ac9c1d6e74423a"/>
    <p:sldId xmlns:r="http://schemas.openxmlformats.org/officeDocument/2006/relationships" id="511" r:id="R1ef23a70f5434f38"/>
    <p:sldId xmlns:r="http://schemas.openxmlformats.org/officeDocument/2006/relationships" id="512" r:id="Rd4b662358c934edd"/>
    <p:sldId xmlns:r="http://schemas.openxmlformats.org/officeDocument/2006/relationships" id="513" r:id="Rd2d6e1d63c4d4dd5"/>
    <p:sldId xmlns:r="http://schemas.openxmlformats.org/officeDocument/2006/relationships" id="514" r:id="Rff07b6e61cbe456b"/>
    <p:sldId xmlns:r="http://schemas.openxmlformats.org/officeDocument/2006/relationships" id="515" r:id="R39699d13967c48ea"/>
    <p:sldId xmlns:r="http://schemas.openxmlformats.org/officeDocument/2006/relationships" id="516" r:id="Re1021b6e89674eee"/>
    <p:sldId xmlns:r="http://schemas.openxmlformats.org/officeDocument/2006/relationships" id="517" r:id="Rff783495c4864c57"/>
    <p:sldId xmlns:r="http://schemas.openxmlformats.org/officeDocument/2006/relationships" id="518" r:id="R9484823a1cb14290"/>
    <p:sldId xmlns:r="http://schemas.openxmlformats.org/officeDocument/2006/relationships" id="519" r:id="Rb3b3b9f262fb4bb2"/>
    <p:sldId xmlns:r="http://schemas.openxmlformats.org/officeDocument/2006/relationships" id="520" r:id="Raef4ecbc3b73437a"/>
    <p:sldId xmlns:r="http://schemas.openxmlformats.org/officeDocument/2006/relationships" id="521" r:id="R32dec60a20ab4ae8"/>
    <p:sldId xmlns:r="http://schemas.openxmlformats.org/officeDocument/2006/relationships" id="522" r:id="Rbc41ecdc42f0481b"/>
    <p:sldId xmlns:r="http://schemas.openxmlformats.org/officeDocument/2006/relationships" id="523" r:id="Ra0c192926db94277"/>
    <p:sldId xmlns:r="http://schemas.openxmlformats.org/officeDocument/2006/relationships" id="524" r:id="Rda6f7cec5aff41f7"/>
    <p:sldId xmlns:r="http://schemas.openxmlformats.org/officeDocument/2006/relationships" id="525" r:id="R23ef9723c2a849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7076503dd3495a" /><Relationship Type="http://schemas.openxmlformats.org/officeDocument/2006/relationships/slideMaster" Target="/ppt/slideMasters/slideMaster1.xml" Id="R97858090479242f2" /><Relationship Type="http://schemas.openxmlformats.org/officeDocument/2006/relationships/notesMaster" Target="/ppt/notesMasters/notesMaster1.xml" Id="Rd3fda4cd8d274de8" /><Relationship Type="http://schemas.openxmlformats.org/officeDocument/2006/relationships/presProps" Target="/ppt/presProps.xml" Id="R7cf3d392f574478a" /><Relationship Type="http://schemas.openxmlformats.org/officeDocument/2006/relationships/tableStyles" Target="/ppt/tableStyles.xml" Id="Rfe607752494e49ff" /><Relationship Type="http://schemas.openxmlformats.org/officeDocument/2006/relationships/slide" Target="/ppt/slides/slide1.xml" Id="R3b0ab3d71ab043b8" /><Relationship Type="http://schemas.openxmlformats.org/officeDocument/2006/relationships/slide" Target="/ppt/slides/slide2.xml" Id="R2a166837c1584abe" /><Relationship Type="http://schemas.openxmlformats.org/officeDocument/2006/relationships/slide" Target="/ppt/slides/slide3.xml" Id="Redd16d039a234f45" /><Relationship Type="http://schemas.openxmlformats.org/officeDocument/2006/relationships/slide" Target="/ppt/slides/slide4.xml" Id="Rb7417b82f969469a" /><Relationship Type="http://schemas.openxmlformats.org/officeDocument/2006/relationships/slide" Target="/ppt/slides/slide5.xml" Id="R9e8e4c51285449a8" /><Relationship Type="http://schemas.openxmlformats.org/officeDocument/2006/relationships/slide" Target="/ppt/slides/slide6.xml" Id="R25cf482761dc4503" /><Relationship Type="http://schemas.openxmlformats.org/officeDocument/2006/relationships/slide" Target="/ppt/slides/slide7.xml" Id="Rf09ae300b036461b" /><Relationship Type="http://schemas.openxmlformats.org/officeDocument/2006/relationships/slide" Target="/ppt/slides/slide8.xml" Id="R89ef56d1797d450f" /><Relationship Type="http://schemas.openxmlformats.org/officeDocument/2006/relationships/slide" Target="/ppt/slides/slide9.xml" Id="R8474da3d27834042" /><Relationship Type="http://schemas.openxmlformats.org/officeDocument/2006/relationships/slide" Target="/ppt/slides/slide10.xml" Id="Rb05d3661599e47ab" /><Relationship Type="http://schemas.openxmlformats.org/officeDocument/2006/relationships/slide" Target="/ppt/slides/slide11.xml" Id="R18e2b26c69d249c7" /><Relationship Type="http://schemas.openxmlformats.org/officeDocument/2006/relationships/slide" Target="/ppt/slides/slide12.xml" Id="R8a92293007cf497a" /><Relationship Type="http://schemas.openxmlformats.org/officeDocument/2006/relationships/slide" Target="/ppt/slides/slide13.xml" Id="Rd07f58dddff54cf5" /><Relationship Type="http://schemas.openxmlformats.org/officeDocument/2006/relationships/slide" Target="/ppt/slides/slide14.xml" Id="R1228c4e9c8eb448e" /><Relationship Type="http://schemas.openxmlformats.org/officeDocument/2006/relationships/slide" Target="/ppt/slides/slide15.xml" Id="Rf72dd47d9bfa4d2e" /><Relationship Type="http://schemas.openxmlformats.org/officeDocument/2006/relationships/slide" Target="/ppt/slides/slide16.xml" Id="R3761f617fa0d4c93" /><Relationship Type="http://schemas.openxmlformats.org/officeDocument/2006/relationships/slide" Target="/ppt/slides/slide17.xml" Id="R476ab3597057433b" /><Relationship Type="http://schemas.openxmlformats.org/officeDocument/2006/relationships/slide" Target="/ppt/slides/slide18.xml" Id="R9110e3ea97794598" /><Relationship Type="http://schemas.openxmlformats.org/officeDocument/2006/relationships/slide" Target="/ppt/slides/slide19.xml" Id="R13fd484fba444ea0" /><Relationship Type="http://schemas.openxmlformats.org/officeDocument/2006/relationships/slide" Target="/ppt/slides/slide20.xml" Id="Re84f5e211cba4baa" /><Relationship Type="http://schemas.openxmlformats.org/officeDocument/2006/relationships/slide" Target="/ppt/slides/slide21.xml" Id="Rb2735a0f1b6344ef" /><Relationship Type="http://schemas.openxmlformats.org/officeDocument/2006/relationships/slide" Target="/ppt/slides/slide22.xml" Id="Rfd0fea829b6a4d92" /><Relationship Type="http://schemas.openxmlformats.org/officeDocument/2006/relationships/slide" Target="/ppt/slides/slide23.xml" Id="Rada926bd800742b7" /><Relationship Type="http://schemas.openxmlformats.org/officeDocument/2006/relationships/slide" Target="/ppt/slides/slide24.xml" Id="Rcfa6006cc2e54b9f" /><Relationship Type="http://schemas.openxmlformats.org/officeDocument/2006/relationships/slide" Target="/ppt/slides/slide25.xml" Id="R4a85639294e14eb9" /><Relationship Type="http://schemas.openxmlformats.org/officeDocument/2006/relationships/slide" Target="/ppt/slides/slide26.xml" Id="R14a29264a39d4703" /><Relationship Type="http://schemas.openxmlformats.org/officeDocument/2006/relationships/slide" Target="/ppt/slides/slide27.xml" Id="R3f8931c392f143ec" /><Relationship Type="http://schemas.openxmlformats.org/officeDocument/2006/relationships/slide" Target="/ppt/slides/slide28.xml" Id="R620e87c2f1f3472f" /><Relationship Type="http://schemas.openxmlformats.org/officeDocument/2006/relationships/slide" Target="/ppt/slides/slide29.xml" Id="R22b9ce05939441b5" /><Relationship Type="http://schemas.openxmlformats.org/officeDocument/2006/relationships/slide" Target="/ppt/slides/slide30.xml" Id="R28a7818ee9164e55" /><Relationship Type="http://schemas.openxmlformats.org/officeDocument/2006/relationships/slide" Target="/ppt/slides/slide31.xml" Id="R45bd9bae0ed746a3" /><Relationship Type="http://schemas.openxmlformats.org/officeDocument/2006/relationships/slide" Target="/ppt/slides/slide32.xml" Id="R0e474d9afa064c0f" /><Relationship Type="http://schemas.openxmlformats.org/officeDocument/2006/relationships/slide" Target="/ppt/slides/slide33.xml" Id="Rfba3b7c2d98e443b" /><Relationship Type="http://schemas.openxmlformats.org/officeDocument/2006/relationships/slide" Target="/ppt/slides/slide34.xml" Id="R70924d754a4a476d" /><Relationship Type="http://schemas.openxmlformats.org/officeDocument/2006/relationships/slide" Target="/ppt/slides/slide35.xml" Id="R319f240177bc48ac" /><Relationship Type="http://schemas.openxmlformats.org/officeDocument/2006/relationships/slide" Target="/ppt/slides/slide36.xml" Id="R6f9554fd310c4305" /><Relationship Type="http://schemas.openxmlformats.org/officeDocument/2006/relationships/slide" Target="/ppt/slides/slide37.xml" Id="Rfe26fa37c37e47ab" /><Relationship Type="http://schemas.openxmlformats.org/officeDocument/2006/relationships/slide" Target="/ppt/slides/slide38.xml" Id="R5066c2427c964a23" /><Relationship Type="http://schemas.openxmlformats.org/officeDocument/2006/relationships/slide" Target="/ppt/slides/slide39.xml" Id="R8766cb7e7a51451c" /><Relationship Type="http://schemas.openxmlformats.org/officeDocument/2006/relationships/slide" Target="/ppt/slides/slide40.xml" Id="R60e150a7d9f34014" /><Relationship Type="http://schemas.openxmlformats.org/officeDocument/2006/relationships/slide" Target="/ppt/slides/slide41.xml" Id="Re9703598b2664ced" /><Relationship Type="http://schemas.openxmlformats.org/officeDocument/2006/relationships/slide" Target="/ppt/slides/slide42.xml" Id="R619c372832b24191" /><Relationship Type="http://schemas.openxmlformats.org/officeDocument/2006/relationships/slide" Target="/ppt/slides/slide43.xml" Id="Rf3e9fe0853a043a9" /><Relationship Type="http://schemas.openxmlformats.org/officeDocument/2006/relationships/slide" Target="/ppt/slides/slide44.xml" Id="R8f3925ddc07e404a" /><Relationship Type="http://schemas.openxmlformats.org/officeDocument/2006/relationships/slide" Target="/ppt/slides/slide45.xml" Id="Rbda4fe57e8094703" /><Relationship Type="http://schemas.openxmlformats.org/officeDocument/2006/relationships/slide" Target="/ppt/slides/slide46.xml" Id="Ra74c146cf1424789" /><Relationship Type="http://schemas.openxmlformats.org/officeDocument/2006/relationships/slide" Target="/ppt/slides/slide47.xml" Id="R12cc92d13e8d47f7" /><Relationship Type="http://schemas.openxmlformats.org/officeDocument/2006/relationships/slide" Target="/ppt/slides/slide48.xml" Id="R5f6f271af44244fc" /><Relationship Type="http://schemas.openxmlformats.org/officeDocument/2006/relationships/slide" Target="/ppt/slides/slide49.xml" Id="R226e01eac8254e5f" /><Relationship Type="http://schemas.openxmlformats.org/officeDocument/2006/relationships/slide" Target="/ppt/slides/slide50.xml" Id="R618136cebd084f4f" /><Relationship Type="http://schemas.openxmlformats.org/officeDocument/2006/relationships/slide" Target="/ppt/slides/slide51.xml" Id="Rb5f6fce7baeb42d8" /><Relationship Type="http://schemas.openxmlformats.org/officeDocument/2006/relationships/slide" Target="/ppt/slides/slide52.xml" Id="Rfceb83c217294ff9" /><Relationship Type="http://schemas.openxmlformats.org/officeDocument/2006/relationships/slide" Target="/ppt/slides/slide53.xml" Id="R0c0870af7e8c4fed" /><Relationship Type="http://schemas.openxmlformats.org/officeDocument/2006/relationships/slide" Target="/ppt/slides/slide54.xml" Id="R5dcc6d82402e4003" /><Relationship Type="http://schemas.openxmlformats.org/officeDocument/2006/relationships/slide" Target="/ppt/slides/slide55.xml" Id="Ra87d5bb026484cc9" /><Relationship Type="http://schemas.openxmlformats.org/officeDocument/2006/relationships/slide" Target="/ppt/slides/slide56.xml" Id="R9812d323e69b4fa1" /><Relationship Type="http://schemas.openxmlformats.org/officeDocument/2006/relationships/slide" Target="/ppt/slides/slide57.xml" Id="Re4dd56c2161c4f05" /><Relationship Type="http://schemas.openxmlformats.org/officeDocument/2006/relationships/slide" Target="/ppt/slides/slide58.xml" Id="Rf23f8130172f4583" /><Relationship Type="http://schemas.openxmlformats.org/officeDocument/2006/relationships/slide" Target="/ppt/slides/slide59.xml" Id="R7f4fdf2753894f03" /><Relationship Type="http://schemas.openxmlformats.org/officeDocument/2006/relationships/slide" Target="/ppt/slides/slide60.xml" Id="Rcd21b7279827414a" /><Relationship Type="http://schemas.openxmlformats.org/officeDocument/2006/relationships/slide" Target="/ppt/slides/slide61.xml" Id="R2a8a7f47480245c3" /><Relationship Type="http://schemas.openxmlformats.org/officeDocument/2006/relationships/slide" Target="/ppt/slides/slide62.xml" Id="Rfb3d2000da9d421b" /><Relationship Type="http://schemas.openxmlformats.org/officeDocument/2006/relationships/slide" Target="/ppt/slides/slide63.xml" Id="R79825441fab344fb" /><Relationship Type="http://schemas.openxmlformats.org/officeDocument/2006/relationships/slide" Target="/ppt/slides/slide64.xml" Id="R9c7549ce27eb450b" /><Relationship Type="http://schemas.openxmlformats.org/officeDocument/2006/relationships/slide" Target="/ppt/slides/slide65.xml" Id="Rbef63af992854e16" /><Relationship Type="http://schemas.openxmlformats.org/officeDocument/2006/relationships/slide" Target="/ppt/slides/slide66.xml" Id="R7624bfe111ac4d20" /><Relationship Type="http://schemas.openxmlformats.org/officeDocument/2006/relationships/slide" Target="/ppt/slides/slide67.xml" Id="R3616d9520dae468a" /><Relationship Type="http://schemas.openxmlformats.org/officeDocument/2006/relationships/slide" Target="/ppt/slides/slide68.xml" Id="R1d06239e59724238" /><Relationship Type="http://schemas.openxmlformats.org/officeDocument/2006/relationships/slide" Target="/ppt/slides/slide69.xml" Id="Ra72484e058ad48dc" /><Relationship Type="http://schemas.openxmlformats.org/officeDocument/2006/relationships/slide" Target="/ppt/slides/slide70.xml" Id="Reb6e46dbbeda49cc" /><Relationship Type="http://schemas.openxmlformats.org/officeDocument/2006/relationships/slide" Target="/ppt/slides/slide71.xml" Id="R0cf8e408b9804232" /><Relationship Type="http://schemas.openxmlformats.org/officeDocument/2006/relationships/slide" Target="/ppt/slides/slide72.xml" Id="R5eeb6ee645ad4ec0" /><Relationship Type="http://schemas.openxmlformats.org/officeDocument/2006/relationships/slide" Target="/ppt/slides/slide73.xml" Id="R2e7a5c1f1c5f40a9" /><Relationship Type="http://schemas.openxmlformats.org/officeDocument/2006/relationships/slide" Target="/ppt/slides/slide74.xml" Id="R9111d41f0ae34a3c" /><Relationship Type="http://schemas.openxmlformats.org/officeDocument/2006/relationships/slide" Target="/ppt/slides/slide75.xml" Id="R6d5b2022f3d345d0" /><Relationship Type="http://schemas.openxmlformats.org/officeDocument/2006/relationships/slide" Target="/ppt/slides/slide76.xml" Id="R8795e486aa684256" /><Relationship Type="http://schemas.openxmlformats.org/officeDocument/2006/relationships/slide" Target="/ppt/slides/slide77.xml" Id="R2d22cf6675404918" /><Relationship Type="http://schemas.openxmlformats.org/officeDocument/2006/relationships/slide" Target="/ppt/slides/slide78.xml" Id="Rb4d07926858947e0" /><Relationship Type="http://schemas.openxmlformats.org/officeDocument/2006/relationships/slide" Target="/ppt/slides/slide79.xml" Id="R2c670bed26fd44ed" /><Relationship Type="http://schemas.openxmlformats.org/officeDocument/2006/relationships/slide" Target="/ppt/slides/slide80.xml" Id="R9ddfa50e5960404c" /><Relationship Type="http://schemas.openxmlformats.org/officeDocument/2006/relationships/slide" Target="/ppt/slides/slide81.xml" Id="R155b2c1d220d4a73" /><Relationship Type="http://schemas.openxmlformats.org/officeDocument/2006/relationships/slide" Target="/ppt/slides/slide82.xml" Id="R553af1f678e34467" /><Relationship Type="http://schemas.openxmlformats.org/officeDocument/2006/relationships/slide" Target="/ppt/slides/slide83.xml" Id="Rc596f8fc62524c58" /><Relationship Type="http://schemas.openxmlformats.org/officeDocument/2006/relationships/slide" Target="/ppt/slides/slide84.xml" Id="Rfb3b1d053a0f4608" /><Relationship Type="http://schemas.openxmlformats.org/officeDocument/2006/relationships/slide" Target="/ppt/slides/slide85.xml" Id="R13142eee115340b6" /><Relationship Type="http://schemas.openxmlformats.org/officeDocument/2006/relationships/slide" Target="/ppt/slides/slide86.xml" Id="R97117985274246ee" /><Relationship Type="http://schemas.openxmlformats.org/officeDocument/2006/relationships/slide" Target="/ppt/slides/slide87.xml" Id="R7823e417ebbb411e" /><Relationship Type="http://schemas.openxmlformats.org/officeDocument/2006/relationships/slide" Target="/ppt/slides/slide88.xml" Id="R34d291c7e9ad4608" /><Relationship Type="http://schemas.openxmlformats.org/officeDocument/2006/relationships/slide" Target="/ppt/slides/slide89.xml" Id="R4191d4f8a12f46c0" /><Relationship Type="http://schemas.openxmlformats.org/officeDocument/2006/relationships/slide" Target="/ppt/slides/slide90.xml" Id="R5075697fe75b4d59" /><Relationship Type="http://schemas.openxmlformats.org/officeDocument/2006/relationships/slide" Target="/ppt/slides/slide91.xml" Id="R3a51ad10ba264d6c" /><Relationship Type="http://schemas.openxmlformats.org/officeDocument/2006/relationships/slide" Target="/ppt/slides/slide92.xml" Id="R4bcbc2bf692d4477" /><Relationship Type="http://schemas.openxmlformats.org/officeDocument/2006/relationships/slide" Target="/ppt/slides/slide93.xml" Id="R34089a84df4c4ff3" /><Relationship Type="http://schemas.openxmlformats.org/officeDocument/2006/relationships/slide" Target="/ppt/slides/slide94.xml" Id="R2935d9f71dd44089" /><Relationship Type="http://schemas.openxmlformats.org/officeDocument/2006/relationships/slide" Target="/ppt/slides/slide95.xml" Id="R8623b9272a4f4191" /><Relationship Type="http://schemas.openxmlformats.org/officeDocument/2006/relationships/slide" Target="/ppt/slides/slide96.xml" Id="R869489ed058540aa" /><Relationship Type="http://schemas.openxmlformats.org/officeDocument/2006/relationships/slide" Target="/ppt/slides/slide97.xml" Id="R1b87226a1d7c409d" /><Relationship Type="http://schemas.openxmlformats.org/officeDocument/2006/relationships/slide" Target="/ppt/slides/slide98.xml" Id="R615d2e48d0d04b33" /><Relationship Type="http://schemas.openxmlformats.org/officeDocument/2006/relationships/slide" Target="/ppt/slides/slide99.xml" Id="Rd03b13a48b7f4c28" /><Relationship Type="http://schemas.openxmlformats.org/officeDocument/2006/relationships/slide" Target="/ppt/slides/slide100.xml" Id="Rf9f6c61fb95b47dc" /><Relationship Type="http://schemas.openxmlformats.org/officeDocument/2006/relationships/slide" Target="/ppt/slides/slide101.xml" Id="R8c93ef4d0a454b98" /><Relationship Type="http://schemas.openxmlformats.org/officeDocument/2006/relationships/slide" Target="/ppt/slides/slide102.xml" Id="R169b500d9b764b77" /><Relationship Type="http://schemas.openxmlformats.org/officeDocument/2006/relationships/slide" Target="/ppt/slides/slide103.xml" Id="R278041a20b2c4b82" /><Relationship Type="http://schemas.openxmlformats.org/officeDocument/2006/relationships/slide" Target="/ppt/slides/slide104.xml" Id="Re724d988f6634bee" /><Relationship Type="http://schemas.openxmlformats.org/officeDocument/2006/relationships/slide" Target="/ppt/slides/slide105.xml" Id="R9c30c5f182264b31" /><Relationship Type="http://schemas.openxmlformats.org/officeDocument/2006/relationships/slide" Target="/ppt/slides/slide106.xml" Id="R4cb51d24969c4c7e" /><Relationship Type="http://schemas.openxmlformats.org/officeDocument/2006/relationships/slide" Target="/ppt/slides/slide107.xml" Id="Rdcc56f0369544527" /><Relationship Type="http://schemas.openxmlformats.org/officeDocument/2006/relationships/slide" Target="/ppt/slides/slide108.xml" Id="R30b66279f379472d" /><Relationship Type="http://schemas.openxmlformats.org/officeDocument/2006/relationships/slide" Target="/ppt/slides/slide109.xml" Id="R194c32d44b344c41" /><Relationship Type="http://schemas.openxmlformats.org/officeDocument/2006/relationships/slide" Target="/ppt/slides/slide110.xml" Id="R33aa2b11d0594dd0" /><Relationship Type="http://schemas.openxmlformats.org/officeDocument/2006/relationships/slide" Target="/ppt/slides/slide111.xml" Id="R5586fb695bfc4551" /><Relationship Type="http://schemas.openxmlformats.org/officeDocument/2006/relationships/slide" Target="/ppt/slides/slide112.xml" Id="R4a11383ab3664436" /><Relationship Type="http://schemas.openxmlformats.org/officeDocument/2006/relationships/slide" Target="/ppt/slides/slide113.xml" Id="R7141ffa4e2884afb" /><Relationship Type="http://schemas.openxmlformats.org/officeDocument/2006/relationships/slide" Target="/ppt/slides/slide114.xml" Id="R0b18507a0093490a" /><Relationship Type="http://schemas.openxmlformats.org/officeDocument/2006/relationships/slide" Target="/ppt/slides/slide115.xml" Id="R640b0d87e8484595" /><Relationship Type="http://schemas.openxmlformats.org/officeDocument/2006/relationships/slide" Target="/ppt/slides/slide116.xml" Id="R5947bbe903d04a08" /><Relationship Type="http://schemas.openxmlformats.org/officeDocument/2006/relationships/slide" Target="/ppt/slides/slide117.xml" Id="R6a02493652d94ab5" /><Relationship Type="http://schemas.openxmlformats.org/officeDocument/2006/relationships/slide" Target="/ppt/slides/slide118.xml" Id="R405cceda4c6342bc" /><Relationship Type="http://schemas.openxmlformats.org/officeDocument/2006/relationships/slide" Target="/ppt/slides/slide119.xml" Id="Rc8dcea3fed3c4c3e" /><Relationship Type="http://schemas.openxmlformats.org/officeDocument/2006/relationships/slide" Target="/ppt/slides/slide120.xml" Id="Reb19515e25f34aec" /><Relationship Type="http://schemas.openxmlformats.org/officeDocument/2006/relationships/slide" Target="/ppt/slides/slide121.xml" Id="R3d31e16fda364293" /><Relationship Type="http://schemas.openxmlformats.org/officeDocument/2006/relationships/slide" Target="/ppt/slides/slide122.xml" Id="R9159228245114aec" /><Relationship Type="http://schemas.openxmlformats.org/officeDocument/2006/relationships/slide" Target="/ppt/slides/slide123.xml" Id="R8d831cd449aa4698" /><Relationship Type="http://schemas.openxmlformats.org/officeDocument/2006/relationships/slide" Target="/ppt/slides/slide124.xml" Id="Rd86dfdd82c744738" /><Relationship Type="http://schemas.openxmlformats.org/officeDocument/2006/relationships/slide" Target="/ppt/slides/slide125.xml" Id="R4b2a45ede6244097" /><Relationship Type="http://schemas.openxmlformats.org/officeDocument/2006/relationships/slide" Target="/ppt/slides/slide126.xml" Id="R651d6ac78cf24de7" /><Relationship Type="http://schemas.openxmlformats.org/officeDocument/2006/relationships/slide" Target="/ppt/slides/slide127.xml" Id="Rabe682ba639b4142" /><Relationship Type="http://schemas.openxmlformats.org/officeDocument/2006/relationships/slide" Target="/ppt/slides/slide128.xml" Id="R5b123b44e42b4044" /><Relationship Type="http://schemas.openxmlformats.org/officeDocument/2006/relationships/slide" Target="/ppt/slides/slide129.xml" Id="R87a48096c0c74f52" /><Relationship Type="http://schemas.openxmlformats.org/officeDocument/2006/relationships/slide" Target="/ppt/slides/slide130.xml" Id="R1da51a64991f4e80" /><Relationship Type="http://schemas.openxmlformats.org/officeDocument/2006/relationships/slide" Target="/ppt/slides/slide131.xml" Id="Rc7c4e45bf7e64e01" /><Relationship Type="http://schemas.openxmlformats.org/officeDocument/2006/relationships/slide" Target="/ppt/slides/slide132.xml" Id="Rd1283f833cc9477f" /><Relationship Type="http://schemas.openxmlformats.org/officeDocument/2006/relationships/slide" Target="/ppt/slides/slide133.xml" Id="R92898ba5e9b74f7b" /><Relationship Type="http://schemas.openxmlformats.org/officeDocument/2006/relationships/slide" Target="/ppt/slides/slide134.xml" Id="R839df3f3d3bf4442" /><Relationship Type="http://schemas.openxmlformats.org/officeDocument/2006/relationships/slide" Target="/ppt/slides/slide135.xml" Id="R5f6b985c87e34f12" /><Relationship Type="http://schemas.openxmlformats.org/officeDocument/2006/relationships/slide" Target="/ppt/slides/slide136.xml" Id="R437e880e31df4559" /><Relationship Type="http://schemas.openxmlformats.org/officeDocument/2006/relationships/slide" Target="/ppt/slides/slide137.xml" Id="Re89492c525544494" /><Relationship Type="http://schemas.openxmlformats.org/officeDocument/2006/relationships/slide" Target="/ppt/slides/slide138.xml" Id="R54765e0071a544e2" /><Relationship Type="http://schemas.openxmlformats.org/officeDocument/2006/relationships/slide" Target="/ppt/slides/slide139.xml" Id="R399253bed38b4744" /><Relationship Type="http://schemas.openxmlformats.org/officeDocument/2006/relationships/slide" Target="/ppt/slides/slide140.xml" Id="R64c861e915d24c32" /><Relationship Type="http://schemas.openxmlformats.org/officeDocument/2006/relationships/slide" Target="/ppt/slides/slide141.xml" Id="Rdd8fc70e0d314fbd" /><Relationship Type="http://schemas.openxmlformats.org/officeDocument/2006/relationships/slide" Target="/ppt/slides/slide142.xml" Id="R0c6c4bae671f4715" /><Relationship Type="http://schemas.openxmlformats.org/officeDocument/2006/relationships/slide" Target="/ppt/slides/slide143.xml" Id="Rafb1308930b948e0" /><Relationship Type="http://schemas.openxmlformats.org/officeDocument/2006/relationships/slide" Target="/ppt/slides/slide144.xml" Id="R46e240e615f249ac" /><Relationship Type="http://schemas.openxmlformats.org/officeDocument/2006/relationships/slide" Target="/ppt/slides/slide145.xml" Id="Recf5df7948b24d6e" /><Relationship Type="http://schemas.openxmlformats.org/officeDocument/2006/relationships/slide" Target="/ppt/slides/slide146.xml" Id="R394cdd7757ed4826" /><Relationship Type="http://schemas.openxmlformats.org/officeDocument/2006/relationships/slide" Target="/ppt/slides/slide147.xml" Id="Rab9ed2b6b5fe4d29" /><Relationship Type="http://schemas.openxmlformats.org/officeDocument/2006/relationships/slide" Target="/ppt/slides/slide148.xml" Id="R4bd539bf6d7047a0" /><Relationship Type="http://schemas.openxmlformats.org/officeDocument/2006/relationships/slide" Target="/ppt/slides/slide149.xml" Id="Rd479558fbe60494c" /><Relationship Type="http://schemas.openxmlformats.org/officeDocument/2006/relationships/slide" Target="/ppt/slides/slide150.xml" Id="R7f076d466fcc478f" /><Relationship Type="http://schemas.openxmlformats.org/officeDocument/2006/relationships/slide" Target="/ppt/slides/slide151.xml" Id="Rc467705382264ab8" /><Relationship Type="http://schemas.openxmlformats.org/officeDocument/2006/relationships/slide" Target="/ppt/slides/slide152.xml" Id="Rcc348d6e17494956" /><Relationship Type="http://schemas.openxmlformats.org/officeDocument/2006/relationships/slide" Target="/ppt/slides/slide153.xml" Id="R0dca4da01cbb4ce8" /><Relationship Type="http://schemas.openxmlformats.org/officeDocument/2006/relationships/slide" Target="/ppt/slides/slide154.xml" Id="R453b5950ad2f4a51" /><Relationship Type="http://schemas.openxmlformats.org/officeDocument/2006/relationships/slide" Target="/ppt/slides/slide155.xml" Id="R5503488519284240" /><Relationship Type="http://schemas.openxmlformats.org/officeDocument/2006/relationships/slide" Target="/ppt/slides/slide156.xml" Id="R00bf1bf5e6294ec4" /><Relationship Type="http://schemas.openxmlformats.org/officeDocument/2006/relationships/slide" Target="/ppt/slides/slide157.xml" Id="R478f81bdf0374eef" /><Relationship Type="http://schemas.openxmlformats.org/officeDocument/2006/relationships/slide" Target="/ppt/slides/slide158.xml" Id="R350a3c2b58cd4930" /><Relationship Type="http://schemas.openxmlformats.org/officeDocument/2006/relationships/slide" Target="/ppt/slides/slide159.xml" Id="Rb6d9c92895494f26" /><Relationship Type="http://schemas.openxmlformats.org/officeDocument/2006/relationships/slide" Target="/ppt/slides/slide160.xml" Id="Rfdefa4d5526f45f8" /><Relationship Type="http://schemas.openxmlformats.org/officeDocument/2006/relationships/slide" Target="/ppt/slides/slide161.xml" Id="Rc455f3309e244f7d" /><Relationship Type="http://schemas.openxmlformats.org/officeDocument/2006/relationships/slide" Target="/ppt/slides/slide162.xml" Id="R427140a41cc14a8e" /><Relationship Type="http://schemas.openxmlformats.org/officeDocument/2006/relationships/slide" Target="/ppt/slides/slide163.xml" Id="R88ef8a9300394ad7" /><Relationship Type="http://schemas.openxmlformats.org/officeDocument/2006/relationships/slide" Target="/ppt/slides/slide164.xml" Id="R943f3a69ba1f45a2" /><Relationship Type="http://schemas.openxmlformats.org/officeDocument/2006/relationships/slide" Target="/ppt/slides/slide165.xml" Id="R6c42efd73cd8434d" /><Relationship Type="http://schemas.openxmlformats.org/officeDocument/2006/relationships/slide" Target="/ppt/slides/slide166.xml" Id="Rd54ff79b65c44b70" /><Relationship Type="http://schemas.openxmlformats.org/officeDocument/2006/relationships/slide" Target="/ppt/slides/slide167.xml" Id="R04a19113f9d34585" /><Relationship Type="http://schemas.openxmlformats.org/officeDocument/2006/relationships/slide" Target="/ppt/slides/slide168.xml" Id="R8c636cac215f4dde" /><Relationship Type="http://schemas.openxmlformats.org/officeDocument/2006/relationships/slide" Target="/ppt/slides/slide169.xml" Id="R07cb9aca18824a42" /><Relationship Type="http://schemas.openxmlformats.org/officeDocument/2006/relationships/slide" Target="/ppt/slides/slide170.xml" Id="R69b799745675429b" /><Relationship Type="http://schemas.openxmlformats.org/officeDocument/2006/relationships/slide" Target="/ppt/slides/slide171.xml" Id="R068f46f916f74c3d" /><Relationship Type="http://schemas.openxmlformats.org/officeDocument/2006/relationships/slide" Target="/ppt/slides/slide172.xml" Id="R544723700a00434a" /><Relationship Type="http://schemas.openxmlformats.org/officeDocument/2006/relationships/slide" Target="/ppt/slides/slide173.xml" Id="Rc2934ddafea34802" /><Relationship Type="http://schemas.openxmlformats.org/officeDocument/2006/relationships/slide" Target="/ppt/slides/slide174.xml" Id="R220e3460eee74a2f" /><Relationship Type="http://schemas.openxmlformats.org/officeDocument/2006/relationships/slide" Target="/ppt/slides/slide175.xml" Id="Rab439163712545ef" /><Relationship Type="http://schemas.openxmlformats.org/officeDocument/2006/relationships/slide" Target="/ppt/slides/slide176.xml" Id="R3e41d17e89bb4aec" /><Relationship Type="http://schemas.openxmlformats.org/officeDocument/2006/relationships/slide" Target="/ppt/slides/slide177.xml" Id="Rc3883e3aa8d54dd2" /><Relationship Type="http://schemas.openxmlformats.org/officeDocument/2006/relationships/slide" Target="/ppt/slides/slide178.xml" Id="R37fda2192d6d44e3" /><Relationship Type="http://schemas.openxmlformats.org/officeDocument/2006/relationships/slide" Target="/ppt/slides/slide179.xml" Id="Rd9e09777c5124e16" /><Relationship Type="http://schemas.openxmlformats.org/officeDocument/2006/relationships/slide" Target="/ppt/slides/slide180.xml" Id="Rf1c08a73c6e74c07" /><Relationship Type="http://schemas.openxmlformats.org/officeDocument/2006/relationships/slide" Target="/ppt/slides/slide181.xml" Id="Rc894521406e14164" /><Relationship Type="http://schemas.openxmlformats.org/officeDocument/2006/relationships/slide" Target="/ppt/slides/slide182.xml" Id="R471b92d5383c436d" /><Relationship Type="http://schemas.openxmlformats.org/officeDocument/2006/relationships/slide" Target="/ppt/slides/slide183.xml" Id="Rd2f8a2feb0f64eb6" /><Relationship Type="http://schemas.openxmlformats.org/officeDocument/2006/relationships/slide" Target="/ppt/slides/slide184.xml" Id="Rc2b8360225464c35" /><Relationship Type="http://schemas.openxmlformats.org/officeDocument/2006/relationships/slide" Target="/ppt/slides/slide185.xml" Id="R53faa46def794889" /><Relationship Type="http://schemas.openxmlformats.org/officeDocument/2006/relationships/slide" Target="/ppt/slides/slide186.xml" Id="Re6feb3d460364377" /><Relationship Type="http://schemas.openxmlformats.org/officeDocument/2006/relationships/slide" Target="/ppt/slides/slide187.xml" Id="R68dccbbb41fc428b" /><Relationship Type="http://schemas.openxmlformats.org/officeDocument/2006/relationships/slide" Target="/ppt/slides/slide188.xml" Id="Re2d5f0ceae5e466e" /><Relationship Type="http://schemas.openxmlformats.org/officeDocument/2006/relationships/slide" Target="/ppt/slides/slide189.xml" Id="R4146012b81444e3f" /><Relationship Type="http://schemas.openxmlformats.org/officeDocument/2006/relationships/slide" Target="/ppt/slides/slide190.xml" Id="R828c77782486459a" /><Relationship Type="http://schemas.openxmlformats.org/officeDocument/2006/relationships/slide" Target="/ppt/slides/slide191.xml" Id="Rb1d1446e25074366" /><Relationship Type="http://schemas.openxmlformats.org/officeDocument/2006/relationships/slide" Target="/ppt/slides/slide192.xml" Id="R6961c32996434336" /><Relationship Type="http://schemas.openxmlformats.org/officeDocument/2006/relationships/slide" Target="/ppt/slides/slide193.xml" Id="R05c07645f39f4d15" /><Relationship Type="http://schemas.openxmlformats.org/officeDocument/2006/relationships/slide" Target="/ppt/slides/slide194.xml" Id="Rdd03062df4c84985" /><Relationship Type="http://schemas.openxmlformats.org/officeDocument/2006/relationships/slide" Target="/ppt/slides/slide195.xml" Id="R37c423f43d244693" /><Relationship Type="http://schemas.openxmlformats.org/officeDocument/2006/relationships/slide" Target="/ppt/slides/slide196.xml" Id="R504f062888e64da9" /><Relationship Type="http://schemas.openxmlformats.org/officeDocument/2006/relationships/slide" Target="/ppt/slides/slide197.xml" Id="R5e2eb2c93ffa436d" /><Relationship Type="http://schemas.openxmlformats.org/officeDocument/2006/relationships/slide" Target="/ppt/slides/slide198.xml" Id="Ra4cf763659034586" /><Relationship Type="http://schemas.openxmlformats.org/officeDocument/2006/relationships/slide" Target="/ppt/slides/slide199.xml" Id="Rbfc84d716d7e4cb3" /><Relationship Type="http://schemas.openxmlformats.org/officeDocument/2006/relationships/slide" Target="/ppt/slides/slide200.xml" Id="Reb2deba868534544" /><Relationship Type="http://schemas.openxmlformats.org/officeDocument/2006/relationships/slide" Target="/ppt/slides/slide201.xml" Id="Rec0e3bb676f64ab3" /><Relationship Type="http://schemas.openxmlformats.org/officeDocument/2006/relationships/slide" Target="/ppt/slides/slide202.xml" Id="Re06060428c214569" /><Relationship Type="http://schemas.openxmlformats.org/officeDocument/2006/relationships/slide" Target="/ppt/slides/slide203.xml" Id="Rc2c36abcd2624977" /><Relationship Type="http://schemas.openxmlformats.org/officeDocument/2006/relationships/slide" Target="/ppt/slides/slide204.xml" Id="R090eae78387a471f" /><Relationship Type="http://schemas.openxmlformats.org/officeDocument/2006/relationships/slide" Target="/ppt/slides/slide205.xml" Id="Reaa391c14155422f" /><Relationship Type="http://schemas.openxmlformats.org/officeDocument/2006/relationships/slide" Target="/ppt/slides/slide206.xml" Id="R257f142cb90747bc" /><Relationship Type="http://schemas.openxmlformats.org/officeDocument/2006/relationships/slide" Target="/ppt/slides/slide207.xml" Id="R7d5bfd82ef5240c9" /><Relationship Type="http://schemas.openxmlformats.org/officeDocument/2006/relationships/slide" Target="/ppt/slides/slide208.xml" Id="Rd6e41aa273da488a" /><Relationship Type="http://schemas.openxmlformats.org/officeDocument/2006/relationships/slide" Target="/ppt/slides/slide209.xml" Id="Raa019945514a4157" /><Relationship Type="http://schemas.openxmlformats.org/officeDocument/2006/relationships/slide" Target="/ppt/slides/slide210.xml" Id="R19ad975799894aa7" /><Relationship Type="http://schemas.openxmlformats.org/officeDocument/2006/relationships/slide" Target="/ppt/slides/slide211.xml" Id="Rfb97dd0e62504599" /><Relationship Type="http://schemas.openxmlformats.org/officeDocument/2006/relationships/slide" Target="/ppt/slides/slide212.xml" Id="R86817fe65980417d" /><Relationship Type="http://schemas.openxmlformats.org/officeDocument/2006/relationships/slide" Target="/ppt/slides/slide213.xml" Id="R72b4612569e2451c" /><Relationship Type="http://schemas.openxmlformats.org/officeDocument/2006/relationships/slide" Target="/ppt/slides/slide214.xml" Id="Rdf9abb49fe9246bd" /><Relationship Type="http://schemas.openxmlformats.org/officeDocument/2006/relationships/slide" Target="/ppt/slides/slide215.xml" Id="R0693d266529c4247" /><Relationship Type="http://schemas.openxmlformats.org/officeDocument/2006/relationships/slide" Target="/ppt/slides/slide216.xml" Id="R22e55c561848449d" /><Relationship Type="http://schemas.openxmlformats.org/officeDocument/2006/relationships/slide" Target="/ppt/slides/slide217.xml" Id="Racb52345c96b4f1e" /><Relationship Type="http://schemas.openxmlformats.org/officeDocument/2006/relationships/slide" Target="/ppt/slides/slide218.xml" Id="R0f5bdca5e9404761" /><Relationship Type="http://schemas.openxmlformats.org/officeDocument/2006/relationships/slide" Target="/ppt/slides/slide219.xml" Id="Rd867903bf8e34d5b" /><Relationship Type="http://schemas.openxmlformats.org/officeDocument/2006/relationships/slide" Target="/ppt/slides/slide220.xml" Id="Rd515e6b7e31d4d39" /><Relationship Type="http://schemas.openxmlformats.org/officeDocument/2006/relationships/slide" Target="/ppt/slides/slide221.xml" Id="R981bc8766b1349cf" /><Relationship Type="http://schemas.openxmlformats.org/officeDocument/2006/relationships/slide" Target="/ppt/slides/slide222.xml" Id="Raf0e147a908c476b" /><Relationship Type="http://schemas.openxmlformats.org/officeDocument/2006/relationships/slide" Target="/ppt/slides/slide223.xml" Id="R9ac621a6131d4062" /><Relationship Type="http://schemas.openxmlformats.org/officeDocument/2006/relationships/slide" Target="/ppt/slides/slide224.xml" Id="Rac7a3e1846f14d82" /><Relationship Type="http://schemas.openxmlformats.org/officeDocument/2006/relationships/slide" Target="/ppt/slides/slide225.xml" Id="R32c330ba7f444e40" /><Relationship Type="http://schemas.openxmlformats.org/officeDocument/2006/relationships/slide" Target="/ppt/slides/slide226.xml" Id="R7478ebd4cb3e4c03" /><Relationship Type="http://schemas.openxmlformats.org/officeDocument/2006/relationships/slide" Target="/ppt/slides/slide227.xml" Id="Rac04f2e7c0f24c73" /><Relationship Type="http://schemas.openxmlformats.org/officeDocument/2006/relationships/slide" Target="/ppt/slides/slide228.xml" Id="R8287b67f658949a9" /><Relationship Type="http://schemas.openxmlformats.org/officeDocument/2006/relationships/slide" Target="/ppt/slides/slide229.xml" Id="Rc30594c0b23e4a83" /><Relationship Type="http://schemas.openxmlformats.org/officeDocument/2006/relationships/slide" Target="/ppt/slides/slide230.xml" Id="Ra2f8694a95244383" /><Relationship Type="http://schemas.openxmlformats.org/officeDocument/2006/relationships/slide" Target="/ppt/slides/slide231.xml" Id="R55f8ef4339dc4f09" /><Relationship Type="http://schemas.openxmlformats.org/officeDocument/2006/relationships/slide" Target="/ppt/slides/slide232.xml" Id="R65c0c161b08747ae" /><Relationship Type="http://schemas.openxmlformats.org/officeDocument/2006/relationships/slide" Target="/ppt/slides/slide233.xml" Id="Rabb150dde78b4d51" /><Relationship Type="http://schemas.openxmlformats.org/officeDocument/2006/relationships/slide" Target="/ppt/slides/slide234.xml" Id="R50184b86b2be430c" /><Relationship Type="http://schemas.openxmlformats.org/officeDocument/2006/relationships/slide" Target="/ppt/slides/slide235.xml" Id="Rfd92ffcccd074a3c" /><Relationship Type="http://schemas.openxmlformats.org/officeDocument/2006/relationships/slide" Target="/ppt/slides/slide236.xml" Id="R0ef0c7485c2c4ef8" /><Relationship Type="http://schemas.openxmlformats.org/officeDocument/2006/relationships/slide" Target="/ppt/slides/slide237.xml" Id="Re6c3939d831c401b" /><Relationship Type="http://schemas.openxmlformats.org/officeDocument/2006/relationships/slide" Target="/ppt/slides/slide238.xml" Id="Rfbf63673e9c249e8" /><Relationship Type="http://schemas.openxmlformats.org/officeDocument/2006/relationships/slide" Target="/ppt/slides/slide239.xml" Id="Raa26f1f37c1b4794" /><Relationship Type="http://schemas.openxmlformats.org/officeDocument/2006/relationships/slide" Target="/ppt/slides/slide240.xml" Id="R0484d50c7c8d464f" /><Relationship Type="http://schemas.openxmlformats.org/officeDocument/2006/relationships/slide" Target="/ppt/slides/slide241.xml" Id="R39caa4245c9144aa" /><Relationship Type="http://schemas.openxmlformats.org/officeDocument/2006/relationships/slide" Target="/ppt/slides/slide242.xml" Id="Rbe3e8860b8834275" /><Relationship Type="http://schemas.openxmlformats.org/officeDocument/2006/relationships/slide" Target="/ppt/slides/slide243.xml" Id="Re885792774c14e9b" /><Relationship Type="http://schemas.openxmlformats.org/officeDocument/2006/relationships/slide" Target="/ppt/slides/slide244.xml" Id="R89b44775e5864f02" /><Relationship Type="http://schemas.openxmlformats.org/officeDocument/2006/relationships/slide" Target="/ppt/slides/slide245.xml" Id="R5123d97806ba4a72" /><Relationship Type="http://schemas.openxmlformats.org/officeDocument/2006/relationships/slide" Target="/ppt/slides/slide246.xml" Id="R7f1da4924553489d" /><Relationship Type="http://schemas.openxmlformats.org/officeDocument/2006/relationships/slide" Target="/ppt/slides/slide247.xml" Id="R4398f755b8b249d1" /><Relationship Type="http://schemas.openxmlformats.org/officeDocument/2006/relationships/slide" Target="/ppt/slides/slide248.xml" Id="Re7a409ac9d444275" /><Relationship Type="http://schemas.openxmlformats.org/officeDocument/2006/relationships/slide" Target="/ppt/slides/slide249.xml" Id="R4de8ae478e8b4345" /><Relationship Type="http://schemas.openxmlformats.org/officeDocument/2006/relationships/slide" Target="/ppt/slides/slide250.xml" Id="R317cf49638d6420b" /><Relationship Type="http://schemas.openxmlformats.org/officeDocument/2006/relationships/slide" Target="/ppt/slides/slide251.xml" Id="Rb752d48b2a5d4f39" /><Relationship Type="http://schemas.openxmlformats.org/officeDocument/2006/relationships/slide" Target="/ppt/slides/slide252.xml" Id="Rd382315e36f446d5" /><Relationship Type="http://schemas.openxmlformats.org/officeDocument/2006/relationships/slide" Target="/ppt/slides/slide253.xml" Id="Rf5152c5ff84f4494" /><Relationship Type="http://schemas.openxmlformats.org/officeDocument/2006/relationships/slide" Target="/ppt/slides/slide254.xml" Id="R017f8e0123c04685" /><Relationship Type="http://schemas.openxmlformats.org/officeDocument/2006/relationships/slide" Target="/ppt/slides/slide255.xml" Id="R94ac9c1d6e74423a" /><Relationship Type="http://schemas.openxmlformats.org/officeDocument/2006/relationships/slide" Target="/ppt/slides/slide256.xml" Id="R1ef23a70f5434f38" /><Relationship Type="http://schemas.openxmlformats.org/officeDocument/2006/relationships/slide" Target="/ppt/slides/slide257.xml" Id="Rd4b662358c934edd" /><Relationship Type="http://schemas.openxmlformats.org/officeDocument/2006/relationships/slide" Target="/ppt/slides/slide258.xml" Id="Rd2d6e1d63c4d4dd5" /><Relationship Type="http://schemas.openxmlformats.org/officeDocument/2006/relationships/slide" Target="/ppt/slides/slide259.xml" Id="Rff07b6e61cbe456b" /><Relationship Type="http://schemas.openxmlformats.org/officeDocument/2006/relationships/slide" Target="/ppt/slides/slide260.xml" Id="R39699d13967c48ea" /><Relationship Type="http://schemas.openxmlformats.org/officeDocument/2006/relationships/slide" Target="/ppt/slides/slide261.xml" Id="Re1021b6e89674eee" /><Relationship Type="http://schemas.openxmlformats.org/officeDocument/2006/relationships/slide" Target="/ppt/slides/slide262.xml" Id="Rff783495c4864c57" /><Relationship Type="http://schemas.openxmlformats.org/officeDocument/2006/relationships/slide" Target="/ppt/slides/slide263.xml" Id="R9484823a1cb14290" /><Relationship Type="http://schemas.openxmlformats.org/officeDocument/2006/relationships/slide" Target="/ppt/slides/slide264.xml" Id="Rb3b3b9f262fb4bb2" /><Relationship Type="http://schemas.openxmlformats.org/officeDocument/2006/relationships/slide" Target="/ppt/slides/slide265.xml" Id="Raef4ecbc3b73437a" /><Relationship Type="http://schemas.openxmlformats.org/officeDocument/2006/relationships/slide" Target="/ppt/slides/slide266.xml" Id="R32dec60a20ab4ae8" /><Relationship Type="http://schemas.openxmlformats.org/officeDocument/2006/relationships/slide" Target="/ppt/slides/slide267.xml" Id="Rbc41ecdc42f0481b" /><Relationship Type="http://schemas.openxmlformats.org/officeDocument/2006/relationships/slide" Target="/ppt/slides/slide268.xml" Id="Ra0c192926db94277" /><Relationship Type="http://schemas.openxmlformats.org/officeDocument/2006/relationships/slide" Target="/ppt/slides/slide269.xml" Id="Rda6f7cec5aff41f7" /><Relationship Type="http://schemas.openxmlformats.org/officeDocument/2006/relationships/slide" Target="/ppt/slides/slide270.xml" Id="R23ef9723c2a849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2342f8395847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2f327a6e1406b" /><Relationship Type="http://schemas.openxmlformats.org/officeDocument/2006/relationships/notesMaster" Target="/ppt/notesMasters/notesMaster1.xml" Id="Rd38596b2ad304b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004d0542a541a0" /><Relationship Type="http://schemas.openxmlformats.org/officeDocument/2006/relationships/notesMaster" Target="/ppt/notesMasters/notesMaster1.xml" Id="R52270528bc1c4d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815bd213954b97" /><Relationship Type="http://schemas.openxmlformats.org/officeDocument/2006/relationships/notesMaster" Target="/ppt/notesMasters/notesMaster1.xml" Id="Rbd794063601d44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d15d5039154f49" /><Relationship Type="http://schemas.openxmlformats.org/officeDocument/2006/relationships/notesMaster" Target="/ppt/notesMasters/notesMaster1.xml" Id="R4e896d1309e64c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4a72693eb3409a" /><Relationship Type="http://schemas.openxmlformats.org/officeDocument/2006/relationships/notesMaster" Target="/ppt/notesMasters/notesMaster1.xml" Id="R90aef1a49a264f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871bec04e344fd" /><Relationship Type="http://schemas.openxmlformats.org/officeDocument/2006/relationships/notesMaster" Target="/ppt/notesMasters/notesMaster1.xml" Id="R351ec14984424a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143d01fea847a1" /><Relationship Type="http://schemas.openxmlformats.org/officeDocument/2006/relationships/notesMaster" Target="/ppt/notesMasters/notesMaster1.xml" Id="Rf7a9980eb72343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89c8ac7c7b4c2c" /><Relationship Type="http://schemas.openxmlformats.org/officeDocument/2006/relationships/notesMaster" Target="/ppt/notesMasters/notesMaster1.xml" Id="R25f85658940249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a5331c2b184414" /><Relationship Type="http://schemas.openxmlformats.org/officeDocument/2006/relationships/notesMaster" Target="/ppt/notesMasters/notesMaster1.xml" Id="R7c0f1752123543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a334f2e4ec40a2" /><Relationship Type="http://schemas.openxmlformats.org/officeDocument/2006/relationships/notesMaster" Target="/ppt/notesMasters/notesMaster1.xml" Id="R7829724f4a3d4e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2ccd2fd3be48fa" /><Relationship Type="http://schemas.openxmlformats.org/officeDocument/2006/relationships/notesMaster" Target="/ppt/notesMasters/notesMaster1.xml" Id="Rcbed922dee5c40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a48f9ab58c4f8a" /><Relationship Type="http://schemas.openxmlformats.org/officeDocument/2006/relationships/notesMaster" Target="/ppt/notesMasters/notesMaster1.xml" Id="Rb75eb3bc8ad24b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2cc0d6796144b8" /><Relationship Type="http://schemas.openxmlformats.org/officeDocument/2006/relationships/notesMaster" Target="/ppt/notesMasters/notesMaster1.xml" Id="R81d559cde55942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553736e2364242" /><Relationship Type="http://schemas.openxmlformats.org/officeDocument/2006/relationships/notesMaster" Target="/ppt/notesMasters/notesMaster1.xml" Id="Rc0447da54a4741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f7711a760546fb" /><Relationship Type="http://schemas.openxmlformats.org/officeDocument/2006/relationships/notesMaster" Target="/ppt/notesMasters/notesMaster1.xml" Id="Rdae1402b156646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6a945589804068" /><Relationship Type="http://schemas.openxmlformats.org/officeDocument/2006/relationships/notesMaster" Target="/ppt/notesMasters/notesMaster1.xml" Id="Rcab31035d0ff49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99a6ef09b34f98" /><Relationship Type="http://schemas.openxmlformats.org/officeDocument/2006/relationships/notesMaster" Target="/ppt/notesMasters/notesMaster1.xml" Id="R85efc86fef7140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ed2728f2094988" /><Relationship Type="http://schemas.openxmlformats.org/officeDocument/2006/relationships/notesMaster" Target="/ppt/notesMasters/notesMaster1.xml" Id="Rc970f7384dc642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85fb0fee554eab" /><Relationship Type="http://schemas.openxmlformats.org/officeDocument/2006/relationships/notesMaster" Target="/ppt/notesMasters/notesMaster1.xml" Id="R7aa885d99b834b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b394577d9c46d8" /><Relationship Type="http://schemas.openxmlformats.org/officeDocument/2006/relationships/notesMaster" Target="/ppt/notesMasters/notesMaster1.xml" Id="Rf5f440388cba44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9af0046a754103" /><Relationship Type="http://schemas.openxmlformats.org/officeDocument/2006/relationships/notesMaster" Target="/ppt/notesMasters/notesMaster1.xml" Id="R3cee6ad25644487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1bae58d19074378" /><Relationship Type="http://schemas.openxmlformats.org/officeDocument/2006/relationships/notesMaster" Target="/ppt/notesMasters/notesMaster1.xml" Id="R7f13015829244a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cc3c284c094ec8" /><Relationship Type="http://schemas.openxmlformats.org/officeDocument/2006/relationships/notesMaster" Target="/ppt/notesMasters/notesMaster1.xml" Id="R1a927e4f5258466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ef1253d5614e51" /><Relationship Type="http://schemas.openxmlformats.org/officeDocument/2006/relationships/notesMaster" Target="/ppt/notesMasters/notesMaster1.xml" Id="R78a5dabccefb4f3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f326f1c14a4511" /><Relationship Type="http://schemas.openxmlformats.org/officeDocument/2006/relationships/notesMaster" Target="/ppt/notesMasters/notesMaster1.xml" Id="R630c817ce325428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4080878fa844049" /><Relationship Type="http://schemas.openxmlformats.org/officeDocument/2006/relationships/notesMaster" Target="/ppt/notesMasters/notesMaster1.xml" Id="R86c1982e46044b2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ec68e6bfad4e33" /><Relationship Type="http://schemas.openxmlformats.org/officeDocument/2006/relationships/notesMaster" Target="/ppt/notesMasters/notesMaster1.xml" Id="R469e174d08f040f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7044eab43de4e28" /><Relationship Type="http://schemas.openxmlformats.org/officeDocument/2006/relationships/notesMaster" Target="/ppt/notesMasters/notesMaster1.xml" Id="R0f934a8386ff475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00c904866b04619" /><Relationship Type="http://schemas.openxmlformats.org/officeDocument/2006/relationships/notesMaster" Target="/ppt/notesMasters/notesMaster1.xml" Id="R637e7a8eec6f4cd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2971f9fd7d949b8" /><Relationship Type="http://schemas.openxmlformats.org/officeDocument/2006/relationships/notesMaster" Target="/ppt/notesMasters/notesMaster1.xml" Id="R7e475d834df8478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327b09c1eae4ec8" /><Relationship Type="http://schemas.openxmlformats.org/officeDocument/2006/relationships/notesMaster" Target="/ppt/notesMasters/notesMaster1.xml" Id="Rf407f33e8e5b4e9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446745ae6c24b18" /><Relationship Type="http://schemas.openxmlformats.org/officeDocument/2006/relationships/notesMaster" Target="/ppt/notesMasters/notesMaster1.xml" Id="R9c5fc9152597404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452dcc7dba94945" /><Relationship Type="http://schemas.openxmlformats.org/officeDocument/2006/relationships/notesMaster" Target="/ppt/notesMasters/notesMaster1.xml" Id="R686150dde6ff455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01739c1da544296" /><Relationship Type="http://schemas.openxmlformats.org/officeDocument/2006/relationships/notesMaster" Target="/ppt/notesMasters/notesMaster1.xml" Id="R9b5a09a1e0dc4d0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008068162b44f3b" /><Relationship Type="http://schemas.openxmlformats.org/officeDocument/2006/relationships/notesMaster" Target="/ppt/notesMasters/notesMaster1.xml" Id="R50338f775ea2414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3df33fca11e4c64" /><Relationship Type="http://schemas.openxmlformats.org/officeDocument/2006/relationships/notesMaster" Target="/ppt/notesMasters/notesMaster1.xml" Id="R76b3bee287034b4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33d8b671a574cd3" /><Relationship Type="http://schemas.openxmlformats.org/officeDocument/2006/relationships/notesMaster" Target="/ppt/notesMasters/notesMaster1.xml" Id="R4261881aa17a480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36eb58629054535" /><Relationship Type="http://schemas.openxmlformats.org/officeDocument/2006/relationships/notesMaster" Target="/ppt/notesMasters/notesMaster1.xml" Id="Re7c1ffa86f8f458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8c679eec349426c" /><Relationship Type="http://schemas.openxmlformats.org/officeDocument/2006/relationships/notesMaster" Target="/ppt/notesMasters/notesMaster1.xml" Id="R5c2482315d2940a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13d3b47c68f4621" /><Relationship Type="http://schemas.openxmlformats.org/officeDocument/2006/relationships/notesMaster" Target="/ppt/notesMasters/notesMaster1.xml" Id="R1ac81a30d43d45b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57e13acad5c4b8d" /><Relationship Type="http://schemas.openxmlformats.org/officeDocument/2006/relationships/notesMaster" Target="/ppt/notesMasters/notesMaster1.xml" Id="R06d711c137c34f0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b6e509c757c445c" /><Relationship Type="http://schemas.openxmlformats.org/officeDocument/2006/relationships/notesMaster" Target="/ppt/notesMasters/notesMaster1.xml" Id="R016e349a7ddc42b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599573c9d774921" /><Relationship Type="http://schemas.openxmlformats.org/officeDocument/2006/relationships/notesMaster" Target="/ppt/notesMasters/notesMaster1.xml" Id="R1ce3bd189fc9413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8f618ac52b0456a" /><Relationship Type="http://schemas.openxmlformats.org/officeDocument/2006/relationships/notesMaster" Target="/ppt/notesMasters/notesMaster1.xml" Id="R8964307d77d9414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b6f559597d74681" /><Relationship Type="http://schemas.openxmlformats.org/officeDocument/2006/relationships/notesMaster" Target="/ppt/notesMasters/notesMaster1.xml" Id="R32b4307e4c354d2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7352df47f15495c" /><Relationship Type="http://schemas.openxmlformats.org/officeDocument/2006/relationships/notesMaster" Target="/ppt/notesMasters/notesMaster1.xml" Id="R4f4a7c5d6a5040a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f8726bb2fb94a89" /><Relationship Type="http://schemas.openxmlformats.org/officeDocument/2006/relationships/notesMaster" Target="/ppt/notesMasters/notesMaster1.xml" Id="R494d95efb1724b9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311952383dd488c" /><Relationship Type="http://schemas.openxmlformats.org/officeDocument/2006/relationships/notesMaster" Target="/ppt/notesMasters/notesMaster1.xml" Id="Red8e5867d8e0482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853dcdadd434bbd" /><Relationship Type="http://schemas.openxmlformats.org/officeDocument/2006/relationships/notesMaster" Target="/ppt/notesMasters/notesMaster1.xml" Id="Reff90f5fac3248f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9823a7d91c34db2" /><Relationship Type="http://schemas.openxmlformats.org/officeDocument/2006/relationships/notesMaster" Target="/ppt/notesMasters/notesMaster1.xml" Id="R6ade289f8d2342e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e0de1fcd6c240bd" /><Relationship Type="http://schemas.openxmlformats.org/officeDocument/2006/relationships/notesMaster" Target="/ppt/notesMasters/notesMaster1.xml" Id="R76cead8e28c14e5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3dc83990eaf4a47" /><Relationship Type="http://schemas.openxmlformats.org/officeDocument/2006/relationships/notesMaster" Target="/ppt/notesMasters/notesMaster1.xml" Id="R1b71f216bb44457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2d86d03c9d64843" /><Relationship Type="http://schemas.openxmlformats.org/officeDocument/2006/relationships/notesMaster" Target="/ppt/notesMasters/notesMaster1.xml" Id="R291131814c0d42c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a41b748212543fc" /><Relationship Type="http://schemas.openxmlformats.org/officeDocument/2006/relationships/notesMaster" Target="/ppt/notesMasters/notesMaster1.xml" Id="R1de32b65868a4ca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7a9fd275e5b49c4" /><Relationship Type="http://schemas.openxmlformats.org/officeDocument/2006/relationships/notesMaster" Target="/ppt/notesMasters/notesMaster1.xml" Id="R7503896e9c6e48f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99a5814570a4a9b" /><Relationship Type="http://schemas.openxmlformats.org/officeDocument/2006/relationships/notesMaster" Target="/ppt/notesMasters/notesMaster1.xml" Id="R91eef421a03c4cd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322148201f7e471b" /><Relationship Type="http://schemas.openxmlformats.org/officeDocument/2006/relationships/notesMaster" Target="/ppt/notesMasters/notesMaster1.xml" Id="Rc2f81aa6fdaa4b5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4453b153b8c4ecf" /><Relationship Type="http://schemas.openxmlformats.org/officeDocument/2006/relationships/notesMaster" Target="/ppt/notesMasters/notesMaster1.xml" Id="R7accc1fdc3464b5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75e86b1e6a24af9" /><Relationship Type="http://schemas.openxmlformats.org/officeDocument/2006/relationships/notesMaster" Target="/ppt/notesMasters/notesMaster1.xml" Id="R632d3bd90c914076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596770875f24653" /><Relationship Type="http://schemas.openxmlformats.org/officeDocument/2006/relationships/notesMaster" Target="/ppt/notesMasters/notesMaster1.xml" Id="R294cdfc9864444b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38c1f2e308c44d4" /><Relationship Type="http://schemas.openxmlformats.org/officeDocument/2006/relationships/notesMaster" Target="/ppt/notesMasters/notesMaster1.xml" Id="Rf465d493d9bf496a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f369c1763644aa1" /><Relationship Type="http://schemas.openxmlformats.org/officeDocument/2006/relationships/notesMaster" Target="/ppt/notesMasters/notesMaster1.xml" Id="Ra25ffc9c697d4a9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3c8e785e8514267" /><Relationship Type="http://schemas.openxmlformats.org/officeDocument/2006/relationships/notesMaster" Target="/ppt/notesMasters/notesMaster1.xml" Id="Rc59fbf43489645e9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a24ebe9b88942bf" /><Relationship Type="http://schemas.openxmlformats.org/officeDocument/2006/relationships/notesMaster" Target="/ppt/notesMasters/notesMaster1.xml" Id="R3aeba580c22b48e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1313c2afa66473e" /><Relationship Type="http://schemas.openxmlformats.org/officeDocument/2006/relationships/notesMaster" Target="/ppt/notesMasters/notesMaster1.xml" Id="Ra2ce9bbe66b94ff3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fe833790cd0d4654" /><Relationship Type="http://schemas.openxmlformats.org/officeDocument/2006/relationships/notesMaster" Target="/ppt/notesMasters/notesMaster1.xml" Id="R04d996608acd438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80d45f365944226" /><Relationship Type="http://schemas.openxmlformats.org/officeDocument/2006/relationships/notesMaster" Target="/ppt/notesMasters/notesMaster1.xml" Id="R7403095503514e8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adbcd988a7e4195" /><Relationship Type="http://schemas.openxmlformats.org/officeDocument/2006/relationships/notesMaster" Target="/ppt/notesMasters/notesMaster1.xml" Id="R5d78b55f88484eb7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bc1161d7f36e4d2b" /><Relationship Type="http://schemas.openxmlformats.org/officeDocument/2006/relationships/notesMaster" Target="/ppt/notesMasters/notesMaster1.xml" Id="R1bef55e1650b4fdd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6370d3070aae4fbe" /><Relationship Type="http://schemas.openxmlformats.org/officeDocument/2006/relationships/notesMaster" Target="/ppt/notesMasters/notesMaster1.xml" Id="R355203871827489f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0a4444266b184132" /><Relationship Type="http://schemas.openxmlformats.org/officeDocument/2006/relationships/notesMaster" Target="/ppt/notesMasters/notesMaster1.xml" Id="R6927acf5ca44425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5efb29dc988d4dfc" /><Relationship Type="http://schemas.openxmlformats.org/officeDocument/2006/relationships/notesMaster" Target="/ppt/notesMasters/notesMaster1.xml" Id="R60f7ad8d68814e4b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8f00e5f5e2045ae" /><Relationship Type="http://schemas.openxmlformats.org/officeDocument/2006/relationships/notesMaster" Target="/ppt/notesMasters/notesMaster1.xml" Id="R0e1feb2683c746e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117a8658e334e6c" /><Relationship Type="http://schemas.openxmlformats.org/officeDocument/2006/relationships/notesMaster" Target="/ppt/notesMasters/notesMaster1.xml" Id="R80f8b681a51747da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de73b798a1044e1" /><Relationship Type="http://schemas.openxmlformats.org/officeDocument/2006/relationships/notesMaster" Target="/ppt/notesMasters/notesMaster1.xml" Id="R3212aa0faae84446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ac05dcd815c454b" /><Relationship Type="http://schemas.openxmlformats.org/officeDocument/2006/relationships/notesMaster" Target="/ppt/notesMasters/notesMaster1.xml" Id="Rc8019ea24bb74b8c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5f47fd7afc224bba" /><Relationship Type="http://schemas.openxmlformats.org/officeDocument/2006/relationships/notesMaster" Target="/ppt/notesMasters/notesMaster1.xml" Id="Re2be6917bd034838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02a9d6bbbd46433b" /><Relationship Type="http://schemas.openxmlformats.org/officeDocument/2006/relationships/notesMaster" Target="/ppt/notesMasters/notesMaster1.xml" Id="R6d3a0239b67f4980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35cf3a105e7444ae" /><Relationship Type="http://schemas.openxmlformats.org/officeDocument/2006/relationships/notesMaster" Target="/ppt/notesMasters/notesMaster1.xml" Id="R12bc2cd40b884a7f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ecb57abac21f4073" /><Relationship Type="http://schemas.openxmlformats.org/officeDocument/2006/relationships/notesMaster" Target="/ppt/notesMasters/notesMaster1.xml" Id="R8c57320413fa474e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b9b05863e33c478c" /><Relationship Type="http://schemas.openxmlformats.org/officeDocument/2006/relationships/notesMaster" Target="/ppt/notesMasters/notesMaster1.xml" Id="R745c40eea90a4cf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9a1a02c5d3834ce4" /><Relationship Type="http://schemas.openxmlformats.org/officeDocument/2006/relationships/notesMaster" Target="/ppt/notesMasters/notesMaster1.xml" Id="R75c8e654e5a54818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1e06cf3899a34729" /><Relationship Type="http://schemas.openxmlformats.org/officeDocument/2006/relationships/notesMaster" Target="/ppt/notesMasters/notesMaster1.xml" Id="R7bd057a57d514a9e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c421af87fade498b" /><Relationship Type="http://schemas.openxmlformats.org/officeDocument/2006/relationships/notesMaster" Target="/ppt/notesMasters/notesMaster1.xml" Id="R01b21eef052242ca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04f37758a1334895" /><Relationship Type="http://schemas.openxmlformats.org/officeDocument/2006/relationships/notesMaster" Target="/ppt/notesMasters/notesMaster1.xml" Id="Rd417c5dc973347ea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05fe18b4e6604272" /><Relationship Type="http://schemas.openxmlformats.org/officeDocument/2006/relationships/notesMaster" Target="/ppt/notesMasters/notesMaster1.xml" Id="R1604e493ea9d4562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508df092006b4a5c" /><Relationship Type="http://schemas.openxmlformats.org/officeDocument/2006/relationships/notesMaster" Target="/ppt/notesMasters/notesMaster1.xml" Id="Rc4231a3d32a74a01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9986dc58ad9348ca" /><Relationship Type="http://schemas.openxmlformats.org/officeDocument/2006/relationships/notesMaster" Target="/ppt/notesMasters/notesMaster1.xml" Id="Rdbda5ea59b254ed9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1c5e1993d9934958" /><Relationship Type="http://schemas.openxmlformats.org/officeDocument/2006/relationships/notesMaster" Target="/ppt/notesMasters/notesMaster1.xml" Id="Ra8bef0cfdcf44b0f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b12eefc083094d09" /><Relationship Type="http://schemas.openxmlformats.org/officeDocument/2006/relationships/notesMaster" Target="/ppt/notesMasters/notesMaster1.xml" Id="R4c7b02ade6f54e61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973226ec9b1a4bf9" /><Relationship Type="http://schemas.openxmlformats.org/officeDocument/2006/relationships/notesMaster" Target="/ppt/notesMasters/notesMaster1.xml" Id="R2ed3033d45174bc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94d86616ff1c4a6e" /><Relationship Type="http://schemas.openxmlformats.org/officeDocument/2006/relationships/notesMaster" Target="/ppt/notesMasters/notesMaster1.xml" Id="R44a741e8dc724765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5ffb4ca306f543c6" /><Relationship Type="http://schemas.openxmlformats.org/officeDocument/2006/relationships/notesMaster" Target="/ppt/notesMasters/notesMaster1.xml" Id="R6ae2416e52ba45f3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1d4799afc93d43bc" /><Relationship Type="http://schemas.openxmlformats.org/officeDocument/2006/relationships/notesMaster" Target="/ppt/notesMasters/notesMaster1.xml" Id="R9f267929e1e14774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80ed5bc146bd4c7b" /><Relationship Type="http://schemas.openxmlformats.org/officeDocument/2006/relationships/notesMaster" Target="/ppt/notesMasters/notesMaster1.xml" Id="Ref3ea2cb3e6d4a02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50b0eef680384873" /><Relationship Type="http://schemas.openxmlformats.org/officeDocument/2006/relationships/notesMaster" Target="/ppt/notesMasters/notesMaster1.xml" Id="R3fafd1a645d44b8b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803bda3cb6b747db" /><Relationship Type="http://schemas.openxmlformats.org/officeDocument/2006/relationships/notesMaster" Target="/ppt/notesMasters/notesMaster1.xml" Id="R8869c56954df4db2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78038c8c0f24401e" /><Relationship Type="http://schemas.openxmlformats.org/officeDocument/2006/relationships/notesMaster" Target="/ppt/notesMasters/notesMaster1.xml" Id="Rfa5d5bf5d2794a43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de1e1cc6b3954b77" /><Relationship Type="http://schemas.openxmlformats.org/officeDocument/2006/relationships/notesMaster" Target="/ppt/notesMasters/notesMaster1.xml" Id="Rc25e99dc0aec43df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d4b97c15bbef480b" /><Relationship Type="http://schemas.openxmlformats.org/officeDocument/2006/relationships/notesMaster" Target="/ppt/notesMasters/notesMaster1.xml" Id="Rbce657220ef04926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1d424d97d20549fd" /><Relationship Type="http://schemas.openxmlformats.org/officeDocument/2006/relationships/notesMaster" Target="/ppt/notesMasters/notesMaster1.xml" Id="Ra53222af7a7e4771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f5bc3c0acee240c5" /><Relationship Type="http://schemas.openxmlformats.org/officeDocument/2006/relationships/notesMaster" Target="/ppt/notesMasters/notesMaster1.xml" Id="R91cb5c21e64e4f63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27f712290d6347cb" /><Relationship Type="http://schemas.openxmlformats.org/officeDocument/2006/relationships/notesMaster" Target="/ppt/notesMasters/notesMaster1.xml" Id="R4acdb90c35f9472f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f71ecdc4571a498b" /><Relationship Type="http://schemas.openxmlformats.org/officeDocument/2006/relationships/notesMaster" Target="/ppt/notesMasters/notesMaster1.xml" Id="R4f2fabbf1f3b4c05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456f008740f84004" /><Relationship Type="http://schemas.openxmlformats.org/officeDocument/2006/relationships/notesMaster" Target="/ppt/notesMasters/notesMaster1.xml" Id="Rb99fac0dcf274ca4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c734a4969a3b46d5" /><Relationship Type="http://schemas.openxmlformats.org/officeDocument/2006/relationships/notesMaster" Target="/ppt/notesMasters/notesMaster1.xml" Id="R29b72b1c245d47e7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a510930c3d984815" /><Relationship Type="http://schemas.openxmlformats.org/officeDocument/2006/relationships/notesMaster" Target="/ppt/notesMasters/notesMaster1.xml" Id="R3973e027bbc14888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09982a11f3894105" /><Relationship Type="http://schemas.openxmlformats.org/officeDocument/2006/relationships/notesMaster" Target="/ppt/notesMasters/notesMaster1.xml" Id="Rf90a52d45d214299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7b5c2a0c6bf64ff3" /><Relationship Type="http://schemas.openxmlformats.org/officeDocument/2006/relationships/notesMaster" Target="/ppt/notesMasters/notesMaster1.xml" Id="R8441ba0538544ae0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c2e8ba49cd1a445a" /><Relationship Type="http://schemas.openxmlformats.org/officeDocument/2006/relationships/notesMaster" Target="/ppt/notesMasters/notesMaster1.xml" Id="R1090a0f2cfc844fc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0c38fc7f0b1c465f" /><Relationship Type="http://schemas.openxmlformats.org/officeDocument/2006/relationships/notesMaster" Target="/ppt/notesMasters/notesMaster1.xml" Id="R91a63d32f6b04e6c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4c58f06948354142" /><Relationship Type="http://schemas.openxmlformats.org/officeDocument/2006/relationships/notesMaster" Target="/ppt/notesMasters/notesMaster1.xml" Id="R9790c81a972d4b03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f84821fa085b497d" /><Relationship Type="http://schemas.openxmlformats.org/officeDocument/2006/relationships/notesMaster" Target="/ppt/notesMasters/notesMaster1.xml" Id="R41cc23ffc3c543c8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4d4d165de7eb4e89" /><Relationship Type="http://schemas.openxmlformats.org/officeDocument/2006/relationships/notesMaster" Target="/ppt/notesMasters/notesMaster1.xml" Id="R0fef905d82b84e34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49d1fb88dc4e46e7" /><Relationship Type="http://schemas.openxmlformats.org/officeDocument/2006/relationships/notesMaster" Target="/ppt/notesMasters/notesMaster1.xml" Id="R97a515f995784c64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7a585d0b3c884012" /><Relationship Type="http://schemas.openxmlformats.org/officeDocument/2006/relationships/notesMaster" Target="/ppt/notesMasters/notesMaster1.xml" Id="R5f818883a4d84806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b2e8b54aea524cee" /><Relationship Type="http://schemas.openxmlformats.org/officeDocument/2006/relationships/notesMaster" Target="/ppt/notesMasters/notesMaster1.xml" Id="R98116937becb4551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142ba6d8352244d3" /><Relationship Type="http://schemas.openxmlformats.org/officeDocument/2006/relationships/notesMaster" Target="/ppt/notesMasters/notesMaster1.xml" Id="R77420f455f594d25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4f9c823dbfa34203" /><Relationship Type="http://schemas.openxmlformats.org/officeDocument/2006/relationships/notesMaster" Target="/ppt/notesMasters/notesMaster1.xml" Id="R057db82ba3a04111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4b5d4157d7a84528" /><Relationship Type="http://schemas.openxmlformats.org/officeDocument/2006/relationships/notesMaster" Target="/ppt/notesMasters/notesMaster1.xml" Id="R22aa422224354d44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a4181c036d574635" /><Relationship Type="http://schemas.openxmlformats.org/officeDocument/2006/relationships/notesMaster" Target="/ppt/notesMasters/notesMaster1.xml" Id="R3df443a5846f4208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f426c8862dd7441d" /><Relationship Type="http://schemas.openxmlformats.org/officeDocument/2006/relationships/notesMaster" Target="/ppt/notesMasters/notesMaster1.xml" Id="R07d4c52ec9814f20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aefc0515bf384283" /><Relationship Type="http://schemas.openxmlformats.org/officeDocument/2006/relationships/notesMaster" Target="/ppt/notesMasters/notesMaster1.xml" Id="Ra81de235439e41d3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1cf7d933db9f4776" /><Relationship Type="http://schemas.openxmlformats.org/officeDocument/2006/relationships/notesMaster" Target="/ppt/notesMasters/notesMaster1.xml" Id="Ra0fa91068bfe43cf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b14d0f3311f3476a" /><Relationship Type="http://schemas.openxmlformats.org/officeDocument/2006/relationships/notesMaster" Target="/ppt/notesMasters/notesMaster1.xml" Id="Rfc7e1953690c4a6c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5e7e2a71e7974634" /><Relationship Type="http://schemas.openxmlformats.org/officeDocument/2006/relationships/notesMaster" Target="/ppt/notesMasters/notesMaster1.xml" Id="R6b4939a2b42c4e5e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3367bb78bea54a63" /><Relationship Type="http://schemas.openxmlformats.org/officeDocument/2006/relationships/notesMaster" Target="/ppt/notesMasters/notesMaster1.xml" Id="Rd01aed9ca4a047fc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06b083ba46dd4bc4" /><Relationship Type="http://schemas.openxmlformats.org/officeDocument/2006/relationships/notesMaster" Target="/ppt/notesMasters/notesMaster1.xml" Id="R42d81cad8fa4410b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8148a541f3354c10" /><Relationship Type="http://schemas.openxmlformats.org/officeDocument/2006/relationships/notesMaster" Target="/ppt/notesMasters/notesMaster1.xml" Id="R4c109a9c02b24f6f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e2ea4035ab764ecb" /><Relationship Type="http://schemas.openxmlformats.org/officeDocument/2006/relationships/notesMaster" Target="/ppt/notesMasters/notesMaster1.xml" Id="R8b54e02f794a4341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0139cabe4cf64cc3" /><Relationship Type="http://schemas.openxmlformats.org/officeDocument/2006/relationships/notesMaster" Target="/ppt/notesMasters/notesMaster1.xml" Id="Re74fad66a45a4fe2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c52bdbeba13e48f5" /><Relationship Type="http://schemas.openxmlformats.org/officeDocument/2006/relationships/notesMaster" Target="/ppt/notesMasters/notesMaster1.xml" Id="Rd4407dfa05a74724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f5a793b1d457423c" /><Relationship Type="http://schemas.openxmlformats.org/officeDocument/2006/relationships/notesMaster" Target="/ppt/notesMasters/notesMaster1.xml" Id="Rec015c648d82444e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c4030ea56b9b471b" /><Relationship Type="http://schemas.openxmlformats.org/officeDocument/2006/relationships/notesMaster" Target="/ppt/notesMasters/notesMaster1.xml" Id="R29b09af7a9f342fa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1bfe8c099ad54f16" /><Relationship Type="http://schemas.openxmlformats.org/officeDocument/2006/relationships/notesMaster" Target="/ppt/notesMasters/notesMaster1.xml" Id="R740f7b1b463a4f5e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b6860853d34c430a" /><Relationship Type="http://schemas.openxmlformats.org/officeDocument/2006/relationships/notesMaster" Target="/ppt/notesMasters/notesMaster1.xml" Id="R13b3e096e9ac47b1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63f7c1c866554745" /><Relationship Type="http://schemas.openxmlformats.org/officeDocument/2006/relationships/notesMaster" Target="/ppt/notesMasters/notesMaster1.xml" Id="Rb138308b07b64a6e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51eed2b2908d4557" /><Relationship Type="http://schemas.openxmlformats.org/officeDocument/2006/relationships/notesMaster" Target="/ppt/notesMasters/notesMaster1.xml" Id="Rc467a077119a4125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d046159d943f49b5" /><Relationship Type="http://schemas.openxmlformats.org/officeDocument/2006/relationships/notesMaster" Target="/ppt/notesMasters/notesMaster1.xml" Id="R4c87b19b3b5b4ae1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c602abe9fab345b2" /><Relationship Type="http://schemas.openxmlformats.org/officeDocument/2006/relationships/notesMaster" Target="/ppt/notesMasters/notesMaster1.xml" Id="R353be96837da4b0f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401ca5ab1f1b4f9c" /><Relationship Type="http://schemas.openxmlformats.org/officeDocument/2006/relationships/notesMaster" Target="/ppt/notesMasters/notesMaster1.xml" Id="Rb524017d3d1e4245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b8a4a56360bf47c3" /><Relationship Type="http://schemas.openxmlformats.org/officeDocument/2006/relationships/notesMaster" Target="/ppt/notesMasters/notesMaster1.xml" Id="Rcaf0bed9e6be4ff9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a495b4535161466e" /><Relationship Type="http://schemas.openxmlformats.org/officeDocument/2006/relationships/notesMaster" Target="/ppt/notesMasters/notesMaster1.xml" Id="Ra5f88e7a24604f14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ac5503ccbe444d66" /><Relationship Type="http://schemas.openxmlformats.org/officeDocument/2006/relationships/notesMaster" Target="/ppt/notesMasters/notesMaster1.xml" Id="Rbeeac5396bb740d8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96d8cf6d2d9245ac" /><Relationship Type="http://schemas.openxmlformats.org/officeDocument/2006/relationships/notesMaster" Target="/ppt/notesMasters/notesMaster1.xml" Id="Rc506ee069e2e4375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d5e03629298544b1" /><Relationship Type="http://schemas.openxmlformats.org/officeDocument/2006/relationships/notesMaster" Target="/ppt/notesMasters/notesMaster1.xml" Id="Rf9537932da1e4a53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ac2c05899cf2490d" /><Relationship Type="http://schemas.openxmlformats.org/officeDocument/2006/relationships/notesMaster" Target="/ppt/notesMasters/notesMaster1.xml" Id="Rea87b26618e24b76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28436aac65e4426f" /><Relationship Type="http://schemas.openxmlformats.org/officeDocument/2006/relationships/notesMaster" Target="/ppt/notesMasters/notesMaster1.xml" Id="R35b9c00e51e244ee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7588d3c0ada94d8b" /><Relationship Type="http://schemas.openxmlformats.org/officeDocument/2006/relationships/notesMaster" Target="/ppt/notesMasters/notesMaster1.xml" Id="R52d0950167764035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61296575b9424a9e" /><Relationship Type="http://schemas.openxmlformats.org/officeDocument/2006/relationships/notesMaster" Target="/ppt/notesMasters/notesMaster1.xml" Id="R9d97dd13d50d4487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0771a9e436304ac1" /><Relationship Type="http://schemas.openxmlformats.org/officeDocument/2006/relationships/notesMaster" Target="/ppt/notesMasters/notesMaster1.xml" Id="R17d72aae1e934a9a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56a91b6ed784440e" /><Relationship Type="http://schemas.openxmlformats.org/officeDocument/2006/relationships/notesMaster" Target="/ppt/notesMasters/notesMaster1.xml" Id="Rd3781acedf5a42c3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f51d1ed67af246ea" /><Relationship Type="http://schemas.openxmlformats.org/officeDocument/2006/relationships/notesMaster" Target="/ppt/notesMasters/notesMaster1.xml" Id="R24e8257c76ef4046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d2f81a5b8862473d" /><Relationship Type="http://schemas.openxmlformats.org/officeDocument/2006/relationships/notesMaster" Target="/ppt/notesMasters/notesMaster1.xml" Id="Rf521b4c8d7374d7d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a5b81a0bc92a4ef6" /><Relationship Type="http://schemas.openxmlformats.org/officeDocument/2006/relationships/notesMaster" Target="/ppt/notesMasters/notesMaster1.xml" Id="R6554938eddcf4aee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755141d87802459e" /><Relationship Type="http://schemas.openxmlformats.org/officeDocument/2006/relationships/notesMaster" Target="/ppt/notesMasters/notesMaster1.xml" Id="R0c0d8d068b6b4c17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1b4a02bd740f4490" /><Relationship Type="http://schemas.openxmlformats.org/officeDocument/2006/relationships/notesMaster" Target="/ppt/notesMasters/notesMaster1.xml" Id="R4e0e2ce3130343df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6402c80865f44bab" /><Relationship Type="http://schemas.openxmlformats.org/officeDocument/2006/relationships/notesMaster" Target="/ppt/notesMasters/notesMaster1.xml" Id="R7a395aa9ad1d4b4c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03f2b68d34df4e56" /><Relationship Type="http://schemas.openxmlformats.org/officeDocument/2006/relationships/notesMaster" Target="/ppt/notesMasters/notesMaster1.xml" Id="R9aaa4712e8c44f08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fd23f33a67a84186" /><Relationship Type="http://schemas.openxmlformats.org/officeDocument/2006/relationships/notesMaster" Target="/ppt/notesMasters/notesMaster1.xml" Id="Rbdfba3ca78e24764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d7a2cedce9564411" /><Relationship Type="http://schemas.openxmlformats.org/officeDocument/2006/relationships/notesMaster" Target="/ppt/notesMasters/notesMaster1.xml" Id="Rfdced69579684c04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4a6cb1f3f69749d3" /><Relationship Type="http://schemas.openxmlformats.org/officeDocument/2006/relationships/notesMaster" Target="/ppt/notesMasters/notesMaster1.xml" Id="R9d4e52972c664071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4d85c03048bc44d3" /><Relationship Type="http://schemas.openxmlformats.org/officeDocument/2006/relationships/notesMaster" Target="/ppt/notesMasters/notesMaster1.xml" Id="R36161a03270042a1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631f83bd59ed45c9" /><Relationship Type="http://schemas.openxmlformats.org/officeDocument/2006/relationships/notesMaster" Target="/ppt/notesMasters/notesMaster1.xml" Id="R8fb7642d307e4c41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b58525a10fdc4e3f" /><Relationship Type="http://schemas.openxmlformats.org/officeDocument/2006/relationships/notesMaster" Target="/ppt/notesMasters/notesMaster1.xml" Id="R196f04fa75514ec3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bdc29b0d410049ca" /><Relationship Type="http://schemas.openxmlformats.org/officeDocument/2006/relationships/notesMaster" Target="/ppt/notesMasters/notesMaster1.xml" Id="Ra45448a52bd9436c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1003c6ac46164cc3" /><Relationship Type="http://schemas.openxmlformats.org/officeDocument/2006/relationships/notesMaster" Target="/ppt/notesMasters/notesMaster1.xml" Id="R97566e31c093478c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d95d75daea514309" /><Relationship Type="http://schemas.openxmlformats.org/officeDocument/2006/relationships/notesMaster" Target="/ppt/notesMasters/notesMaster1.xml" Id="R40b37ed1cc6446de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85b009b69fb744cd" /><Relationship Type="http://schemas.openxmlformats.org/officeDocument/2006/relationships/notesMaster" Target="/ppt/notesMasters/notesMaster1.xml" Id="Rfd94fa4838724848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f91b50f08b8a4f1c" /><Relationship Type="http://schemas.openxmlformats.org/officeDocument/2006/relationships/notesMaster" Target="/ppt/notesMasters/notesMaster1.xml" Id="R9cc4ba8a3d524654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c303c3176a0b4249" /><Relationship Type="http://schemas.openxmlformats.org/officeDocument/2006/relationships/notesMaster" Target="/ppt/notesMasters/notesMaster1.xml" Id="Rfb9e10b0b1474364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6f7d49378f774c09" /><Relationship Type="http://schemas.openxmlformats.org/officeDocument/2006/relationships/notesMaster" Target="/ppt/notesMasters/notesMaster1.xml" Id="R93337f8cd05b47ea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a22b9a910b8c4911" /><Relationship Type="http://schemas.openxmlformats.org/officeDocument/2006/relationships/notesMaster" Target="/ppt/notesMasters/notesMaster1.xml" Id="R009a2dd73097438c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732e4b9722d94071" /><Relationship Type="http://schemas.openxmlformats.org/officeDocument/2006/relationships/notesMaster" Target="/ppt/notesMasters/notesMaster1.xml" Id="R05662ec610054279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e05a57c9788545d6" /><Relationship Type="http://schemas.openxmlformats.org/officeDocument/2006/relationships/notesMaster" Target="/ppt/notesMasters/notesMaster1.xml" Id="R886f5204e9b3452b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8b351132df8e4313" /><Relationship Type="http://schemas.openxmlformats.org/officeDocument/2006/relationships/notesMaster" Target="/ppt/notesMasters/notesMaster1.xml" Id="Rdaf1d21ae6fb468e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f6d537a350c74c85" /><Relationship Type="http://schemas.openxmlformats.org/officeDocument/2006/relationships/notesMaster" Target="/ppt/notesMasters/notesMaster1.xml" Id="Rf90af73c5b9a475c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8a561e3d46134505" /><Relationship Type="http://schemas.openxmlformats.org/officeDocument/2006/relationships/notesMaster" Target="/ppt/notesMasters/notesMaster1.xml" Id="R0672672cc9e94a4d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4693e81744d24c1f" /><Relationship Type="http://schemas.openxmlformats.org/officeDocument/2006/relationships/notesMaster" Target="/ppt/notesMasters/notesMaster1.xml" Id="R71a89ce075e544f6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fd932a333b464a10" /><Relationship Type="http://schemas.openxmlformats.org/officeDocument/2006/relationships/notesMaster" Target="/ppt/notesMasters/notesMaster1.xml" Id="R950cc258f0924df2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2c956eed81f64672" /><Relationship Type="http://schemas.openxmlformats.org/officeDocument/2006/relationships/notesMaster" Target="/ppt/notesMasters/notesMaster1.xml" Id="R5512626ecbdc4921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d9083494971f44c7" /><Relationship Type="http://schemas.openxmlformats.org/officeDocument/2006/relationships/notesMaster" Target="/ppt/notesMasters/notesMaster1.xml" Id="Rf8fed0d06f5644ea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fc96d7420e4b4d14" /><Relationship Type="http://schemas.openxmlformats.org/officeDocument/2006/relationships/notesMaster" Target="/ppt/notesMasters/notesMaster1.xml" Id="R5c5f58aba8a44e5e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c77dcc96b5d54d79" /><Relationship Type="http://schemas.openxmlformats.org/officeDocument/2006/relationships/notesMaster" Target="/ppt/notesMasters/notesMaster1.xml" Id="R8dbb0a78e51d46db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f55b47906e534b66" /><Relationship Type="http://schemas.openxmlformats.org/officeDocument/2006/relationships/notesMaster" Target="/ppt/notesMasters/notesMaster1.xml" Id="R672bf7dafe1d47f5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e2bcc62772d94060" /><Relationship Type="http://schemas.openxmlformats.org/officeDocument/2006/relationships/notesMaster" Target="/ppt/notesMasters/notesMaster1.xml" Id="R61ff8891853a43a1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ec2a5d7e36cf4b58" /><Relationship Type="http://schemas.openxmlformats.org/officeDocument/2006/relationships/notesMaster" Target="/ppt/notesMasters/notesMaster1.xml" Id="Rb616a6d0dfc444e8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10f1471ed128483f" /><Relationship Type="http://schemas.openxmlformats.org/officeDocument/2006/relationships/notesMaster" Target="/ppt/notesMasters/notesMaster1.xml" Id="Rde43de023f264fc8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23017c1527a14451" /><Relationship Type="http://schemas.openxmlformats.org/officeDocument/2006/relationships/notesMaster" Target="/ppt/notesMasters/notesMaster1.xml" Id="R00e1a4ec98c24d2c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8694f6269f6c4dc2" /><Relationship Type="http://schemas.openxmlformats.org/officeDocument/2006/relationships/notesMaster" Target="/ppt/notesMasters/notesMaster1.xml" Id="Rfb84c34e66ca4f37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3797312476934665" /><Relationship Type="http://schemas.openxmlformats.org/officeDocument/2006/relationships/notesMaster" Target="/ppt/notesMasters/notesMaster1.xml" Id="R50f86f29893f4817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8f0f5e1fd7574ff4" /><Relationship Type="http://schemas.openxmlformats.org/officeDocument/2006/relationships/notesMaster" Target="/ppt/notesMasters/notesMaster1.xml" Id="Ra3d757de70a9438c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21a073287e784319" /><Relationship Type="http://schemas.openxmlformats.org/officeDocument/2006/relationships/notesMaster" Target="/ppt/notesMasters/notesMaster1.xml" Id="R497fbc98017c4bd4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d99a6e018ca948ce" /><Relationship Type="http://schemas.openxmlformats.org/officeDocument/2006/relationships/notesMaster" Target="/ppt/notesMasters/notesMaster1.xml" Id="Re8d62baf227d4346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0bdc40fc51ba4933" /><Relationship Type="http://schemas.openxmlformats.org/officeDocument/2006/relationships/notesMaster" Target="/ppt/notesMasters/notesMaster1.xml" Id="R662a309d83674aba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0c3d13ea2c0f4c7a" /><Relationship Type="http://schemas.openxmlformats.org/officeDocument/2006/relationships/notesMaster" Target="/ppt/notesMasters/notesMaster1.xml" Id="Rd2be19391b4e406e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2fc27edd873c4042" /><Relationship Type="http://schemas.openxmlformats.org/officeDocument/2006/relationships/notesMaster" Target="/ppt/notesMasters/notesMaster1.xml" Id="R8c346a1fce01491a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47ebecefcfe3478b" /><Relationship Type="http://schemas.openxmlformats.org/officeDocument/2006/relationships/notesMaster" Target="/ppt/notesMasters/notesMaster1.xml" Id="Rfc47f2facc12437b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d7260bb2c7754f7c" /><Relationship Type="http://schemas.openxmlformats.org/officeDocument/2006/relationships/notesMaster" Target="/ppt/notesMasters/notesMaster1.xml" Id="Rc879cc351c124063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d2ac08bcafb9494b" /><Relationship Type="http://schemas.openxmlformats.org/officeDocument/2006/relationships/notesMaster" Target="/ppt/notesMasters/notesMaster1.xml" Id="Rcde44cd13c524082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f5aa7ad925cb4b1b" /><Relationship Type="http://schemas.openxmlformats.org/officeDocument/2006/relationships/notesMaster" Target="/ppt/notesMasters/notesMaster1.xml" Id="Raccd3b9c00864874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af367b0ecd964263" /><Relationship Type="http://schemas.openxmlformats.org/officeDocument/2006/relationships/notesMaster" Target="/ppt/notesMasters/notesMaster1.xml" Id="R135804bba46a467d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d80f61ecf72d45e5" /><Relationship Type="http://schemas.openxmlformats.org/officeDocument/2006/relationships/notesMaster" Target="/ppt/notesMasters/notesMaster1.xml" Id="R2abd56a1fa764ce5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7e7b0015b5c34524" /><Relationship Type="http://schemas.openxmlformats.org/officeDocument/2006/relationships/notesMaster" Target="/ppt/notesMasters/notesMaster1.xml" Id="R91397212b9f94b16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148eabd02390475d" /><Relationship Type="http://schemas.openxmlformats.org/officeDocument/2006/relationships/notesMaster" Target="/ppt/notesMasters/notesMaster1.xml" Id="R4f0c48ee245648cb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30647df136a54e4b" /><Relationship Type="http://schemas.openxmlformats.org/officeDocument/2006/relationships/notesMaster" Target="/ppt/notesMasters/notesMaster1.xml" Id="Ra8bb22998451498e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1dd7bb7d3c24463d" /><Relationship Type="http://schemas.openxmlformats.org/officeDocument/2006/relationships/notesMaster" Target="/ppt/notesMasters/notesMaster1.xml" Id="R8811d637e36e4693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a5e6ba899fd742b7" /><Relationship Type="http://schemas.openxmlformats.org/officeDocument/2006/relationships/notesMaster" Target="/ppt/notesMasters/notesMaster1.xml" Id="Rfdf42f3a760b4f70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94be565798eb4653" /><Relationship Type="http://schemas.openxmlformats.org/officeDocument/2006/relationships/notesMaster" Target="/ppt/notesMasters/notesMaster1.xml" Id="R6972b612e8c84704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65c99247e063488f" /><Relationship Type="http://schemas.openxmlformats.org/officeDocument/2006/relationships/notesMaster" Target="/ppt/notesMasters/notesMaster1.xml" Id="Rfa96f767caa748f8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5065f1270cd24897" /><Relationship Type="http://schemas.openxmlformats.org/officeDocument/2006/relationships/notesMaster" Target="/ppt/notesMasters/notesMaster1.xml" Id="Re7c1c9a6a1b142c5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253c8fa51f9c4c3c" /><Relationship Type="http://schemas.openxmlformats.org/officeDocument/2006/relationships/notesMaster" Target="/ppt/notesMasters/notesMaster1.xml" Id="R183563d791524c04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d2bf80bc0b994b32" /><Relationship Type="http://schemas.openxmlformats.org/officeDocument/2006/relationships/notesMaster" Target="/ppt/notesMasters/notesMaster1.xml" Id="Rf6371f7f01f34390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410ecd261988430e" /><Relationship Type="http://schemas.openxmlformats.org/officeDocument/2006/relationships/notesMaster" Target="/ppt/notesMasters/notesMaster1.xml" Id="R06cb93eed2214f99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c772718e443f4398" /><Relationship Type="http://schemas.openxmlformats.org/officeDocument/2006/relationships/notesMaster" Target="/ppt/notesMasters/notesMaster1.xml" Id="Rf0cb838360064e6c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9987782e030b46a6" /><Relationship Type="http://schemas.openxmlformats.org/officeDocument/2006/relationships/notesMaster" Target="/ppt/notesMasters/notesMaster1.xml" Id="R4b42d6a1ba5a4990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da441a4e33834dac" /><Relationship Type="http://schemas.openxmlformats.org/officeDocument/2006/relationships/notesMaster" Target="/ppt/notesMasters/notesMaster1.xml" Id="R9b4443fca25949c3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4779a4701ee94c32" /><Relationship Type="http://schemas.openxmlformats.org/officeDocument/2006/relationships/notesMaster" Target="/ppt/notesMasters/notesMaster1.xml" Id="R5b23ef2ce70343a9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bff924825dd64d58" /><Relationship Type="http://schemas.openxmlformats.org/officeDocument/2006/relationships/notesMaster" Target="/ppt/notesMasters/notesMaster1.xml" Id="R0141c987f8944856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77fa1b919dab4032" /><Relationship Type="http://schemas.openxmlformats.org/officeDocument/2006/relationships/notesMaster" Target="/ppt/notesMasters/notesMaster1.xml" Id="Rfc1a8b1bbbd944a3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b88d143165124268" /><Relationship Type="http://schemas.openxmlformats.org/officeDocument/2006/relationships/notesMaster" Target="/ppt/notesMasters/notesMaster1.xml" Id="Rd40a3eb0d0fb4d57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9f4e1f11c2aa4884" /><Relationship Type="http://schemas.openxmlformats.org/officeDocument/2006/relationships/notesMaster" Target="/ppt/notesMasters/notesMaster1.xml" Id="R7cf106caa8cd47f4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c2c565d4e94840b2" /><Relationship Type="http://schemas.openxmlformats.org/officeDocument/2006/relationships/notesMaster" Target="/ppt/notesMasters/notesMaster1.xml" Id="R273492fcc28248a9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02b87e3e1bda4326" /><Relationship Type="http://schemas.openxmlformats.org/officeDocument/2006/relationships/notesMaster" Target="/ppt/notesMasters/notesMaster1.xml" Id="Rf2b42c046f6346e2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987c4efa3641463e" /><Relationship Type="http://schemas.openxmlformats.org/officeDocument/2006/relationships/notesMaster" Target="/ppt/notesMasters/notesMaster1.xml" Id="Re80c53b8e6774ecb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f62c4b6e365a4d1b" /><Relationship Type="http://schemas.openxmlformats.org/officeDocument/2006/relationships/notesMaster" Target="/ppt/notesMasters/notesMaster1.xml" Id="R59ffa87ceac24a99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1089f2bc50f048c4" /><Relationship Type="http://schemas.openxmlformats.org/officeDocument/2006/relationships/notesMaster" Target="/ppt/notesMasters/notesMaster1.xml" Id="Rd19ffcfea68f47d6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43c52a8d09ab4335" /><Relationship Type="http://schemas.openxmlformats.org/officeDocument/2006/relationships/notesMaster" Target="/ppt/notesMasters/notesMaster1.xml" Id="Rf33830e6ea214793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25c8f990848f4b65" /><Relationship Type="http://schemas.openxmlformats.org/officeDocument/2006/relationships/notesMaster" Target="/ppt/notesMasters/notesMaster1.xml" Id="Rfc4b0d91e85441c4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e00ce451135a499a" /><Relationship Type="http://schemas.openxmlformats.org/officeDocument/2006/relationships/notesMaster" Target="/ppt/notesMasters/notesMaster1.xml" Id="Rcff6555f2ee64ce7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56358423fe214bd1" /><Relationship Type="http://schemas.openxmlformats.org/officeDocument/2006/relationships/notesMaster" Target="/ppt/notesMasters/notesMaster1.xml" Id="R9e36ec6dc07d4f43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beedb388132f45d5" /><Relationship Type="http://schemas.openxmlformats.org/officeDocument/2006/relationships/notesMaster" Target="/ppt/notesMasters/notesMaster1.xml" Id="R6b232b3c67a04ec9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0004fe7d018d455b" /><Relationship Type="http://schemas.openxmlformats.org/officeDocument/2006/relationships/notesMaster" Target="/ppt/notesMasters/notesMaster1.xml" Id="Rb12330d50e5e4709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5baa929beb35435c" /><Relationship Type="http://schemas.openxmlformats.org/officeDocument/2006/relationships/notesMaster" Target="/ppt/notesMasters/notesMaster1.xml" Id="R308a80ab02e0413c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720b34f35ab4474f" /><Relationship Type="http://schemas.openxmlformats.org/officeDocument/2006/relationships/notesMaster" Target="/ppt/notesMasters/notesMaster1.xml" Id="R286a90317ac24919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5531dade3966482f" /><Relationship Type="http://schemas.openxmlformats.org/officeDocument/2006/relationships/notesMaster" Target="/ppt/notesMasters/notesMaster1.xml" Id="R0f68d4a55a234275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618174f7f7a34103" /><Relationship Type="http://schemas.openxmlformats.org/officeDocument/2006/relationships/notesMaster" Target="/ppt/notesMasters/notesMaster1.xml" Id="Re03f6bb53da9438e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94746f383d87497d" /><Relationship Type="http://schemas.openxmlformats.org/officeDocument/2006/relationships/notesMaster" Target="/ppt/notesMasters/notesMaster1.xml" Id="Rc6b8f3bd8ff14561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986436ccb6064971" /><Relationship Type="http://schemas.openxmlformats.org/officeDocument/2006/relationships/notesMaster" Target="/ppt/notesMasters/notesMaster1.xml" Id="R74fa69e075bc4e5b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2fde7c6498194d12" /><Relationship Type="http://schemas.openxmlformats.org/officeDocument/2006/relationships/notesMaster" Target="/ppt/notesMasters/notesMaster1.xml" Id="Rabaf8f48492540d8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17f64f3611074b65" /><Relationship Type="http://schemas.openxmlformats.org/officeDocument/2006/relationships/notesMaster" Target="/ppt/notesMasters/notesMaster1.xml" Id="R231e01848c874da5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600992b99f404f4f" /><Relationship Type="http://schemas.openxmlformats.org/officeDocument/2006/relationships/notesMaster" Target="/ppt/notesMasters/notesMaster1.xml" Id="R77df90655ec74856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1c03db970a2549ac" /><Relationship Type="http://schemas.openxmlformats.org/officeDocument/2006/relationships/notesMaster" Target="/ppt/notesMasters/notesMaster1.xml" Id="Rb07c7dd0cd2647e7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c399657b72b64469" /><Relationship Type="http://schemas.openxmlformats.org/officeDocument/2006/relationships/notesMaster" Target="/ppt/notesMasters/notesMaster1.xml" Id="Rd983c43d53ac4a01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8d2144563e744430" /><Relationship Type="http://schemas.openxmlformats.org/officeDocument/2006/relationships/notesMaster" Target="/ppt/notesMasters/notesMaster1.xml" Id="R060f951cec474a4b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7f596a08b27a4c86" /><Relationship Type="http://schemas.openxmlformats.org/officeDocument/2006/relationships/notesMaster" Target="/ppt/notesMasters/notesMaster1.xml" Id="Rd3eb7d5bac374bea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7064e03bcd754d89" /><Relationship Type="http://schemas.openxmlformats.org/officeDocument/2006/relationships/notesMaster" Target="/ppt/notesMasters/notesMaster1.xml" Id="R0b05caf555bc455e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66519e0123b34309" /><Relationship Type="http://schemas.openxmlformats.org/officeDocument/2006/relationships/notesMaster" Target="/ppt/notesMasters/notesMaster1.xml" Id="R6d412b46e78b493b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3f896a254f6f464d" /><Relationship Type="http://schemas.openxmlformats.org/officeDocument/2006/relationships/notesMaster" Target="/ppt/notesMasters/notesMaster1.xml" Id="Rf88374e1eb974d1e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9688bf72aa094cb2" /><Relationship Type="http://schemas.openxmlformats.org/officeDocument/2006/relationships/notesMaster" Target="/ppt/notesMasters/notesMaster1.xml" Id="R463b872d21174321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9839abedfcb748e7" /><Relationship Type="http://schemas.openxmlformats.org/officeDocument/2006/relationships/notesMaster" Target="/ppt/notesMasters/notesMaster1.xml" Id="Re95338b588064fb2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c49292360b0b4d08" /><Relationship Type="http://schemas.openxmlformats.org/officeDocument/2006/relationships/notesMaster" Target="/ppt/notesMasters/notesMaster1.xml" Id="R9006d94ac70e4cdd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4f7010486a144893" /><Relationship Type="http://schemas.openxmlformats.org/officeDocument/2006/relationships/notesMaster" Target="/ppt/notesMasters/notesMaster1.xml" Id="Rd683c0d6b71f417e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b4accac07a16420a" /><Relationship Type="http://schemas.openxmlformats.org/officeDocument/2006/relationships/notesMaster" Target="/ppt/notesMasters/notesMaster1.xml" Id="R40ccea95a3ee4aa0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91d1d0b14aaa4e3f" /><Relationship Type="http://schemas.openxmlformats.org/officeDocument/2006/relationships/notesMaster" Target="/ppt/notesMasters/notesMaster1.xml" Id="R05dde9f49aa842a8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d3db2d41401d4e9e" /><Relationship Type="http://schemas.openxmlformats.org/officeDocument/2006/relationships/notesMaster" Target="/ppt/notesMasters/notesMaster1.xml" Id="Rf6398349edec4f2a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e4b76135090247c9" /><Relationship Type="http://schemas.openxmlformats.org/officeDocument/2006/relationships/notesMaster" Target="/ppt/notesMasters/notesMaster1.xml" Id="R3d688c6641124db8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6643b396bf9d4615" /><Relationship Type="http://schemas.openxmlformats.org/officeDocument/2006/relationships/notesMaster" Target="/ppt/notesMasters/notesMaster1.xml" Id="R9e5972512ae94639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f72ecc6ff3054a04" /><Relationship Type="http://schemas.openxmlformats.org/officeDocument/2006/relationships/notesMaster" Target="/ppt/notesMasters/notesMaster1.xml" Id="R409a3c9a854a4e67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e54600ffb01b4dda" /><Relationship Type="http://schemas.openxmlformats.org/officeDocument/2006/relationships/notesMaster" Target="/ppt/notesMasters/notesMaster1.xml" Id="R9050c675d3304dcc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607cace3c70d4452" /><Relationship Type="http://schemas.openxmlformats.org/officeDocument/2006/relationships/notesMaster" Target="/ppt/notesMasters/notesMaster1.xml" Id="R4c95637af39b4c96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8d70273e7750422c" /><Relationship Type="http://schemas.openxmlformats.org/officeDocument/2006/relationships/notesMaster" Target="/ppt/notesMasters/notesMaster1.xml" Id="Reb95bdc79b0346eb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d99c175182a7466f" /><Relationship Type="http://schemas.openxmlformats.org/officeDocument/2006/relationships/notesMaster" Target="/ppt/notesMasters/notesMaster1.xml" Id="Rf359d847757b4c37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0fdfac13f2a04171" /><Relationship Type="http://schemas.openxmlformats.org/officeDocument/2006/relationships/notesMaster" Target="/ppt/notesMasters/notesMaster1.xml" Id="Re75a3046a0ba4d3f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71d2abf99d4a42ba" /><Relationship Type="http://schemas.openxmlformats.org/officeDocument/2006/relationships/notesMaster" Target="/ppt/notesMasters/notesMaster1.xml" Id="Re054e8e1ab6b4d60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28dd66fa0c914c83" /><Relationship Type="http://schemas.openxmlformats.org/officeDocument/2006/relationships/notesMaster" Target="/ppt/notesMasters/notesMaster1.xml" Id="R23f6d659ed1b46ee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e2e7d89067c84650" /><Relationship Type="http://schemas.openxmlformats.org/officeDocument/2006/relationships/notesMaster" Target="/ppt/notesMasters/notesMaster1.xml" Id="R1b06c1776d6841d9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7234f0ff45ff4f52" /><Relationship Type="http://schemas.openxmlformats.org/officeDocument/2006/relationships/notesMaster" Target="/ppt/notesMasters/notesMaster1.xml" Id="R16faa6d803b44646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9d9f6f091b774e95" /><Relationship Type="http://schemas.openxmlformats.org/officeDocument/2006/relationships/notesMaster" Target="/ppt/notesMasters/notesMaster1.xml" Id="Red060a06cd424617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b137f1c05ff4471a" /><Relationship Type="http://schemas.openxmlformats.org/officeDocument/2006/relationships/notesMaster" Target="/ppt/notesMasters/notesMaster1.xml" Id="R56afbcb080da41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첫날 운영 안내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강사의 오후 주요 일정 때문에 이번 주만 점심시간을 14:00-15:00에 운영한다. 11:30-12:00에는 빠른 점심 또는 간식을 미리 섭취하도록 안내한다. 쉬는 시간은 각 수업 구간의 맨 끝에 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첫날 전체 시간표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3쪽의 하루 지도다. 각 차시 표지에서 같은 시간·내용·산출물을 다시 찾아 현재 위치를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머신러닝·딥러닝·LLM을 거쳐, 지금은 Agent 제품을 만듭니다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금융→의료→교육→이커머스를 데이터 형태와 제품 책임의 확장으로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먼저 네 단어의 역할만 잡고 갑니다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수업은 네 번의 움직임을 반복합니다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막히면 “안 돼요”보다 네 가지를 알려주세요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실습 속도가 달라도, 다음 행동은 분명합니다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실습 완료는 “작동했다”가 아니라 “다시 확인할 수 있다”입니다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AI Agent를 만드는 일은, 책임 경계를 그리는 일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강사 회의음성 Demo · 실패해도 수업은 계속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Ideation 1 · 강사 Demo를 보고 내 업무를 고릅니다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06 MIN. 5분·2분·1분 전에 남은 시간을 공지한다. 구두 예시로 끝내지 않는다. 강사는 data/demo_meeting.wav 또는 본인이 녹음한 약 1분 WAV를 넣고 실제 코드 결과를 먼저 보여준다. 네트워크·모델 실패에 대비해 data/meeting_sample_ko.txt와 사전 생성 JSON을 즉시 여는 fallback을 준비한다. 이후 개인 Ideation은 발표나 공개 없이 notebook에 적는다.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Ideation 2 · 오늘 사용할 예시를 혼자 정합니다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05 MIN. 5분·2분·1분 전에 남은 시간을 공지한다. 온라인 개인 Ideation이다. 선택한 업무나 구직 상태를 공개하게 하지 않고, 개인 notebook에만 적게 한다. 발표는 진행하지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설계 워크숍 1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실행 확인 1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Gate 1 · 범위를 줄일 수 있습니까?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실행 전에 알아야 할 네 가지 계약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Audit event가 설명 가능성을 만든다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Tool Prompt와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local://python312-m-pytest-q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pytest · 오류를 재현 가능한 계약으로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실제 실행 · 25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local://python312-m-pytest-q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Tool Calling Prompt의 최소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설계 워크숍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소프트웨어 실습 1 · 잘못된 Tool Call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소프트웨어 실습 2 · workspace guard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소프트웨어 실습 3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Gate 2 · 이 Tool Call을 실행할까요?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한국어 데이터를 읽는 네 가지 단위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K-Work Copilot의 공통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한국어 업무 Prompt의 기본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한국어 데이터의 핵심은 맥락과 책임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한국어 회의 Prompt · 모호하면 추론하지 않기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자료 수집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자료 수집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데이터 확인 1 · 상세 회의에서 근거 구간 찾기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소프트웨어 실습 1 · Golden JSON diff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Gate 3 · 이 Action Item을 믿어도 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설치보다 먼저 구분할 네 가지 환경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무료의 기준은 끝까지 직접 실행되는가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필수 경로는 notebook, 가속 경로는 Codex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Ollama 준비는 세 칸으로 나눠 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설치 셀은 없는 library만 채운다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4차시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Ollama 상태 진단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library 설치 실패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local://materials/day1/04_ollama_agent_workflow.executed.ipynb</a:t>
            </a:r>
          </a:p>
          <a:p xmlns:a="http://schemas.openxmlformats.org/drawingml/2006/main">
            <a:r>
              <a:t>- local://python-m-pytest-q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실제 notebook · Ollama 세 단계 진단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local://materials/day1/04_ollama_agent_workflow.executed.ipynb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실제 notebook · 전체 25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Jupyter 설치 · notebook 실행기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작은 branch에서 Draft PR까지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AGENTS.md · Codex가 볼 Review 기준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https://learn.chatgpt.com/docs/third-party/github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개발환경 세팅 실습 1 · 04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개발환경 세팅 실습 2 · library 설치 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소프트웨어 실습 1 · Ollama 상태 진단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소프트웨어 실습 2 · 좁은 test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Python·Jupyter·Ollama 환경</a:t>
            </a:r>
          </a:p>
          <a:p xmlns:a="http://schemas.openxmlformats.org/drawingml/2006/main">
            <a:r>
              <a:t>이 장표의 역할: Gate 4 · 5차시 Tool Call을 시작할 수 있습니까?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Agent 실행 루프를 나누는 네 역할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Fixture와 Qwen은 같은 Tool 계약을 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Provider 요청과 실제 사용을 따로 남긴다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local://materials/day1/04_ollama_agent_workflow.executed.ipynb</a:t>
            </a:r>
          </a:p>
          <a:p xmlns:a="http://schemas.openxmlformats.org/drawingml/2006/main">
            <a:r>
              <a:t>- local://python-m-pytest-q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실제 notebook · Qwen Tool Call 또는 fallback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local://materials/day1/04_ollama_agent_workflow.executed.ipynb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점심 전 Gate · Agent부터 배포 ZIP까지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실제 Agent 코드 · 실행 권한은 Python에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소프트웨어 실습 1 · fixture 정상 Tool Call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소프트웨어 실습 2 · 경로 이탈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소프트웨어 실습 3 · Qwen Tool Call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소프트웨어 실습 4 · pytest 전체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Ollama Tool Calling과 안전 실행</a:t>
            </a:r>
          </a:p>
          <a:p xmlns:a="http://schemas.openxmlformats.org/drawingml/2006/main">
            <a:r>
              <a:t>이 장표의 역할: Gate 5 · 14:00 점심 전 실행 증거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시작하고 14:55 복귀를 공지한다. 점심 변경 사유와 사과는 오프닝 운영 장표에서 이미 전달했으므로 여기서는 반복하지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모델을 교체하기 위한 네 가지 층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LangChain은 네 단계를 실행 순서로 묶는다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Fixture는 수업용 가짜 답이 아니라 test double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Pydantic Parser가 자연어를 업무 타입으로 바꾼다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LCEL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같은 notebook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Provider adapter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무료 실행의 핵심은 교체 가능한 구조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local://materials/day1/04_ollama_agent_workflow.executed.ipynb</a:t>
            </a:r>
          </a:p>
          <a:p xmlns:a="http://schemas.openxmlformats.org/drawingml/2006/main">
            <a:r>
              <a:t>- https://ollama.com/library/qwen3:4b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실제 notebook · LangChain LCEL typed output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local://materials/day1/04_ollama_agent_workflow.executed.ipynb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실제 notebook · Qwen Tool Call 연결 결과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local://materials/day1/04_ollama_agent_workflow.executed.ipynb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https://ollama.com/library/qwen3:4b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Ollama API · localhost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소프트웨어 실습 1 · fixture LCEL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소프트웨어 실습 2 · Qwen provider 교체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실행 확인 1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소프트웨어 실습 3 · 정책 실패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LangChain LCEL과 Qwen Provider</a:t>
            </a:r>
          </a:p>
          <a:p xmlns:a="http://schemas.openxmlformats.org/drawingml/2006/main">
            <a:r>
              <a:t>이 장표의 역할: Gate 6 · Local LLM이 꺼져도 계속하기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중단과 재개를 설명하는 네 단어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Interrupt는 “잠깐 멈춤”이 아니라 업무 상태다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공식 튜토리얼의 workflow를 보며 어디에서 중단하고 사람이 개입하는지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https://www.ibm.com/think/tutorials/human-in-the-loop-ai-agent-langraph-watsonx-ai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LangGraph는 중단과 재시작을 설계한다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https://web-demo-five-sigma.vercel.app/#pipeline</a:t>
            </a:r>
          </a:p>
          <a:p xmlns:a="http://schemas.openxmlformats.org/drawingml/2006/main">
            <a:r>
              <a:t>- https://web-demo-five-sigma.vercel.app/#review</a:t>
            </a:r>
          </a:p>
          <a:p xmlns:a="http://schemas.openxmlformats.org/drawingml/2006/main">
            <a:r>
              <a:t>- https://web-demo-five-sigma.vercel.app/#result</a:t>
            </a:r>
          </a:p>
          <a:p xmlns:a="http://schemas.openxmlformats.org/drawingml/2006/main">
            <a:r>
              <a:t>- local://python312-pytest-25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실제 실행 · LCEL 네 단계와 Policy Check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https://web-demo-five-sigma.vercel.app/#pipeline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실제 실행 · interrupt payload에서 멈춤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https://web-demo-five-sigma.vercel.app/#review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실제 실행 · 거절은 REJECTED와 HOLD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https://web-demo-five-sigma.vercel.app/#result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실제 실행 · Python 3.12 test 25개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local://python312-pytest-25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실제 WorkflowState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실제 조건 route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사람 검토에 넘기는 데이터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소프트웨어 실습 1 · LangChain LCEL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소프트웨어 실습 2 · StateGraph 조립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소프트웨어 실습 3 · interrupt와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소프트웨어 실습 4 · 세 결정과 웹 결과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LangChain·LangGraph와 사람 승인</a:t>
            </a:r>
          </a:p>
          <a:p xmlns:a="http://schemas.openxmlformats.org/drawingml/2006/main">
            <a:r>
              <a:t>이 장표의 역할: Gate 7 · 승인 뒤 같은 요청이 다시 왔습니다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관측과 배포 판단을 잇는 네 단어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LangSmith는 배포 결정을 위한 증거다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Ideation 1 · Managed vs Local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05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소프트웨어 실습 1 · STT quality gate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소프트웨어 실습 2 · 로컬 trace 생성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소프트웨어 실습 3 · Release Gate 테스트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개인 활동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17:30–18:00 · Q&amp;A와 Exit Ticket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17:30부터 30분을 Q&amp;A·실행 오류 복구·Exit Ticket에 사용한다. 여기서만 Day 1 전체 구조를 짧게 회수한다. Day2–5는 일반 점심 12:00–13:00으로 운영한다고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2f3d162e349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473d25ca4b49cf" /><Relationship Type="http://schemas.openxmlformats.org/officeDocument/2006/relationships/slideLayout" Target="/ppt/slideLayouts/slideLayout1.xml" Id="R74fe93bc566749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fe93bc566749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af0fe2efe43cf" /><Relationship Type="http://schemas.openxmlformats.org/officeDocument/2006/relationships/notesSlide" Target="/ppt/notesSlides/notesSlide1.xml" Id="R77e40685a91344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14ff2233b4025" /><Relationship Type="http://schemas.openxmlformats.org/officeDocument/2006/relationships/image" Target="/ppt/media/image.png" Id="R9c29d44cf01249c2" /><Relationship Type="http://schemas.openxmlformats.org/officeDocument/2006/relationships/image" Target="/ppt/media/image.svg" Id="Re26a38a1e4a54388" /><Relationship Type="http://schemas.openxmlformats.org/officeDocument/2006/relationships/notesSlide" Target="/ppt/notesSlides/notesSlide2.xml" Id="R840d9203762945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061960bec4e64" /><Relationship Type="http://schemas.openxmlformats.org/officeDocument/2006/relationships/notesSlide" Target="/ppt/notesSlides/notesSlide3.xml" Id="Rc2ee2cdd058044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6657e1f9b4144" /><Relationship Type="http://schemas.openxmlformats.org/officeDocument/2006/relationships/notesSlide" Target="/ppt/notesSlides/notesSlide4.xml" Id="Rdcc704d05b3b44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608420faf43cb" /><Relationship Type="http://schemas.openxmlformats.org/officeDocument/2006/relationships/notesSlide" Target="/ppt/notesSlides/notesSlide5.xml" Id="Rdcc31269c2ff42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eadd4cfd64227" /><Relationship Type="http://schemas.openxmlformats.org/officeDocument/2006/relationships/image" Target="/ppt/media/image2.png" Id="Ree7e754d104d4bbe" /><Relationship Type="http://schemas.openxmlformats.org/officeDocument/2006/relationships/image" Target="/ppt/media/image2.svg" Id="R1b7177b323ec47bf" /><Relationship Type="http://schemas.openxmlformats.org/officeDocument/2006/relationships/notesSlide" Target="/ppt/notesSlides/notesSlide6.xml" Id="R067c21b1b4a14d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da8e12b094931" /><Relationship Type="http://schemas.openxmlformats.org/officeDocument/2006/relationships/notesSlide" Target="/ppt/notesSlides/notesSlide7.xml" Id="R7483291bde7349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9b07608ff458d" /><Relationship Type="http://schemas.openxmlformats.org/officeDocument/2006/relationships/image" Target="/ppt/media/image3.png" Id="R03b426605bb949db" /><Relationship Type="http://schemas.openxmlformats.org/officeDocument/2006/relationships/image" Target="/ppt/media/image3.svg" Id="R0c3f15531e6d4176" /><Relationship Type="http://schemas.openxmlformats.org/officeDocument/2006/relationships/notesSlide" Target="/ppt/notesSlides/notesSlide8.xml" Id="R1c4721f8a4fa44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7d50929a04f3f" /><Relationship Type="http://schemas.openxmlformats.org/officeDocument/2006/relationships/notesSlide" Target="/ppt/notesSlides/notesSlide9.xml" Id="R8052bef9e69c44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c957ddf934e81" /><Relationship Type="http://schemas.openxmlformats.org/officeDocument/2006/relationships/notesSlide" Target="/ppt/notesSlides/notesSlide10.xml" Id="Rc29be290ef2649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0e5eee0424f80" /><Relationship Type="http://schemas.openxmlformats.org/officeDocument/2006/relationships/notesSlide" Target="/ppt/notesSlides/notesSlide11.xml" Id="Rc9c8afc1102e4b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7599f4efe44c6" /><Relationship Type="http://schemas.openxmlformats.org/officeDocument/2006/relationships/image" Target="/ppt/media/image.jpeg" Id="R37dc714115994a59" /><Relationship Type="http://schemas.openxmlformats.org/officeDocument/2006/relationships/notesSlide" Target="/ppt/notesSlides/notesSlide12.xml" Id="R39559b0c32c74d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a97076c704536" /><Relationship Type="http://schemas.openxmlformats.org/officeDocument/2006/relationships/image" Target="/ppt/media/image2.jpeg" Id="R4dbe4950196f4348" /><Relationship Type="http://schemas.openxmlformats.org/officeDocument/2006/relationships/notesSlide" Target="/ppt/notesSlides/notesSlide13.xml" Id="Rea382d9a0cbd4a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e6cb7e2ba475c" /><Relationship Type="http://schemas.openxmlformats.org/officeDocument/2006/relationships/image" Target="/ppt/media/image3.jpeg" Id="R44ef942be8564702" /><Relationship Type="http://schemas.openxmlformats.org/officeDocument/2006/relationships/notesSlide" Target="/ppt/notesSlides/notesSlide14.xml" Id="R205d91c9472640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5ce2d7e154fcb" /><Relationship Type="http://schemas.openxmlformats.org/officeDocument/2006/relationships/image" Target="/ppt/media/image4.jpeg" Id="R9660b5f1f30b4e74" /><Relationship Type="http://schemas.openxmlformats.org/officeDocument/2006/relationships/notesSlide" Target="/ppt/notesSlides/notesSlide15.xml" Id="R42842a2de12b4f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d9dd1cf0345c0" /><Relationship Type="http://schemas.openxmlformats.org/officeDocument/2006/relationships/notesSlide" Target="/ppt/notesSlides/notesSlide16.xml" Id="R48d44dd84a0043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2dd522f5b476c" /><Relationship Type="http://schemas.openxmlformats.org/officeDocument/2006/relationships/notesSlide" Target="/ppt/notesSlides/notesSlide17.xml" Id="R3f2a47ab578746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b1954f9ed449a" /><Relationship Type="http://schemas.openxmlformats.org/officeDocument/2006/relationships/notesSlide" Target="/ppt/notesSlides/notesSlide18.xml" Id="R0e4511ae30ee45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ee0e21d964b84" /><Relationship Type="http://schemas.openxmlformats.org/officeDocument/2006/relationships/notesSlide" Target="/ppt/notesSlides/notesSlide19.xml" Id="R74e06b8a379841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d3628ec39426f" /><Relationship Type="http://schemas.openxmlformats.org/officeDocument/2006/relationships/notesSlide" Target="/ppt/notesSlides/notesSlide20.xml" Id="R771404c112d8438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8854bfccf444a" /><Relationship Type="http://schemas.openxmlformats.org/officeDocument/2006/relationships/notesSlide" Target="/ppt/notesSlides/notesSlide21.xml" Id="R2f04ace6a1e945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5087471af464a" /><Relationship Type="http://schemas.openxmlformats.org/officeDocument/2006/relationships/notesSlide" Target="/ppt/notesSlides/notesSlide22.xml" Id="Rb5851a09a5464c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0d0ee877e4d61" /><Relationship Type="http://schemas.openxmlformats.org/officeDocument/2006/relationships/notesSlide" Target="/ppt/notesSlides/notesSlide23.xml" Id="Rb8a05b79c6854ca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9551609d94f40" /><Relationship Type="http://schemas.openxmlformats.org/officeDocument/2006/relationships/notesSlide" Target="/ppt/notesSlides/notesSlide24.xml" Id="Rd59203d0e9414c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d20cb9d5046a6" /><Relationship Type="http://schemas.openxmlformats.org/officeDocument/2006/relationships/notesSlide" Target="/ppt/notesSlides/notesSlide25.xml" Id="Rb15ad766c4044e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ea4662f354a61" /><Relationship Type="http://schemas.openxmlformats.org/officeDocument/2006/relationships/notesSlide" Target="/ppt/notesSlides/notesSlide26.xml" Id="R8bb0122d665c49d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1ecb75eba4c5b" /><Relationship Type="http://schemas.openxmlformats.org/officeDocument/2006/relationships/notesSlide" Target="/ppt/notesSlides/notesSlide27.xml" Id="Re378091c0575492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f6ab0f99d406b" /><Relationship Type="http://schemas.openxmlformats.org/officeDocument/2006/relationships/notesSlide" Target="/ppt/notesSlides/notesSlide28.xml" Id="R4d2a98380d12493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b818f868642f4" /><Relationship Type="http://schemas.openxmlformats.org/officeDocument/2006/relationships/notesSlide" Target="/ppt/notesSlides/notesSlide29.xml" Id="R3f46c18906a0460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a4ba0124b4670" /><Relationship Type="http://schemas.openxmlformats.org/officeDocument/2006/relationships/notesSlide" Target="/ppt/notesSlides/notesSlide30.xml" Id="R0c530c8e636c464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f250fcf9d4200" /><Relationship Type="http://schemas.openxmlformats.org/officeDocument/2006/relationships/notesSlide" Target="/ppt/notesSlides/notesSlide31.xml" Id="Rb8e7f1a3fdd24b5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831cdebbb4a35" /><Relationship Type="http://schemas.openxmlformats.org/officeDocument/2006/relationships/notesSlide" Target="/ppt/notesSlides/notesSlide32.xml" Id="R2ef48cfd6e8b466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65205883d47fb" /><Relationship Type="http://schemas.openxmlformats.org/officeDocument/2006/relationships/image" Target="/ppt/media/image4.png" Id="Re6c43e118feb4e23" /><Relationship Type="http://schemas.openxmlformats.org/officeDocument/2006/relationships/image" Target="/ppt/media/image4.svg" Id="R1c7ede29af6e43d3" /><Relationship Type="http://schemas.openxmlformats.org/officeDocument/2006/relationships/notesSlide" Target="/ppt/notesSlides/notesSlide33.xml" Id="R9589733c00d147b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9a14530d9493c" /><Relationship Type="http://schemas.openxmlformats.org/officeDocument/2006/relationships/notesSlide" Target="/ppt/notesSlides/notesSlide34.xml" Id="Rd8d38054805f4ab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0fe9d68b5453d" /><Relationship Type="http://schemas.openxmlformats.org/officeDocument/2006/relationships/notesSlide" Target="/ppt/notesSlides/notesSlide35.xml" Id="R0935f99ea56c4ab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aa2c86af14330" /><Relationship Type="http://schemas.openxmlformats.org/officeDocument/2006/relationships/notesSlide" Target="/ppt/notesSlides/notesSlide36.xml" Id="R4de7ee1c1204426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64f088566450f" /><Relationship Type="http://schemas.openxmlformats.org/officeDocument/2006/relationships/notesSlide" Target="/ppt/notesSlides/notesSlide37.xml" Id="R8e888e9ffefc4c2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7513e6f9d446f" /><Relationship Type="http://schemas.openxmlformats.org/officeDocument/2006/relationships/notesSlide" Target="/ppt/notesSlides/notesSlide38.xml" Id="R0ed34c99c67c4df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05ddcbfc24810" /><Relationship Type="http://schemas.openxmlformats.org/officeDocument/2006/relationships/notesSlide" Target="/ppt/notesSlides/notesSlide39.xml" Id="R0585d6c672d9496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b2b60fe8f460f" /><Relationship Type="http://schemas.openxmlformats.org/officeDocument/2006/relationships/notesSlide" Target="/ppt/notesSlides/notesSlide40.xml" Id="Rb75d7de4cc36485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9feaf952d4a12" /><Relationship Type="http://schemas.openxmlformats.org/officeDocument/2006/relationships/notesSlide" Target="/ppt/notesSlides/notesSlide41.xml" Id="R4a06a13752ab49d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a5865dabb4161" /><Relationship Type="http://schemas.openxmlformats.org/officeDocument/2006/relationships/notesSlide" Target="/ppt/notesSlides/notesSlide42.xml" Id="R0498cbda89934c9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5442a896f4377" /><Relationship Type="http://schemas.openxmlformats.org/officeDocument/2006/relationships/notesSlide" Target="/ppt/notesSlides/notesSlide43.xml" Id="Rf36b50b419b3419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72558e6ef40fd" /><Relationship Type="http://schemas.openxmlformats.org/officeDocument/2006/relationships/notesSlide" Target="/ppt/notesSlides/notesSlide44.xml" Id="Re7423882e5ea4fa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bb9e941ba4213" /><Relationship Type="http://schemas.openxmlformats.org/officeDocument/2006/relationships/notesSlide" Target="/ppt/notesSlides/notesSlide45.xml" Id="R640cbfcc1bdc4cd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244daf86d4677" /><Relationship Type="http://schemas.openxmlformats.org/officeDocument/2006/relationships/notesSlide" Target="/ppt/notesSlides/notesSlide46.xml" Id="R3d2690fb6d4c4ca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3a9b2d891405c" /><Relationship Type="http://schemas.openxmlformats.org/officeDocument/2006/relationships/image" Target="/ppt/media/image5.jpeg" Id="R3010d463d34e4e62" /><Relationship Type="http://schemas.openxmlformats.org/officeDocument/2006/relationships/notesSlide" Target="/ppt/notesSlides/notesSlide47.xml" Id="Rcd0b29fdf7854f7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ac85536a74bd3" /><Relationship Type="http://schemas.openxmlformats.org/officeDocument/2006/relationships/image" Target="/ppt/media/image6.jpeg" Id="R6a7f48aa04614f5f" /><Relationship Type="http://schemas.openxmlformats.org/officeDocument/2006/relationships/notesSlide" Target="/ppt/notesSlides/notesSlide48.xml" Id="Rced75b4a5adb413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0c9c3f8984db8" /><Relationship Type="http://schemas.openxmlformats.org/officeDocument/2006/relationships/image" Target="/ppt/media/image7.jpeg" Id="Re2cdaa3896604487" /><Relationship Type="http://schemas.openxmlformats.org/officeDocument/2006/relationships/notesSlide" Target="/ppt/notesSlides/notesSlide49.xml" Id="Rdfc206d97935442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eda332e4c4fe8" /><Relationship Type="http://schemas.openxmlformats.org/officeDocument/2006/relationships/image" Target="/ppt/media/image8.jpeg" Id="R234d03814958452f" /><Relationship Type="http://schemas.openxmlformats.org/officeDocument/2006/relationships/notesSlide" Target="/ppt/notesSlides/notesSlide50.xml" Id="Rd7c084d3a00b40a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cf555ec124649" /><Relationship Type="http://schemas.openxmlformats.org/officeDocument/2006/relationships/notesSlide" Target="/ppt/notesSlides/notesSlide51.xml" Id="R4f0b2ce780664eb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f80358a9c48ae" /><Relationship Type="http://schemas.openxmlformats.org/officeDocument/2006/relationships/notesSlide" Target="/ppt/notesSlides/notesSlide52.xml" Id="Rc2b0b0cd98cc4a9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092595d804db5" /><Relationship Type="http://schemas.openxmlformats.org/officeDocument/2006/relationships/notesSlide" Target="/ppt/notesSlides/notesSlide53.xml" Id="R5cd260eec02a47b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a42213cd5430b" /><Relationship Type="http://schemas.openxmlformats.org/officeDocument/2006/relationships/notesSlide" Target="/ppt/notesSlides/notesSlide54.xml" Id="R1b4c948a644d482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bb096d3374844" /><Relationship Type="http://schemas.openxmlformats.org/officeDocument/2006/relationships/notesSlide" Target="/ppt/notesSlides/notesSlide55.xml" Id="Rea6d0c4189e44a1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0071618974189" /><Relationship Type="http://schemas.openxmlformats.org/officeDocument/2006/relationships/notesSlide" Target="/ppt/notesSlides/notesSlide56.xml" Id="R829179e7bb674a9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90b6d0a2c41e6" /><Relationship Type="http://schemas.openxmlformats.org/officeDocument/2006/relationships/notesSlide" Target="/ppt/notesSlides/notesSlide57.xml" Id="Recfb45a0f79b443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b3d2f1fb648e9" /><Relationship Type="http://schemas.openxmlformats.org/officeDocument/2006/relationships/notesSlide" Target="/ppt/notesSlides/notesSlide58.xml" Id="Rcf17ee3a906c40e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f3e29818c4db9" /><Relationship Type="http://schemas.openxmlformats.org/officeDocument/2006/relationships/notesSlide" Target="/ppt/notesSlides/notesSlide59.xml" Id="R3a55a17276154d99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260d3985d437b" /><Relationship Type="http://schemas.openxmlformats.org/officeDocument/2006/relationships/notesSlide" Target="/ppt/notesSlides/notesSlide60.xml" Id="R0b5d161b5759471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3e93e3a184172" /><Relationship Type="http://schemas.openxmlformats.org/officeDocument/2006/relationships/notesSlide" Target="/ppt/notesSlides/notesSlide61.xml" Id="Rd4a22e802945495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1a7cdc8894427" /><Relationship Type="http://schemas.openxmlformats.org/officeDocument/2006/relationships/notesSlide" Target="/ppt/notesSlides/notesSlide62.xml" Id="Rba0574339c41411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da325f94a4c50" /><Relationship Type="http://schemas.openxmlformats.org/officeDocument/2006/relationships/notesSlide" Target="/ppt/notesSlides/notesSlide63.xml" Id="Rdf9f41cf42b943ca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fe01b18114ba4" /><Relationship Type="http://schemas.openxmlformats.org/officeDocument/2006/relationships/notesSlide" Target="/ppt/notesSlides/notesSlide64.xml" Id="R9a908432acab467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f4f192a054991" /><Relationship Type="http://schemas.openxmlformats.org/officeDocument/2006/relationships/notesSlide" Target="/ppt/notesSlides/notesSlide65.xml" Id="R5d200653e03e46f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f8c2280cd4d96" /><Relationship Type="http://schemas.openxmlformats.org/officeDocument/2006/relationships/notesSlide" Target="/ppt/notesSlides/notesSlide66.xml" Id="R0e5e31608413417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0d3a1287d49e1" /><Relationship Type="http://schemas.openxmlformats.org/officeDocument/2006/relationships/notesSlide" Target="/ppt/notesSlides/notesSlide67.xml" Id="R2f51d7412b7e4d0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31d98aa1842ba" /><Relationship Type="http://schemas.openxmlformats.org/officeDocument/2006/relationships/image" Target="/ppt/media/image5.png" Id="Rbcb8ed5fca8d44e9" /><Relationship Type="http://schemas.openxmlformats.org/officeDocument/2006/relationships/image" Target="/ppt/media/image5.svg" Id="R8332be06459c4249" /><Relationship Type="http://schemas.openxmlformats.org/officeDocument/2006/relationships/notesSlide" Target="/ppt/notesSlides/notesSlide68.xml" Id="R7bb0fffb6d9b481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ddba047c845ea" /><Relationship Type="http://schemas.openxmlformats.org/officeDocument/2006/relationships/notesSlide" Target="/ppt/notesSlides/notesSlide69.xml" Id="R4f1e0137a0f34b25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1f3a5dca6442b" /><Relationship Type="http://schemas.openxmlformats.org/officeDocument/2006/relationships/notesSlide" Target="/ppt/notesSlides/notesSlide70.xml" Id="Rbf9dd47fa884417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45e9958d84a42" /><Relationship Type="http://schemas.openxmlformats.org/officeDocument/2006/relationships/notesSlide" Target="/ppt/notesSlides/notesSlide71.xml" Id="R1cff593c14ad45d3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bab3fdacc49be" /><Relationship Type="http://schemas.openxmlformats.org/officeDocument/2006/relationships/notesSlide" Target="/ppt/notesSlides/notesSlide72.xml" Id="Rab5b4127d17d4d00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8f70cad894c67" /><Relationship Type="http://schemas.openxmlformats.org/officeDocument/2006/relationships/notesSlide" Target="/ppt/notesSlides/notesSlide73.xml" Id="R871b219373eb4be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ff286cbf6423d" /><Relationship Type="http://schemas.openxmlformats.org/officeDocument/2006/relationships/notesSlide" Target="/ppt/notesSlides/notesSlide74.xml" Id="Rb788c094882d421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6f4a96bf745ae" /><Relationship Type="http://schemas.openxmlformats.org/officeDocument/2006/relationships/notesSlide" Target="/ppt/notesSlides/notesSlide75.xml" Id="Re42cefb02a494d37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7ad04a030465a" /><Relationship Type="http://schemas.openxmlformats.org/officeDocument/2006/relationships/notesSlide" Target="/ppt/notesSlides/notesSlide76.xml" Id="Rb5b9d44df0314351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786279a204c91" /><Relationship Type="http://schemas.openxmlformats.org/officeDocument/2006/relationships/notesSlide" Target="/ppt/notesSlides/notesSlide77.xml" Id="R3913a737d057433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02a5dc3044e48" /><Relationship Type="http://schemas.openxmlformats.org/officeDocument/2006/relationships/notesSlide" Target="/ppt/notesSlides/notesSlide78.xml" Id="R9ed39d999032460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4a7b09caa45a9" /><Relationship Type="http://schemas.openxmlformats.org/officeDocument/2006/relationships/notesSlide" Target="/ppt/notesSlides/notesSlide79.xml" Id="R8b1b7651b7e941bb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edaf1dac34bce" /><Relationship Type="http://schemas.openxmlformats.org/officeDocument/2006/relationships/notesSlide" Target="/ppt/notesSlides/notesSlide80.xml" Id="R12c425bcddff45a8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249a2de97450c" /><Relationship Type="http://schemas.openxmlformats.org/officeDocument/2006/relationships/notesSlide" Target="/ppt/notesSlides/notesSlide81.xml" Id="Rdb3e1551c4034e81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5dd057d6242a5" /><Relationship Type="http://schemas.openxmlformats.org/officeDocument/2006/relationships/image" Target="/ppt/media/image9.jpeg" Id="R95a3c3ee381a40b8" /><Relationship Type="http://schemas.openxmlformats.org/officeDocument/2006/relationships/notesSlide" Target="/ppt/notesSlides/notesSlide82.xml" Id="Rf54f6e7d6e1943ba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b7a0da3b84307" /><Relationship Type="http://schemas.openxmlformats.org/officeDocument/2006/relationships/image" Target="/ppt/media/image10.jpeg" Id="R2b15dc7537624f85" /><Relationship Type="http://schemas.openxmlformats.org/officeDocument/2006/relationships/notesSlide" Target="/ppt/notesSlides/notesSlide83.xml" Id="Reb1b144de0ec4c38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4b4e7f1a94f0e" /><Relationship Type="http://schemas.openxmlformats.org/officeDocument/2006/relationships/image" Target="/ppt/media/image11.jpeg" Id="Rc30d946468474fd6" /><Relationship Type="http://schemas.openxmlformats.org/officeDocument/2006/relationships/notesSlide" Target="/ppt/notesSlides/notesSlide84.xml" Id="Rfc724e63d85646fe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4d051d4894900" /><Relationship Type="http://schemas.openxmlformats.org/officeDocument/2006/relationships/image" Target="/ppt/media/image12.jpeg" Id="R08015edf86de40c7" /><Relationship Type="http://schemas.openxmlformats.org/officeDocument/2006/relationships/notesSlide" Target="/ppt/notesSlides/notesSlide85.xml" Id="R7a8bddb5353a4efc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4a48446924138" /><Relationship Type="http://schemas.openxmlformats.org/officeDocument/2006/relationships/notesSlide" Target="/ppt/notesSlides/notesSlide86.xml" Id="R599d91b7456f489e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72105e6ef4af5" /><Relationship Type="http://schemas.openxmlformats.org/officeDocument/2006/relationships/notesSlide" Target="/ppt/notesSlides/notesSlide87.xml" Id="Rc43640a3967b4e6b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c3a28c55f4684" /><Relationship Type="http://schemas.openxmlformats.org/officeDocument/2006/relationships/notesSlide" Target="/ppt/notesSlides/notesSlide88.xml" Id="Rb0ae246622a44fa8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1e27886b343db" /><Relationship Type="http://schemas.openxmlformats.org/officeDocument/2006/relationships/notesSlide" Target="/ppt/notesSlides/notesSlide89.xml" Id="R65946245ad134427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f33302a264951" /><Relationship Type="http://schemas.openxmlformats.org/officeDocument/2006/relationships/notesSlide" Target="/ppt/notesSlides/notesSlide90.xml" Id="R300a3ac4f4c84fe4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1e99c3e6e4ae2" /><Relationship Type="http://schemas.openxmlformats.org/officeDocument/2006/relationships/notesSlide" Target="/ppt/notesSlides/notesSlide91.xml" Id="R0dfcc77e0704483f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b8129e58b413a" /><Relationship Type="http://schemas.openxmlformats.org/officeDocument/2006/relationships/notesSlide" Target="/ppt/notesSlides/notesSlide92.xml" Id="Re4da479441ee48e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4019760bd4b3d" /><Relationship Type="http://schemas.openxmlformats.org/officeDocument/2006/relationships/notesSlide" Target="/ppt/notesSlides/notesSlide93.xml" Id="R371a5afcbe8846cc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bf9309c154dd9" /><Relationship Type="http://schemas.openxmlformats.org/officeDocument/2006/relationships/notesSlide" Target="/ppt/notesSlides/notesSlide94.xml" Id="Ra809b05dac0d491a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e70b128664fae" /><Relationship Type="http://schemas.openxmlformats.org/officeDocument/2006/relationships/notesSlide" Target="/ppt/notesSlides/notesSlide95.xml" Id="Rfe37de88a5284d20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1fdc2ff604297" /><Relationship Type="http://schemas.openxmlformats.org/officeDocument/2006/relationships/notesSlide" Target="/ppt/notesSlides/notesSlide96.xml" Id="R0b243c7b820b4571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bf54a23294b3d" /><Relationship Type="http://schemas.openxmlformats.org/officeDocument/2006/relationships/notesSlide" Target="/ppt/notesSlides/notesSlide97.xml" Id="R3bbd6a9db28341e6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73bd591564e25" /><Relationship Type="http://schemas.openxmlformats.org/officeDocument/2006/relationships/notesSlide" Target="/ppt/notesSlides/notesSlide98.xml" Id="Rfb2b42e930c34f9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e5e5edf314ea7" /><Relationship Type="http://schemas.openxmlformats.org/officeDocument/2006/relationships/notesSlide" Target="/ppt/notesSlides/notesSlide99.xml" Id="R54176f88ebc24a79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87e641d1447e0" /><Relationship Type="http://schemas.openxmlformats.org/officeDocument/2006/relationships/notesSlide" Target="/ppt/notesSlides/notesSlide100.xml" Id="R466dd3c8f0f24f2a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f2ad223a44170" /><Relationship Type="http://schemas.openxmlformats.org/officeDocument/2006/relationships/notesSlide" Target="/ppt/notesSlides/notesSlide101.xml" Id="R77884a61ac834003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87e9ade2e4a55" /><Relationship Type="http://schemas.openxmlformats.org/officeDocument/2006/relationships/notesSlide" Target="/ppt/notesSlides/notesSlide102.xml" Id="R3868d449df7d4328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808e13d9e4ab6" /><Relationship Type="http://schemas.openxmlformats.org/officeDocument/2006/relationships/image" Target="/ppt/media/image6.png" Id="Rf5307964cdc8482d" /><Relationship Type="http://schemas.openxmlformats.org/officeDocument/2006/relationships/image" Target="/ppt/media/image6.svg" Id="R04439536e4524800" /><Relationship Type="http://schemas.openxmlformats.org/officeDocument/2006/relationships/notesSlide" Target="/ppt/notesSlides/notesSlide103.xml" Id="R441c85dd382e48b1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04c75a6c447f7" /><Relationship Type="http://schemas.openxmlformats.org/officeDocument/2006/relationships/notesSlide" Target="/ppt/notesSlides/notesSlide104.xml" Id="R16672734ee5f49db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a0b03071c4b66" /><Relationship Type="http://schemas.openxmlformats.org/officeDocument/2006/relationships/notesSlide" Target="/ppt/notesSlides/notesSlide105.xml" Id="R240d8bb77d1e4a74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4a3a2a3c249e4" /><Relationship Type="http://schemas.openxmlformats.org/officeDocument/2006/relationships/notesSlide" Target="/ppt/notesSlides/notesSlide106.xml" Id="R41c8f689a41044d5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d125278294a4b" /><Relationship Type="http://schemas.openxmlformats.org/officeDocument/2006/relationships/notesSlide" Target="/ppt/notesSlides/notesSlide107.xml" Id="Ref818c8f7bad4c7c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6fe0ebf6c4e42" /><Relationship Type="http://schemas.openxmlformats.org/officeDocument/2006/relationships/notesSlide" Target="/ppt/notesSlides/notesSlide108.xml" Id="R32db2ecb4982467a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58e2ddda042b8" /><Relationship Type="http://schemas.openxmlformats.org/officeDocument/2006/relationships/notesSlide" Target="/ppt/notesSlides/notesSlide109.xml" Id="R441e4e3eab5540ef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0214e9a984b48" /><Relationship Type="http://schemas.openxmlformats.org/officeDocument/2006/relationships/notesSlide" Target="/ppt/notesSlides/notesSlide110.xml" Id="R8efadb4ac4a34cf7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4ab03482f4d9f" /><Relationship Type="http://schemas.openxmlformats.org/officeDocument/2006/relationships/notesSlide" Target="/ppt/notesSlides/notesSlide111.xml" Id="R8f07fd4abf6d48ed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e69ac6b39430a" /><Relationship Type="http://schemas.openxmlformats.org/officeDocument/2006/relationships/notesSlide" Target="/ppt/notesSlides/notesSlide112.xml" Id="R5f20f2ea5b364b25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6aa5246514a8b" /><Relationship Type="http://schemas.openxmlformats.org/officeDocument/2006/relationships/notesSlide" Target="/ppt/notesSlides/notesSlide113.xml" Id="R1de9ee071b834fe7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27b3449c64dc6" /><Relationship Type="http://schemas.openxmlformats.org/officeDocument/2006/relationships/notesSlide" Target="/ppt/notesSlides/notesSlide114.xml" Id="R43e376614e104a17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788f526a2494d" /><Relationship Type="http://schemas.openxmlformats.org/officeDocument/2006/relationships/notesSlide" Target="/ppt/notesSlides/notesSlide115.xml" Id="R83801b6905904ad1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37696a2c04551" /><Relationship Type="http://schemas.openxmlformats.org/officeDocument/2006/relationships/notesSlide" Target="/ppt/notesSlides/notesSlide116.xml" Id="R1f166f8c480542fe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2aa8ac0c14666" /><Relationship Type="http://schemas.openxmlformats.org/officeDocument/2006/relationships/image" Target="/ppt/media/image13.jpeg" Id="R4e98f6b649d14291" /><Relationship Type="http://schemas.openxmlformats.org/officeDocument/2006/relationships/notesSlide" Target="/ppt/notesSlides/notesSlide117.xml" Id="Ree1f337c327a439d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f9e822a4e458a" /><Relationship Type="http://schemas.openxmlformats.org/officeDocument/2006/relationships/image" Target="/ppt/media/image14.jpeg" Id="R59879cbf61674ac3" /><Relationship Type="http://schemas.openxmlformats.org/officeDocument/2006/relationships/notesSlide" Target="/ppt/notesSlides/notesSlide118.xml" Id="R77a5cd5af987455f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87d27f7824c55" /><Relationship Type="http://schemas.openxmlformats.org/officeDocument/2006/relationships/image" Target="/ppt/media/image15.jpeg" Id="R14ad97efe6f34661" /><Relationship Type="http://schemas.openxmlformats.org/officeDocument/2006/relationships/notesSlide" Target="/ppt/notesSlides/notesSlide119.xml" Id="R8ebe323928e74aee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3441a32d34565" /><Relationship Type="http://schemas.openxmlformats.org/officeDocument/2006/relationships/image" Target="/ppt/media/image16.jpeg" Id="R827368ba814a42dd" /><Relationship Type="http://schemas.openxmlformats.org/officeDocument/2006/relationships/notesSlide" Target="/ppt/notesSlides/notesSlide120.xml" Id="R73fa41307ccf429c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d105a1b5e40ba" /><Relationship Type="http://schemas.openxmlformats.org/officeDocument/2006/relationships/notesSlide" Target="/ppt/notesSlides/notesSlide121.xml" Id="Rd2cd692cf6884df8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272cc8cf4416a" /><Relationship Type="http://schemas.openxmlformats.org/officeDocument/2006/relationships/notesSlide" Target="/ppt/notesSlides/notesSlide122.xml" Id="R08c7c22b81fe4de2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90eebd5ab4517" /><Relationship Type="http://schemas.openxmlformats.org/officeDocument/2006/relationships/notesSlide" Target="/ppt/notesSlides/notesSlide123.xml" Id="R754d831322284774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75ebb0b194ebd" /><Relationship Type="http://schemas.openxmlformats.org/officeDocument/2006/relationships/notesSlide" Target="/ppt/notesSlides/notesSlide124.xml" Id="R17b323fce38145a4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a6a37a1a640be" /><Relationship Type="http://schemas.openxmlformats.org/officeDocument/2006/relationships/notesSlide" Target="/ppt/notesSlides/notesSlide125.xml" Id="R7786c66a47994164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1b8d958554019" /><Relationship Type="http://schemas.openxmlformats.org/officeDocument/2006/relationships/notesSlide" Target="/ppt/notesSlides/notesSlide126.xml" Id="Rfc7c5902eb604a8d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21591ec844177" /><Relationship Type="http://schemas.openxmlformats.org/officeDocument/2006/relationships/notesSlide" Target="/ppt/notesSlides/notesSlide127.xml" Id="R3806a3ab5574474d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135d256654ff6" /><Relationship Type="http://schemas.openxmlformats.org/officeDocument/2006/relationships/notesSlide" Target="/ppt/notesSlides/notesSlide128.xml" Id="R81155d2b72d14350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1372e7ce2410f" /><Relationship Type="http://schemas.openxmlformats.org/officeDocument/2006/relationships/notesSlide" Target="/ppt/notesSlides/notesSlide129.xml" Id="Rba351fb28a334443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a957d7dc24959" /><Relationship Type="http://schemas.openxmlformats.org/officeDocument/2006/relationships/notesSlide" Target="/ppt/notesSlides/notesSlide130.xml" Id="R20d5e9b0ccc14f3a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a84cd187b401d" /><Relationship Type="http://schemas.openxmlformats.org/officeDocument/2006/relationships/notesSlide" Target="/ppt/notesSlides/notesSlide131.xml" Id="R59df02ab1d4d42d8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6aec60464432b" /><Relationship Type="http://schemas.openxmlformats.org/officeDocument/2006/relationships/notesSlide" Target="/ppt/notesSlides/notesSlide132.xml" Id="R42d2252eb2634899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d6cc905d04906" /><Relationship Type="http://schemas.openxmlformats.org/officeDocument/2006/relationships/notesSlide" Target="/ppt/notesSlides/notesSlide133.xml" Id="R7f6d391de09b495f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5a2d388cc4224" /><Relationship Type="http://schemas.openxmlformats.org/officeDocument/2006/relationships/notesSlide" Target="/ppt/notesSlides/notesSlide134.xml" Id="Rfa61336a5ab54c0a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9bd18e1f945de" /><Relationship Type="http://schemas.openxmlformats.org/officeDocument/2006/relationships/notesSlide" Target="/ppt/notesSlides/notesSlide135.xml" Id="Rbef611fe28a14014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4fc114477470e" /><Relationship Type="http://schemas.openxmlformats.org/officeDocument/2006/relationships/notesSlide" Target="/ppt/notesSlides/notesSlide136.xml" Id="R011269bbc1ca423f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4649a38e044da" /><Relationship Type="http://schemas.openxmlformats.org/officeDocument/2006/relationships/notesSlide" Target="/ppt/notesSlides/notesSlide137.xml" Id="Ra677270b1f6e4ea9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33344591d4a44" /><Relationship Type="http://schemas.openxmlformats.org/officeDocument/2006/relationships/image" Target="/ppt/media/image7.png" Id="R79bf08227b8849ba" /><Relationship Type="http://schemas.openxmlformats.org/officeDocument/2006/relationships/image" Target="/ppt/media/image7.svg" Id="R293d679e4cd54228" /><Relationship Type="http://schemas.openxmlformats.org/officeDocument/2006/relationships/notesSlide" Target="/ppt/notesSlides/notesSlide138.xml" Id="Rd35cb8f6449e4204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a9a129ced412d" /><Relationship Type="http://schemas.openxmlformats.org/officeDocument/2006/relationships/notesSlide" Target="/ppt/notesSlides/notesSlide139.xml" Id="R5c24d08f15854640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7ee6986f74dd4" /><Relationship Type="http://schemas.openxmlformats.org/officeDocument/2006/relationships/notesSlide" Target="/ppt/notesSlides/notesSlide140.xml" Id="R68491837098c41bd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1cfad3cc34428" /><Relationship Type="http://schemas.openxmlformats.org/officeDocument/2006/relationships/notesSlide" Target="/ppt/notesSlides/notesSlide141.xml" Id="R4f18d0d3598e47e1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5cb32cd1d41a6" /><Relationship Type="http://schemas.openxmlformats.org/officeDocument/2006/relationships/notesSlide" Target="/ppt/notesSlides/notesSlide142.xml" Id="Rda9f81ee03934fdb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9a30c9805478e" /><Relationship Type="http://schemas.openxmlformats.org/officeDocument/2006/relationships/notesSlide" Target="/ppt/notesSlides/notesSlide143.xml" Id="R6297e049c553441e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735d6e686436b" /><Relationship Type="http://schemas.openxmlformats.org/officeDocument/2006/relationships/notesSlide" Target="/ppt/notesSlides/notesSlide144.xml" Id="R88959a69715b4d39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d37ce9ea64b21" /><Relationship Type="http://schemas.openxmlformats.org/officeDocument/2006/relationships/notesSlide" Target="/ppt/notesSlides/notesSlide145.xml" Id="Rba1c1af4d7a34bf5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c03bd2ba344ff" /><Relationship Type="http://schemas.openxmlformats.org/officeDocument/2006/relationships/notesSlide" Target="/ppt/notesSlides/notesSlide146.xml" Id="R46f20c7a47254a44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4750220904be7" /><Relationship Type="http://schemas.openxmlformats.org/officeDocument/2006/relationships/notesSlide" Target="/ppt/notesSlides/notesSlide147.xml" Id="R851e116a9c774737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f1c1b81bb4361" /><Relationship Type="http://schemas.openxmlformats.org/officeDocument/2006/relationships/notesSlide" Target="/ppt/notesSlides/notesSlide148.xml" Id="R1cac124e672b47c0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17076106140f5" /><Relationship Type="http://schemas.openxmlformats.org/officeDocument/2006/relationships/notesSlide" Target="/ppt/notesSlides/notesSlide149.xml" Id="R954df80acbbf4df2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aa8e95f2b4014" /><Relationship Type="http://schemas.openxmlformats.org/officeDocument/2006/relationships/notesSlide" Target="/ppt/notesSlides/notesSlide150.xml" Id="R52b3691f2ada4f29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55e7cddd94723" /><Relationship Type="http://schemas.openxmlformats.org/officeDocument/2006/relationships/image" Target="/ppt/media/image17.jpeg" Id="R4b4095203d794b14" /><Relationship Type="http://schemas.openxmlformats.org/officeDocument/2006/relationships/notesSlide" Target="/ppt/notesSlides/notesSlide151.xml" Id="Rfcd7b05abd2f41bd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dc7c795ff4738" /><Relationship Type="http://schemas.openxmlformats.org/officeDocument/2006/relationships/image" Target="/ppt/media/image18.jpeg" Id="Rcf1301ad47604f4c" /><Relationship Type="http://schemas.openxmlformats.org/officeDocument/2006/relationships/notesSlide" Target="/ppt/notesSlides/notesSlide152.xml" Id="R89c997731b3e441b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b1d3402544658" /><Relationship Type="http://schemas.openxmlformats.org/officeDocument/2006/relationships/image" Target="/ppt/media/image19.jpeg" Id="R1784b18629734340" /><Relationship Type="http://schemas.openxmlformats.org/officeDocument/2006/relationships/notesSlide" Target="/ppt/notesSlides/notesSlide153.xml" Id="Rb91ba1986cc44906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445e1d89f45fa" /><Relationship Type="http://schemas.openxmlformats.org/officeDocument/2006/relationships/image" Target="/ppt/media/image20.jpeg" Id="R73d7f7087a1d436e" /><Relationship Type="http://schemas.openxmlformats.org/officeDocument/2006/relationships/notesSlide" Target="/ppt/notesSlides/notesSlide154.xml" Id="Rca1a39ff77a94429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43030d9c544ca" /><Relationship Type="http://schemas.openxmlformats.org/officeDocument/2006/relationships/notesSlide" Target="/ppt/notesSlides/notesSlide155.xml" Id="Ra5817753335f4c58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70df155d84844" /><Relationship Type="http://schemas.openxmlformats.org/officeDocument/2006/relationships/notesSlide" Target="/ppt/notesSlides/notesSlide156.xml" Id="Rd22d4eb890784677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d30cbdd844df7" /><Relationship Type="http://schemas.openxmlformats.org/officeDocument/2006/relationships/notesSlide" Target="/ppt/notesSlides/notesSlide157.xml" Id="R39f8f6e89f6445b3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12afb525945d8" /><Relationship Type="http://schemas.openxmlformats.org/officeDocument/2006/relationships/notesSlide" Target="/ppt/notesSlides/notesSlide158.xml" Id="Rde24d5da568747b0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c029b7a6648e3" /><Relationship Type="http://schemas.openxmlformats.org/officeDocument/2006/relationships/notesSlide" Target="/ppt/notesSlides/notesSlide159.xml" Id="Rb83bce874e724fb0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873ae45e1478e" /><Relationship Type="http://schemas.openxmlformats.org/officeDocument/2006/relationships/notesSlide" Target="/ppt/notesSlides/notesSlide160.xml" Id="R570f24974b4a4246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74428132a42c4" /><Relationship Type="http://schemas.openxmlformats.org/officeDocument/2006/relationships/notesSlide" Target="/ppt/notesSlides/notesSlide161.xml" Id="R0be8956911b84955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d33d948344bd7" /><Relationship Type="http://schemas.openxmlformats.org/officeDocument/2006/relationships/notesSlide" Target="/ppt/notesSlides/notesSlide162.xml" Id="Rb0ff8daf40324cc0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fe58eda0d4b35" /><Relationship Type="http://schemas.openxmlformats.org/officeDocument/2006/relationships/notesSlide" Target="/ppt/notesSlides/notesSlide163.xml" Id="Re56f7ad2bab9463e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20db7301d4f07" /><Relationship Type="http://schemas.openxmlformats.org/officeDocument/2006/relationships/notesSlide" Target="/ppt/notesSlides/notesSlide164.xml" Id="R1070028d023041f6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e0f9ae1564033" /><Relationship Type="http://schemas.openxmlformats.org/officeDocument/2006/relationships/notesSlide" Target="/ppt/notesSlides/notesSlide165.xml" Id="R49eaf827d1a94b24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7d4a08ac14f7b" /><Relationship Type="http://schemas.openxmlformats.org/officeDocument/2006/relationships/notesSlide" Target="/ppt/notesSlides/notesSlide166.xml" Id="Re6552e70a0ee4388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2c8c03b504f95" /><Relationship Type="http://schemas.openxmlformats.org/officeDocument/2006/relationships/notesSlide" Target="/ppt/notesSlides/notesSlide167.xml" Id="R8b176448aadf4a3f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43966c5d74e63" /><Relationship Type="http://schemas.openxmlformats.org/officeDocument/2006/relationships/notesSlide" Target="/ppt/notesSlides/notesSlide168.xml" Id="Rce9ea84e8d5b407c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ef8caef1f45f9" /><Relationship Type="http://schemas.openxmlformats.org/officeDocument/2006/relationships/notesSlide" Target="/ppt/notesSlides/notesSlide169.xml" Id="Rd40949bc32ff4f7a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363f7059f4c41" /><Relationship Type="http://schemas.openxmlformats.org/officeDocument/2006/relationships/notesSlide" Target="/ppt/notesSlides/notesSlide170.xml" Id="Rfa29834706d147f3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9a5775106469f" /><Relationship Type="http://schemas.openxmlformats.org/officeDocument/2006/relationships/notesSlide" Target="/ppt/notesSlides/notesSlide171.xml" Id="R11676b6d02ca4bf5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8a2f115ae47ab" /><Relationship Type="http://schemas.openxmlformats.org/officeDocument/2006/relationships/image" Target="/ppt/media/image8.png" Id="R1031375b8bb84330" /><Relationship Type="http://schemas.openxmlformats.org/officeDocument/2006/relationships/image" Target="/ppt/media/image8.svg" Id="R9e65167a801d43a1" /><Relationship Type="http://schemas.openxmlformats.org/officeDocument/2006/relationships/notesSlide" Target="/ppt/notesSlides/notesSlide172.xml" Id="R2c525ca1a7154873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d7ca758e541de" /><Relationship Type="http://schemas.openxmlformats.org/officeDocument/2006/relationships/notesSlide" Target="/ppt/notesSlides/notesSlide173.xml" Id="R9cd96775e1f34f07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f1fdf5ad64136" /><Relationship Type="http://schemas.openxmlformats.org/officeDocument/2006/relationships/notesSlide" Target="/ppt/notesSlides/notesSlide174.xml" Id="Rf3216afdc9ae46e1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5a7d4cb04439a" /><Relationship Type="http://schemas.openxmlformats.org/officeDocument/2006/relationships/notesSlide" Target="/ppt/notesSlides/notesSlide175.xml" Id="Rc662516f53ed4a91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0f37906654f53" /><Relationship Type="http://schemas.openxmlformats.org/officeDocument/2006/relationships/notesSlide" Target="/ppt/notesSlides/notesSlide176.xml" Id="R72234f4af46f48b5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5ecd937fb4364" /><Relationship Type="http://schemas.openxmlformats.org/officeDocument/2006/relationships/notesSlide" Target="/ppt/notesSlides/notesSlide177.xml" Id="R1712375de59643be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acb18d58646d5" /><Relationship Type="http://schemas.openxmlformats.org/officeDocument/2006/relationships/notesSlide" Target="/ppt/notesSlides/notesSlide178.xml" Id="Rfa7497f9d32a40c2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6496fdb274eda" /><Relationship Type="http://schemas.openxmlformats.org/officeDocument/2006/relationships/notesSlide" Target="/ppt/notesSlides/notesSlide179.xml" Id="R5dd10b1ef19946f4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f2c7910d444dd" /><Relationship Type="http://schemas.openxmlformats.org/officeDocument/2006/relationships/notesSlide" Target="/ppt/notesSlides/notesSlide180.xml" Id="R82b53ff284e642ef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034eadaeb4e06" /><Relationship Type="http://schemas.openxmlformats.org/officeDocument/2006/relationships/notesSlide" Target="/ppt/notesSlides/notesSlide181.xml" Id="Refb4676cba384713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1c60a3dc54806" /><Relationship Type="http://schemas.openxmlformats.org/officeDocument/2006/relationships/notesSlide" Target="/ppt/notesSlides/notesSlide182.xml" Id="R94811fe1f3984404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92efbe37e4de1" /><Relationship Type="http://schemas.openxmlformats.org/officeDocument/2006/relationships/notesSlide" Target="/ppt/notesSlides/notesSlide183.xml" Id="Rc1df089bc5ce417f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29cd69a1146ca" /><Relationship Type="http://schemas.openxmlformats.org/officeDocument/2006/relationships/notesSlide" Target="/ppt/notesSlides/notesSlide184.xml" Id="Ra8b47af2f3e84a14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21e16c25b4b9a" /><Relationship Type="http://schemas.openxmlformats.org/officeDocument/2006/relationships/image" Target="/ppt/media/image21.jpeg" Id="Rd7cf728629294a98" /><Relationship Type="http://schemas.openxmlformats.org/officeDocument/2006/relationships/notesSlide" Target="/ppt/notesSlides/notesSlide185.xml" Id="R2756e95057d34dee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b3bf0e67b4a56" /><Relationship Type="http://schemas.openxmlformats.org/officeDocument/2006/relationships/image" Target="/ppt/media/image22.jpeg" Id="R933e7fd298844383" /><Relationship Type="http://schemas.openxmlformats.org/officeDocument/2006/relationships/notesSlide" Target="/ppt/notesSlides/notesSlide186.xml" Id="Rb979fd7808ea49d9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0f0db35e64d3e" /><Relationship Type="http://schemas.openxmlformats.org/officeDocument/2006/relationships/image" Target="/ppt/media/image23.jpeg" Id="R622e5744c9b64a37" /><Relationship Type="http://schemas.openxmlformats.org/officeDocument/2006/relationships/notesSlide" Target="/ppt/notesSlides/notesSlide187.xml" Id="Rdb44a7c5dd6b4f12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652c3564942c9" /><Relationship Type="http://schemas.openxmlformats.org/officeDocument/2006/relationships/image" Target="/ppt/media/image24.jpeg" Id="R900103e754784604" /><Relationship Type="http://schemas.openxmlformats.org/officeDocument/2006/relationships/notesSlide" Target="/ppt/notesSlides/notesSlide188.xml" Id="R2577054a9b9e4d7e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1f91599c34dc4" /><Relationship Type="http://schemas.openxmlformats.org/officeDocument/2006/relationships/notesSlide" Target="/ppt/notesSlides/notesSlide189.xml" Id="Rfc5f50a0a3bd4602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02a7747bf4f28" /><Relationship Type="http://schemas.openxmlformats.org/officeDocument/2006/relationships/notesSlide" Target="/ppt/notesSlides/notesSlide190.xml" Id="R21ecf0a3c469428b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582c05eb44d1e" /><Relationship Type="http://schemas.openxmlformats.org/officeDocument/2006/relationships/notesSlide" Target="/ppt/notesSlides/notesSlide191.xml" Id="R846bd38d85704f08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2af4a39574aa4" /><Relationship Type="http://schemas.openxmlformats.org/officeDocument/2006/relationships/notesSlide" Target="/ppt/notesSlides/notesSlide192.xml" Id="R0a25501994a94dc6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c6e6dc1c642ab" /><Relationship Type="http://schemas.openxmlformats.org/officeDocument/2006/relationships/notesSlide" Target="/ppt/notesSlides/notesSlide193.xml" Id="R2d285e0d84f348c9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4c6f822aa4ba7" /><Relationship Type="http://schemas.openxmlformats.org/officeDocument/2006/relationships/notesSlide" Target="/ppt/notesSlides/notesSlide194.xml" Id="R81854283ea72472d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16b059d2f4ccc" /><Relationship Type="http://schemas.openxmlformats.org/officeDocument/2006/relationships/notesSlide" Target="/ppt/notesSlides/notesSlide195.xml" Id="Rccf18e76d836483f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cd346c9e84565" /><Relationship Type="http://schemas.openxmlformats.org/officeDocument/2006/relationships/notesSlide" Target="/ppt/notesSlides/notesSlide196.xml" Id="Rb05a6918df2f4283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169f15a3b4216" /><Relationship Type="http://schemas.openxmlformats.org/officeDocument/2006/relationships/notesSlide" Target="/ppt/notesSlides/notesSlide197.xml" Id="Ra0a363723ffd4a83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61e1de2d74623" /><Relationship Type="http://schemas.openxmlformats.org/officeDocument/2006/relationships/notesSlide" Target="/ppt/notesSlides/notesSlide198.xml" Id="R3e50d3c16ed64825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778be263b4c75" /><Relationship Type="http://schemas.openxmlformats.org/officeDocument/2006/relationships/notesSlide" Target="/ppt/notesSlides/notesSlide199.xml" Id="Rcef86c484f954f93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0f83132b04958" /><Relationship Type="http://schemas.openxmlformats.org/officeDocument/2006/relationships/notesSlide" Target="/ppt/notesSlides/notesSlide200.xml" Id="Ra0904b72e3904276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05e293c1741dd" /><Relationship Type="http://schemas.openxmlformats.org/officeDocument/2006/relationships/notesSlide" Target="/ppt/notesSlides/notesSlide201.xml" Id="Raf423cc7bca647a9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2676b9b3f4fd2" /><Relationship Type="http://schemas.openxmlformats.org/officeDocument/2006/relationships/notesSlide" Target="/ppt/notesSlides/notesSlide202.xml" Id="Rf7392ce0686643fa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ece5d4ecf40d9" /><Relationship Type="http://schemas.openxmlformats.org/officeDocument/2006/relationships/notesSlide" Target="/ppt/notesSlides/notesSlide203.xml" Id="R5e441026075e455e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1b823552a4ad7" /><Relationship Type="http://schemas.openxmlformats.org/officeDocument/2006/relationships/notesSlide" Target="/ppt/notesSlides/notesSlide204.xml" Id="R77d865900d3a40c9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377e53f53461f" /><Relationship Type="http://schemas.openxmlformats.org/officeDocument/2006/relationships/notesSlide" Target="/ppt/notesSlides/notesSlide205.xml" Id="R985fdcb6862f4d0e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4a9eb21f14970" /><Relationship Type="http://schemas.openxmlformats.org/officeDocument/2006/relationships/image" Target="/ppt/media/image9.png" Id="R6acc3e5425f6444f" /><Relationship Type="http://schemas.openxmlformats.org/officeDocument/2006/relationships/image" Target="/ppt/media/image9.svg" Id="Rf51d3a0e7a2f463f" /><Relationship Type="http://schemas.openxmlformats.org/officeDocument/2006/relationships/notesSlide" Target="/ppt/notesSlides/notesSlide206.xml" Id="R859aa45f86d345b2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188bf8a154543" /><Relationship Type="http://schemas.openxmlformats.org/officeDocument/2006/relationships/notesSlide" Target="/ppt/notesSlides/notesSlide207.xml" Id="R32668f29f8e645c8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60d989dd24c92" /><Relationship Type="http://schemas.openxmlformats.org/officeDocument/2006/relationships/notesSlide" Target="/ppt/notesSlides/notesSlide208.xml" Id="R357755fb64b44a94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ffa09273946f3" /><Relationship Type="http://schemas.openxmlformats.org/officeDocument/2006/relationships/notesSlide" Target="/ppt/notesSlides/notesSlide209.xml" Id="Rab68b62bb273479c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cd17ce5604c9d" /><Relationship Type="http://schemas.openxmlformats.org/officeDocument/2006/relationships/image" Target="/ppt/media/image10.png" Id="Redf3792e2ddc446a" /><Relationship Type="http://schemas.openxmlformats.org/officeDocument/2006/relationships/notesSlide" Target="/ppt/notesSlides/notesSlide210.xml" Id="R3ac49f3208184505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7bc19e8164d3b" /><Relationship Type="http://schemas.openxmlformats.org/officeDocument/2006/relationships/notesSlide" Target="/ppt/notesSlides/notesSlide211.xml" Id="R99c488e3cf4c445a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95622c72e4961" /><Relationship Type="http://schemas.openxmlformats.org/officeDocument/2006/relationships/notesSlide" Target="/ppt/notesSlides/notesSlide212.xml" Id="R2e5845248a194fd7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4635ecb5a484c" /><Relationship Type="http://schemas.openxmlformats.org/officeDocument/2006/relationships/notesSlide" Target="/ppt/notesSlides/notesSlide213.xml" Id="R109113b8ab0b4895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332032b784b0a" /><Relationship Type="http://schemas.openxmlformats.org/officeDocument/2006/relationships/notesSlide" Target="/ppt/notesSlides/notesSlide214.xml" Id="R17dc6bd04f1b428c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785871f534899" /><Relationship Type="http://schemas.openxmlformats.org/officeDocument/2006/relationships/notesSlide" Target="/ppt/notesSlides/notesSlide215.xml" Id="R3f66a9a364f54d6e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ec01874974bd2" /><Relationship Type="http://schemas.openxmlformats.org/officeDocument/2006/relationships/notesSlide" Target="/ppt/notesSlides/notesSlide216.xml" Id="R364ffd7d63104f30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18b669d634594" /><Relationship Type="http://schemas.openxmlformats.org/officeDocument/2006/relationships/notesSlide" Target="/ppt/notesSlides/notesSlide217.xml" Id="Recbdeb01caf84410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7799ab17d4710" /><Relationship Type="http://schemas.openxmlformats.org/officeDocument/2006/relationships/notesSlide" Target="/ppt/notesSlides/notesSlide218.xml" Id="R67ce7f58355748d3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2ee1af647453f" /><Relationship Type="http://schemas.openxmlformats.org/officeDocument/2006/relationships/image" Target="/ppt/media/image25.jpeg" Id="R65f71632e2134a88" /><Relationship Type="http://schemas.openxmlformats.org/officeDocument/2006/relationships/notesSlide" Target="/ppt/notesSlides/notesSlide219.xml" Id="R9b967c76f9cd4fac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39e83612b4a06" /><Relationship Type="http://schemas.openxmlformats.org/officeDocument/2006/relationships/image" Target="/ppt/media/image26.jpeg" Id="Rd5a657b79a5b41f4" /><Relationship Type="http://schemas.openxmlformats.org/officeDocument/2006/relationships/notesSlide" Target="/ppt/notesSlides/notesSlide220.xml" Id="R4b06fb4bd69646b8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2c006028042dc" /><Relationship Type="http://schemas.openxmlformats.org/officeDocument/2006/relationships/image" Target="/ppt/media/image27.jpeg" Id="Rd29354941c314cac" /><Relationship Type="http://schemas.openxmlformats.org/officeDocument/2006/relationships/notesSlide" Target="/ppt/notesSlides/notesSlide221.xml" Id="Rbe904eee93aa4385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1588585ee486e" /><Relationship Type="http://schemas.openxmlformats.org/officeDocument/2006/relationships/image" Target="/ppt/media/image28.jpeg" Id="R48fd8fbf99854512" /><Relationship Type="http://schemas.openxmlformats.org/officeDocument/2006/relationships/notesSlide" Target="/ppt/notesSlides/notesSlide222.xml" Id="R11f3e94d6384407f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80b3f5c1d4884" /><Relationship Type="http://schemas.openxmlformats.org/officeDocument/2006/relationships/notesSlide" Target="/ppt/notesSlides/notesSlide223.xml" Id="R6ace15268ecc4e0c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5c9923f234c81" /><Relationship Type="http://schemas.openxmlformats.org/officeDocument/2006/relationships/notesSlide" Target="/ppt/notesSlides/notesSlide224.xml" Id="R8c479dd19ecb4f38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b3ef347f24f28" /><Relationship Type="http://schemas.openxmlformats.org/officeDocument/2006/relationships/notesSlide" Target="/ppt/notesSlides/notesSlide225.xml" Id="Rc69ff79f7ec64699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c4c5ffcb34925" /><Relationship Type="http://schemas.openxmlformats.org/officeDocument/2006/relationships/notesSlide" Target="/ppt/notesSlides/notesSlide226.xml" Id="R8a7884ad14844553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ac72f6138464e" /><Relationship Type="http://schemas.openxmlformats.org/officeDocument/2006/relationships/notesSlide" Target="/ppt/notesSlides/notesSlide227.xml" Id="Re3399869b067460a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e4bd7e94e4dde" /><Relationship Type="http://schemas.openxmlformats.org/officeDocument/2006/relationships/notesSlide" Target="/ppt/notesSlides/notesSlide228.xml" Id="R68528e0c9b8b4a0f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14ba445494adf" /><Relationship Type="http://schemas.openxmlformats.org/officeDocument/2006/relationships/notesSlide" Target="/ppt/notesSlides/notesSlide229.xml" Id="Raf5e1764973b40fc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2d70093634de2" /><Relationship Type="http://schemas.openxmlformats.org/officeDocument/2006/relationships/notesSlide" Target="/ppt/notesSlides/notesSlide230.xml" Id="Re4e84b6697bf462b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02efc257745b3" /><Relationship Type="http://schemas.openxmlformats.org/officeDocument/2006/relationships/notesSlide" Target="/ppt/notesSlides/notesSlide231.xml" Id="Rf5352ec590e1497b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2b5cb21ba4b2c" /><Relationship Type="http://schemas.openxmlformats.org/officeDocument/2006/relationships/notesSlide" Target="/ppt/notesSlides/notesSlide232.xml" Id="R8f632aa354ed4771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75a93ce2b4ba8" /><Relationship Type="http://schemas.openxmlformats.org/officeDocument/2006/relationships/notesSlide" Target="/ppt/notesSlides/notesSlide233.xml" Id="R89846b9803a24e57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af398f41f4182" /><Relationship Type="http://schemas.openxmlformats.org/officeDocument/2006/relationships/notesSlide" Target="/ppt/notesSlides/notesSlide234.xml" Id="R6143d86142a6460b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6e79c5bd946bf" /><Relationship Type="http://schemas.openxmlformats.org/officeDocument/2006/relationships/notesSlide" Target="/ppt/notesSlides/notesSlide235.xml" Id="R32ccfda5433546e0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6e7ce495642fd" /><Relationship Type="http://schemas.openxmlformats.org/officeDocument/2006/relationships/notesSlide" Target="/ppt/notesSlides/notesSlide236.xml" Id="R2e00da7070e342ad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77bc456f3406e" /><Relationship Type="http://schemas.openxmlformats.org/officeDocument/2006/relationships/notesSlide" Target="/ppt/notesSlides/notesSlide237.xml" Id="Rc1d0303ee0a547fe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d102a1a8d48c2" /><Relationship Type="http://schemas.openxmlformats.org/officeDocument/2006/relationships/notesSlide" Target="/ppt/notesSlides/notesSlide238.xml" Id="Rf533f18ca8184f25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a10f3565d49bf" /><Relationship Type="http://schemas.openxmlformats.org/officeDocument/2006/relationships/notesSlide" Target="/ppt/notesSlides/notesSlide239.xml" Id="R2f2b3e66e3174202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d9439599b4e44" /><Relationship Type="http://schemas.openxmlformats.org/officeDocument/2006/relationships/image" Target="/ppt/media/image11.png" Id="Rcd15ada3cc134114" /><Relationship Type="http://schemas.openxmlformats.org/officeDocument/2006/relationships/image" Target="/ppt/media/image10.svg" Id="Rd1173042014e4b94" /><Relationship Type="http://schemas.openxmlformats.org/officeDocument/2006/relationships/notesSlide" Target="/ppt/notesSlides/notesSlide240.xml" Id="R3932246d70774246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8358c8ec04b34" /><Relationship Type="http://schemas.openxmlformats.org/officeDocument/2006/relationships/notesSlide" Target="/ppt/notesSlides/notesSlide241.xml" Id="Rf28feeb9c5c740b2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7cc9c27694d8f" /><Relationship Type="http://schemas.openxmlformats.org/officeDocument/2006/relationships/notesSlide" Target="/ppt/notesSlides/notesSlide242.xml" Id="R625af61b98314cf7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eb71c8630403e" /><Relationship Type="http://schemas.openxmlformats.org/officeDocument/2006/relationships/notesSlide" Target="/ppt/notesSlides/notesSlide243.xml" Id="Rf90ca1c93c234262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8fca680764d40" /><Relationship Type="http://schemas.openxmlformats.org/officeDocument/2006/relationships/notesSlide" Target="/ppt/notesSlides/notesSlide244.xml" Id="R07396e3ec02c4e5b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193ee37874e4a" /><Relationship Type="http://schemas.openxmlformats.org/officeDocument/2006/relationships/notesSlide" Target="/ppt/notesSlides/notesSlide245.xml" Id="R6916641ce2a9489a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0617022ff42ad" /><Relationship Type="http://schemas.openxmlformats.org/officeDocument/2006/relationships/notesSlide" Target="/ppt/notesSlides/notesSlide246.xml" Id="Rc38dbb5bb6fb49a5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2a3b8dfe34081" /><Relationship Type="http://schemas.openxmlformats.org/officeDocument/2006/relationships/notesSlide" Target="/ppt/notesSlides/notesSlide247.xml" Id="Raaed58a035434f87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ce9f8b3044161" /><Relationship Type="http://schemas.openxmlformats.org/officeDocument/2006/relationships/notesSlide" Target="/ppt/notesSlides/notesSlide248.xml" Id="R7b3a182350124709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434edd7cb4fbf" /><Relationship Type="http://schemas.openxmlformats.org/officeDocument/2006/relationships/notesSlide" Target="/ppt/notesSlides/notesSlide249.xml" Id="Rd2511f6289104d9a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1071ac79443e4" /><Relationship Type="http://schemas.openxmlformats.org/officeDocument/2006/relationships/notesSlide" Target="/ppt/notesSlides/notesSlide250.xml" Id="R3f65abdd97894c95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f42ec7f214845" /><Relationship Type="http://schemas.openxmlformats.org/officeDocument/2006/relationships/notesSlide" Target="/ppt/notesSlides/notesSlide251.xml" Id="R58d4a09b00ad40c6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fe9d532ed46ee" /><Relationship Type="http://schemas.openxmlformats.org/officeDocument/2006/relationships/image" Target="/ppt/media/image29.jpeg" Id="R3e4e671d9f6144be" /><Relationship Type="http://schemas.openxmlformats.org/officeDocument/2006/relationships/notesSlide" Target="/ppt/notesSlides/notesSlide252.xml" Id="R58e14e0312064942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773d6f7f9407f" /><Relationship Type="http://schemas.openxmlformats.org/officeDocument/2006/relationships/image" Target="/ppt/media/image30.jpeg" Id="R40eb7d562aca4777" /><Relationship Type="http://schemas.openxmlformats.org/officeDocument/2006/relationships/notesSlide" Target="/ppt/notesSlides/notesSlide253.xml" Id="Rc54db05300a74a43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dc97c41bc48f0" /><Relationship Type="http://schemas.openxmlformats.org/officeDocument/2006/relationships/image" Target="/ppt/media/image31.jpeg" Id="R8d50124b133d4ad4" /><Relationship Type="http://schemas.openxmlformats.org/officeDocument/2006/relationships/notesSlide" Target="/ppt/notesSlides/notesSlide254.xml" Id="R997bb66030da4bbe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41eeae7c34c94" /><Relationship Type="http://schemas.openxmlformats.org/officeDocument/2006/relationships/image" Target="/ppt/media/image32.jpeg" Id="R5fa4ebc4ac824ace" /><Relationship Type="http://schemas.openxmlformats.org/officeDocument/2006/relationships/notesSlide" Target="/ppt/notesSlides/notesSlide255.xml" Id="R7f9c05209dde42b7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4b9c3e96a44a9" /><Relationship Type="http://schemas.openxmlformats.org/officeDocument/2006/relationships/image" Target="/ppt/media/image33.jpeg" Id="R6bb3288e0d124c26" /><Relationship Type="http://schemas.openxmlformats.org/officeDocument/2006/relationships/notesSlide" Target="/ppt/notesSlides/notesSlide256.xml" Id="R34f951326ec241dc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9036b1ea349be" /><Relationship Type="http://schemas.openxmlformats.org/officeDocument/2006/relationships/notesSlide" Target="/ppt/notesSlides/notesSlide257.xml" Id="R63ce93151c2c47f4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0854e6e0f4d72" /><Relationship Type="http://schemas.openxmlformats.org/officeDocument/2006/relationships/notesSlide" Target="/ppt/notesSlides/notesSlide258.xml" Id="Re1dd86d15e61418e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922ad156045e0" /><Relationship Type="http://schemas.openxmlformats.org/officeDocument/2006/relationships/notesSlide" Target="/ppt/notesSlides/notesSlide259.xml" Id="R04c6134ad0514b42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459bdc34b4ca4" /><Relationship Type="http://schemas.openxmlformats.org/officeDocument/2006/relationships/notesSlide" Target="/ppt/notesSlides/notesSlide260.xml" Id="R420e0dc697644ae8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b9bcd01784756" /><Relationship Type="http://schemas.openxmlformats.org/officeDocument/2006/relationships/notesSlide" Target="/ppt/notesSlides/notesSlide261.xml" Id="Rcfe42c32d3884daf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dcfff89c54c16" /><Relationship Type="http://schemas.openxmlformats.org/officeDocument/2006/relationships/notesSlide" Target="/ppt/notesSlides/notesSlide262.xml" Id="R246f02691d7d4d08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cb056da3d442b" /><Relationship Type="http://schemas.openxmlformats.org/officeDocument/2006/relationships/notesSlide" Target="/ppt/notesSlides/notesSlide263.xml" Id="R85438ee6ea264257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d696cac644235" /><Relationship Type="http://schemas.openxmlformats.org/officeDocument/2006/relationships/notesSlide" Target="/ppt/notesSlides/notesSlide264.xml" Id="Rcd959b7ba436493f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6cb9ea59647f1" /><Relationship Type="http://schemas.openxmlformats.org/officeDocument/2006/relationships/notesSlide" Target="/ppt/notesSlides/notesSlide265.xml" Id="R411245d9d98a4267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c056c854c4015" /><Relationship Type="http://schemas.openxmlformats.org/officeDocument/2006/relationships/notesSlide" Target="/ppt/notesSlides/notesSlide266.xml" Id="R458a114ff94d4f24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6fdd60ef04bbe" /><Relationship Type="http://schemas.openxmlformats.org/officeDocument/2006/relationships/notesSlide" Target="/ppt/notesSlides/notesSlide267.xml" Id="R88ba91f7850e4497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593744a4a436a" /><Relationship Type="http://schemas.openxmlformats.org/officeDocument/2006/relationships/notesSlide" Target="/ppt/notesSlides/notesSlide268.xml" Id="Rb8384f62e07745ee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e8183441340f5" /><Relationship Type="http://schemas.openxmlformats.org/officeDocument/2006/relationships/notesSlide" Target="/ppt/notesSlides/notesSlide269.xml" Id="Rb69d800d043749e2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9b9fa25c84193" /><Relationship Type="http://schemas.openxmlformats.org/officeDocument/2006/relationships/image" Target="/ppt/media/image12.png" Id="R0bafbf3234474373" /><Relationship Type="http://schemas.openxmlformats.org/officeDocument/2006/relationships/image" Target="/ppt/media/image11.svg" Id="Rdeb1205a315b4d87" /><Relationship Type="http://schemas.openxmlformats.org/officeDocument/2006/relationships/notesSlide" Target="/ppt/notesSlides/notesSlide270.xml" Id="R757c1c05589842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1E716-BD20-4C96-B18F-0AD8C7C3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9C3E0-6012-4532-A662-D57750A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89DE7-32F4-4C59-A72F-95D712C2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1일차 1차시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9AAE6-5B2C-4508-8096-3E4C5924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1009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4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LLM Agent &amp;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4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224E9-5A8E-4059-B128-3C658350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답을 잘하는 AI에서, 일을 끝내는 Workflow로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E9CB9-94E7-42F6-880F-0F1522D9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Agent와 문제 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5BC7D-B0A2-4ABC-82E7-E17B49C0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rPr>
              <a:t>09:00-09:12 강의 · 09:12-09:20 강사 시연 · 09:20-09:42 개인 Ideation · 09:42-09:50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D9A51-9A53-43C1-BBAB-1F36140B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F6088-FD62-45C4-BD44-53DBFCCD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지금 배우는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6271E-9A41-4B53-83DE-0BA3BD6D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346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5AB9C-33F5-4D50-8C15-F519E461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Chatbot과 Agent의 차이 · 자동화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F82B4-B34B-4578-B89E-997B02DB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672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B611C-9695-41DB-8990-6E00E8E9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24350"/>
            <a:ext cx="382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 차시에서 이해할 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073EA-7496-469D-8498-9F3854F0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E0DC3-BEFA-4DB6-B9A5-AF829416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291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모델보다 먼저 입력·결과·금지 행동을 정한다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DEC68-33FF-4E13-8EDB-2F218A57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D6FB6-4896-4609-A286-4C15981A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함께 챙길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61F13-B289-4101-919F-D5273A60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52950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6EB62-7483-4D13-97BB-E58C93C1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자동화할 일 한 문장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E1D78-83F4-4406-BAC0-5D1C898E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차성재 · 무신사 Agentic AI Side PM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서울시립대·아주대 AI 겸임교수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0CA92-7CCD-40B4-96D4-C9D42EE5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0545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050" b="1">
                <a:solidFill>
                  <a:srgbClr val="C7C7C7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C7C7C7"/>
                </a:solidFill>
                <a:latin typeface="Nanum Gothic"/>
                <a:ea typeface="Nanum Gothic"/>
                <a:cs typeface="Nanum Gothic"/>
              </a:rPr>
              <a:t>2026.08.23 SUN</a:t>
            </a:r>
          </a:p>
          <a:p xmlns:a="http://schemas.openxmlformats.org/drawingml/2006/main">
            <a:pPr algn="r">
              <a:lnSpc>
                <a:spcPct val="124000"/>
              </a:lnSpc>
              <a:buNone/>
              <a:defRPr sz="1050" b="1">
                <a:solidFill>
                  <a:srgbClr val="C7C7C7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C7C7C7"/>
                </a:solidFill>
                <a:latin typeface="Nanum Gothic"/>
                <a:ea typeface="Nanum Gothic"/>
                <a:cs typeface="Nanum Gothic"/>
              </a:rPr>
              <a:t>09:00-18:00 · LUNCH 14:00-15:00</a:t>
            </a:r>
          </a:p>
        </p:txBody>
      </p:sp>
    </p:spTree>
    <p:extLst>
      <p:ext uri="{BB962C8B-B14F-4D97-AF65-F5344CB8AC3E}">
        <p14:creationId xmlns:p14="http://schemas.microsoft.com/office/powerpoint/2010/main" val="1197918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CC342D-B351-4504-9679-41931674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DAY 1 · 운영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9C039-9410-47B2-B5F4-91D91F35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첫날은 점심시간이 14시입니다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27442-E062-43BF-AC1C-BA907A92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C8EDF-F1D1-4347-8DE1-B8C3288F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C07FE-9AA6-44BF-8C63-68CEDD80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E00DB-4947-4488-9260-EFAAFBA2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002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9d44cf01249c2">
            <a:extLst>
              <a:ext uri="{96DAC541-7B7A-43D3-8B79-37D633B846F1}">
                <asvg:svgBlip xmlns:asvg="http://schemas.microsoft.com/office/drawing/2016/SVG/main" r:embed="Re26a38a1e4a543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858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47ED7-1E22-4D9F-A36F-F9581096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강사의 오후 주요 일정으로 이번 주만 1시간 점심시간을 14:00-15:00에 운영합니다.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33299-B5B1-4FF4-A61C-B572E110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55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A23A5-9630-44EB-A2C9-43E1D059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11:30-12:00 쉬는 시간에는 빠른 점심 또는 간식을 미리 드시길 권합니다.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86A9F-4574-4A9D-9CEC-AB7F327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12-13시에 점심시간을 드리지 못하게 되었습니다. 불편을 드려 죄송합니다. ㅠ.ㅠ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C6B1-76BA-417E-BEF9-0277C07E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1D4F5-17BB-4DA0-8B7F-3029FFDD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09:00-12:00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B50D7-9D93-48F6-B25B-0BDD38CF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1-3차시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6000C-ACB4-4C47-891C-A5F0B802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57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09:00-11:30 수업 (11:30-12:00 쉬는 시간)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554BB-728A-466F-A4F2-F4721D7C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빠른 점심·간식 권장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C7067-DB5D-4BD0-A803-4C13C2AD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575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DA50D-BB89-4942-9343-501DBC6E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A7234-237E-4650-A053-F9D3C62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12:00-14:00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9DEA2-2033-485B-895C-9E35D33B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99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4-5차시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3DCF8-A7CC-4972-9698-157A9A34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99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12:00-13:40 수업 (13:40-14:00 쉬는 시간)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7653F-F01E-4A28-A290-4CCF18EF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99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총 2시간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F8C86-1A9D-4DC6-A99B-C4FF84A1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00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5C2CB-139B-4FA9-94BB-2B365E49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AD9DE-AE91-4393-9F87-F8C6E415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14:00-15:00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DF605-9F56-4442-8639-C2AECC7F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624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63CEAD-29AD-4B64-A55E-712CDB7E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624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점심시간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5A4A06-8D68-44A2-AB28-40A214F5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624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이번 주만 14시 시작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AC01C-314B-4BDC-A493-752146E9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28E41-9FCF-4AA1-8BBC-27F4E605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2AD40E-F9CE-42C1-967E-FFE448E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15:00-17:30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4B08B9-3279-44D3-8E68-F48AA523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6-8차시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A83D45-02C4-4DCC-9D55-BB8DE96A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15:00-17:00 수업 (17:00-17:30 쉬는 시간)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F60C36-D810-4427-8AB9-1A4BE065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총 2시간 30분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05CABA-87F4-4667-8FBA-A6EE760B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149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2EFC37-FB6C-452E-B5F8-76BE7EBE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8B439D-B478-47EC-8AAD-56DB13E5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17:30-18:00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1DD02F-DCE3-4DCC-920D-B7622D3A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673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Q&amp;A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6CA061-FA05-4F30-8347-6BCBC752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67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질문·실행 오류 복구·Exit Ticket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A64810-1C0A-4A83-92C8-F66C1297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673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쉬는 시간 뒤 시작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4FFBE7-11A2-4B6F-A101-59FD3038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673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6629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44587A3-38FE-4FF5-B9D9-E3A1C9F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첫날 전체 시간표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A7BB7-0D4C-44ED-85B5-CB166C4D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1일차는 여덟 개 차시로 진행합니다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1A702-BB90-4C78-9216-BA160AAB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A5FC2-F961-4142-A1D5-1A310219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EB14E-E925-4ACF-B0AA-C4331A6B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3108D-0428-4C25-8C3D-FEAD470E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D37B5-0398-41D7-9119-1DFDA8A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현재 차시의 시간·내용·활동을 확인하고, 쉬는 시간 전에는 실행 상태를 저장합니다.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BDE22-F49A-42BC-B510-037FDADF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3111A-AF80-4EC8-AC57-236E2A2C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71D94-C951-4E79-90E2-02929A1F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049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슬라이드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9742E-E06C-4C24-8E89-9B5069C8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04975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진행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F2F4F-3957-47EF-9545-48F8BFA9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0497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강의·시연·개인 활동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96452-5C0D-4599-B7E8-54F44B9B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049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수강생이 남길 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6358-E7E4-4A22-B71D-4B4863CA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B93FF-5969-4C90-8558-A09F483B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4BBEB-9C8F-4D8E-9EEB-3269AF14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2FE3C-502B-43B8-93C1-ADCF26F8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193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1-29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2C1B6-458B-4BB5-8F9A-44A332E5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193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1일차 1차시 · Agent와 문제 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C8EC4-EF38-4F7A-8117-B985EA3C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강의 12 · 시연 8 · Ideation 22 · 확인 8분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28B56-FFBA-44C2-A95F-DE871175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자동화할 일 한 문장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4BA1C-DA89-4B0B-8146-97B8762F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78ECC-0114-4C11-8272-BB602942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77A91-E802-4189-9DB0-5791822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3CFE6-E011-4501-9892-C34A05D5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FF1F8-FEA6-44BC-81E3-C221211D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431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30-64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3D23C5-A115-488A-B234-F7AFFEEB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1일차 2차시 · Tool Calling과 실행 권한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1EF11-8D3C-4923-8425-C19CDF56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강의 15 · 시연 10 · 코드 실행 20 · 확인 5분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0758F-EB85-4F3C-8F81-0390E4B2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허용할 도구와 막을 행동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48735B-49E7-41EC-96A8-345973E4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087A3-BA17-4881-8F45-E8E0C2E6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1A5A78-BD96-48AC-B51A-7D998152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1C4716-1E8B-4DC1-B673-B58A642E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10:40-11:30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F55E0C-6435-4CFA-95B2-0EA14F08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65-99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653338-FAD9-4E18-8AC1-8628CF6A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1일차 3차시 · 한국어 데이터와 PBL 사례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3D2228-34A2-44D7-80C3-4C5D19AB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강의 14 · 시연 10 · 자료 확인 21 · 저장 5분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AB4A8-6417-471F-896B-25984B03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입력·결과·근거 예시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A13500-6559-4B0D-998B-81B5ADA7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249777-3489-4FD7-928B-83B7AF4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38184B-76A6-479D-9123-29F1B6D3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11:30-12:00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0D2D8F-3EAC-4B96-BDC8-85AAE78F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90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DC0192-280B-4659-B7C7-FA683E22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쉬는 시간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263E4D-ACF4-4673-A53C-56F7E5DB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1-3차시 종료 후 휴식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6437A3-AB04-45EA-9D9F-D4EFC55E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빠른 점심 또는 간식 권장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265958-BFB5-4BBD-8051-7804773E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F03FA3-E0CC-4C01-BFEF-4CD82F18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78C4AD-BD5A-4DE5-A6D1-BD084D13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756FE4-919D-48D9-996C-B9EBC5B5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812E29-D88A-4271-A5AD-F5A7B4A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14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100-134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6BC4FF-F4D2-47CE-BEDA-462E3EAA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147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1일차 4차시 · Python·Jupyter·Ollama 환경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DEE7AA-FA19-4C02-BAE5-EE41C355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강의 8 · 시연 10 · 환경 세팅 24 · 확인 8분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40D274-99B8-4971-A374-02FFB694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상태 JSON·4 passed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D539FD-715B-4637-81B8-B6436BDD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F1C836-3586-409E-BB9C-F6A72D2F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815665-E646-489F-B7BD-FC4B6E85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76C45E-B99B-47C2-8419-74155ABA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12:50-13:40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FA25C6-BE5B-42ED-9992-B050A8D7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38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135-168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F0ECEF-9734-46A7-AD54-2F733934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1일차 5차시 · Ollama Tool Calling·안전 실행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BA0B6E-7FB1-4B22-B418-EE9B2C70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강의 10 · 시연 10 · 코드 실행 25 · 확인 5분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8FCA17-3C12-45CF-9415-A2D8417C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정상·차단·fallback·25 passed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220E9B-33C0-4F0E-84F0-9BEB1A1A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A01C43-21E3-48B2-99ED-9A3D4C21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5AF0DC-E864-4BF0-B65A-F4F97F08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13:40-14:00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500490-5182-44E4-AC82-BA0E4EA2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624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-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24B230-654D-4AC0-9D12-905C6CF5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624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쉬는 시간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9D7717-178D-4195-824B-7AD127EE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4-5차시 종료 후 휴식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C004CE-C15B-46CE-B3EE-67C92AF5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점심 전 실행 상태 저장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2728D1-D91E-4E09-ACAE-374B33C9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D1D8AC-77D2-4130-A6B7-2874F863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F9B227-F0D3-40D5-A287-AB4C77A9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14:00-15:00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7E5782-4BE2-4484-B8BE-20D95C93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862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-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EF8145-0EFF-4B48-88DA-30D76265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862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점심시간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1E0E53C-0F2A-4E6A-9EC3-F52F5E98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62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1시간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F84E2E-FA49-41FE-8CDC-C5CBDC89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862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14:55까지 복귀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50E4BC-EF08-479E-9A61-5C135846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8FE39E-1A29-4054-A89A-04874C2A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5AABBC-5270-49A0-B8B4-EAED3A38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7481041-A37E-4F4E-AD61-A958B653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21FDBAD-C79E-46CD-90CF-B2F34DC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169-202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CADF68-3A14-46AE-9828-35EBFB28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01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1일차 6차시 · LangChain LCEL·로컬 LLM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A7F8C06-DFF8-43F3-8F44-CA08FF5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01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강의 8 · 시연 10 · 코드 실행 17 · 확인 5분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1B12BB-08F4-4902-9B05-87CD47E9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101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typed output·provider 비교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D58251-CF99-46CD-AAC6-239513DB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80CE6C6-96E8-4959-B84B-EDFA93F5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D553F9-C609-442B-A873-CAE58289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E853518-50ED-4DCB-A6E3-BCE9AE60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FD9ED0-8B09-474B-8457-89C97394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33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203-236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979B057-FC33-411C-8BDC-3DBB82EB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339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1일차 7차시 · LangChain·LangGraph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470536-7361-4207-A6B5-6E4D523A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강의 8 · 시연 7 · 코드 실행 23 · 확인 2분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5CFC2D5-0272-4EAE-9FA8-3C44B95A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339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LCEL·승인·수정·거절 상태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3964E30-D2D9-4AC2-8E8E-3C7785CC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18A6A36-9F8D-4175-9D3F-5534BD6E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B16E69B-DADD-4983-813F-DA848131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1F6F174-E1B6-4E3D-9C21-C27B899F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92F68BC-E5CB-453A-830C-B2AFB120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57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237-269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AB3BC3F-0D5D-4A3D-8912-CFE347FF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578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1일차 8차시 · STT와 LangSmith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28B9C73-CD44-4957-BAB7-7B7A07FF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강의 8 · 시연 8 · 코드 실행 17 · 판단 7분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AF0427D-855A-4F6A-BD7E-A95BACEB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578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품질 기준과 READY/HOLD 판단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780CF1E-8B91-4390-A2FF-5D49DAE9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69237B7-5021-44F7-B605-20561A29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3C73B97-2ABD-4795-AB2F-6CFA9966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17:00-17:30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7F23392-7F04-4714-9608-0B5E634D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81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-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AC5AD77-0E2E-48C0-8B47-5FDD1A5A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816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쉬는 시간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4AC8BB-914A-4B38-88AD-EA222B3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816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6-8차시 종료 후 휴식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6FB1161-450C-4D6B-972B-C604FAB9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816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질문 정리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8456E63-FC6D-460B-AADB-5C03AEBA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0B35DC7-EEAF-4F21-B64C-0881A685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E00873E-0633-477C-9A02-270EBF68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40FF1CB-05C0-4A2C-B89C-12B60A8C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17:30-18:00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51182D-7A30-4349-B01A-DFC228E1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905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270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74EC126-3EDE-4036-AFC5-CFC5D6AF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9055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Q&amp;A · 실행 오류 복구 · Exit Ticket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58A33B3-C83E-4076-A8C3-74EB7A5F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질문 15 · 복구 10 · Exit 5분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80D1729-E3AB-401B-ACB7-123A5E11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9055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863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오늘의 핵심 세 문장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06E0D7B-76A7-4734-9A95-850FF22E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9611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21B979-EF5D-4691-B92C-784743AF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강사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9BD56-737E-4EB8-A00B-9D615ED6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머신러닝·딥러닝·LLM을 거쳐, 지금은 Agent 제품을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38185-E758-4C9E-8543-074DDC79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809EA-F8DA-4C64-873C-421F58DC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C164D-5ECB-4021-8907-5D7363D2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CAB96-714B-4AF0-A5F6-A6E0F1D6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E4126-08AA-4803-88C1-64D12C76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차성재 · 무신사 Agentic AI Side PM · 서울시립대/아주대학교 AI 부문 겸임교수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C65C9-0842-4838-8FE6-A6EC2EE7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55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EBA1E-9158-44D5-94E2-175FA9F7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산업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20A4B-D5AD-492F-BC30-7351C00E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데이터·AI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BEB25-EE89-47D0-AA5F-1DAB5F9E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풀었던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37EF7-0012-4DFB-8EC3-560DAA5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57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BB129-DBC3-4D42-A46B-CEE8BA14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금융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8D66A-AD87-4144-8AF8-2DD5C7D9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38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정형 데이터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AutoML·MLOps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55ADA-B83A-4583-A9EE-DF722764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은행·카드·보험사의 예측과 의사결정을 자체 AutoML 솔루션으로 자동화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EFDE9-1315-4A0E-AD27-69CEAC08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에이젠글로벌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ML Team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FD5BA-C9D7-4E81-9FAE-E663C800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D537A-9449-45EA-9F5A-475DF7E0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55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AE467-4528-4BE4-A194-A5C778ED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의료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0BB81-7E33-4965-9D32-087CFEFB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대장내시경 영상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DL·CVOps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734FA-14AB-4008-AF8B-FA1749C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실시간 영상에서 용종 탐지·진단을 보조하는 의료 AI 서비스를 제작·운영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D816C-31E3-48E9-9447-926EE62A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아이넥스코퍼레이션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AI Engineer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AF7C3-F19E-4D2F-B94D-4708954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71D60-9B73-4586-B844-131B383A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교육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3AD48-D39F-400F-A01E-2877C0E5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말하기·글쓰기·상담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LLMOps·AICC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0DD1BF-6AEB-4B5D-AE07-C135E543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7만 명 영어 평가를 3-5일에서 약 10초로 단축하고 상담 전·중·후 AI를 총괄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C93EB-055C-4D07-8361-FBC2A7A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243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크레버스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AI Engineer·AI PM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0AF0A4-8BF4-433B-86ED-5530849F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33882-6B11-4599-814A-A822D048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55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C01AB-1EAC-4B8A-B3DC-16CAFF2F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이커머스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45C7A3-97B2-4112-92A1-F4572E7F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고객·상품 맥락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Agentic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CAA20-F5FD-4060-A237-11FCA302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AID Chat·쇼핑 탐색·Voice·AI 해설·SEO/GEO 등 고객 접점 Agent 제품을 담당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3D9FA-DB51-4CF4-9316-722FCF43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무신사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Agentic AI Side PM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1ABF15-A36B-4861-97CA-0D4CCCF4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A8F9CD-7BBC-4EC2-903A-502EBB92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E9E82F-F235-492F-B906-6EE51023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17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강의·멘토 · 2개 대학원 AI 겸임교수 / KT·Kakao AX / 연구 AX / 재직자·취준생 AI Native / 출제·심사</a:t>
            </a:r>
          </a:p>
        </p:txBody>
      </p:sp>
    </p:spTree>
    <p:extLst>
      <p:ext uri="{BB962C8B-B14F-4D97-AF65-F5344CB8AC3E}">
        <p14:creationId xmlns:p14="http://schemas.microsoft.com/office/powerpoint/2010/main" val="1892090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D25A1D-0776-4A69-98B6-3FFB2113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E7B8B-8034-4D0A-AB39-55309B18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먼저 네 단어의 역할만 잡고 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FC8E3-B6F3-4178-8E31-94892C84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B7DA5-D6C9-4720-B39E-C22E79CA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D07C3-FDE4-4D0C-912A-2F2D052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B389D-FC8C-45E5-8A5E-1C8DFC23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B8A06-4091-4087-B188-D7673F23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E563C-FBA0-4E7A-A41C-459630F4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D2E7A-AEF5-459C-B13A-645F7076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1A8A3-AA88-475A-9136-3A0B8CE8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B01D4-DEF9-423D-A13B-782B12B8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생성형 AI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Generative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C6A35-4E0E-430B-A1BD-4A93EB32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학습한 패턴을 바탕으로 새로운 텍스트·이미지·코드를 만들어내는 AI이다.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2A30D-A1A6-4D2F-AF55-9608CDB2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회의 원문을 읽고 요약 초안을 만든 뒤 사람이 검토한다.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3587B-E5B9-49CD-A765-A3D542C6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ED6D7-CABA-4CAD-89AF-FF9CD52F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D730A-BB68-4F02-9497-CB4CEA52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Large Language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0FE30-FC60-41F6-9409-89B45BBA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아주 많은 텍스트로 학습해 다음에 올 말의 가능성을 계산하는 언어 모델이다.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B64CA-FCCF-42C6-A141-C44D60F7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회의에서 결정·담당자·기한 후보를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22773-130D-4BF9-8B67-33FA4FD6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FBF78-A719-435C-83A2-0DD3B173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Agent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Goal + State + Tools +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BEEB0-F559-421A-B20E-E3EECB5D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목표를 받아 현재 상태를 보고, 도구를 선택하고, 결과를 확인하며 다음 행동을 정하는 실행 구조이다.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35515-B65F-43E5-BA2E-5A12E9EB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파일 읽기 → 요약 → 검증 → 승인 →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1D5CF-3F6B-4263-961F-2FE878EE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ABFCD-68AF-42FE-88B4-E84259D0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28BCA-7AB1-4FA5-9ED8-571F7C52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Harness Engineering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Instructions + Tools +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DEF26-E1F7-41BF-A947-28F66D12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 주변에 지시문·도구·권한·테스트·관측 장치를 설계하는 방식이다.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95E41D-34E7-4305-BB81-E884E517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Codex·Claude에 작은 작업을 주고 테스트와 diff로 결과를 확인한다.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BAE208-101F-4DDF-9957-20AC8A18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06686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99701-6808-45EE-898D-04342CBD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재직자와 구직자는 같은 기술을 다르게 증명한다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9BE3E-4B5B-40BA-9E82-408B1261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034AE-398D-4009-8241-52882D50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E4AF6-85BB-480E-855B-DAFB0A23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EA41B-C097-4D33-B429-057B4395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959E1-1B12-486C-9B0E-ABB6B9EB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080B9-ABB2-40DF-ACD0-2FDBD93C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재직자는 도입 통제, 구직자는 재현 가능한 포트폴리오를 강조한다.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e754d104d4bbe">
            <a:extLst>
              <a:ext uri="{96DAC541-7B7A-43D3-8B79-37D633B846F1}">
                <asvg:svgBlip xmlns:asvg="http://schemas.microsoft.com/office/drawing/2016/SVG/main" r:embed="R1b7177b323ec47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555C2-2D3F-4512-8D68-8F75D99E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8DFB7-075B-4226-9C80-B61F9E1F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재직자: 보안·업무시간·승인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32BA3-A727-4033-B6D1-7A684BF0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ED69B-0F70-40A1-9F74-63F55BF3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구직자: README·테스트·Git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330D0-8E45-4C3C-A68C-DAF3B89A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0163A-6816-4F82-99E2-2CBE3349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공통: 실제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1A94E-F40A-4CC0-95D9-B07BD3D0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46028-3475-42BE-A60C-B10400E9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제품과 데모가 갈리는 지점  |  데모는 ‘된다’를 보여주고, 제품은 ‘안 될 때’를 설명한다.</a:t>
            </a:r>
          </a:p>
        </p:txBody>
      </p:sp>
    </p:spTree>
    <p:extLst>
      <p:ext uri="{BB962C8B-B14F-4D97-AF65-F5344CB8AC3E}">
        <p14:creationId xmlns:p14="http://schemas.microsoft.com/office/powerpoint/2010/main" val="2100267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4D0C15-2573-49D5-A4CC-F7A08C24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2084D-2A1C-4317-8096-600397C7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수업은 네 번의 움직임을 반복합니다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26B68-1FDC-4DB5-A709-D340FA0E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2ED9C-B554-4495-BBB6-4AF3A2C1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01FAF-5811-4FE5-84AE-8067BE78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0CD2D-0CF8-42A9-AB6E-5BC97399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A700C-3FA3-4DC3-B810-A4A0D124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먼저 보고, 그대로 따라하고, 일부러 틀려본 뒤, 성공 증거를 남깁니다.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CBC50-D336-476D-8EFD-6E7E47CA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2C57D-7454-4A0F-80F5-8110CED7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B1607-216A-4AA0-A16C-3945158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050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먼저 봅니다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8BCA3-B721-4C1A-AFB2-680BE8D8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050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완성 결과와 클릭·명령 순서를 먼저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27B81-15C0-481A-A271-B9F89638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622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257B6-88D5-4E2F-92AE-BD59CB47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98807-5DC8-432F-95DB-2652EDCA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0009D-AC82-410D-8EA7-20BD1919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화면을 따라 만듭니다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3CABA-9420-4165-938C-2F097DB2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432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한 단계씩 멈추며 내 화면과 비교합니다.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FAA6A-53B7-4459-B44A-5722BEFA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094CE-7878-4C9D-A5E5-804E708A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A0DEF-D2CD-40EF-A943-3381F5F1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4E2E9-E6EB-4D66-830B-A6D8173C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814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일부러 한 번 틀려봅니다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1AC42C-7FD4-4F34-A3E1-20E7BF4C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814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입력값 하나를 바꿔 실패 메시지를 직접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35635-7226-421C-AD83-504CF3CB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386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84703-3C69-4492-9423-1B909DBE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846CE3-C468-433F-8B54-72300C96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BF82A-B238-431D-9839-2EADD7EC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96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다시 실행해 확인합니다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B855D-144F-4F44-B2DE-06D9AFD2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원상 복구한 뒤 test와 결과 파일을 남깁니다.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04F3D-6306-4DA2-BA80-5F553E88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5630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2BCA1-AA20-41A6-8F43-1DAEB2ED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1F839-AFA7-4310-BCEE-9CF9DE74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막히면 “안 돼요”보다 네 가지를 알려주세요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F4468-5323-4516-A7F8-939DEAEA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2F049-ADC9-40E9-BB9C-5BE04E6A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6F10C-BE43-42CD-9BD2-535377FD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41691-1BBC-47CE-A41C-1358C6BB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2C233-CA2D-4A66-9462-36C85F04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3733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426605bb949db">
            <a:extLst>
              <a:ext uri="{96DAC541-7B7A-43D3-8B79-37D633B846F1}">
                <asvg:svgBlip xmlns:asvg="http://schemas.microsoft.com/office/drawing/2016/SVG/main" r:embed="R0c3f15531e6d41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19812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497B6-B954-4C67-B958-DE0AB23A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“안 돼요”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EDC5B-D150-4155-8619-E1091258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어디서부터 확인해야 할지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알기 어렵습니다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E44A5-AB4F-4BAC-BE93-2A2296F2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811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대신 아래 네 가지를 알려주세요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A9DC1-FB5F-4DE0-BF53-B61109BC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717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E8706-A10F-4D1C-9352-6DC63008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71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첫 오류 문장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93707-718B-4664-96EE-EC270B75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화면에 보이는 그대로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0C38B-7ACA-4D90-B242-D13DE9DC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79EC0-3319-47FC-95ED-BD7C9C8F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88309-7DBF-431D-9EBC-20A3139F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95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직전 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9FC3E-150F-4161-9808-AE8E57AD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누른 버튼 또는 입력한 명령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75566-B230-4BD8-BF9E-D06CC043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528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5DB9F-CC58-466C-BA8E-14FD671C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19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A5C86-A318-416C-83A5-93424054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19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내 실행 환경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69518-6603-42C2-93BB-FDA93DC2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운영체제와 Python 버전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B1568-B672-4A84-A1DA-7401DB92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F777D-5CB1-4EFA-87F9-FED485F0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434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9DEFF-C355-45D1-B31C-F3D5293B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434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기대한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6E203-2EB4-4E2A-8D76-161ABBC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원래 나와야 했던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5234F-74F8-4E99-A02F-390FAAD5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006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DA7584-7A1E-4A33-87E5-B36EBA72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54902D-B1DB-4E87-960C-24284677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예시  |  macOS · Python 3.11 · pip install 뒤 ModuleNotFoundError · notebook가 열릴 것으로 기대</a:t>
            </a:r>
          </a:p>
        </p:txBody>
      </p:sp>
    </p:spTree>
    <p:extLst>
      <p:ext uri="{BB962C8B-B14F-4D97-AF65-F5344CB8AC3E}">
        <p14:creationId xmlns:p14="http://schemas.microsoft.com/office/powerpoint/2010/main" val="6396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CC959-8F02-42B6-9B86-F9964CAA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116FA-1FD4-4D0F-8E13-EBF5A839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실습 속도가 달라도, 다음 행동은 분명합니다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014B4-4139-4A93-BF92-4092026E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9E2EA-E753-4CA5-874D-4EB6B06D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16339-642F-49EB-A7F3-43BEF54F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8C4FF-8128-4E08-8C7B-CD2BD296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C94DA-81B9-4A0C-B4DB-05BA0943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빠르거나 느린 것이 아니라, 지금 내 상태에 맞는 행동 하나를 고르면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96D00-6B6F-4E24-9202-BCE6CDD3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D3B0A-7D0C-4B7A-8C19-7193C30C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지금 내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61E4B-5AFC-4FF5-BDEB-86C290D7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지금 할 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CDD7D-A3FE-431B-B3E1-85A36E29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다음에 남길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98D49-6983-4769-9F11-B5F75749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바로 다시 실행할 수 있어요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BE5FA-C5A0-48AD-8ED5-23C90B3F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혼자 한 번 더 실행하고 결과를 비교합니다.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CD0ED-DD39-4B01-A7A1-80C49FF5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성공 화면 1장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DF5B9-9E9F-4D1A-B14D-5EE8DB2E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8E148-3499-468A-90CA-887FDCC3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D4A5F-C3EA-49C2-B376-911683C4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장표를 따라가는 중이에요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703F5-56C0-4008-BFA8-19EE4899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575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현재 표시된 단계까지만 끝내고 강사 화면과 비교합니다.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AA7CD-F05A-46F3-94CD-C57726C3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현재 단계 체크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4BCD2-A59B-4AD4-8577-D18FC3E9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34D90-9200-4DBE-903D-1DE62D4E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오류에서 멈췄어요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6DA14-FE6F-47B1-94C1-A64F4F24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81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채팅창에 첫 오류 한 줄을 남긴 뒤 복구 파일에서 다시 시작합니다.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FBD8B-97CC-47CF-9F7D-8CCF0410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오류 문장 1줄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862BCC-DDE2-412B-A161-412AEFC4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3AAA3-8B2A-4F52-8109-F8A85949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D3D882-168A-4447-9EF9-B0D8FD9B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먼저 끝냈어요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C0CBF-4D4B-4999-8DB9-FD5EF0A9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053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입력을 하나 더 넣고 왜 막혔는지 기록합니다.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3A8DD-5074-41C1-9DA9-504AAC9E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반례와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D41884-9B20-40FC-B55A-D55FF42A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A825ED-FF0B-4C3A-85A1-21F6A6C5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40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막혔을 때 조용히 기다리지 않아도 됩니다. 첫 오류 한 줄이 가장 좋은 질문입니다.</a:t>
            </a:r>
          </a:p>
        </p:txBody>
      </p:sp>
    </p:spTree>
    <p:extLst>
      <p:ext uri="{BB962C8B-B14F-4D97-AF65-F5344CB8AC3E}">
        <p14:creationId xmlns:p14="http://schemas.microsoft.com/office/powerpoint/2010/main" val="5156462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5D1EDF-28C4-4BA0-9372-6092BED5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F2593-F92D-4E43-8D6B-9FC31DCB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실습 완료는 “작동했다”가 아니라 “다시 확인할 수 있다”입니다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CB642-617C-4E74-80CA-3D563DF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520F2-F0AF-4235-AB0E-A67EE4C7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D2A43-9366-45A9-87A0-09A70022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2E8E3-33AB-4D8C-948C-2DEDE2AD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1921E-55A4-4D2B-84AF-3C8F9D1A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다음 네 가지 중 하나라도 없으면, 아직 실습이 끝난 것이 아닙니다.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CC4CB-E19E-4865-89A3-00F981EE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완료 체크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71053-2374-4EC6-875E-CD7CCE7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7E014-FB0F-4C3D-AA2B-D1305F1B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591B3-1603-432E-987F-E522A25B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결과 파일이 저장되어 있습니다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94103-FA67-4C92-AB2E-2A0A084C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2AD98-27EF-400E-A77E-7F7D7F9E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7EAF7-D67B-4D73-AE24-7033012B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명령을 다시 실행해도 성공합니다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504D1-82C8-4861-8235-ADC5FF10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2C80E-F2C2-4E52-8B18-1B3490DC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C651F-3342-4CF5-8ECC-A002E038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test 또는 schema 검사가 통과합니다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9F3BA-B682-4FC7-826D-DA70A404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6FADA-619C-4FB6-9294-F84B87B6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587DF-CD1F-4E53-86AF-2294D524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왜 안전한지 한 문장으로 설명할 수 있습니다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0B739F-E77E-42B6-A909-3D00A63E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5816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0041B-540C-484C-A305-2BB35C50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4B445-9969-499E-88C9-2F21C598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다시 확인할 수 있는 화면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25AFF-7224-45CD-9F46-435A384A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$ python3 -m src.day1_agent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status: SUCCESS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$ python3.12 -m pytest -q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25 passed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$ git status --short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M src/day1_agent.py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F3F37-1348-46A3-826B-1D439932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D646B-9155-4104-BC07-7B2188FC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오늘 남길 것  |  실행 화면 1장 + test 결과 1줄 + 내가 설명한 안전 기준 1문장</a:t>
            </a:r>
          </a:p>
        </p:txBody>
      </p:sp>
    </p:spTree>
    <p:extLst>
      <p:ext uri="{BB962C8B-B14F-4D97-AF65-F5344CB8AC3E}">
        <p14:creationId xmlns:p14="http://schemas.microsoft.com/office/powerpoint/2010/main" val="16674032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4EA9A5-98AC-4C45-9101-A987EF85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3CA6E-061C-4641-9B52-2C588FE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강사의 완성 흐름은 이 네 화면에서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88184-47EB-41EF-9153-5289A1C9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E31B5-BD71-4BDF-AFBD-D6D4F373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40AD3-84EF-4DAD-B3B4-FC5DA062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EE92D-188B-41FE-98F1-0BD67579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A31B5-CD43-401B-8021-74A65B93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Agent 도구 → 저장소 → 실제 코드 → test 증거로 이어지는 출발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57601-8E66-447B-819E-D4071E98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E55CC-6A06-4034-B558-44E5C537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493B2-DA38-4022-9989-55217C6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B0302-546C-4951-8194-B35FD1F6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5C02A-DC15-45E1-A5BA-AB5FC43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482D7-9336-46DB-90DD-3892F7E9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VS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5F67D-B387-438A-9B1A-F0FEE17C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IDE·주 실습 공간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CFCF8-3525-4B29-94AF-C62399B4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코드·터미널·Notebook·Git을 한 화면에서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902B5-916B-4303-9994-C2091B73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PyCharm보다 가볍고 확장 기반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3147B-C0DB-4363-BF66-25C15446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B5B35-935C-40D2-8F7D-21CBDEB5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F4186-A840-4FC0-9520-18127777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Jupyter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3CFFB-557A-45FB-A9A4-FCA7B34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설명과 셀 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F8CCF-AD0E-49B0-BA2F-A61FD4E4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처음 배우는 사람이 단계별 결과를 바로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58FA4-075E-4640-B1D0-BD8ED4E2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Colab은 설치가 없지만 세션·자원 제약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CC3F9-0412-4F72-A014-4BBCB751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BFD1D-C14C-4D15-A2E2-2ABE58D3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Git·GitHub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F686E-7F58-4F71-841B-7733E1C6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버전·포트폴리오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ABE2A-703C-4173-9B05-63E726D9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diff·commit·README로 완료 증거를 남김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70D51C-0FBE-4992-BF55-B022BE3E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Drive 공유보다 변경 이력이 선명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9756E-689F-4692-9C3D-68A3C33D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B91F75-AB2F-4FDE-86F6-CCAC194F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EB80F-6DC8-41F7-883A-919CDD74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Codex·Claude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95F1DA-8D09-4F7E-983D-F58F1E8C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Coding Agent·가속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4941AB-9F70-440A-8AD9-7CCCB898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spec→diff→test 데모와 코드 검토를 빠르게 반복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F12F5-4370-40CA-9967-AEA64745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필수 도구가 아닌 선택적 Harness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BA8FA6-01A3-463D-9005-B496ED6F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98830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3EF09-67D0-4CAD-81F2-2FAC60D4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30C43-6D48-4FBD-9C75-38DD3C3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9699E-D7E8-4DC5-987E-BB987C25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48153-7342-4FFE-B992-5CB51228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EAF50-761D-449F-B2FC-B6B50D1E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6AEFD-0AE7-42D4-A80C-7DDE38CC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98123-BF4E-497D-9793-54B27ABE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3C000-0EBC-420D-83F9-D389CB45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09A3D-0E25-4BC0-B608-C51E9CBE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작업 디렉터리에서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296E7-F3FC-402D-914D-B5F01BC0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6A6C8-807F-434E-AE1B-E7B052B6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요구사항을 파일·테스트로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C4814-4D58-44FB-BA07-4967B910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582F8-DB85-4734-95A3-1F4AC974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diff와 명령 결과를 사람이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2BA6D-0CD1-42E7-A60F-813BD024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D9897-F136-4AF1-86B5-DC8C5042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학생 필수 경로는 로컬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3C385-95A8-4C52-BA2C-21DB348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c714115994a59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5C857-5E1A-4C8C-A1B9-446C45D7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17211538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09B41-097A-49D8-A615-A74E2B55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F244B-3CB5-4335-96CD-3D76A711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C0A5C-B620-40F5-A4E0-AFA78DB9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3B132-B8E3-43A9-ABFF-99A60D21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9AC75-CFBF-4109-8998-C5D152BB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CD7F0-8E16-4243-A1BF-2DEA32E0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76B0B-AC42-437C-8D3E-90FDCDC8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43508-9C94-4F61-B41F-FBAC3AAE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A1902-1C30-4E86-8F74-CD34F88E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코드베이스 맥락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D3118-42E8-49E3-A201-4AAF347D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4254B-A07E-4025-BFC5-33685074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작업을 작은 단계로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DB451-9E09-4C15-B501-EE5D73E2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5640E-0163-42F0-A611-89BA8BBF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변경·테스트·설명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AC03A-3114-45D1-B098-340D560D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2D65A-7E66-445C-8D23-C21E70AF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구독·정책은 별도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153D2-BDB6-486B-AA86-EABC17CE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e4950196f434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AE9AA-3A6F-4EE4-B3F3-78B10515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4005613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98128-5C7D-46A5-8C21-41773821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845F6-6246-4912-85E0-8B95B66D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19D11-4DA7-4F11-B1A7-788830BF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B3B2E-13DA-4EE9-946C-99DCF0CC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0CF87-0577-461E-98B7-BAD27960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73A0D-6DB3-4A85-889E-A4224234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936F8-0B9A-48BD-97DE-6AA30020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94F72-386E-432B-8070-6835B5D8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75B56-0812-404D-84D9-5960EC31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src·tests·materials를 먼저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60808-354D-4B52-9660-415ACC62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C3CDA-64FE-4A87-AB36-66C1A070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.env는 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C174C-FAF1-4F94-8C59-D0E44018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D4454-510C-4FDA-8D5D-1094DD9B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강사와 같은 폴더 구조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B9EBB-35B8-4F05-B7BE-B03CBCB5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38FBD-78F7-432C-8DC3-4C88DCC4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실습 시작 화면으로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0E486-89B2-48D1-A961-6A6A7438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f942be8564702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7076C-AA64-49DE-9A13-76D556DD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2590213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6FC48-2DAA-486B-BE1A-72507AFA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F8B1D-F084-4428-BFE4-E1FEE91C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D1EEB-E209-4DC4-BFE5-CFABAC45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4D863-F1E5-4292-BB27-37291B77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D4705-CA7D-42B3-BDC6-F647BD97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032BE-16E1-47ED-9705-367EA37D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31CBD-EAB1-44D2-906D-57DE8E61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5B763-A1A6-4F5C-8CB6-814F96D4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ACAEC-9B17-4E19-97B9-B1CA68E7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처음에는 framework 없이 제어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9B91F-C7EC-4EEF-82D5-CEB94043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7C44C-5C67-48B9-8DAC-343469D6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읽기 도구만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F82A7-CB5A-4A4B-BD9D-2E3E2769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D8719-6300-4866-8502-2D456D52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오류를 결과 객체로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5A352-AD2D-48A6-ADBA-8D138B4B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183A5-B369-42AB-A859-74ED368B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Ollama는 선택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99897-12CC-4C09-82B6-61F44904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0b5f1f30b4e74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3B834-132B-42EC-826A-BA3E8E37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20750570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921CC-DF82-4994-BCD4-62B65B79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B4C23-0E48-45DB-8162-E3363FCE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E6238-F623-47B8-8F01-F646D619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A0148-CE4C-4DA2-9F6F-E320F228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2B755-ACA0-44AD-9E4A-DEBCC349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DBDBA-96CA-4959-A314-B9625190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F5E0A-F999-4C54-B1F3-C61CD4B4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FC4F2-E638-4993-BB41-257AEC88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6F85C-4A12-4237-ABFF-421993A9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목표를 한 문장으로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B1E92-D5AA-4E32-9B6E-9F4670E0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1074E-7A9E-4240-A6CA-C678DCD2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입력·출력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9939D-4A2C-4803-A580-861743A6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AB54F-4E4E-4447-8D9B-357502C3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허용 행동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94E2C-5F5A-49B7-9493-B9F916D7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39212-466A-4AC0-A027-77AFB45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중단과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72B4A-9FDE-4136-99B2-E6882037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DB614-E18D-45C4-991D-64ED0294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DBD94-4DDE-41AD-B95D-8196EB89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354596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FA93F-AAB3-49B1-BDAC-888E84EB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C7867-6B10-43C9-B078-6662F708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43F5A-9568-4C58-B063-C9118EBF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ECE19-B05B-49D2-8A95-F23555ED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0D54B-D1BD-4A61-A6C5-C5201CD5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91457-4186-4750-9836-337C0CE2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C3875-B5FB-41C4-A5ED-9DFE9C0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B0A15-39CE-40AE-BF09-D0AD7853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4A281-828C-4DB4-B2A5-87F58F2D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판단과 실행을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94702-59ED-4A91-A825-002838A3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2EFAE-A159-405B-870A-90C7B04C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매 step 결과 관찰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CC47E-1B8B-4C93-BA90-80D5393F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89E2B-0F88-4DD7-913D-41D58D7E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무한 반복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F455F-86BE-4D55-B4A2-2C0BA7A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EC43C-4A18-42F7-BD0D-4AF2C3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state로 감사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65633-6E85-4A0E-931F-0C6D821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5D8E7-05A0-46C1-BF35-B4BA998A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C7F85-197E-4E01-BA8C-C497CC18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2694830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1514E-F0C7-4C15-8073-3CDE3793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F00DB-F503-4DF3-A7E7-86439C91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2F893-AB88-4081-8C45-842DDEDA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B868B-FAD3-4DA1-B59C-DFF87457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57421-B358-45F6-9E50-5CB134BB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A0CA9-7C56-4B73-B99A-2810C044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9F798-4AA5-4862-882A-4E6B7DB4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92651-85A1-4EA3-A1C5-6B3317B3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6A958-79BA-42E8-952C-218D46D4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737E5-C99B-4B6A-B1D0-A832731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11B09-A576-45DD-ABC6-436925B8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8E8C7-403B-4DB5-8EF9-95775384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E95B3-1D70-4CEB-8C0E-2810908A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변경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97754-A109-4EC9-A0F4-E7A57D18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73707-0C6B-4246-99E0-54640966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설명 가능한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E488F-A12F-43F1-8819-D24CABE6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F596A-8F1B-4C27-AF64-4525A550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EE8B8-14E5-4CA4-86EB-0257B172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python3.12 -m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# success: 25 passed</a:t>
            </a:r>
          </a:p>
        </p:txBody>
      </p:sp>
    </p:spTree>
    <p:extLst>
      <p:ext uri="{BB962C8B-B14F-4D97-AF65-F5344CB8AC3E}">
        <p14:creationId xmlns:p14="http://schemas.microsoft.com/office/powerpoint/2010/main" val="14233808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11B69-4138-46BD-8C22-A2A6EDBD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25C7A-BA27-4893-98CE-10EB728F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5EB98-B62D-41D2-9AD0-CDD9B6ED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97B10-9DAF-4A30-8800-908EFD46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5C901-CAC4-4C2F-991B-BF31BDB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E0799-98A3-49AD-9938-5175D0D5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3024B-077F-466F-807B-64A815F6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A67D4-8683-464F-B578-ECBFDB26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50B7A-D188-4E9C-869E-1F3BB784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코드와 데이터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EDCF2-77F1-42C1-8885-19B38E70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0B6F9-C72C-40FF-BF1A-10AB7480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노트북과 모듈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C4E37-6B90-4DC8-976F-24C19F66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B52A4-3E55-4848-A55E-ACD787FA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테스트를 1급 산출물로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F783F-6FD6-4F8D-86D7-AABE7725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6B6D5-96AC-4CBD-91BB-CA8FE0A3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장표와 파일명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67C32-6D65-4639-88CC-6856041E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6EF79-A74A-418A-BB76-29DED044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26DFE-DD78-426B-A813-5344475C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7734448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F01C6-F811-4973-B178-32639E34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B0D64-DBD8-4871-8C51-8ABC8913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회의음성 Demo · 실패해도 수업은 계속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40061-2555-4F94-B9C2-5E815E41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2B59C-F5A0-4002-9461-1FEFA8D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B8E62-F346-4BDE-84FE-468D21EF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78D1A-AE96-4C8A-BF20-A35CE23E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915EB-05AA-4D01-ABC2-84C96840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9601B-0633-4351-9C1E-A3243D69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37B21-13BD-4743-867D-B681AFF4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오디오가 있으면 Local STT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64942-2EFD-464F-B9A2-E217E388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EE550-D2B8-4D87-9BBF-C0587206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실패하면 같은 60초 transcript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989C4-E16F-4FAA-9A0A-A167298D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584E0-FD35-4D3E-BF56-D0E3B617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사전 생성 JSON 즉시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89669-5F54-42CE-B5D0-F9185CBC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16737-F35E-466D-BA5D-F1FFCA95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자동 메일 false·사람 승인 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92197-46C2-43CB-8AFF-E78948BA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9A658-9984-40B1-9544-57CED8DC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3AFD4-09D3-47AD-9341-3BF882AA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python3 -m src.meeting_demo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--audio data/demo_meeting.wav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--transcript data/demo_meeting_transcript.txt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--out output/day1-demo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# outputs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# transcript.json + meeting_result.json</a:t>
            </a:r>
          </a:p>
        </p:txBody>
      </p:sp>
    </p:spTree>
    <p:extLst>
      <p:ext uri="{BB962C8B-B14F-4D97-AF65-F5344CB8AC3E}">
        <p14:creationId xmlns:p14="http://schemas.microsoft.com/office/powerpoint/2010/main" val="15309379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52093-3F19-43C5-B12C-A7622CC8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Ideation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708F8-D04C-408D-9171-6B7755E4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Ideation 1 · 강사 Demo를 보고 내 업무를 고릅니다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A832F-9069-40D1-8729-0FAB6E53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0AE44-7321-4945-BD74-9C564D46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E394D-B5B4-42B0-82C5-9106A35B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EC2CD-7748-49A6-92E9-B47E1B8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0D33E-A78D-4A81-8F7F-A14A940E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5B462-45BD-428F-8CF7-CAEE726C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0649E-CE88-4BFE-A718-F97BDB7A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A23BC-3038-4D48-B116-BCA308CB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64D9F-3FD2-46DC-8CFC-E9B457CF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12B12-6F98-4241-8E17-3EB99E5F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강사가 준비한 짧은 회의 음성을 코드에 넣습니다.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DD575-B10C-40E7-8240-D773B470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1A646-7CB4-4141-BC58-7EB21666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B44C8-D46B-48B8-B054-1CC5D743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전사문·회의 요약·할 일 JSON이 만들어지는 화면을 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366E9-31E0-4EEE-9EFE-87F174D6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D4340-F5B3-4535-B121-9C24848E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2CA10-5748-4BB6-94CD-FD7E4235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자동 메일 발송이 차단되는 결과를 확인합니다.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B021B-8643-4330-93C0-2FDB90DC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C5875-F657-4AF1-9C02-E10C1185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34584-8373-47D6-907D-FCB4C4D9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형식으로 내가 자동화할 일을 한 문장으로 적습니다.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4BF85-32D1-4E50-BF2E-90F77CF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8ABCB-50C5-43E6-B52A-4D1BFE4D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33900"/>
            <a:ext cx="813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예시  |  강사 시연  |  demo_meeting.wav → transcript.json → meeting_result.json / 자동 메일 발송은 하지 않음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6A3570-7CBC-466A-B8AF-3094237A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7906C-6913-4EBF-8601-5E9E5E28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입력 1개 + 결과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19741363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CE5C3-F138-42E0-AFB9-7AF703E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Ideation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3148E-D63E-4EE9-9F19-BFA6B7F7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Ideation 2 · 오늘 사용할 예시를 혼자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83237-3C19-4774-8896-DC2FD519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98EAA-AF75-4140-A06D-C6745ADE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FB0D5-3EF1-40D2-AF6E-AC566DD0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9B4A4-1933-41EB-A274-7F076BA2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FFE72-5443-48D0-9A36-88E0DF4B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1D990-4134-44AB-900F-FA910E6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C5575-52E9-44B8-AE4D-9FF7CB26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D921C-1622-453B-849B-192F6907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A354E-D69E-4512-A885-8330A012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86E60-294E-4A84-A7F7-72959479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재직자는 회사명·고객 정보를 뺀 반복 업무를 고릅니다.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E4465-1486-4D48-8714-2EDFA188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BFE4E-97AC-4A34-8F33-9D3EE308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85992-0130-4AE2-89DE-2F9D5F31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구직자는 제공된 공개·합성 예시 중 하나를 고릅니다.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3DA05-7F81-4929-ACAB-1FD20DA3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EAB08-3424-461D-A1EF-E12454F4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F11FE-CAF8-4F2A-B985-A5200D37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입력 자료와 원하는 결과를 한 줄씩 적습니다.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BCE9F-A851-46A8-A92C-1206B617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880A6-112A-4BEB-B5B3-2159FEAB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1D142-87DD-46D1-85DC-806E3AE2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이후 소프트웨어 실습에서 같은 예시를 계속 사용합니다.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C1163-98D8-408A-80AC-AE11C33C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46E44-CC36-4CB3-8F6A-11DC5EB2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33900"/>
            <a:ext cx="813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예시  |  회의 음성 → 결정·담당자·기한이 있는 회의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7DBC1-3AAE-4BA8-9992-1C34B6E9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1D6674-0CF6-4E1E-AAAF-9BB2D55A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내가 사용할 예시 한 문장</a:t>
            </a:r>
          </a:p>
        </p:txBody>
      </p:sp>
    </p:spTree>
    <p:extLst>
      <p:ext uri="{BB962C8B-B14F-4D97-AF65-F5344CB8AC3E}">
        <p14:creationId xmlns:p14="http://schemas.microsoft.com/office/powerpoint/2010/main" val="7928514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C7F35-329E-4EB6-BFAF-B8FB10F9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설계 워크숍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371E9-9D2B-44E3-A103-835382FB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설계 워크숍 1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20BD5-3862-4D44-8FDF-E6874E2F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58E4F-940B-4F99-ABCF-0AE27E97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4D743-FEAB-4BEB-BFB2-73C62A0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5EB1-EA9C-4EE8-B6FF-8C5F1F19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E252B-2B41-4B51-9FB0-41C0C573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71167-AA7A-473D-8D01-0B4D8A6A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734E8-95FC-4E29-9533-0843105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4C566-8DB6-4D71-ADA1-10510CC8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BA865-7CE7-467C-8237-8D87E8F3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791B0-E540-47FB-9AE4-C9D9101C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2F184-C7D8-496C-9688-CDE96148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E6E12-18E1-4641-9199-2849D23B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CAB06-CD9C-4408-B70C-90B7BCCF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보여줄 출력 JSON을 그린다.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1C4BD-A640-4E92-91CF-48610BC4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DE24B-9705-40D6-8A41-A761FEAE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99092-DA2C-433D-8062-874BF4C6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사람이 승인할 지점을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EC3F8-83EF-4BE8-B829-3F3FCC79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756F4-14B2-4B90-B9F0-C9016DF9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C0039F-4C7C-41DE-8447-6CBC0024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LangSmith에서 보고 싶은 실패를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9B21E-DB22-4869-98B2-9ADE08B3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4486A-EED3-43DE-A62F-731F96BB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46C8C-49F8-48BC-93E0-56C4144D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9674659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A6764-04D2-49D6-B922-8641B43C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1532E-BDE7-446E-94FC-CB0D406A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확인 1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DE5BD-7344-4BE9-B910-876FACDF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8F34F-D2E1-4115-9ABD-90A3D42E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E1663-7FED-4179-A378-CD90144F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83902-E4FE-4AE9-84F9-669CB672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876A4-4EB5-4404-80A9-E39B6D80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45C45-49B3-47EB-B97A-E955F0D6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EBC88-5226-4431-A555-1F2DE018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5F30F-9FCF-4B2E-A167-1DFC1CFC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40A24-8716-4693-9305-72CE6949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C07B2-0144-4220-817C-73816B99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81395-5D14-4DA0-931B-F04C6B86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8F8D3-7CDD-44CA-B76F-7ED15823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0CDA4-E649-4007-A353-2D5DE979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관리자 권한 여부를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7CABA-92E7-48BE-8D9D-E74579A0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2782A-E23E-49B0-91BF-B81AA684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C94E7-432A-4900-BBCB-70FE130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RAM·디스크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9B125-E185-4650-A6DC-F218EEC5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5CB85-FD83-4B9C-B8C9-81325A3B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E6D22-2624-41FF-B6A0-727DF506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GREEN/YELLOW/RED lane을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6584F-1883-48F8-85FD-D4506713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5C4CF-5C8F-47A1-933B-052E6716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8A01B-9E65-485D-B1E6-B2FEAF2B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19098265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22A50-8487-4039-86BD-2D5BFEE5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B142B-FCC1-4FAF-95C9-AEEC058D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AA99B-3F91-4A06-8D0E-B7BA4FC7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7F3D8-2814-4AC0-8D52-9BC5518B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D0841-E527-48A7-BA5E-DF960846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3C2B9-CBF1-4D58-BC56-1349B312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6C565-B095-4093-806F-08EF960B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8D3E9-6785-43D1-A30E-57A31A6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95F9E-BF5F-4A69-B402-BAE81B47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995BD-9F03-498D-90F7-B67208F3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4703A-500D-4A60-8D72-79A7E82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51C39-08FB-4E84-A485-4126A2F4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6B641-E1AF-4C6E-BE1B-AD85A395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E891F-5B5C-4DE2-A57E-6E02C6A5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0D34C-1D1D-40DF-9207-DBB90647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99A20-6F02-4D0A-9632-A1827F03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4DF09-E8C4-48AC-B1BC-E65E0E29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4D565-A3E1-4812-BFF7-B85CE998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E0243-316A-4466-96B1-DF936FF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6CBC4-CC87-47F3-9458-F6BA5B53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85C59-33C6-412D-9342-4190B312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0B960A-BEFF-47C5-A9B7-351F5C0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FAE99-19F1-4EA4-A526-51B90FEE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F0900-1E41-4B12-85CC-C2775C85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336FC-1CEF-4C19-84D5-FD9B6871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7560558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6B941-6BCB-4C4F-B487-92A71889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4A351-0B8C-4550-AE17-3C146A77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EF7BB-15FB-4764-BD39-8B6F2C1D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347A0-7C17-461F-A22C-AC12BBC3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354A9-A5FB-4D26-8499-C2224B93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1A31D-3D80-4E3F-83E3-91A18AFD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AD01A-A9DB-497E-828F-6A97C2C7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1E1C3-1CA3-425E-9F85-F2F631AF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A16D7-AC6D-4599-A4BD-C9B654E0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FB29C-C522-413C-945D-EF5FFAC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9D713-DA42-42BF-A745-B85BA539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81CB6-19D9-4D56-A094-F5B4BE21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18A9F-960D-486C-9683-2103A81F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A06EA-0219-46F9-9594-44BA633D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A38DF-3219-4855-9AD0-36ECDA3E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0F08C-51CE-4239-8462-1D2C0D5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7C26D-BDE1-4820-B5BB-EDC400B1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F8E00-1B5E-4840-B17B-9C81568A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BACC2-F255-4836-BAC5-9ABF834C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D781B-E22C-42DB-B38A-9D29664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7861E-B168-4BF1-8DDA-125D494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67A1C-56C5-4635-B8D3-B2162E4A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086C8-684C-483A-8ED7-C9FE76FD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B39EE-91EC-49ED-BE2C-4E3CCF1D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65CFCD-C9D2-4618-A73C-4B8ABD6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11545128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EC5A90-4816-49C1-8001-866307E6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F012E-B87A-4C6B-9EAE-F07F9379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3DB1A-CCEE-4745-8A06-F80BCA21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96BC1-992B-4D40-9F2C-C8A4EEF0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C94FC-26B4-45D3-99D2-DF876AF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10B68-C2AD-47FC-9C7D-9D83ADBB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4B9F0-1AF6-4FB2-A910-90C877D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9B741-89D2-40BE-A474-D3E6B98D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0B4FB-0915-4A7D-9433-5A6FA12B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5987F-7909-4523-8DD4-696FB8DA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B67A1-4367-40C7-9172-D30E65F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00198-F47A-4973-8F2B-F79DA86B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755C2-328E-4911-B3F9-26DC2D90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09270-C74A-434F-B460-0B30A058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90065-6AE1-4C9E-B2B1-48F36D4B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5282-5D22-46E9-8FD9-F04A1E80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BAF41-ABDE-4B3A-929C-2F59EA87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62ECF-A2B5-40EE-A60E-5BC53B15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A0D7E-5D33-4119-87DD-490CB1A0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512AA-C021-4660-812C-98F04FFF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7690E-1897-4F8C-839A-0EF3D222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DEA22-F83D-42DC-BFAD-3E7E97EF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E08BF-2B2E-4F89-AFFA-E62FE3A7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8B4FE-BC48-4068-A2E1-79456305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A8970-84FB-4C3B-BBBF-F28FFA8A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1995958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6487A-3488-4FA8-B354-14A5C26D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B58EB-2361-449F-86C5-C5A77168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A9840-4E9D-438F-B11F-539FEF1F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47A51-B468-49AC-9807-58D1CBB4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BFFFF-769D-4612-B1A8-C6AE9316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998FA-BCED-4F7E-BB55-7DC17384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0E7C7-E8F6-4289-AB29-D726C1B3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B3B73-9033-40AF-8955-599F05BA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5359D-0791-4FBC-8D0D-A8D68CE4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07480-84E6-48DD-9303-B749596F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0E13A-50B1-4AE6-ADC3-2DF9E65B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FC1A5-CED2-41D7-B340-A3BB0B37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BD9DE-97A0-45AF-9B0C-AB0AE1EC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F364F-474F-4F15-878D-31651CC7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FF9FE-CCDA-4AB5-8FDC-7F9D3AB3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1C39B-C316-4467-AD2F-A49D5319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2ECE2-3F63-4ED8-B8C0-02939899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F07A4-4EC2-481C-92A8-C564C8DF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E51F8-ACF7-48C4-BCFC-D4BB98B1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F9B1B-4C4E-4A87-B7AD-2F9FC022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33DB6-BD6E-4C41-9C82-1EDE114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C2BEB-1B50-4E1A-BF0F-67E25CEC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60E6C-84B4-4292-8B68-9659C01B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2CE09-F190-4BBD-9ECA-DFBF36B6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116D2D-0873-487A-9C7E-86040EA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11683445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4C5B8-325E-45CC-86BE-F43FFE1A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04C81-AB3C-4F2B-A4E0-BABE9D96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Gate 1 · 범위를 줄일 수 있습니까?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4CD86-8C6E-4311-9CD1-1D2DDC76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BC5DC-DFC2-4B7C-9BC4-2DB0514C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F05C6-0C40-4132-A166-5281BBD0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9B212-C671-4D24-9658-523AC561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7624E-E4AD-4EB4-8A89-332F2428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상황: “회의 업무를 전부 자동화하자”는 요청을 받았습니다. 오늘 만들 수 있는 한 조각으로 잘라봅니다.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AFC97-5C07-422C-AA24-CAA5DCB3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D5C77-9AA7-4C47-8E55-DDEB77F4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4365F-8757-4CFC-BCE3-9CDE35F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사용자 한 명과 입력 한 건을 무엇으로 정할까?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4A784-65FF-488E-837A-68A1590D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EEDA0-60FB-404F-97C2-E5A0060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ADF7E-8CC0-44A0-8308-2CBE74C2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AI가 하면 안 되는 행동을 어디까지 막을까?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C107C-77B0-48D1-9B7E-853E5173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45E46-B443-446F-955D-6FAC6CB6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BD4B9-7DCE-4787-96C2-8C851BC3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완료를 증명할 파일·test·demo는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507010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4B2F8-CDB7-4A31-9538-30B6EA49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B471B-61BA-4D1D-84C1-3D9D128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51E60-8246-4CCF-88DA-CB3529F4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1일차 2차시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17EFF-648C-4100-8C02-AD5DAC11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Tool Calling과 실행 권한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1B166-A2E0-4E00-B535-469B12C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09:50-10:05 강의 · 10:05-10:15 코드 시연 · 10:15-10:35 소프트웨어 실습 · 10:35-10:40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D8F25-9FCE-4343-8122-726E1911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6E5E6-9234-4C05-A360-85C9BD6C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9CEBA-C925-435F-B1C7-51108FED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3CE6E-711A-4346-8EC3-3647C6F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 schema · 허용 목록 · 실행 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1F2D4-8E5D-4D8F-A3FE-42333BAA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4285E-EDBF-43BD-8240-D8364CFD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0CC7E-623A-4342-8951-581F947F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CE276-C105-48CD-82AF-F20C5ABD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모델의 제안과 실제 실행 권한은 다르다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E259A-71D3-468F-B666-A7E4AE4E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9BB83-2287-4E1B-837D-555F5B78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2C1D9-F5F0-40F3-A63F-3FD8B502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5F068-FB89-4609-95C3-E30FEF5F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허용할 도구와 막을 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2EA52-1486-4260-8125-C8B08D18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AF77B-CE74-42E3-B5B3-085A1027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rPr>
              <a:t>슬라이드 30-64</a:t>
            </a:r>
          </a:p>
        </p:txBody>
      </p:sp>
    </p:spTree>
    <p:extLst>
      <p:ext uri="{BB962C8B-B14F-4D97-AF65-F5344CB8AC3E}">
        <p14:creationId xmlns:p14="http://schemas.microsoft.com/office/powerpoint/2010/main" val="123344654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719FE-D35E-48ED-9D85-24E24452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25025-6846-4114-86EE-155D8BC2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모델의 JSON은 아직 실행이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F0DFE-CC99-4A53-8AFC-068CB76D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C6996-53F9-4E36-999D-0C674B2C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A2475-894B-4FD9-95BE-26AEF8E1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8866F-D362-46C8-A887-8E2B930B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89973-CA44-441A-B7B7-E10F5C23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모델의 제안을 실제 행동으로 바꾸기 전에 누가 마지막으로 검사하는가?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BA0F1-6607-45A1-A75B-63089464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583F2-EC11-45CE-B919-2701E34D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84771-AD30-410C-8C8E-E982D12E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 name과 arguments를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2AC7B-A64F-42E3-A30B-6E64FD49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5349B-9ACE-4BB1-80AE-7325D276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6E8E2-57FE-4234-A897-B58D0D65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required·type·추가 필드를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930CC-D4CD-4B29-A7AE-634A42C4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C6D76-E17D-44EC-8DC4-2DFAACA3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36C93-26E5-413B-9399-82A1D79F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allowlist와 workspace 경계를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908AD-4A50-477E-A6C3-830CB763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29C90-8887-4B17-96C1-609A4449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E2C79-C288-4820-8B31-04818706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registry에 등록된 함수만 호출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41A1D-630E-4143-A7BB-B1F908D6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8F1CA-F87B-45E3-8C58-5BBF3D1D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6E24E-27AF-490F-B9F9-DCB7EC94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result와 audit event를 함께 남김</a:t>
            </a:r>
          </a:p>
        </p:txBody>
      </p:sp>
    </p:spTree>
    <p:extLst>
      <p:ext uri="{BB962C8B-B14F-4D97-AF65-F5344CB8AC3E}">
        <p14:creationId xmlns:p14="http://schemas.microsoft.com/office/powerpoint/2010/main" val="9901601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2D99C8-D2AC-4ACA-850F-AF56C5A1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647FB-94D3-466A-9B4D-AE93C577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전에 알아야 할 네 가지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A65C8-A101-4C0E-9089-BBCD1D64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B0E0F-EF0B-4673-876F-74E71093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F34DC-0CD1-4DF8-AEAC-726B43A3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73CCF-C5CB-45D1-89DA-6E4A75E2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36521-88F8-4F8E-A1FA-D3E47545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6A09A-4172-45AF-9C58-E8020BF7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7139E-263E-4BAE-8E81-98708F91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52ACF-BFEA-4080-8FA6-6233D3F0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70FAA-6128-4D7C-A0C3-FBA8EA75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 Calling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Structured Tool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FFCDC-1A6E-4FED-8C3D-3CCE62C7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모델이 자유문장 대신 도구 이름과 인자를 구조화해 요청하는 방식이다.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DC0E6-95EB-480F-B164-7D76E386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read_public_text(path=...) 요청을 만들고 실행기는 따로 검증한다.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EC1B4-1C64-4C40-B81C-EF7A93A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72C82-1A76-4270-91A1-1A5D0338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A36F0-60DA-4D10-A400-03A77C55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Schema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50DE9-AF20-4E3A-BE59-1664EE51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입력과 출력에 어떤 필드가 필요하고 어떤 타입인지 정한 계약이다.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55699-D9ED-4E3D-9D92-5C6CF5A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path는 문자열, action_items는 배열, due는 날짜 또는 null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B8CB2-D85D-4368-B6E3-3A3CE61B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7652B-66D2-4642-9FC7-AD5D40B9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Contract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E33C4-E8D7-4D25-9180-C1501042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전에 입력이 Schema와 정책을 지키는지 검사하는 단계이다.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4641A-4F5D-43C4-AFC9-4F6C56A9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허용 확장자가 txt/md가 아니면 validation_error로 중단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F6EAA-7C5F-488D-8739-BA6D05AE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5C853-8B19-49D8-A6A6-5685A552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1C3FD-86F4-48C8-B8E8-A1D0EFB9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Side Effect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External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703AC-A4F5-4DEE-B0C6-03661EA1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파일 쓰기·메일 발송·DB 변경처럼 외부 상태를 바꾸는 행동이다.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2B7D60-EA2F-4BF6-AD12-E980B284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회의 요약을 Slack에 게시하는 행동은 승인 뒤 한 번만 실행한다.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89962-1B92-4BF2-8A1B-46261855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637597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D5CDE-B5AA-4392-B7DC-BA83C181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 Calling은 실행 권한의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A6C2C-B3AD-4442-9647-2713E4F7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D7036-1CBF-4F68-845D-8521BCE7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C5268-B0F6-4F80-BC82-9DFD5218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50D94-9E2A-432D-A82F-457FB394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16AB3-470C-49CF-AEB9-DB2DA91C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0A96B-4A54-46DC-9C6E-577A0AF5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모델의 JSON은 제안일 뿐, 실행 허가는 애플리케이션이 결정한다.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43e118feb4e23">
            <a:extLst>
              <a:ext uri="{96DAC541-7B7A-43D3-8B79-37D633B846F1}">
                <asvg:svgBlip xmlns:asvg="http://schemas.microsoft.com/office/drawing/2016/SVG/main" r:embed="R1c7ede29af6e43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2A71A-8BEA-4491-A177-FD090BDE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A58D5-ED25-466D-B29B-015EDCCB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name·description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CB542-8D2E-4AF7-84B5-7BAB5C0C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7726D-2FE8-4887-AFEC-D8BEA023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arguments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29C14-B96F-4B2B-9E33-2A0ADE7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C8C56-5361-4040-969A-0332A2C5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allowlist·policy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DBE19-6201-403A-9139-AA978F8E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596B4-572F-427A-8277-CA3CFA6A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권한 설계의 핵심  |  Tool schema가 친절할수록 모델은 똑똑해 보이고, allowlist가 단단할수록 제품은 안전해진다.</a:t>
            </a:r>
          </a:p>
        </p:txBody>
      </p:sp>
    </p:spTree>
    <p:extLst>
      <p:ext uri="{BB962C8B-B14F-4D97-AF65-F5344CB8AC3E}">
        <p14:creationId xmlns:p14="http://schemas.microsoft.com/office/powerpoint/2010/main" val="127133699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E6C52-A9E9-4F55-93C1-C8958EF6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Schema는 문서이자 방화벽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7808A-AB07-4835-B4DE-94550865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2539F-6F75-4171-8B33-F58669D1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6F059-4B2D-4CD8-A595-A5203F2E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AB7F4-8E1F-4C1A-8FDD-457B7D59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1C13A-25D0-4EA9-BFE3-293F331E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필수 필드·타입·열거값·추가 필드 금지를 코드로 고정한다.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4B3E0-7D5A-4DE0-96B9-8581053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49BC4-3786-4578-A0E2-B43EF059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7F7C1-C60D-44C3-98B9-973EE11C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B6E8E-3513-4885-A133-DBA54B22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type·enum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82CE3-B4CB-4192-8145-B010CD0D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69E52-3ABE-4AF4-9EA0-53D0A9D2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21248459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829BA-384B-48D2-B6BC-AA704B00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Registry가 실행 가능한 세계를 제한한다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C9042-86AF-4769-B8BE-F23E711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84D2D-0DFC-49EE-8717-76214E7B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A5E65-FBAA-4547-854E-B450E803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96920-8C37-4DF4-BE5E-E0686AF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6FDF4-827D-4098-8B31-D527B211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AE1BC-98FD-4575-A675-91E7B5E2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모델이 아는 도구와 실제로 등록된 도구를 분리한다.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F93B1-667F-49B7-95C5-84C04E78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C84A6-98E5-42A1-81DE-FC49974E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TOOL_SCHEMAS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D9292-FD10-472A-8333-AAE8D526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7A931-0C8F-4D68-BF78-FF498441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TOOL_REGISTRY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A85AE-3DC1-468A-8799-C04C58F8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BE5E9-65CF-4F65-8223-E077A741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284605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DA610-A1A2-4BD0-8748-B498EA34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최소 권한은 기능을 줄이는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943C3-D7D8-493E-BED2-4117484C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3F0F4-6F22-434D-82A7-BF983598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A97EF-B1CA-4ADF-A288-829A4A2B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98A0F-D662-4ABD-BEF1-639FAC1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68013-49BF-456E-B938-E5DDEC3A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범용 shell보다 목적별 좁은 도구가 더 안전하고 평가하기 쉽다.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E6761-7BEA-446E-871D-D12C800D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0821F-BFE9-4207-A343-B320C8DE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read_public_text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0F30D-76F7-45F9-939B-E0235EA1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C2F42-B409-4D65-95F1-0BD964D2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확장자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73DEE-29D7-4111-90C9-5D8582BD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89ED4-D2B4-4AF0-9071-C16648FC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workspace 경계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EEDB5-CAC9-4F4E-8A29-BAC91D9A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39F93-7FA9-4F26-B87F-8346052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권한 설계의 핵심  |  오류 메시지도 제품 계약이다. 복구할 수 없는 오류는 관측되지 않은 오류다.</a:t>
            </a:r>
          </a:p>
        </p:txBody>
      </p:sp>
    </p:spTree>
    <p:extLst>
      <p:ext uri="{BB962C8B-B14F-4D97-AF65-F5344CB8AC3E}">
        <p14:creationId xmlns:p14="http://schemas.microsoft.com/office/powerpoint/2010/main" val="87454888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02EC9-076F-4DCD-87A3-05D5941B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Validation은 실행 전에 끝낸다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858FD-6A4A-4D11-BE1B-612CA00B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A0EEC-248C-4AC9-A1C5-B4642987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1926F-FA7D-4EDC-8B6E-AFC5AF41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6CA4C-7E94-4312-B8EA-ECB81DE4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0C329-F64C-48E1-966F-CE484448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2A0AA-CB10-4C66-945F-A802D28B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누락·타입·예상 밖 인자는 side effect 전에 거부한다.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84B84-509B-4675-B145-D375C78D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5BD4F-67DD-4EBC-AF60-39410636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EF514-FC18-430F-9E23-A9D86AF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5CAD0-2733-4BCC-A011-A0EF395B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unexpected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8472B-D912-496C-AE9E-C455C53E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A7ED2-6C6B-4FB9-AE19-6F828270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wrong type</a:t>
            </a:r>
          </a:p>
        </p:txBody>
      </p:sp>
    </p:spTree>
    <p:extLst>
      <p:ext uri="{BB962C8B-B14F-4D97-AF65-F5344CB8AC3E}">
        <p14:creationId xmlns:p14="http://schemas.microsoft.com/office/powerpoint/2010/main" val="181704670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F13EF-C4CC-4A0B-A6B1-506E407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오류도 정상적인 결과 형식이다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1D167-FE39-418A-B440-9AC7F90E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558C4-D99B-46CD-BF92-2D3A505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FA376-DEA9-4085-8900-D3BDCB44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9F69B-39C5-4C91-9515-3A3582C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F605D-56A8-4ED2-843B-C5C3093C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traceback 대신 ok·error_code·message를 downstream에 전달한다.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66F77-0C6C-4C73-973B-5399FB61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BD916-7169-4581-B1B1-18A0962B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VALIDATION_ERROR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6CA66-6B56-4EA3-8EC9-0D70C4BB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78064-9C27-42D3-AC92-83EE0413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NOT_FOUND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B60AC-5B94-40D2-A03A-D6A4613F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CA3EA-FCD9-44EB-94C0-89EF97E8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POLICY_BLOCKED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3AAAB-A11B-4694-9C0C-9D2B4D83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20936-2192-4891-B7ED-81CE7808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3077272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69BC4-ADD1-49D6-8770-CE4B7D03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Read와 Write는 위험도가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7AD6C-7D3D-4CF7-BA0C-2661902D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8F934-BD8C-442A-8CC0-B2ABB25B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18C3E-3963-49A4-A95A-443F83D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40EC5-C703-46B1-A745-F346123B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DDF00-BD32-4BFE-AF67-434D226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7E09B-5FD0-4C6B-BF36-D9FCFA45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외부 쓰기는 승인·중복 방지·감사 로그가 추가로 필요하다.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4C321-963A-45D4-A6FC-43AE3258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17E07-8523-4F09-BB51-1C5AC924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read: 자동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898E1-0218-43BC-B378-AB051203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4EEAD-FB6A-4E37-8282-037934D8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draft: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03F91-CC8D-408A-B11C-A1A3AB42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BDBE9-372D-4EE5-8E70-3F8F6E62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33606472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F9576-A372-4DB3-82FB-0ADFBE13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Audit event가 설명 가능성을 만든다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6084B-3928-4E5B-9EF7-065E4840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F3DD0-16B9-430D-9D05-061163BD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964C1-0307-4BF1-9AAD-07682B10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488FE-8DFE-4CAA-80F3-9CDE011C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D0D7D-DEF2-4F90-A3E6-63FC476C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누가 무엇을 요청했고 무엇이 차단됐는지 구조화해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B382A-C7B0-4563-A91E-B04C2364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72C06-9DB1-41E8-9321-717F935D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input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DEE1B-CC58-424F-AB6C-2F3A6B8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1535A-3E57-40B2-BCDC-4EBACEB6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tool·args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911B7-CCD4-4CBF-8A8A-263F0B95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95923-080A-42E8-A77E-AD826125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decision·result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194A7-5695-4ABE-A277-8EAC1FD7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D289B-50ED-431D-ABB1-113FEF7D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4CC36-8C52-44F5-9127-78B5BEFB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F1CFA-EEA9-47A0-99E5-9A9F0C07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권한 설계의 핵심  |  외부 쓰기 권한은 기능이 아니라 책임의 이전이다.</a:t>
            </a:r>
          </a:p>
        </p:txBody>
      </p:sp>
    </p:spTree>
    <p:extLst>
      <p:ext uri="{BB962C8B-B14F-4D97-AF65-F5344CB8AC3E}">
        <p14:creationId xmlns:p14="http://schemas.microsoft.com/office/powerpoint/2010/main" val="56193441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C2C57-26A5-4E19-891D-2A469355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9E26F-3921-4833-A06D-CA1C1CDE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44360-8514-47FC-BEBB-FD5279E6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54469-9E0B-4CAC-9C5D-A21A5AB6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F6CC4-2F1A-49F5-9E92-4E894F84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9E033-CE9E-4E98-A693-2439DED2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E9A69-F6CC-4E92-BB2F-E44BFB21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BB006-692D-4880-92D7-0D537AC8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02811-E7AA-4C73-AF8F-83F06F49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FF76B-0F9B-456D-9418-6E6E21C3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도구·인자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514EE-0DA7-454F-BE5D-B5F47D4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F4794-33AB-4BB8-A67B-2B01EA2F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9337C-D13A-41D5-916B-9DC0BF2B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48A1B-9336-4C9A-9D7C-ED6BE18F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schema·policy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7AC9F-44D4-4928-B1CE-8AC76870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1A31D-6094-48F0-9D2B-C11E21B8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B45C8-B680-429B-A609-10AE1D44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16832-33CC-4B8E-9C20-3BB3ABD9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등록 함수만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885628-5E0D-4FBC-822B-AD085523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A8540-95B9-49D3-96ED-0D02D788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6C5D7-D0E7-4CF3-8FAA-D4E75849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D61CFC-5040-4046-9334-4162D4D8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36005407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8D2D9-F692-41C2-8B6F-A797ABF5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6D292-1022-4411-A0A2-726D46D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 Prompt와 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59366-03A4-4F5B-822F-FB8F4C1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07E23-8DE5-4FDE-BBEA-5B5C287B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9CF0D-39D2-4A96-A2C2-FBDCAF2F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AC92B-8DB0-48E5-8E1D-5C37363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1B2F2-74E1-4461-95E0-877909DF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353EE-F804-4B6C-B76A-A8BAFF65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3AA27-7167-4A9E-B430-54DF729A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41C0A-E579-4C2F-B3B6-40CE6702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역할·허용·금지 행동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979FF-7F56-48A0-A558-30ED0433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AC91C-E54F-4728-A6A9-5430AA56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4CB5E-A86B-4700-8249-D5C5B208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43AB1-1097-4879-976B-1B3EE1B9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입력과 원하는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852AC-DFDE-4D95-8110-21FBA865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15D4E-4F0B-4AB1-AE84-309B47B1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D9DD2-D46A-4154-90BC-7DC27EF4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5B36E-5225-418B-97DD-078F7E00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name·설명·인자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A8CEF-F59A-48BF-890B-9BEEBB39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E552D-6542-470D-BC68-C87F766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151E3-7732-4529-AE63-53566DF4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029E2-652F-4E64-9300-C68BB2F6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정상 호출·차단 호출</a:t>
            </a:r>
          </a:p>
        </p:txBody>
      </p:sp>
    </p:spTree>
    <p:extLst>
      <p:ext uri="{BB962C8B-B14F-4D97-AF65-F5344CB8AC3E}">
        <p14:creationId xmlns:p14="http://schemas.microsoft.com/office/powerpoint/2010/main" val="46601123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E10E8-A4CF-416D-9944-A65B60E2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7C6EE-8C2F-42A6-AFBA-6ABFAF42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A82AA-3EE5-488B-9F51-0603F66E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6D9B3-95C9-4DE0-A9F5-2BBD3A7D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2A79D-8A92-4787-9BEE-4688DBCC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39FB3-273F-4064-8CFB-0D283EC6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E7498-83F8-4FFA-919C-A5AF3215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B7DB7-721C-4619-B3F3-295226B7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F1E7A-C5ED-4DEA-8577-5BACB623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97119-7B51-41CE-8FB3-51E9F1ED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workspace+path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B7727-286D-4125-A9FE-D94F46C1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55B59-BA75-42EB-B96A-F6BE3C89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54018-F5A0-45CD-8585-7CCC28E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A5B93-36F8-4135-A16F-37BF2F7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절대경로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B318D-8ECA-459F-8141-659667F2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07DB8-02CD-475A-8BD7-04D3014E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E61D1-5500-44AB-B6A6-6636E838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8E276-7C23-434A-B54F-614A2415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root 하위인지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10ACA-EBA7-44F7-AB8D-BD57222D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3945B-4D10-459B-8448-019FD197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A34F9-5497-41FD-A176-4A6C2391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1DA49-EE29-4D7B-B09A-00746B95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176901396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8A2DD-926B-41BE-A6DF-FFA2E65F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05EC1-BB9D-46B6-98CC-459191B0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DBA62-AC1F-49D8-BA6C-BDC7B141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05C9F-E1B4-4008-945D-304E9BF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78EE6-DC62-44EF-BAEF-21B8426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300AE-99A1-4C2D-AF80-14252041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E73C9-881B-437A-852C-03653F8A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325B9-BD5E-4730-9F5A-6F205D9F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F9A87-01A3-4D26-981C-B5C33D2E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AD1C0-AC6A-44F1-8F62-6981B6D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재시도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8166A-5388-4100-BAAA-68611C11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83773-EEC0-4080-BA27-F98642F6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306A1-6CA6-4256-B0BC-5BA0BEC9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50935-3CA4-4F20-980F-43E5148A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입력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45523-B05B-4BF7-AF3F-4EA5BDFA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D1926-70BA-4F0C-9BCC-AAE1FEED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4E5EC-0020-49A6-BA05-AFDF818A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일시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2C6D8-6C9F-496C-BF95-20E78C4B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제한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F7A30-02A5-4A41-ACA0-06D8D972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0602F-1751-4314-87A6-732838CC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C3D32-26E0-4941-8AE7-311283E0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0A0D6-DC15-4B4F-BF24-74B5B68D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184863237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171CE-DE49-4E35-A402-66B0FF78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9E295-A267-4DEE-B9BA-B8773F96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7A3D0-D637-43E5-9254-9AD6CA83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B769B-BB7E-4D42-8946-988F25F8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76F21-95AC-4CE5-B37D-DD788A04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5276A-4927-44AA-A583-2F79269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5CF51-BD2F-4A5D-815E-3C9C2A52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6033E-F370-4184-8532-1A38D858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700BB-BC51-486A-B75D-9138482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BB80A-27A6-444F-BE34-18AA77D4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9C339-0F34-479A-9D3C-FEC353C1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0D1F0-6B96-43FC-A625-B8AD3FF0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A756A-510F-4729-B603-BD159358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D4A92-DD5D-4E01-B528-90E03384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최소·최대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67E41-226E-4AB2-B4E5-D9D37437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EF572-BF0C-4A5A-9709-4F0C1014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81127-EDEC-49F0-ABBA-E3C2E283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0C570-E9D3-45E7-9D34-2327B3F6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path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646B9-17D1-4E76-A3C5-D2E43E84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74C93-5A8A-4E2A-9DF5-7115F6AE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16E3A-8DD0-4DEF-9C90-D309551E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중복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E0969-7618-4BD4-8956-8FE9BBA5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53236894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C2D0D-9168-49AE-8025-4747086F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2DE50-0CDE-4536-BF6A-562E29EC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‘실행 허가’가 생기는 화면을 순서대로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12D0B-EDEE-4EFE-9D93-B1FB406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1898C-977D-4AB1-A19E-E9D9AE4C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2A15E-1679-489F-A9CC-093FF70C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41DE6-7A91-40C5-981F-B5279611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E1CFB-80DE-4EAA-95F4-E548FB2D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API 형식 → 인증 경계 → test 규칙 → 실제 통과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CCAD5-21F7-447C-8B31-FB10B1A2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4FCAB-DE58-4F96-AEC2-DA35479F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DFF31-878E-46D2-8FF9-A9AA6986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요청·응답 형식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7E919-D788-46BE-89B9-E1B9BABF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base URL·payload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B9A78-B7A8-4ADD-A4FA-FF8326B0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DDB3B-33F3-4109-8C35-0FB324AF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6206F-9D52-4177-A62E-33608EA6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4D6C7-4CFD-4F9C-AE35-4C5A08CE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인증을 코드 밖으로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B30B4-DCA4-4A13-B2AF-3D30C2A4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환경 변수·최소 권한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AA340-E674-415A-95C7-176BCD30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D1298-C9B8-484B-98F1-829A7D79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B7167-9173-4945-B304-10A47A0D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BA49A-95EB-4EAD-B02C-9127C0F1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실패를 test 함수로 고정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A1A49-43F4-45FC-9094-EC2D9F51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assert·error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5047A-3AEA-4927-BA7F-BD93947D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ADE15-C82C-4423-B1C5-4B0FABDB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63633-7029-4C94-80AC-ED83064E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188D0-4E5C-4B7B-84A6-6DE4D8A8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정상·예외를 한 번에 실행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2A422B-519C-46A5-A25F-D5C3BAD6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84D2C4-DE0F-4538-988C-52754B81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289031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97CB3-E1BD-42D9-9567-166BEF0A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A311D-61B8-4633-B9AB-3B4C7865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9BAC8-8FAB-4732-9EE0-9AA97B94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18D0B-4A21-4C0D-BC28-1C70AB20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C687A-61CA-443B-BD40-E84FB935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C1F99-59B2-478D-BE9F-CEFF48AF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F08BF-8B2A-46FD-8EB3-4BFF81A6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883A9-CEC9-468A-A174-D015BAC3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66336-D68F-4CF5-8640-634F1E3B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base URL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A0E02-0AE3-42C6-AF26-15615305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590EC-0430-43D5-8C73-9F9581DB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request/response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A7187-831F-4C03-9A3A-1FBB2034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2A800-9FB8-40A3-889A-7A6E23D5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timeout·stream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9D1DD-44BB-488B-81C1-B46715ED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5C97C-9289-481C-893F-D4217030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adapter 뒤에 감추기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A277D-4D9C-4098-A775-82870E90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0d463d34e4e6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828A3-A79F-49FE-8E84-9AE992EC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31552219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6B20AA-8F34-4C56-BEC7-151B62FE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397D3-CBB5-4543-8D15-8C3EB1A5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BAC5A-BA27-4ECE-A951-05311CC9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F7E38-0C7A-41E6-B328-BA33A534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8F90D-B50E-44BD-96F5-694FC6D6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32BD6-A239-42D7-93FF-3CFEB281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D7C9E-F5C9-48DD-8928-111D85EA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C6F2F-1E65-46F7-B1DA-5A8AEE04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FFA6B-184E-47F3-9846-BFEE5CA1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token은 환경 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D8896-55FF-40F2-A73E-55E3574B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DC76D-3B2F-4294-BEEC-728B3F4E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학생 필수 경로는 dry-run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0A0DB-4E35-4067-A97C-C2245FD4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06B03-FC40-4C47-91A4-4E568287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최소 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02729-D681-4792-8A14-88A52183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0EAE7-D990-460C-9ED5-B8328225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화면에 secret 노출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D1112-ABA4-47E1-9F38-89A37891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f48aa04614f5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5A943-1A44-4F81-8E4D-A7345D8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99218042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04B5A-26CA-469D-9511-6F3D2AB4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6E11A-2218-452F-9508-CA8A63FF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pytest · 오류를 재현 가능한 계약으로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0B0CE-D11B-4834-9DE6-52BED331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07607-83FD-4F18-8468-4EEDF483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15ADF-F94B-49BF-A661-4E6D3145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F5ADA-179F-41DC-887C-193F1C2B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43FB2-F34E-40EB-AFF2-88DEDBD9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73F36-E8DA-4276-B183-A4F08E32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57076-E0B2-4426-9C76-CE42358C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test_ 함수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FE175-FB52-4BE6-99E6-911256BA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33239-A85F-4C60-8F32-458F5CF8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assert로 계약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9360A-7E54-4721-962D-D1E39FFA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EA3E5-87E7-4146-85BE-36E8DC7F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정상·예외 함께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4D535-765F-4107-8CD3-A253FBC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04498-1471-4D2B-B7CD-E0118280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짧은 명령으로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B008E-CF78-4D2B-81FD-6D54BDE4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daa389660448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0559A-EFCE-401D-9C3D-7B0D97AB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39455214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A43C5-A436-409C-85B9-9C3F8E73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C1871-BF72-485A-8BE2-8236296F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실행 · 25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888DB-BA93-4D9A-9A3E-4B42667B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03ED0-EDA9-495A-843A-5927D482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6EA07-6314-4A3A-84BB-8646DC66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B3BB6-F5E3-4C89-B8AA-C2199255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959CF-0A5B-4173-A3B4-FF10FA1B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F53A9-E98E-4927-AF8B-2F7788C4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B2A1B-F4FA-4E99-99A3-5C8F88E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25개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D9630-EF90-4EFF-A7C6-AA917D09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0F01B-F8AA-4B36-B47C-C815F50D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9F442-5235-4E6B-94C2-05D32610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8E6E1-453E-4CA3-8A37-A10F8993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시간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8AD66-455F-4178-868B-4AC5727F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A74D1-3D82-4C26-87AA-8FD4F098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완료 증거로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3B3DA-C58A-4C97-BBAE-33978D51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d03814958452f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743BD-A2A0-499E-91C9-A3D4BD2B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 notebook의 실제 Python 3.12 pytest 결과</a:t>
            </a:r>
          </a:p>
        </p:txBody>
      </p:sp>
    </p:spTree>
    <p:extLst>
      <p:ext uri="{BB962C8B-B14F-4D97-AF65-F5344CB8AC3E}">
        <p14:creationId xmlns:p14="http://schemas.microsoft.com/office/powerpoint/2010/main" val="164511873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2360C-3CA1-4BFC-BA69-BCBB439C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371F0-7B2A-4121-8768-8A27A3C4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0DFA5-EE6F-409E-958F-59F80858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B2BCB-D16C-4F1E-8CAC-A702C724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39DB0-6F6D-4B21-84D5-9C62812A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0ECC9-BA8D-4D68-9732-289E6DE2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EB8C4-19F9-4B0A-B0EF-709FD79A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4DBD4-C8E5-4891-AF96-119D757A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A47E8-AD5D-453C-8B48-D9FA72E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 도구 한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38B73-5A16-49D3-BFD8-B79545DB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8327B-4BF9-4C45-86F9-5C49C32A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필수 인자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6E21A-6129-4C44-B259-3B92EBA0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41151-8430-4FFA-9705-54C55361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설명은 모델용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1B0D5-0392-4237-B7C0-E4659E88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E9F91-652E-4DF9-B479-7265FEFA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함수와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81281-0B6B-4AB3-ADB3-769868EA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7C1C7-1155-466C-8EA9-15943BFF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0B60D-8D49-482C-A6D2-E1B0675D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30360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D77D5-3767-46C7-B31B-A9872C7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E4297-B959-4408-AEBA-334FF74F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A28C3-6EF8-4608-A6A7-06AA1EC2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A90EC-2CCB-4EE6-B5C7-2BB043C8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2C72C-19DA-4185-8B05-A2C28C0F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FEEE0-431A-419B-BAB9-99151A6E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F5344-8FD8-42C9-8097-5D94AB93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6320C-BCE2-41A2-9716-55376743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803BB-9988-407B-A801-A74D9988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누락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C1F95-1ADE-46DF-85B8-27A6F3CB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1C9E0-91AE-4EDD-AEAA-1A2D908A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추가 필드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51EE3-0695-4303-AB5A-85A59EF7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EB267-D14B-46BB-B19B-279007E8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전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38F1A-CB65-4C0B-B298-D1372A38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9F183-FF3F-4E0B-85B6-80C0FC36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 코드로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2E3AA-7422-4B40-9547-6111D275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44C20-FE76-4797-9628-9B1512B9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4F883-6A26-45FC-89AF-884B77A8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149247523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F8C73-434C-4E31-86CE-4E34F47A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C4D0A-5577-4430-9900-019ABF44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EF264-A8DA-431E-A7DD-5C78EBE0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D4028-D288-49D1-A4FD-D3B64CAA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875A7-91C1-4AE3-8700-4FD439E3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E8F2D-26AB-4485-B929-D209B997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4B42B-8BE6-4FD6-B0B6-C49737A8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2FA63-E77E-4B44-AD0B-FE33AC14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6BC7A-CF21-40EA-811B-FF25DB25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../ 정규화 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C1E7A-ED0B-45F5-AE95-C84514F2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FC006-A314-4403-9EBA-3882F351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절대경로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95F59-EF69-4B75-BCA7-21BE963D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71256-B708-44C4-90E8-8D532E71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symlink 고려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27ED7-FAC0-44F0-981A-20E412F5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D24A2-2BB4-42CE-B5F4-BF137FBF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테스트로 공격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7CDC4-B7A9-4E38-958F-0E065C82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EDED9-B95A-4925-BD0D-CB7E123F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17990-EAA3-490C-AA74-B493CD96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31302259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51897-7CDB-4FC7-AA58-14E7678C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EE289-80DD-4EC0-BE8F-B624E83E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66F80-CC92-4BBD-9282-D17CBB35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4BDC0-3386-48BD-BC71-C4090C0A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46DAA-EA2F-42C4-B2AC-58743BB6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E2E41-E480-4758-8393-2B44A26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0E6B4-205D-43D0-8317-AC7F8D98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7D52A-C3B7-47E4-97CA-8998F638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A85C1-BF0B-4697-A8E9-C56BBF16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exception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5EABC-06CF-4A6B-9396-7A279234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E71CC-EF88-4A8B-B766-E4164981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안정된 error_code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6C274-52C9-42C0-AF37-14843B68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2A6CC-CDA4-44E0-8205-A5AAE4A4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사용자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2ECA9-0632-4734-AFB0-195B3CE3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DC34C-C725-4C64-811E-C5DE360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trace에는 상세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F38A6-B18E-4BFA-ACA3-6D2DC52B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30261-8082-4685-8BBD-8613E5ED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CCC82-ECA4-4B38-B532-5658DEFA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0615653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E6511-ED2A-4FEC-9FB3-43143F48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577F5-8D30-4ADD-BC7C-40C54419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 Calling Prompt의 최소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A5619-6053-4042-AD75-97041C7C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6027F-9F91-4091-9234-E0AA41E3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E0538-505C-4F16-9C64-A79ED6FE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C2170-5108-4E9D-98E8-84A7E483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8D39F-AF51-4A57-A8AE-4F26A57C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783ED-0B24-4A12-A9E1-155E9BD8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C1730-9E68-467B-AEC5-2A980ACB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역할과 금지 행동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75E83-FE25-427D-956E-7B6E0D9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2A9DD-B00C-4367-BE05-C58A29CA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입력·목표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617C9-92CC-4D16-BA4F-BD04D133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AB3F4-8011-4882-BD32-9D96FBD8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도구 설명·schema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B128B-C7C1-400D-B6F0-608F2946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36E57-13C4-47B5-8938-A6F801E6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 예시 한 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C711B-358E-40C5-9A79-227BB072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E2826-EF52-440E-9E46-C4056F37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36A33-0689-41B5-80C7-1F3253DC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SYSTEM: 허용된 도구만 사용한다. 메일은 보내지 않는다.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TASK: 회의 문서를 읽고 할 일을 찾는다.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TOOLS: read_public_text(path: str)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OUTPUT: 필요한 경우 tool call JSON만 반환한다.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EXAMPLE: {"name":"read_public_text","arguments":{"path":"data/meeting.txt"}}</a:t>
            </a:r>
          </a:p>
        </p:txBody>
      </p:sp>
    </p:spTree>
    <p:extLst>
      <p:ext uri="{BB962C8B-B14F-4D97-AF65-F5344CB8AC3E}">
        <p14:creationId xmlns:p14="http://schemas.microsoft.com/office/powerpoint/2010/main" val="145584406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E1DFF-DFA1-4BC1-B66D-FBBA7D95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설계 워크숍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01104-EC13-4DEF-8CE7-06B8C769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설계 워크숍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9DD5B-FBE1-4FBD-A206-499964A8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58967-B0AC-4CA8-A4F7-79E73FB6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C7683-CE2A-4A7B-830B-433009BB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CE860-83C0-4243-ABF5-DFC99F05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90A93-5503-413F-894D-198AC771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D264B-5C9D-4782-AAF2-4BBA23A6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563CF-3797-4C6C-BDE6-0022EF70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35CB7-A01A-4B89-83F9-CC86B3F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B74CF-543E-4594-844D-3CA6DBC7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A4628-6F8B-44F0-9ED6-C18AF723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8C05F-7116-4EE3-98B0-AEA7E62A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9DEA3-8A1C-42F2-A027-09786B23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8477F-0290-43B9-BCEC-B7FC6B20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필수 인자를 1-2개로 제한한다.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BDF81-357E-41CB-8808-F551711D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CBF1B-C01E-49B8-9954-5C3D21B0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477F6-C6A9-416C-9944-A7B8969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타입과 허용값을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409DB-1EC5-4297-8722-D4F57E72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9F2EC-4E4E-4BA9-9BC6-766783EB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112EB-2B65-4B46-AFF1-B3C9D83C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 호출 예시를 JSON으로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F7110F-F7B2-4C3A-B9F0-D2E61AFA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E8D28-C99A-4156-B2CB-501D21D5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43817-F69F-4AB3-AA0D-76C812A1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194148458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0F341C-6183-4EF7-8E86-687F094C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75EA2-51BF-409E-9993-A322D289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1 · 잘못된 Tool Call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F8A2A-DA67-4558-B4BB-42627078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71335-305C-4E1B-BBFB-DF9B8C7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E6D0C-A1F0-4CD6-AEF1-674686D2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1EA8F-D975-4EF7-8E7F-C42F26B9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F3E09-10C1-4F1C-993C-44C81204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0A0CE-407E-4539-8597-B794FCA7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F1C26-3370-42F4-96C9-F315376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8307B-6710-4C1C-85D5-1C2D7EC1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1DB9D-0D2B-4F44-B62D-4E9E6ABE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18DE4-9F2D-4941-998A-2AAB33C3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unknown tool을 실제로 호출한다.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48168-DE03-47CC-8EC9-C8125523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796E3-35AD-4E00-8919-85DFE1B1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75C5A-5496-4D21-BDC2-039CABFC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필수 인자를 지운 호출을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B694B-4C36-4F59-B296-ED7275F1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71C18-E4C7-477E-A106-3B641ED4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DEE3E-3B7F-490F-8458-839C4BD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예상 밖 인자를 넣어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4BA94-EAB6-477F-AD9E-E3E6EE93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E32EA-CF5D-41DD-BAC6-F269DF3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596D4-04D0-47AB-B351-90B9DE15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세 error_code를 결과 객체에서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5CAF2-8A01-4C35-8C61-DF3678ED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BB7CD-C1B9-404E-AD5C-0668D80A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28378-8463-4C12-A8B2-3DEDDBA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실패 ToolResult 3개</a:t>
            </a:r>
          </a:p>
        </p:txBody>
      </p:sp>
    </p:spTree>
    <p:extLst>
      <p:ext uri="{BB962C8B-B14F-4D97-AF65-F5344CB8AC3E}">
        <p14:creationId xmlns:p14="http://schemas.microsoft.com/office/powerpoint/2010/main" val="66439066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A3968-6BAC-4CDF-9551-29F2C3E9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8C616-2E89-4C21-B6B5-68D81BE8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2 · workspace guard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A2ECC-7339-43FC-B9C8-26076D83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E506F-EB4B-44E5-A145-483C3187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876C0-A47D-47B2-8D25-7A3E1BB6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92081-557A-4FB6-BA9E-B02539EF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E3FCA-8388-4EAC-B715-5B185D44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03A1B-D68A-4F45-A9E2-9E0C141A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1CEA6-9022-43BE-ACEB-78EA7F70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3D295-96CE-45D7-81E7-CA121CF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068D5-9A2A-430D-97AA-BF22986D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0AF7E-4B0F-4489-B5BE-22868904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 상대경로로 함수를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91193-A6C0-4B65-8D85-C1EA9F48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F2603-7071-4DF4-AE64-399F11DE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E4FD1-06FB-4632-822D-0224B1F5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../를 포함한 경로로 다시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58111-8501-4F13-BD66-6D25450B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F785B-14DA-4674-806B-128922E9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FFF86-2FF8-47E7-96A4-028B7BC9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.py 확장자를 넣어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20F33-9C9E-4398-9876-922CBB2C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7A8E9-E169-4D69-ABE3-8A0EFCDA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B2873-4494-4DBD-B99C-286ADD61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어느 guard에서 차단됐는지 test와 비교한다.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87438-6D05-4E43-BF14-CCFC293E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E8121-9C30-4371-858A-16A83B0D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A5D8D2-BCA8-4A68-AE75-3AEEF169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139079322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787CEB-F4C4-49AD-8E7B-D15DED03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F5662-6D0A-454B-9B22-8554C0C4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3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0029F-2C6E-4C59-8FCA-15D2585C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09846-C7D9-4D93-A2FA-2943A8A6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23B7E-BD51-4E5A-8448-E29D8A5F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3CB0B-E463-4040-83B5-9D7A114E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1134D-42BD-4D75-BC40-F2B647E9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B65A6-EF48-4914-9672-AE030129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80C91-4D34-477E-B899-735FB43E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9E755-7F7D-40A5-AD83-BB9F3A3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FD58C-3E12-4D7A-82B1-5A93B941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0AE34-149C-430F-BE6E-E6EEAD25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성공·실패 호출을 같은 셀에서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DF1B8-C15E-445E-9041-F97453BF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05EBA-E6AA-479C-B3EB-C4FDC6DE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8F95A-B49B-4752-AC04-573EE4A1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두 result의 공통 필드를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B27D1-BB59-4B77-B2ED-1BDFC70A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5FBAC-A5FF-478D-BB36-2EA8CA1D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B3321-E45D-435A-B959-894C8FE0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needs_human_review 값을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A491D-1253-4893-8AFF-0717D304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470A0-E881-4A8E-BA1D-3F720895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2EE9A-1DCF-4B00-9C36-E3DCF66F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결과 JSON을 파일로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8486B-81E0-4DCD-ADD8-4B834559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68C5C-5B26-48BB-B0A2-1D31637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5BA1D-49AE-410B-8935-8CCD0C05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공통 result JSON</a:t>
            </a:r>
          </a:p>
        </p:txBody>
      </p:sp>
    </p:spTree>
    <p:extLst>
      <p:ext uri="{BB962C8B-B14F-4D97-AF65-F5344CB8AC3E}">
        <p14:creationId xmlns:p14="http://schemas.microsoft.com/office/powerpoint/2010/main" val="188939213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D4E09-180C-4B31-8451-52E809A2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D227F-A222-446C-A8A6-F779697A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6BA7D-AB27-4FD4-8CBB-3C5EE400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26C34-2275-4D23-AF1E-DC63D8C9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BDAF8-AA67-4F83-AD22-871302AE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24BAB-321A-4181-A8C4-EFA5F9CB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43037-BD5F-4398-ADC5-723A0941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7F694-A507-4C9E-9437-7C14CACD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713DF-FD86-4C17-A431-F2AC1B20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7B0E7-2C02-4DF3-9AAE-B9B4089F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3928F-513B-46D6-9AED-F061D306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08060-D08B-41D7-B92B-4455C8C3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F72CD-B056-4BF5-8373-3EB11C18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3F7C3-083D-4D3F-BB67-DE63AD04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83E21-0116-40CD-9919-CB4EEC7A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F9429-5214-4E92-8231-CEBACDB0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B137C-53D9-4E21-9B5E-0B089468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56CF3-234E-4990-9A61-172B1645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0B2DF-D81B-447F-9099-F890AC99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97702-BBB2-4AEE-B33F-C1CB8789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28365-3EDD-4753-8BD5-31C0A5A6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079FD-04F8-42F7-A967-9F35472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8DCB4-4A58-4A70-9D12-A218345F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C1AE4-0653-46BE-86D9-FCFA29AA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31FEC-6496-487A-8EDA-D100E0CE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138360956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594CDE-9922-498E-8A0C-495BF981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E5164-32F0-435E-BABE-23CAD7F5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352B4-66CA-4A8F-AA2C-7E2386F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84009-A183-49E9-9828-29A863E7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CBB4E-9507-45BB-A1F3-100A0BB0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9C51D-3596-433D-8F36-4B05C765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E2510-135D-49AA-91DF-75B5FBCD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D0CA4-BEEE-41C3-BCC6-C059BBE6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E973F-9D6D-4BCB-8DCF-BBC1A40F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9D41A-9CA0-4DDE-B37F-90620F37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B0F4E-880C-4BF7-8BE7-5EE7EA88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1EE76-8A3F-4EC5-A48F-18AF40DA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43969-348B-4DB8-BBF2-4F296ECF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258EC-5A4D-483F-9E74-49EE7CCD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15A05-220A-4059-B669-426CCC1D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5EB85-E3B4-41DA-BC1C-D70317B9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5AB3B-A56F-430C-A60C-7CD98D06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642A3-EA6D-4AB7-99B2-49C84EE0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AAF9E-B695-4E88-AFB1-C1D4F663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241B2-EFA5-483F-9323-50F03C4A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902FC-8EE6-47C7-AB3D-43E9E28A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F823E-B707-4E66-934C-778128B0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211F5-F089-45E1-96CB-794FCB3E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E74F2-AF1E-4009-9E23-277CA896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686FE6-B2CC-44A2-952B-3458188E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68984143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BF4A0-5E0E-4FD0-85C5-B2428613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DC04C-4A3D-4D4C-BF62-32370281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5A99C-03E7-4F6D-A3EE-E6B68E8E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DB591-726E-4E43-91C1-8364F09F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0153F-E589-4019-BB09-97B0B0CF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9FDC1-E64A-46FC-8336-5367CCB6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5078D-E61D-4A30-A234-AF78E6AE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C5882-60D2-4028-9CC4-95416D06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FA498-11A8-472A-99A0-483A97D1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BBAC7-C01D-46DD-A3BF-215A7084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6BA7E-F850-41A0-BF9D-14312028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40DBD-8CAB-4583-9F59-FD4DD84A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6F08C-65BF-42B1-8AD5-32828DE0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E475D-2C80-42D8-A1B6-631AB39A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0AA99-D109-4717-9502-AB50D2D4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BB430-74E5-4E10-B8AC-A0F443BC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23BE8-96E7-4F08-808D-53406F0B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ED202-FC08-45F2-A55C-5D2D5379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04563-69EC-4F89-9A4F-45B5FB54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92995-C3E1-4A13-8ED2-B82F7CD2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8BB99-7A70-4142-95BA-52275083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E4F35-D8A2-43B1-91F7-A5227692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5CDC4-0754-4513-ADED-C8D8543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83C96-86EB-496A-BAD3-537B35C9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2358C-39C3-4319-ABEC-5EB4FF87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200646146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2BFC1-09D6-4DE0-8030-B0D55BEB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66E54-6AC5-4587-8963-5BCD757B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A7D05-7CC0-4BD2-83DF-653001DC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97939-8290-4DB5-B8DD-67256178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CF3E9-C78A-4DD7-A1F8-70E786CD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0B416-23CC-4B89-8C04-AE4C8A7E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AB904-3839-4E6B-99D1-2001E484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F972D-7B8E-4BF2-8C77-98F1B2F4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9FB73-127E-42EE-BDFC-E2E31957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F0375-684B-483A-B291-83CAC4DC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B2552-A68B-466C-A726-B028A5CE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B14D1-F452-4E79-B21D-40F2E206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74C09-F255-4048-9C1C-C725E9DA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BDD4A-8051-4733-B6C0-BB11E1FD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06083-53D5-4354-85F2-ADB6C325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86ED1-F51D-4D55-B998-9DABAB3C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00B24-DE15-4929-B2D6-EDFEB8C3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A1DF4-C9EF-41FE-B668-7DB725BA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21BFF-25AE-4306-8E7B-D7379D7C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C96C3-4F46-4A62-BAFB-FF90A354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2D874-F29D-4B0D-BF25-F69AD8BF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2C8D3-5FAB-4737-A93A-605A867A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0703B-3730-43BE-AC8B-55133333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81105-E4A4-402B-A9C3-1DB2A4E6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295A3-24EB-4A71-9F6D-104BACE9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1312006432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A7089-0D35-4089-B12B-41359558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1340D-F371-41A6-9003-8C6102B0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Gate 2 · 이 Tool Call을 실행할까요?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0BFB4-80C1-428E-9722-ED441951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5099F-BDFF-4D8C-BE20-DEBB98CB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25389-D490-4F60-871D-4CD1ACE5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872CE-DD14-4BEB-9612-917E6529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731FF-A9A8-4F19-8F6C-5FA7BD90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상황: 등록되지 않은 send_email 도구에 예상 밖의 admin=true 인자가 들어왔습니다.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976CD-2D26-45C8-B585-DDA14792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4412A-4C2F-4A98-B334-645EA326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15CF2-FF7B-4E18-92DE-B1AF0AD2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실행·차단·사람 검토 중 무엇을 선택할까?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DA49C-5A91-4CF6-A13A-F8BB1C6E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38E45-4EBB-4873-8CEA-AA74524C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6AAD2-887E-41A1-B8CE-1070C510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downstream에 돌려줄 error_code는 무엇일까?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8A85D-8C33-45AA-8C97-8C4964B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DBF52-B4BF-4855-89BC-E88933BA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25E83-809B-4B31-9FF5-EABC6DC9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감사 event에 어떤 요청·판단·결과를 남길까?</a:t>
            </a:r>
          </a:p>
        </p:txBody>
      </p:sp>
    </p:spTree>
    <p:extLst>
      <p:ext uri="{BB962C8B-B14F-4D97-AF65-F5344CB8AC3E}">
        <p14:creationId xmlns:p14="http://schemas.microsoft.com/office/powerpoint/2010/main" val="50020282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BF3C7-564A-48F8-96BE-C7E22476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9818F-26A3-4069-A17E-25216AC9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10:40-11:30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26800-42C6-43EA-B7E4-95949092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1일차 3차시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0F56D-460E-423A-978A-82F2D924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한국어 데이터와 PBL 사례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7172C-8E8C-4A06-8776-1AF9A5D2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10:40-10:54 강의 · 10:54-11:04 Prompt·데이터 시연 · 11:04-11:25 자료 수집·데이터 확인 · 11:25-11:30 저장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3B3CF-B5CA-4BE9-93DC-3893DDE2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9CAD8-7E97-46CC-A2B9-46C103E8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F9E98-D329-42BB-85A7-CBB04CF8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6A57A-C522-4C11-981B-7165598E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회의 데이터 · 담당자·기한·원문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83D88-0AE7-48E8-B1D3-617A20B1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7DFFA-BD70-4108-BEB6-DAFC8FA4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0F87A-F2AC-4EDD-95BE-BA1447D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EC783-A9F0-4BCC-A6C8-834A42E0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자연스러운 요약보다 근거가 남아야 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40852-E9EC-437B-8680-A662E463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571A8-38C2-42E9-A625-CC4388BF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5F838-2324-4461-9893-134E1D13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EC42A-7DAE-4CD4-AE86-E058F71A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입력·결과·근거 예시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7C895-B8C7-48C5-B009-7EB2F8EF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14491-E88A-4F6C-BFE8-F0757424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rPr>
              <a:t>슬라이드 65-99</a:t>
            </a:r>
          </a:p>
        </p:txBody>
      </p:sp>
    </p:spTree>
    <p:extLst>
      <p:ext uri="{BB962C8B-B14F-4D97-AF65-F5344CB8AC3E}">
        <p14:creationId xmlns:p14="http://schemas.microsoft.com/office/powerpoint/2010/main" val="123298360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FA3EE-0F67-4F74-9780-73EDF86B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C0EE1-0DB3-444D-B6FD-BA93C37D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한국어 요약보다 먼저 근거 단위를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216D7-6A8E-4965-8F88-02F049B1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18C0E-AEFB-4648-8C67-87B1E1EE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9D84F-5F36-4BB6-B0E8-3500B42C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240B2-81A4-4D5A-B7CB-2D58809D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0DF84-743F-45C8-8397-7DE5FFBE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요약이 그럴듯해도 원문 근거를 찾지 못하면 업무 결과라고 부를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E9A1C-2FD9-4680-928C-FA46A1B1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7FF1F-D08B-401E-974A-150F635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64F61-0CE1-4176-B4EB-77776DC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공식 원문과 이용 조건을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B7935-0630-4092-802F-B6BE3CD1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286FA-1ABE-40EB-A4D8-2925BAA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단위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4F14A-3D4F-492A-B008-56357F21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발화를 segment와 timestamp로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A8B21-0751-48B8-86D3-784B4617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73002-A99E-4E44-B712-F0A54E3C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민감성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9654E-3AEB-44E3-B1E8-6ED56A63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개인정보와 회사 정보를 비식별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96040-3B5C-45CE-8C13-058CD5A9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D96EB-6654-4C9C-9417-8994712B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정답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FE646-EC6F-4CF4-899E-A125C3F5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결정·담당자·기한·근거를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A93EC-05A3-49A7-861C-8720E10A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17F85-C07F-4BE6-9F0B-A87E25E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고정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08C13-4FF8-415E-A561-F00B65C3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대표 실패를 Golden Dataset에 추가</a:t>
            </a:r>
          </a:p>
        </p:txBody>
      </p:sp>
    </p:spTree>
    <p:extLst>
      <p:ext uri="{BB962C8B-B14F-4D97-AF65-F5344CB8AC3E}">
        <p14:creationId xmlns:p14="http://schemas.microsoft.com/office/powerpoint/2010/main" val="26632875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C8F03-CC16-4E7B-8191-39D6FD4B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0210D-9176-4BCF-ADC9-1D6BCC2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한국어 데이터를 읽는 네 가지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2BA57-856E-4E3C-ADB4-BD3A98B2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DBD84-D0B0-44D1-A50D-28C300CB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77E8E-3A01-4315-A712-F71109C4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A5BB8-4A88-4C5F-81B7-E66CF25A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B0728-D828-4264-8E55-3152732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9AEEB-B5D1-448E-B34D-60DA8F25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40344-5F80-4960-8D52-67559A69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924E9-400A-4D77-AD2D-7D32852F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AB778-7CB4-45AB-BEEA-8693127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Transcript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Speech as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20894-0869-4EDC-88A7-9A792CE9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음성 내용을 시간 순서대로 문자로 옮긴 기록이다.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FF1A0-9293-4A3B-9BE5-93FD9596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회의 발언과 타임스탬프를 함께 저장한다.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06029-4CBA-42E0-8E3B-54FF9189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54B21-458F-49B4-9BC5-95F56EDA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8B81B-1FA7-4683-A9E5-A6980EBF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Segment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Timed Utterance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234D0-049E-4035-A984-8BD0ADF3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Transcript를 시작·종료 시각이 있는 짧은 발화 단위로 나눈 것이다.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701A7-0BBC-4C9D-B9B2-70BEFCEB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41.2-48.7초의 ‘금요일까지 초안’ 발화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0AB79-1EAB-48D9-8823-1C0DE08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A7695-0774-481D-A97E-095DFCC2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Golden Dataset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Reference Examples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717B1-DCB2-40DF-88E9-6AAE364F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정답 또는 검토 기준이 붙은 소량의 대표 예시 모음이다.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E58E3-25F3-4ADA-A4B3-DFBA85DD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 회의·무음·모호한 기한·근거 누락 5건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2F761-D70A-4927-9AB1-80567C89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D2946-853C-42A9-907D-FC309FD7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2AD79-89E5-4231-8ED5-77BB1333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Evidence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Source Grounding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315B4-51C8-4F11-9DB7-A66B2D71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결론이나 Action Item이 어디에서 나왔는지 가리키는 원문 근거이다.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6614F7-5EBD-4EE6-BDBB-FF389997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Action Item마다 segment_id를 연결한다.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B22FBF-3CAD-43B8-83C9-F7C129B9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386519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55306-F175-4474-884B-42833D60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PBL은 기술 목록이 아니라 사용자 문제에서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1ED4E-5273-4AFC-8C87-23BCDFE2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AB6C7-2022-4D24-B967-74EDCDF7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086B8-1CEA-4215-B6EB-A8ED6C1B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12A79-2B88-4214-A8C5-45F06EA2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78E4A-9750-4AE2-B8FC-406465B1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2290A-D2DB-4667-8163-FEB0890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STT·LLM·LangGraph를 모두 쓰되, 한 사용자의 한 업무 흐름에 묶는다.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8ed5fca8d44e9">
            <a:extLst>
              <a:ext uri="{96DAC541-7B7A-43D3-8B79-37D633B846F1}">
                <asvg:svgBlip xmlns:asvg="http://schemas.microsoft.com/office/drawing/2016/SVG/main" r:embed="R8332be06459c42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647C8-E320-4296-A325-51A3CB39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74430-628E-48EA-B0B1-EA9D1C13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사용자·상황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C2457-0968-427E-BCF7-B17B1A9E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0EEA0-ADEB-4E49-83FD-AEB8AA8F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반복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5685D-FE27-4B1E-9801-E18E0C9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1F06C-A2D5-4478-B82C-6A340EC3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원하는 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12E6C-50C1-4619-93EC-D6CA311F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FF766-8C23-4634-BBD0-8EA4B98B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한국어 업무 데이터의 함정  |  한국어 회의록에서 가장 비싼 오류는 문법이 아니라 사람·숫자·날짜 오류다.</a:t>
            </a:r>
          </a:p>
        </p:txBody>
      </p:sp>
    </p:spTree>
    <p:extLst>
      <p:ext uri="{BB962C8B-B14F-4D97-AF65-F5344CB8AC3E}">
        <p14:creationId xmlns:p14="http://schemas.microsoft.com/office/powerpoint/2010/main" val="295197789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C1274-0AA8-4329-A2E9-8DF93F31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K-Work Copilot의 공통 입력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82A87-56CD-46A9-8586-5B65EBD7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60674-E6E9-4BD1-BC61-F7F8AB63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C9230-B6ED-4861-9B6A-24D087F3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71AFF-FDAA-4418-A7B2-52B58816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A7C02-1CC5-464F-876C-028247FE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강사는 17분 합성 회의 전체를 보여주고, 수강생은 같은 파일의 2-3분 구간부터 검증한다.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513CD-9325-40BA-A398-22F850E9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35D46-64D9-4117-87B0-06B9FEFA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meeting_sample_ko_12min.wav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A53F0-D39D-4C1E-B7ED-AA0A1E99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C72A8-6759-42D8-B540-30536C5E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timestamp transcript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6638A-E4FF-4801-BE1C-A173AC95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0AE2E-36AE-4F73-B72A-33449F0A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expected JSON·Dataset Card</a:t>
            </a:r>
          </a:p>
        </p:txBody>
      </p:sp>
    </p:spTree>
    <p:extLst>
      <p:ext uri="{BB962C8B-B14F-4D97-AF65-F5344CB8AC3E}">
        <p14:creationId xmlns:p14="http://schemas.microsoft.com/office/powerpoint/2010/main" val="74036201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9898A-E3A7-4518-BF05-23117D2B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한국어는 띄어쓰기보다 업무 맥락이 어렵다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E18EB-5F4C-4D0D-ADF7-BBA86E27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9D6CC-4FB9-4923-A6A2-BB01A491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29A4A-C3AA-4DF1-8140-798A8DC6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36427-A162-4715-8F2A-661447C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86705-C813-463A-81EE-550EEC9F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63003-3E9B-4C32-BC77-237664B4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존칭·생략·동음어·숫자·날짜·담당자 모호성을 별도 오류로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3462D-8D20-4576-830E-E7C5B8DA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A9848-EA9C-4F18-A3D1-BDFC9CC9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화자 생략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37D41-0D83-4D56-88E1-D500CDFC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CEC92-1BA3-469B-8D7C-181D1BB9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“다음 주” 기준일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7F788-1484-43F4-BF45-7E4BBE85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11363-B1A5-4121-9541-4CF09FAC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제품명·약어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F21DE-6212-4E77-950A-2744B9E5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7A14F-6EBD-4260-B309-5590F971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1297650657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FA44E-6479-4E61-83E2-D26D6DDF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데이터처럼 보이는 최소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9E38B-5141-433F-8AA6-3738389A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5C4AA-A9A4-4F0B-9CA0-CC4F4104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5C81E-D84F-4043-BA95-EAA8E648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ACE67-5804-4B42-AA6E-772A8CAD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7E1ED-3A36-4B18-A518-E94005C8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A3C0-199D-4384-B34D-88AD3F66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C66D0-6D4B-4E5D-9257-0D04FB80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가상 조직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C5718-FD1E-4DFA-8AF5-E74AEC6B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002DE-7226-4887-9462-8AD1A1F7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역할명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8B313-1AC5-4A13-A685-DDC70F74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10713-6167-4863-AE4A-0E59C5CA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합성 금액 범주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F6251-AFFB-4CBF-A16D-77BEB76B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9AE34-A304-4D4F-95DB-A0F93A6B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공개 가능한 업무 관계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E1CA2-D9B4-4D32-A7EF-493D9FF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92FD8-40F2-454A-9F72-A80362E3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한국어 업무 데이터의 함정  |  공개 데이터는 무료이지만, 사용할 수 있는 맥락까지 무료로 주지는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152562239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1AD2A-7181-46F8-B32D-67655CEE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데이터 공개와 사용 허가는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DEB01-EE65-4080-9198-7FFBF7D5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86C58-C324-4EB9-9044-7522EAD2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48983-D324-4206-8B35-AE7193D8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384E8-3B02-4340-9FA6-3CAA05E8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9AE21-2822-4069-AD50-F95E6528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FB977-5BC5-4B99-A117-B12CCBF5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웹에서 보인다는 사실만으로 재배포·수업 배포가 허용되지는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A0C57-63D2-4E68-A9B0-CE0246E8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B1A80-8D95-4ECF-9C26-E7DF7840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이용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AB1A0-98D2-42D2-9879-C4D18C8C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5F2FB-ABB9-4E78-81CC-5B6ECC96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다운로드·신청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AC26B-FF32-4DDE-98B2-9746C4FF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DE4F2-EA90-4B81-AFCB-5E59920B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재배포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B6445-CA91-46D4-840F-EE644B88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D003F-F77E-445A-A5AD-DB63F90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출처 기록</a:t>
            </a:r>
          </a:p>
        </p:txBody>
      </p:sp>
    </p:spTree>
    <p:extLst>
      <p:ext uri="{BB962C8B-B14F-4D97-AF65-F5344CB8AC3E}">
        <p14:creationId xmlns:p14="http://schemas.microsoft.com/office/powerpoint/2010/main" val="8474422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365BA-23BF-4C28-A78C-B0DCE97D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 Card가 실습을 재현하게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40E8F-D4E5-486B-89C3-2766435B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ECA64-048B-44F7-A143-21E6501B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61BBE-C983-4E8B-B58F-ECEA556A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197F0-DA5C-4C73-ADAC-46434489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DA8D3-5AB2-4044-8DF2-86954CF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출처·버전·샘플링·민감성·변환을 한 페이지에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59BF9-86CD-46F8-98F6-5D7B15BA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1EE49-485F-4407-B7AB-DE593470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source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A9E66-020B-4FE8-BF8F-98E94D91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BECB6-ABD5-4F03-AD7E-158F6D99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collected_at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33684-03F7-448B-81A3-0A9D8D30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45BE3-377B-4C8D-AE9A-C8E7B841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license·terms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3D988-A6DD-42A8-A869-F779512C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9A801-FFE7-4F14-9FD3-40142887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1614175870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B0BDA-255A-47F1-9044-B859697D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Transcript schema가 STT와 LLM을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BC521-68F5-40BB-A2EA-EE96ACE0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01CB4-D1D8-40A9-8331-EE26B5DC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17823-4BF5-4276-A0E1-A968C4E3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86387-40AE-47C5-84C7-845C8E41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6CACA-74A9-4291-84B8-B2800E33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37D62-FDAD-44F4-8616-511DCD09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텍스트만 넘기지 말고 segment·time·speaker·quality flag를 유지한다.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45686-336B-42FC-B4D4-966B43D9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D82C1-6948-4D53-A1BC-154DE01D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start·end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45AD0-517B-4B3E-BE6D-BCA6B524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08CA2-3E73-478F-84C0-C3CA3EED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speaker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13FB7-B572-49E3-9154-C5FE051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23A1F-A336-4C23-B5B9-EC921E09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2EAD6-4EAB-4164-A9CC-569B454C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E8CBC-5D40-4521-B5BD-B77294C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136862960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AD81B-6640-47DC-A2E1-9E6DEB6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Evidence가 요약의 근거를 고정한다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BE294-0752-4972-B39D-0F8119C3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1EBBA-275F-4F8D-9D23-7200E194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9EBB5-CC7B-4D4B-AE37-2560BE42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7CAC4-60E9-45DB-B966-6B2B530B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E9DCD-D7CC-431C-920C-7448459E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결정과 Action Item마다 원문 segment ID를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FECB7-1760-43DC-84E9-D1931EB0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740D7-7D4D-41DB-88B4-9421BC57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96C38-AE7B-4A8D-84B5-A3AA20C5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7C66D-77EA-424C-B5FC-A4927E0C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evidence_ids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C9632-E0B5-42AF-9C8D-ADFADD00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BB084-02DF-4FF6-9439-96BD782D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D85AB-73E4-4B34-8248-AEFDF1A3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0159C-1573-458D-BCB3-4C6E6D81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needs_review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1B3CE-5FFB-49CF-BB64-E3C0C256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277F1-37E4-43AA-B804-A165720E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한국어 업무 데이터의 함정  |  Golden Dataset은 정답 모음이 아니라 팀이 합의한 품질의 경계다.</a:t>
            </a:r>
          </a:p>
        </p:txBody>
      </p:sp>
    </p:spTree>
    <p:extLst>
      <p:ext uri="{BB962C8B-B14F-4D97-AF65-F5344CB8AC3E}">
        <p14:creationId xmlns:p14="http://schemas.microsoft.com/office/powerpoint/2010/main" val="199656180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BA782-B44C-46B4-ADC5-F6B11588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A298B-249E-4A72-A0B2-EF694160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01660-C997-465A-A778-DC284734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FA47D-077D-4115-8CAA-58AAD95D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2BDB9-46E1-48D5-9458-4AB5D362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51626-3028-4207-8537-EAA27F69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72B75-9DBE-45D6-8DF5-995A5BAC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4E14A-869D-4866-8FBD-1A74CF7F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1DA5D-DBDB-4B0D-B86C-072A852E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F98E6-D912-459D-BAE4-9D7B7C05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공식 원자료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BDACF-2087-4D7D-A599-091D1422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BE599-52E3-497F-838F-B0D3E336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70567-06AC-4A6C-A7AF-FA0507C8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A02FC-F0DB-421E-AA3B-9BF9E5CD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이용 조건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CAAFD-27B0-4AA4-B60B-71D1B479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521E3-4D58-4A2B-92E4-9B88A86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5A6A4-D6EF-417C-A087-4953C03A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A338C-9DF5-49A4-8069-7A6EDAA3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소량·목적 적합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F31B9-3054-43E0-B81E-61F9A6F6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BD3D1-DFC9-48D2-BDD4-CAECA0A8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A14A7-17CD-4C68-B27F-F0580266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AFC25-6328-48BC-97CB-D5C32839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111515642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402B6-D18F-48DA-8D80-3681DABB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4F61C-722E-4EE1-A47D-D6205924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한국어 업무 Prompt의 기본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3247A-3F86-4D92-BB93-12687E6E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71818-F7D8-46F6-8900-CEE53C50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9A3BD-03BA-47EC-A95D-047A2B33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5F3B0-9CC9-4EA5-8F9D-8B8CB3FF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9AA5A-B938-4335-9AFD-22BEC78F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66C77-B321-4CA3-8505-06EB2EEF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1508F-F4EF-4BD2-BC9D-12BEC5AF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40232-15F3-4555-854B-FE14669E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회의 기록 보조자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32CCE-C63F-420C-94A9-3CCAC346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044DF-648A-40F3-880F-F6847707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23210-4B2D-4E78-8ED5-5CF804C2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9CC3A-F27A-4671-947F-5051EB96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segment·기준일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DBC54-1262-4D5D-A7AE-50B98351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E871B-381F-4EEE-996E-50A24326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B172E-0E70-40D0-AEE8-4DEC0B9E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EDBEF-E31E-4415-B710-1F4DDA6D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summary·decision·action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1C0DC-D804-44C7-BC31-C4B4AD13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8B557-5914-4101-BDCF-D6C45E95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61F4B-22B5-474E-BEF9-1318D346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990DB-7263-426F-99B0-97797918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추론 금지·근거 필수</a:t>
            </a:r>
          </a:p>
        </p:txBody>
      </p:sp>
    </p:spTree>
    <p:extLst>
      <p:ext uri="{BB962C8B-B14F-4D97-AF65-F5344CB8AC3E}">
        <p14:creationId xmlns:p14="http://schemas.microsoft.com/office/powerpoint/2010/main" val="1093760232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61149-2CFC-4B59-AD12-3EBFB809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7FB1A-0E28-4F21-A99C-12F29963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4EBE6-1336-410F-88CF-FE90267B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4C4F7-FD96-4140-816E-5CB85549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E846F-5913-4CDE-9EDF-B1406D24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C04E5-ECA2-4565-B3D1-18C87997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4929B-75EA-4873-8C50-55ACD106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4E977-DEF4-4DBA-A9C9-52C50B82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6E1B6-8A0E-4373-AFB3-DC995D8C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7DF8B-9638-44F6-9D41-A4568974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이름·연락처·ID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8F9A9-7D4F-4ACC-A165-4983F5EA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416EC-F837-4AE2-BD44-E70A18D9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B073E-3D5E-4597-B5CD-2AD00C7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15086-D5BB-4C08-BC2F-CF33FD39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역할·범주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0695D-BB04-46F4-99B3-1F5571D9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813B4-38EE-4E18-8532-56C74C5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E1699-B824-463C-B7D8-F64535A2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8FC39-1D2B-4387-A9CA-BC1F76DD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문맥 재식별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9F489-F145-4DCF-9C1E-61ABCEFF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7206A-5C41-41ED-9FF5-65E0520A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2F586-2053-4206-8B1D-F91B68B9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A5EF0-9627-4920-A982-6A6B4DAE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193212745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37AFC-393B-4324-9ECA-81804D16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C4168-CBB3-4248-9348-EC6D1D45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BC53A-F2E0-43D4-9821-7A02C7FE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45BB1-DE66-4895-B8E8-2058EC0D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B471D-BB26-4DDE-A88E-44883D23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D449B-2756-43CC-BA6D-B2A4C23B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1D790-2A90-49D7-8C78-E0B9E1D0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4FE2A-93EC-49C8-84D8-DDC71081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D0D7F-31BE-4080-8B5A-0AEA9D90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BCC25-2E0A-4337-916E-7783788F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사람 정답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D5FF9-5C40-4E31-98A4-F77C4D49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7C70F-988A-4D37-BCC5-4584407D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022B3-487F-4B4C-9BFD-B2A5179D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ANNOTATE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4A675-F6D7-4614-9D04-C321A737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B5F42-A050-40DD-A92B-79835E1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9BAB3-5BE3-484A-820D-A6581A19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01AEA-E2F4-4E52-8866-51323191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238C1-C9B1-4352-A181-79B26979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evidence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7F8D1-A174-4DD4-9EB3-79392C5E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01CAB-02E9-48ED-84EA-4D0C43DA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947C62-BD5D-4EBF-9AF5-6AE42184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EA1AA-C4A7-4DB4-8AC1-81DDB934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136965754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06B80-7E9C-4D6F-AAC8-53C74224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CDF12-F2E6-42CA-B095-CDF5D6C9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D2972-537C-48E5-9FB1-574C1A87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32AD9-7C4E-435C-B002-CDE0FF52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4FAAC-FE03-4557-92F6-FE298763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0842B-C001-4A8F-BD38-E2FE746F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CA444-5F23-420B-B35C-D6CC67B1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7573D-09A2-4A78-9E45-E676D5C4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40D03-E8DF-47BA-8683-9EDB9599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2258C-BFC9-45C9-80BC-02DD4091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누가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A7892-FC3E-4BDC-84D2-000A2CF9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41F46-10B6-4843-863B-760C9C09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9ED3D-9711-428B-9231-F40D499D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270E3-BD04-44B5-AFAD-BBE486B5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무엇이 누락되나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68DBD-1CE9-47E1-AE4C-7AF2F8E4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D96CC-1369-45E5-9B1D-372CC6C3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2203C-7ECE-473A-AD07-FB83D44F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0D6BE-00D5-447C-A853-3FC93264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AI와 사람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73F69-9933-405F-8F83-1BAF4F2F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0EBE7-8652-4284-AA6A-12640CD6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9552F-069A-4081-95B6-BB795025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3DB3A-5581-4DEE-8FDC-F3F17089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8896189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44EFE7-8901-4CC3-B992-DFC43D7A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7A4F5-080D-47C9-953D-9F3B401A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데이터보다 먼저 출처와 발화 구조를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FF709-5E01-4AF0-92C3-41870A1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A7986-EC19-414B-8372-B56AB115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8E60F-8C1F-42BB-BA45-65ACD930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F37BC-A1A4-4A9F-8F31-1FDABCCD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49CB1-4270-41F0-A9A5-C29501BF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공공 데이터 → 말뭉치 → 회의록 → Managed 전사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AD0BF-7FE6-44B6-821F-8FE6C3EF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1D8FB-1882-43F3-A1A4-A595EE0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16474-C70C-4349-AF0D-0F23FBA6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BB811-1EC7-4B5D-A243-27CDAE64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5F831-01F9-4156-B4CA-AD459D50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AED85-9ABF-44AD-9A84-BD40C798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서울 열린데이터광장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288BC-10D5-4D2E-95BA-F8EA38E9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공공·행정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CF79E-9149-4C5C-897D-3BDC12F1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한국어 공개 데이터의 출처와 갱신 주기를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FB0D5-455F-4A6E-8684-EEDB4917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회의 발화 데이터는 별도 가공 필요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756AB-061D-4495-90AC-53CC8EA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DEB48-6DB2-4778-904B-0EE7A137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0F352-3574-466B-ABC1-85F29BF3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모두의 말뭉치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8344C-2322-4029-AFD5-7306953B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한국어 원자료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FA1E9-5767-4559-9865-DD06F7E8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문장·대화 자료의 언어 특성을 이해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FCA38-BF24-4129-A4D6-0CEC3771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이용 신청과 재배포 조건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5E351-F586-4D60-ABA0-7FBCFE63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76AEFA-FC9A-423F-9456-8D0C7EEE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국회 회의록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60A335-273A-4FF3-86B8-18B0E1FC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공식 회의 발화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E2BA0-A3A7-4524-9D29-97AA1AED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화자·안건·발언 구조가 실제 업무와 가까움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F4796-7A70-41C1-9FCD-3BD743ED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목표 업무에 맞는 정답 라벨은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28F748-0938-4BDC-87B1-A87B25E1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BF288-3278-459E-BC42-A77EA424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0B95B9-6260-47E3-B13B-C5543D3F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Google Meet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D21DAE-D40D-4160-9DEE-4A676ACB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Managed STT·노트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11BA9F-C93A-4657-97EA-D3C66B52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현업에 이미 있는 전사·요약 기능을 활용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F70D39-7B41-4A5A-8C7D-30821B2D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구독·edition·관리자 정책 의존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02A043-1530-40C2-B0A3-B36BCAF9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812366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0A861-7F7A-4B6B-84F6-C476B7C7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실행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1E9DE-8F56-4E41-A9F4-A0B276D5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B1F3D-BDDC-4FE2-85AC-897B10DC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4A5D5-AC37-41F9-96A6-B2492F27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FB8E6-F8CF-45F2-AAF2-05902D31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35E11-5DBE-4DBF-BF58-A734580F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08730-DEA4-4C30-9A5F-5D9B21ED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D08DA-AF38-4585-89D1-40C9D67A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1EC11-A107-44E0-AB95-51D7B072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공식 제공처를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76CAF-CF98-4296-8C41-C9030F58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5A737-4333-4396-8B53-E7AD01C9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검색어·제공기관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A832F-99B9-4899-AD8F-59444866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FF707-84A0-49AB-8C83-A47A9190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다운로드 형식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1B2EC-5372-41D0-B901-FE52DB81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EDA74-3B92-4BD0-9CE9-67383FD2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소량 샘플부터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F1FF8-5E4D-4758-8F7A-B89E1C7B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3c3ee381a40b8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56997-C5EF-4CB2-8C4B-9F65DB2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15930682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B8AD6-9DF9-44CF-A1E7-6DDC4601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실행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E0FCA-4A66-4B15-8314-DD4705D1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1724C-3EBA-423F-92FE-89DD853D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6A362-407D-4D7F-AF43-2BAAC506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AAF8A-03D0-4468-831B-C8F3160D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DF740-DF76-4331-B177-D6167D07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6E911-DE19-4F11-A709-9927A619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5D197-2CCA-4411-8A92-CC0496D1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15F21-7FEA-4F30-9B61-5D744A34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신청·이용 조건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99E75-E61A-4D37-BED0-FA3C64E2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28769-27B3-4515-9171-2914661B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말뭉치 종류와 목적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E084C-F150-4B8E-8332-188AEA6E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65FAD-6F50-424F-9E8D-AEC75063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원문 재배포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B2666-3086-42FD-AEAE-5148D2D9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70B76-3ECB-4355-8777-5CEEC5D2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 card에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97420-411A-4625-A80E-0949E1FB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5dc7537624f8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A843A-E28E-42B2-B039-DF7BC3B4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797295643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9AACC-6C0D-424E-BA63-499C1010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실행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ECDB2-D72E-4D32-8BCD-670BB894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5A0BD-2DCF-4742-B056-D5A9F209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0FFF7-C20C-40FB-BEE2-57EC5876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A70A8-5576-47E9-BF7E-6DFA160F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5494F-9868-450C-B460-AA29B753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1F33C-4EF2-4E0D-92A9-B5BC5904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9161C-4CFF-4CB5-80D2-B359C8CC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14D8A-3138-4072-972F-3D2D11E9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발언자·회의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13233-D0E4-4515-B4D8-A7281B2C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A3776-76E6-4770-8111-F05F8F90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공개 회의 기록 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FA0E0-90AE-4C70-82A2-46B32928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8D557-18C8-45AB-B2F9-2F59265B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페이지·첨부 공개 범위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14CA2-3A68-4113-A0FC-89273484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43729-DBC5-467B-AE10-63BD81A9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학습용 소량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C57AF-16DC-469B-AB03-01CA36C5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d946468474fd6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EBEA4-0D44-4962-8B64-F932AAA8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0489431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7D2CC-76C4-46A7-A156-36FDE83D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실행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997C8-B065-4A07-9C68-DD19ED8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7925A-CBC5-48C1-8677-9A319CA4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E2116-53AF-4AEF-9888-A2072CEB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DF16D-0910-4995-950D-B96B843B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F9514-2D68-4CE9-8723-6F3DD35A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A4537-CADE-4A16-B66B-9C07214D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AD139-58DA-4031-83BD-406EF433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1583E-F77E-4D4C-B5EB-9A87F27E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계정·edition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63CA0-0045-435B-89B3-73784DB4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B04C3-897F-4F74-BC55-FB736D84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한국어 지원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95406-960B-41BE-9BB8-CB7DAEDB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76FDF-6770-4BFB-9182-920E952F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원문 보존·권한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47D02-A060-445F-AE86-C2F0F913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A7B1B-02EB-4A30-860C-E926AE7A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수업은 local 원리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44A4E-7A90-41E9-920E-223069BA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15edf86de40c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FA4E1-0195-488E-AB17-86BD5DDD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95240964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F672D-3B3C-4AA3-9D52-1F1EC705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81F74-7420-4CE7-B318-256222AA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D8FDB-FFE6-4C71-A01E-C84F9022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46D62-A2DD-4EB6-AC6F-2DBF91EC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D26BE-7CE0-4541-A84C-2D798E65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F6CF1-B93F-456E-BED8-EB1B3F19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90D86-4D6E-4365-9E6F-44CB60A7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C4C59-C8F0-428F-BB30-EF89FBD2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94786-BED2-4C52-B3DF-0D6F1B13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timestamp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5A22C-43BD-4F96-83DD-00C2D7E3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DADB9-4EC7-47D3-8499-5D793C05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speaker는 모르면 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A782D-0C1E-4D08-B998-AD11B569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E5286-DD29-42BB-B20F-9DBDEEFD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원문 text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E2606-ED8B-4A1B-9F3F-9ECB5DA7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E4DE1-1F8C-4B23-9525-8848EF77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품질 flag 별도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7B86F-E96F-4A7A-8017-DBC121C1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26852-D3F9-475D-B0B8-52A3D3D7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9C5F5-89EA-4928-B528-69C857AE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749718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42612-9BF4-4623-9484-734FC446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9075D-E1FB-488A-9B7C-05C84A4C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C9A58-8C83-481C-AA31-B7170D23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E270D-731B-4048-8DB2-7A365E23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D0852-D508-4552-9BFF-D85687DD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226E9-F8CA-4213-92E1-52A99678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88CAF-6AAF-4A37-8537-95947353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86905-A822-4D9F-B5A2-5458C373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B1975-6431-4A6C-A742-1B9CCF1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task·owner·date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F0CDA-4E70-4BFD-A809-7421994A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CEFA9-CFC3-4D24-9132-A82E5D9B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근거 segment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C719A-8396-4C50-882B-A804B39E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4E120-135E-4BFF-B72A-2AF42377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confidence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BB5B2-B932-48C3-82C3-E54742DC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EF783-9765-4EB5-95CE-D0218D10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누락 시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00AAC-756B-438F-83CC-F296FA65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5A32D-E982-43B1-85D9-E08DED6C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2320C-CC5D-4093-BC14-72D7CB01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7450129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FB2DB-70AB-45CF-B54E-524AD1C8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31F7C-3528-48B2-8C48-96E41DBE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75C27-8AC4-487F-A656-E862D6A3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205F3-DC58-4B1F-B79D-15830D68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9C024-8F59-4A2F-8AEC-838562F9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5C089-6622-42B3-B9A2-770548A7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E016B-98FB-4B61-8AE4-5CFA6D3E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41439-55F6-438E-B88B-1DA31983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0C9EB-2F3B-4600-A8DF-ECD5D3F2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기준일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0C6FC-6280-47C4-A04A-A49F9E26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EB1EE-3D0B-4FED-AB90-E1DEAF89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null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17532-E14E-487B-8942-F4AC7195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A5156-3464-4A20-806A-44D69929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모호성 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0C7DF-AE49-4E23-B8FB-28D98655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C6B5F-4F50-4073-8A58-27834BF5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사람에게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205DD-D8B3-48AA-BF02-C5877F02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CB074-27CD-423D-A3B8-9806067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AEA50-8948-417D-B945-C43B18B2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00515457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91925-8CE5-4455-B31F-FB966038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77B44-A819-4CAD-B016-FEBF72C3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한국어 회의 Prompt · 모호하면 추론하지 않기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886B9-1477-4820-AB63-16499228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1E8D4-B536-4750-BF11-2B6D705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16C1E-C8C9-4197-AA53-84800B25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8915D-3D3A-476B-8A6D-2E73FFC1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7DED3-FF93-49D5-8DE5-84ABB683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63CB6-AAC3-4D23-BF8A-8E95121D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F0228-E06C-4718-A603-8C3D7360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역할을 한 문장으로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0F70C-DE8D-4D61-8429-BCC1D53C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07050-B5FE-4F8C-9706-315A5CC1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금지 행동을 먼저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39DA5-91EE-4DE1-A5DF-07E3897A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CA47A-6E06-43D9-95BB-6C86D55E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출력 schema 고정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D1A80-2EFF-407A-A227-C7B339E2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3BAD9-0660-49B8-9B5A-9069806C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원문 근거 요구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451AB-6C96-43F5-BB46-1078E646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E2E0E-2A3B-4EF2-8995-13FDD69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BD5BB-1B6C-4C78-9DE5-38AAF31C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SYSTEM: 한국어 회의 기록 보조자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RULES: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- 원문에 없는 담당자·기한을 추론하지 않는다.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- 모호하면 null과 needs_review를 반환한다.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INPUT: segments[] + meeting_date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OUTPUT: MeetingResult JSON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EVIDENCE: 모든 결정·할 일에 evidence_ids를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667934710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3A59E-3E55-4F9F-99AA-ABE4ADBB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CAD8E-EA0D-4321-82E0-F5336043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29CEE-90B9-4316-BAF5-5F4E266E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F4616-B6EE-4DC4-B7D5-6375DF1A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11E4C-C5F4-4A25-BBEF-384519D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7FFE8-B5CE-46E5-8086-A0DA6146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94DDF-25E2-4491-87D9-3012B8C2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C9327-0E85-4353-ADB6-0AF23837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E40BB-5E3D-4CFB-A183-3DE49854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CC4BF-97BC-40AD-9760-2287F39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8492E-C13F-44EB-A6B4-F2C9AEFD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수집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B60EF-FA42-40F9-AC2D-D3E82843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374B0-C803-4D37-8C58-02604243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민감성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3912B-233F-4D85-9204-7135BD3B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6DE84-F671-4801-8968-5DB57EC5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변환·제한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F8C3E-43B4-4DE8-933C-C44374B9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C9477-03B6-4348-9877-56AB4B65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4060D-33BB-4721-8B22-7BFEFCEA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1300268841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BBB50-8349-4A6E-BA3A-DE2F9F1E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자료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4F371-D2B1-4E95-BE9B-6D0792F7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자료 수집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62A4F-CA74-4B2A-8A5F-4FE39992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3148D-B4AC-4F2D-A33E-E0BA7ADA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AADFC-8A48-46F2-A2F5-B6777B4B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9B629-E19A-477C-986C-23B50A8A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4DB2C-3855-4674-98F8-DDBB218D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FCC3C-6EBB-42A5-8A6F-3F5FD1DB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B51A5-332E-4661-B156-91FBDD03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284C1-CA90-476A-8441-5B1A9EA6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2E497-CDF2-49CB-A196-76ABAB06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6C454-DBCC-43ED-9F93-2F20F134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EE4AA-ADF5-4F2E-BA41-8994C924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F6865-2484-43EE-8668-075E978E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F845A-84BC-4414-894B-0086E70F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사례 후보를 세 개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4BB76-5EA7-42B4-BF2C-FBB7F81A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6308E-5805-449D-9872-8057998A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CC970-C9FD-47BD-A478-EFCA5F02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업무 흐름과 가장 가까운 한 개를 고른다.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826F1-5CEE-430C-81E6-EAE01705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393E5-94DE-4CA8-A941-63F3D950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5484D-5C6C-48AB-9495-68580BDE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선택 이유를 한 문장으로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F00FA-3590-4B5F-B40C-28141445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644CE-6ADD-4DD6-8952-7C0D1BA6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A181D7-F297-49F5-8EB7-07E8519B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1676068761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CCB749-AB60-45BC-AC2E-B7E8AE2E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자료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7A13B-E9C2-4B1E-BFDA-9009E51A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자료 수집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2D305-742F-408C-8E08-A1109D71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854D6-42E7-41E4-9FFF-4D63018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D6662-DC7B-49CF-8A1C-74953C72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3CEA1-FE96-4B0E-B0EC-CA004A48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E74BD-9316-43C8-ABB4-FF857EF9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2E240-B6D0-4AB6-B5BC-7097A69A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4D2D7-C661-4313-84B2-F1331F02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403D7-6808-4C98-A979-E6B71DDE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521D6-12CB-47DC-B6EC-17AFDFB7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8FB60-9591-4956-9ECF-26CDF958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F683A-5839-45C5-A93C-104D9E6D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35191-C0BE-4FD0-8197-8F261518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120E8-1760-4708-A22E-CA2027D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다운로드·신청 필요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41929-2FE8-46F7-966D-D3427D98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AB83C-1845-43DC-BA93-2DC8F8E5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70EB9-4B57-4B44-A1BF-29E083FA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재배포 가능 여부를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45914-C2DE-4487-9436-431918E1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8D005-E3CF-4C04-B705-5E81F2A4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4008A-BAEB-46D2-948C-D0D7EAB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불확실하면 강사 fixture를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56C74-8346-4E44-885B-EC5C6842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F2C753-8712-4734-BE3F-E32275C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BF19D-CEF4-4368-AD3F-15E729A1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991175722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06FE1-56C8-4337-B2A2-0AF43753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자료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8C025-6F46-47F6-A7C7-A44B0DF4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데이터 확인 1 · 상세 회의에서 근거 구간 찾기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6678B-8B28-4FE0-A537-83833828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28D18-67E9-475B-8F69-2439AB24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E4654-5790-4015-818F-7BFB8C56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7A28B-1564-4C25-9A9B-9026A710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0DEB2-2701-476D-AB8C-1EEDD1E4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96C6B-48A3-4A6E-8A4B-59053600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CA2D7-84F1-485F-91C6-544F1C9E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0C496-F796-4243-B1DA-0090F386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C6B64-8D68-4CE1-A15D-DFA61222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0E731-92B1-4D42-9614-E8BC87D9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meeting_sample_ko_12min.txt를 엽니다.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AA2DC-3736-4EA6-B2F7-17B0510A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F0848-FE57-4B3F-B376-0CDDD644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80246-C754-4047-808F-7760F5DD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결정 1개와 정정 발언 1개를 찾습니다.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A6FD9-01CC-48C5-8549-E4618B8D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F2DA9-81B0-4EC7-ABB5-8C91A6B5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1D6C5-9458-4E37-8620-AF57D3D3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담당·기한 Action Item 2개를 찾습니다.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8335E-1865-4491-938E-BF884DBB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D4346-8DAD-4A33-A825-EDC2607A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C5FA5-A585-442B-A471-6572F5A0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“다음 주 중”을 needs_review로 표시합니다.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86CAC-2B54-4881-9040-F0890FE5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C2CCC-9273-4E1A-AB85-17CFD94E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440B0-5394-4804-A77F-F5EFA42D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evidence segment 4개</a:t>
            </a:r>
          </a:p>
        </p:txBody>
      </p:sp>
    </p:spTree>
    <p:extLst>
      <p:ext uri="{BB962C8B-B14F-4D97-AF65-F5344CB8AC3E}">
        <p14:creationId xmlns:p14="http://schemas.microsoft.com/office/powerpoint/2010/main" val="1512601349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CB324-1C42-4359-AC81-5EA5CF9B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0B107-17B0-4DA7-A373-F297E3C3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1 · Golden JSON diff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DC5D5-A1BE-4B09-AFAE-2B66F4F2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E0616-E584-4BD1-9538-093F9F5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C1DED-482C-4DA6-ABD2-25C02253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7BEDB-3F35-4BF9-9E79-DB8AB765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65528-8FD3-47BB-91B6-E012DDC8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3A260-6E91-4DBB-AA6E-2369A22C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A645B-9403-467F-8240-B61B1072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7A567-9202-4C4E-A95B-C1D1443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8AB2F-7B76-4115-82CE-BB705368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455A9-0E4F-4D41-96BB-58C477A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내 결과를 JSON으로 저장합니다.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AEE42-7F28-4FCB-B793-62118EF9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1558B-9E7A-4B67-B794-BD398F19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4C801-07E7-4F8E-BE54-994853C7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Action Item 두 개에 evidence ID를 연결합니다.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05928-7D00-4EBC-BFC7-861766B9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A7B84-23BC-4E37-B59B-013CA0AA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F819C-2DFD-46DA-8941-305574DD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기준 JSON과 diff 명령을 실행합니다.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52269-EBCA-4309-98B9-256D87E8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E3C38-7E89-4812-8497-B3727704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31057-9041-49B4-AF8B-713A80D6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다른 부분을 오류·허용 표현 차이로 나눕니다.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DA646-8724-44DA-A3DB-C53A1723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C523E-EF72-45A0-86B7-A5226C87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531B4-4143-4CF3-A596-C3742A4D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내 JSON + 기준 JSON diff</a:t>
            </a:r>
          </a:p>
        </p:txBody>
      </p:sp>
    </p:spTree>
    <p:extLst>
      <p:ext uri="{BB962C8B-B14F-4D97-AF65-F5344CB8AC3E}">
        <p14:creationId xmlns:p14="http://schemas.microsoft.com/office/powerpoint/2010/main" val="104370125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8217C-79DD-4FD3-B970-9C047787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92CB1-5703-4211-A551-3C0B1A64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3995-6822-452E-9F39-602427B5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DECD3-AF11-4EA5-8FBC-96F26975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31546-8ECF-40F9-AC55-2F673263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B8B35-D04D-4535-AEAE-6104D765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8CFA0-535B-4548-B660-54B02F90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C2216-9A37-48A3-85E9-FBC9E43E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6AADA-E877-4CA7-B470-B0D7FF3F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F366D-070F-4DC5-BF6F-1CBF53AC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E2E12-7B0F-4009-819B-A73B5346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481D6-694A-4F4F-AE31-A13954E8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7520-B82B-4F09-B6B3-5FCA2B46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CFC0A-8CED-4765-9E87-F4EA1EA0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8593A-75CB-430C-A016-5845B29F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70CA9-3725-4EC5-BDCE-BFF22E81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F2EDD-CDF9-466E-AB29-AD199D8F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0A8B2-3DAD-42D9-9C12-AF006017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523B2-3B31-4655-8F3F-0F7FBC49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2-3분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CF23E-C856-4625-B23A-C8482A90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BD27F-7837-4B2C-BF36-1422603F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10-30건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B191C-FCBE-41C8-9A36-D2EA2B88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39ACB-AA9E-4D16-BFEB-B4D92887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golden 3-5건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7D16A9-0F1A-4237-A95A-F8A6B8B4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A0A73D-0D9B-4814-983B-E73E2E22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1600471814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B53F3-9512-42D6-9C8E-AE0DDB99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414BD-0C1D-4A92-AC91-887B32E4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0ECDF-9F72-45B5-AEFA-6015FD22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4834D-41E3-47F8-B546-5447B654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F492D-2F05-41A9-95F3-5A6E5EC4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BDD38-5794-484A-8671-0913FB41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41AD0-AD50-4B8C-A9A3-C3D52AAA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A2504-AC19-4392-8C31-6B9783C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5A79C-C456-46E2-BCC4-21AE87DE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8F81A-045C-4034-B755-6513A6C4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2FE06-7EB3-4E48-98B8-BFCD9BA0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27561-B24F-49D9-943C-F66381BD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7F882-4BF8-4BF2-BBD0-A707789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73AF6-8AFF-4649-990C-91B173E0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A9B3D-C3D7-40FB-A88F-926A6AD2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458F4-681F-4BDB-B570-9172C169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E0DDE-F06A-447F-B0C9-964DE565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BEE2D-1E97-4CEC-B27C-224AEE51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AA0A9-A60F-46A6-881F-02EB7E69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4A75F-F061-4F70-8016-227C1AAD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F8C24-FBB1-4C4A-AA43-F10D3538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9207A-A640-447C-A88E-9D5E94EF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CE2CC-E2E7-430B-94BA-7A9B9E6C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EDBA7-46C6-4B3D-8254-1FB49D12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25DEB-3B75-4E9B-A775-7E68F04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1041059278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41986-14B8-49F4-855D-5FBFFD63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F33C9-4E68-4729-A922-7E851229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6D101-4A48-4208-81FF-EBBC391F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E4F17-C61C-4E3C-B19A-F477891B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594A9-37BC-469E-85B6-9CA74B9E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0E78D-DA4B-405A-8252-F98C8BEB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60B54-3065-4584-96FB-75F8C0C3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95910-A756-4E8E-B971-4C828ACE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2B32F-C105-4438-B08D-843B38BC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6CC5C-108C-451E-8DD0-41BADB93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2879D-4A89-4F6B-A86E-26C29D20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5B1C5-2884-4BA1-B497-ACDC2E66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2E780-2D52-48F3-8FEB-83796591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7771D-CD47-442B-A3AB-376DFF46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CF54B-4247-4739-8D78-1BF84EE0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3A972-B2D6-4F6F-95E2-8B23BB11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B91C7-33F1-4EC2-A8CD-258FB668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15906-8023-4FCE-BF95-21081EDF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871EF-EAD3-4913-80D0-81924767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B3633-B040-4772-BBEF-90EEB181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981AC-FE8D-4C09-8821-9285735B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6FE9C-CDA2-46A0-B163-7CD0AFA4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311A2-35C5-4447-B81E-19A777EA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662B7-E41E-4CC6-AFD1-103EE3EE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BD529B-3E15-437D-86A7-7E2FC7F3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1128690499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090DF-EC18-4A8E-9CDA-BDC88C20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BE2CE-9C89-4221-94F7-7C815A0B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4F1B7-EA4B-43E8-9038-A63AB4E8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602E4-DA0F-4B2E-B065-9315DADF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CD009-F1CF-4525-93FF-E3C53570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35DB9-E70D-46D8-8E47-C3223602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C80C2-12AD-4612-847B-D385CC31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6C507-5C72-4009-8167-37DE6352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30F94-7E2E-4573-BB85-A544CE0A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876A1-176C-40A1-B7FB-E153AFE3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A5EE3-EA21-4B7E-BA20-EB5951B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F268A-9300-478A-A0CB-1A90C414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DD604-93E4-4FE0-810C-4EF85E2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CD957-1FB9-4920-9913-1D10FAE2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8319F-8EEF-475B-9A21-1284C52F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C2810-12CA-41B0-A70A-70811F51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BAD90-9286-4019-B6B3-A5D1A3DB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14C70-0E40-4AC5-B98E-DFC9821C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21D4F-589C-4590-8C3A-872351D2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5B250-BBB4-4018-85A7-5D89B9B5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845A7-76C3-4931-9E93-E03A01FF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CD7AF-AD92-4DB8-8D74-69AE98D3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142B9-5E77-4A39-9A0E-C54E6108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9CA3D-C021-471C-AE37-81C6CA99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C28AC-9E3A-4211-9CE9-E85FE7EA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1730183476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2533C-2577-4624-AF68-D31DB5A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B47AE-67A0-4073-9115-33E85EB2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Gate 3 · 이 Action Item을 믿어도 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4B1C3-CFCA-4098-B7F8-63A7901E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18FB0-0D7A-4ACC-B594-CA1C1CD1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68454-F458-42BF-8E81-7328BB19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3EB8F-EC0E-4F4C-B78A-D6026C45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07765-3F37-4F52-9898-A7C64A98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상황: 요약에는 “다음 주에 민지가 배포”라고 적혔지만 원문에는 담당자와 날짜가 명확하지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D4E33-923A-480B-A7EB-C913A034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CD457-ED37-454A-B347-BDDC6BF8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C35A9-0A20-4385-B69A-7B4703C6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어떤 segment를 evidence로 다시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65AAC-0FD4-44EA-9DB2-D4FF0E4E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8CE93-5E3D-48AE-865F-1BFD5AD7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54801-CF1F-43FD-9910-3041898B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담당자·기한을 null로 둘지 사람에게 물을지 결정하자.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2782D-4718-48B3-8E43-36509ADD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493BB-5B59-4B22-B430-25511479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81680-39FE-4BEB-856D-38FE4EE0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 사례를 Golden Dataset에 어떤 실패 유형으로 남길까?</a:t>
            </a:r>
          </a:p>
        </p:txBody>
      </p:sp>
    </p:spTree>
    <p:extLst>
      <p:ext uri="{BB962C8B-B14F-4D97-AF65-F5344CB8AC3E}">
        <p14:creationId xmlns:p14="http://schemas.microsoft.com/office/powerpoint/2010/main" val="111096903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1DA90-AF7A-49EE-8F4C-B7DC8CCC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1600F-33C7-4ED8-9D12-6FEA36D8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B4C46-9C1F-4736-B666-2C676EBA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1일차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5DD71-61A0-4991-9153-0BFFEAC0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Python·Jupyter·Ollama 환경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6B524-D7E8-410A-BF85-E6F675DE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12:00-12:08 강의 · 12:08-12:18 notebook 시연 · 12:18-12:42 설치·진단·test · 12:42-12:50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0EFA3-3BE8-4923-BE29-DD8181EB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D61B1-1154-4217-A885-F4F80D8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22F8A-ED20-4B47-BA8D-F174CCD8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A151F-518A-4B61-A82C-30C7464A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Library 설치 · Python 경로 · Ollama CLI·서버·모델 · 좁은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F80BF-BA9F-47B3-A3B9-357146BC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741FC-D4B1-4A97-91C7-CE1CA1E2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13F75-BA54-44C8-BB92-D167BFEC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B6F58-3A8F-4410-B428-04A9BA85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 설치와 모델 준비는 다른 상태다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DE15C-7F3C-4BF2-9CA5-4D050C65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9CA2C-B0DD-49E8-9E2D-BFFF685A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095D7-E07B-46CA-802D-BC0831FD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3C9A3-DA75-4F9D-A7D9-E5361220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설치 상태·Ollama 상태 JSON·4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37BB4-E98C-4BDF-937A-14C1A7F6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09431-EAE4-468F-8FF2-D407EC06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rPr>
              <a:t>슬라이드 100-134</a:t>
            </a:r>
          </a:p>
        </p:txBody>
      </p:sp>
    </p:spTree>
    <p:extLst>
      <p:ext uri="{BB962C8B-B14F-4D97-AF65-F5344CB8AC3E}">
        <p14:creationId xmlns:p14="http://schemas.microsoft.com/office/powerpoint/2010/main" val="161802100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C432B-9C03-46B7-ACAD-5D06B56E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969B1-1262-427E-A26E-525DC601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명령이 같은 Python을 가리켜야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990C2-5DEA-4BF3-AC0D-D6E3EF19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85212-8D9D-4CC9-9475-51EC5FE1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80A81-5542-4256-95E5-484BABF1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00AEB-FB07-4A71-85EC-83088B0D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D3C1B-B9EB-4E8D-B58F-FB3A14AA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설치가 실패해도 수업과 프로젝트를 계속할 수 있는 두 번째 경로가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10CE1-A0DE-469E-B890-F7921772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3E6DF-3EA9-4E99-BB0D-1DA4E342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A714C-8159-4E34-8E26-428B879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OS·Python·Git 버전을 먼저 캡처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F5A0E-A057-41F4-B612-B4217278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CE834-D709-4E55-8980-0AB5742E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격리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B7585-391E-4B84-89BD-D7C6E0DD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프로젝트 .venv를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A30FA-575E-4A8C-88D9-086900CE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A89B9-332C-40CD-A9A8-4DFA236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6A4D6-3568-466C-8194-C6043C39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VS Code와 Notebook interpreter를 맞춤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7A88D-191E-4773-A8C4-50748560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98380-A430-4047-A4BE-D230C9D6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보호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17FBE-2C32-4F39-8D99-74E5934B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secret·대용량 파일을 Git 밖에 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18FF1-D3FE-45FA-8E6F-EE17004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9C97B-91BC-4ACF-96C5-C1863213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8B085-EB0A-4333-9082-4866D90C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첫 commit과 fixture 경로를 남김</a:t>
            </a:r>
          </a:p>
        </p:txBody>
      </p:sp>
    </p:spTree>
    <p:extLst>
      <p:ext uri="{BB962C8B-B14F-4D97-AF65-F5344CB8AC3E}">
        <p14:creationId xmlns:p14="http://schemas.microsoft.com/office/powerpoint/2010/main" val="1419909101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3EED3-515C-4800-A6A5-077E2055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F806A-37E7-4785-8781-3502D836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설치보다 먼저 구분할 네 가지 환경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51386-17B2-4471-AEA2-080F2C3D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0BEA2-4DBF-415F-8879-8E323236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3F976-F7C0-46FE-8C25-F2E43132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5D394-709A-4D42-A385-16E464CA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5874C-C2AB-4F98-8B13-5478CFF7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BD911-8FFF-451A-AF50-147E59E5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1FE9F-F947-43E8-A1FD-92930438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64FDA-6B4F-4F62-9DAA-62B7AA8F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78815-2077-4351-9CF4-B34FFB63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Runtime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Execution 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AC06A-ABAB-4352-978F-721F45FA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코드가 실제로 실행되는 Python·운영체제·패키지 환경이다.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53016-F51B-41B4-A613-925E5578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python3 --version과 실행 경로를 먼저 확인한다.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7D066-F6FB-41D0-9797-83B18729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7D423-5366-4BD7-85AB-5869A703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A8FEC-F355-40EB-97C3-0C365663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Interpreter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Selected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775AE-42BA-4F96-B6C6-652BA6AC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VS Code나 Notebook이 사용할 특정 Python 실행 파일이다.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8D5F6-BA64-429C-9197-07D0F96B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.venv/bin/python을 VS Code Interpreter로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40F1B-E1BA-406F-BB3F-476835F1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FAC89-7844-467E-A3AF-6D288059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Virtual Environment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Isolated Packages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EF4A2-52B1-4438-B305-8838A9DF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프로젝트별 Python 패키지를 격리하는 폴더이다.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E4305-8BE2-43E4-B60A-7AA23E62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python3 -m venv .venv 후 같은 환경에서 설치·실행한다.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B0D10-17D4-4B5B-A94D-A0B47B5B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356D6-8F88-43E4-A400-BAEEEAF9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64A787-DB99-4EBD-A0E5-DEE42E84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Repository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Versioned Project Folder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6D821-98C1-451B-B4AA-906E374D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코드·문서·데이터와 변경 이력을 함께 관리하는 프로젝트 폴더이다.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5D635-5F3A-4254-86A6-08F80E81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src·tests·data·materials 폴더를 하나의 저장소로 관리한다.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F9994A-4430-4E9D-8C3A-F8D0142C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6847092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423F3-E249-4F1E-BA2E-7865F07B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무료의 기준은 끝까지 직접 실행되는가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CA732-33E9-4D44-9414-C7450D55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75D37-642C-4FA9-917F-443C044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09E26-31AC-4241-8948-321FD9D9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F367B-6CB3-4721-BC3E-C74AC468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FCF77-407E-4341-BB96-C51560D3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23471-CEA2-47DA-9A56-EA623900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외부 LLM API 결제 없이 필수 Tool·Chain·Graph를 실행할 수 있어야 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07964cdc8482d">
            <a:extLst>
              <a:ext uri="{96DAC541-7B7A-43D3-8B79-37D633B846F1}">
                <asvg:svgBlip xmlns:asvg="http://schemas.microsoft.com/office/drawing/2016/SVG/main" r:embed="R04439536e45248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5362D-CBE0-4501-9918-EEFE79E1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BCF86-A3B3-42F6-92BE-56AEA1E8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Python·Jupyter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3F164-1AE4-4BA4-A587-090478F2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55C21-9312-4993-8443-E773A506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fixture·local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EB5AB-D877-4F3F-9962-8FB42A5C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D0F24-9768-4451-8AC0-D0D00A24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결과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E9E6E-4A4D-4243-9525-D9664B3B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546B0-696B-4869-9D6A-260FC317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수업을 살리는 기준  |  환경 문제의 절반은 패키지가 아니라 ‘지금 어떤 Python을 쓰는가’에서 시작한다.</a:t>
            </a:r>
          </a:p>
        </p:txBody>
      </p:sp>
    </p:spTree>
    <p:extLst>
      <p:ext uri="{BB962C8B-B14F-4D97-AF65-F5344CB8AC3E}">
        <p14:creationId xmlns:p14="http://schemas.microsoft.com/office/powerpoint/2010/main" val="36645622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1B6CC-8A6B-42F7-9945-145C75A9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필수 경로는 notebook, 가속 경로는 Codex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1F65E-ED79-4501-90A9-E1929A27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41F4D-620B-4E78-8061-A678C4C3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02AE9-85AD-43F2-8008-59D99DC7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B6CC3-547B-4752-8963-51913573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B314B-CD3A-4020-8BD6-F32A3294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모든 수강생은 준비된 코드를 직접 실행하고, Codex·PR은 먼저 끝낸 사람의 선택 확장으로 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B9EDF-2803-496C-A781-CEA103CF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17C1A-7708-417F-BD33-FD0031CA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필수: 04 notebook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26C52-8935-44BB-ABE5-2DF0EBE4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11E50-52E4-4D40-88DD-F5157F9D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선택: diff·PR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C606B-8F1B-4F1A-897C-874A76B2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87E98-62BA-4044-8350-B18B7C6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공통: test 확인</a:t>
            </a:r>
          </a:p>
        </p:txBody>
      </p:sp>
    </p:spTree>
    <p:extLst>
      <p:ext uri="{BB962C8B-B14F-4D97-AF65-F5344CB8AC3E}">
        <p14:creationId xmlns:p14="http://schemas.microsoft.com/office/powerpoint/2010/main" val="16297270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B3CE1-DC58-4434-9E11-8E507267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Python은 실행기, VS Code는 작업 공간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3F7D3-F167-48CE-B39D-B556901A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BB543-6CA1-4111-B99C-7F0D6BD3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3211F-63B3-4F03-BBE0-2172E573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A3001-5214-4332-94F7-EAEAAFD0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772F3-76FB-48E0-8255-C22CA518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D1296-6619-4926-95D6-E838485B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extension이 Python 자체를 설치해 주는 것은 아니다.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B558A-EF91-421E-B4B3-67339B12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C9E50-4F65-4955-9047-B10C789E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 interpreter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96F37-812C-4CC6-B0D0-F820F33B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96513-4827-4FBC-9C3C-906941D2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VS Code editor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1450C-A2D4-4C22-99B8-AE4D271A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20FAD-B53C-4797-996F-8C9D5E4E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104885818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4BEE7-B6D7-4B3A-ACDA-B3B33814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가상환경은 프로젝트의 재현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E971B-0765-4AB7-8AA7-16F13533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0C53E-DEBE-4FE3-B663-7D8CD253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071BC-B6ED-470B-A217-447F62F7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DAECE-595B-4B39-B72F-0A88DC3F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E84B4-287F-446A-BE1A-27A7292F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전역 환경 대신 프로젝트별 dependency를 격리한다.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AD322-A3CE-4C81-BF8A-F2EE927F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8602D-66BE-45AF-92F8-306219A5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 -m venv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CED36-21B6-41FA-A978-6DAB8FB5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895B4-C980-48AF-B0A7-EAF2FB98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interpreter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8572F-D2EB-42E1-9EC3-F3AE4E52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CA1C3-6A76-4A37-A8C7-E8D1701C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requirements·pyproject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90E48-FB95-4D8A-921E-E63D1575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93882-C519-45ED-B34B-61D55B0A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수업을 살리는 기준  |  첫 commit은 저장이 아니라 복구 지점을 만드는 일이다.</a:t>
            </a:r>
          </a:p>
        </p:txBody>
      </p:sp>
    </p:spTree>
    <p:extLst>
      <p:ext uri="{BB962C8B-B14F-4D97-AF65-F5344CB8AC3E}">
        <p14:creationId xmlns:p14="http://schemas.microsoft.com/office/powerpoint/2010/main" val="582688298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FDB43-3D18-46A5-8417-4D9B61FF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 준비는 세 칸으로 나눠 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E6ACB-EB63-441F-903A-D23B7990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3F2FD-7253-4968-8D87-C07CF94A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37421-6572-4D53-9E81-A188C996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A3C4D-1FD8-4807-8A2A-BD717345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1E2EA-E7CB-4DB7-BCC3-B4F32D64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645EA-C593-4F38-BDEF-A4E0EB79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앱 설치와 server 실행, model 다운로드는 서로 다른 상태다.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585AE-A0CC-44C0-B983-3A380702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2299E-96A8-4932-B63A-A624FCBC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cli_installed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D44A4-49AD-42DE-BB7D-828D8A47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ECB19-CF18-4A50-9213-1FB014CF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server_ready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0B88C-D720-44F5-942C-0D3B00A7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AC4BA-5B69-4DCD-8E22-764D127A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model_ready</a:t>
            </a:r>
          </a:p>
        </p:txBody>
      </p:sp>
    </p:spTree>
    <p:extLst>
      <p:ext uri="{BB962C8B-B14F-4D97-AF65-F5344CB8AC3E}">
        <p14:creationId xmlns:p14="http://schemas.microsoft.com/office/powerpoint/2010/main" val="1898284505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DB613-8282-426A-BFC6-EDDD9C69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Jupyter는 설명과 실행의 다리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04D23-4345-411C-AE83-B60B0CDF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78AE3-460C-4194-AA8C-94BC225E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8B5AA-6E66-4813-B29A-4BE18FAE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F6D79-D72C-4058-BE55-C21D023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A358E-63B5-4C0F-9A2A-83EE1D37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한 셀 한 개념으로 결과를 보고, 모듈 코드는 src에 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EDC89-25BA-444C-BBEE-A8035E4C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2DA20-E0DF-4841-A437-A94587FF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Markdown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5BC08-50ED-433F-8643-F523FA4A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51DD6-E128-4E21-9DA8-DFEFB5FC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Code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61E68-2A1B-4685-A25B-CE1899D6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AAFEB-6CE1-4F9C-952B-9BBD24F3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output 증거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AA4F9-40AC-41FB-91FA-508D4140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C00AD-568C-4183-B882-BD247106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724169833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29E73-8BB1-48BC-BAF0-81535F32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Secret은 코드·노트북·캡처 밖에 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69556-219C-424D-B785-F2B64CD9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5EA6F-829C-46B1-B798-DC531A19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5C215-0D4C-4A3D-BA81-DB7642DE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CCDA0-BDB2-4948-BE94-6712AAD6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DA2B4-9024-405B-8C43-F6E25EF7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5FB92-7799-4E8F-9CF1-16106449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값은 환경 변수, 저장소에는 이름만 있는 example을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9B96A-E20E-452D-BCA1-51535878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F93D0-F50C-4363-A4C0-611F60D4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.env.example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59435-E458-4FB6-B351-0989CF55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4B995-2077-407D-BDFB-2D3241A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BE899-8041-461E-AA07-130EEA1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F542A-E8F9-4865-B251-37B26837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490489365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5B218-EFAE-4C6C-BF1D-81622A89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설치 셀은 없는 library만 채운다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7923F-7D99-494D-BD6C-9BA28D03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21295-B50B-453C-8689-16EDCE94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BC9F8-5937-4864-8C6F-A7B208B8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6B4B9-A5A3-4A52-95D1-D673534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97B44-BACD-42EA-8786-6B82C0ED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상단 셀은 필수와 Ollama 선택 package를 분리하고, 선택 설치 실패는 fixture로 복구한다.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FBF65-ECC9-4E11-930E-CEA84EA4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24F4F-D859-4F7F-BDF2-9FB31814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requirements-day1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ACB4C-F800-4198-9EFE-BDCDF59F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AC5FB-CF24-42EE-BD1E-729B012D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requirements-local-llm-optional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7C498-9588-4BA8-99CD-4713553A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7E125-544A-4337-BC60-A50B677B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Restart 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A3548-1FF4-4EE8-BA29-E232578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74774-AC61-4F8F-94E4-158BF538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수업을 살리는 기준  |  Harness Engineering의 출발은 좋은 프롬프트보다 깨끗한 작업공간이다.</a:t>
            </a:r>
          </a:p>
        </p:txBody>
      </p:sp>
    </p:spTree>
    <p:extLst>
      <p:ext uri="{BB962C8B-B14F-4D97-AF65-F5344CB8AC3E}">
        <p14:creationId xmlns:p14="http://schemas.microsoft.com/office/powerpoint/2010/main" val="1587435082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05448-AEF8-4CB3-AC5A-78562AD9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899B1-31ED-470C-81E4-524FCA7A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4차시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8055F-23C0-45DE-834E-DDC36881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113B8-5A64-4963-8E30-E7ED31BD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C341A-8CF5-42FE-90ED-6EE18E93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0012A-25EB-471E-8C72-D6F3D68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6F480-1A4D-4EB6-9EC4-EFC344D6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AB7C7-869E-448A-AD46-9C23181B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94D2D-1E2C-4400-A9B3-71B09FB7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60B1D-5ACA-4436-8C22-AAE73856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 notebook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F47A8-189D-49C4-B323-6BA3AC38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B3AE9-5E91-41C0-85A0-0ECB339F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99280-74DA-4521-BAF6-D87488FB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INSTALL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51EB3-F382-4FB4-84FF-7B15C878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상단 library 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ED120-A72A-422D-BBBB-C4820792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8299A-2E75-4A48-ABF9-5CB1A807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5A763-E157-442F-A45C-75968553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4CB7E-2C7A-40FB-9DEA-465EFE77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CLI·server·model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A970F-505F-4212-9BC6-C2EBE61A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102EF-02DF-4831-9767-836E7E82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25E4B0-B6DA-4DE3-85F5-94804135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20083-FC54-45B6-B980-2AB4D5AB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4 passed</a:t>
            </a:r>
          </a:p>
        </p:txBody>
      </p:sp>
    </p:spTree>
    <p:extLst>
      <p:ext uri="{BB962C8B-B14F-4D97-AF65-F5344CB8AC3E}">
        <p14:creationId xmlns:p14="http://schemas.microsoft.com/office/powerpoint/2010/main" val="327604384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EC5E3-EB4D-4C56-90F1-F178094C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6308D-C0C1-48EA-9810-3FAAE63A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61356-D2ED-44D9-9D0C-819EAC6F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AA44E-3300-48FF-890C-367F7F00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68639-3016-4997-AADE-83358740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C11D3-E268-40AC-A525-D5081F95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CA613-A316-4BF6-855D-78AC3176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5A253-0C56-4F1F-995B-76788588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F9DBC-59F9-4C0A-A7C6-0F25F4A8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68594-05D0-4880-A071-3EDD9FC0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python -m venv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9CAEC-9ED8-462F-97A4-863BEF5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9F06C-BDB1-48FD-A5BF-D10355CD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ABF6C-C524-43DD-B30E-C3CAD078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18061-08F3-466C-A6D2-F1F86048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OS별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E15B6-9CAB-4449-ABB0-8C1066C0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0FBEA-DD2D-4EA4-8A61-8A8D8B92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CDBC6-EA82-41DC-919F-0D270A33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63581-7273-4282-8504-0F49AE72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E39ED-EC7D-48F9-BC8F-75489039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B2EB6-6EF5-4A72-8F40-D328D42A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89701-0C63-4F3E-8B34-B3A08155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A3B44-76A5-43C0-9094-4F23ADF9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1268609292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0474C-9C00-4657-89A2-D0A91ED0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C4AF1-AE6A-49FA-9CF6-17DE2E70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7ABD6-091E-473F-BD60-02E1706B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DBE52-B0EC-4D92-BA80-B32586D7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92CF4-8F4B-4D6A-A7BB-BA7F13C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0CCBF-19EF-4D3D-BD27-5DA2DF13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116EE-E3F9-4D2B-B777-21CA1D80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70030-49DF-4F6C-BCD0-C2BB3A18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036DB-C5B2-4E3E-A326-576C36E6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54487-35C9-4704-BFAD-D6715B35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Command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0D357-9D95-4B37-BDC6-75F4526A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9C440-5D77-406C-B869-869BC277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C19B9-D76C-4CB4-AF93-6BDDD434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CF16F-5AEE-4F4D-8D9F-A1DB9664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Python interpreter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BD1EB-42AD-4574-9599-5F8FE8AE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A470A-79A6-43FF-9A39-EED23B28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FFD4D-5379-47F3-9072-3508B9B9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46A8E-C86B-4101-ABDF-2F827D38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notebook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2E687-C52C-4FEA-8452-4F23E3B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1D04B-BDCC-4747-9055-C934609C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6967A-B1A7-484B-9D41-7168667D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00C04-E176-4B47-93BF-F4273736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1985591131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141A6-0BB0-4195-9E2C-4165FA56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D5A3C-2FDA-4E82-8EFC-00798E09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 상태 진단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4BCC1-2BB8-46B5-AB7F-641CFAE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34E51-8E01-4726-B4FD-781C181A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D1CE2-5612-4105-A4C2-7E8789EE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EEE3A-BF0F-4630-B943-71BF42FE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44528-DCFC-484A-AE65-DA2C2129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8E22A-5A62-4B2B-9407-EA1E63F1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BED86-884C-45EF-87F8-50575D97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12170-21BF-4F24-90F7-A4CD4ED8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명령 설치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301FE-6BEA-4CCD-8ECB-B880B8E0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A7A5D-E094-43EA-A415-C8CC635B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B2F4B-3B8F-48DB-9B2A-0E4B8EB4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D4BF5-DB34-418E-8808-177E65F2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11434 응답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7B3DA-3A48-4103-81E4-122DCC83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11439-44BF-4865-B8D2-EA4FF71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000CA-0C14-44AB-A86F-6F8C4B80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48A93-CE7E-49C0-86DA-5370CDA2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qwen3:4b 존재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2F107-A2FE-4546-8D7E-F4E5B287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36BC9-2FD5-4A33-8B89-C65C6AEE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9F804-D400-47C5-8944-336C621E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54228-553A-440B-9770-F70C6BDF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ollama·fixture</a:t>
            </a:r>
          </a:p>
        </p:txBody>
      </p:sp>
    </p:spTree>
    <p:extLst>
      <p:ext uri="{BB962C8B-B14F-4D97-AF65-F5344CB8AC3E}">
        <p14:creationId xmlns:p14="http://schemas.microsoft.com/office/powerpoint/2010/main" val="291991129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3FCC8-0AE7-4E8B-8925-B88C443A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C1A44-26AF-4091-8D38-BBA06386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library 설치 실패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7872C-51F7-439C-8F09-72421017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F071B-538C-40C0-9A11-40CD18CF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18413-E9D0-46B2-835B-4670B8FC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D6912-205C-4819-B1A9-B60BC792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01FD9-B08F-4BAB-92F8-C9A5F94D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7C8C1-D7B2-4AE2-A3F7-957B75CD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66253-1615-434B-AAFA-3398D14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7CD77-232A-4121-9B9E-589E4BD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F5457-8DA7-42EC-9129-B0C386DD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0C175-00B4-44EB-96B8-0194AD1D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651C9-2F03-4251-AA51-A4CF879B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37368-9CA8-4F72-8D3A-6290BB08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상단 셀 한 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DE115-A3C0-409E-9827-C716F521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03ABF-D4DE-466E-AB8C-42766BE5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E8452-72BC-4314-8D50-9BA6CAA8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RESTART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541FB-A271-4EE8-AB2A-463676E1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FC001-79FF-46E8-9F47-3D461EC2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C169E-174E-42B5-9AE3-E51E69C0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61E79-33FF-4CE7-9DB2-C62A9162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30EAF-76B6-4FC4-8639-680AAD50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482755831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D82BBF-CB70-41CF-825A-DAC57D46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28D10-E83C-4D18-8087-DE446509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설치 화면은 ‘어디서 받는가’보다 ‘무엇을 확인하는가’가 중요합니다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7D5B5-B213-402D-AEAB-F950992D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A3B74-6F4C-4CC0-94D9-0A944648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6B99A-C528-46C1-92E4-35C633F5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4FA08-23BA-490A-9728-03315F71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F09FC-F7B3-4462-A63D-BDEAC75B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Python → VS Code interpreter → Git identity → sandbox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606D6-0369-453C-A45A-BF2E2922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80631-DD71-4F6B-803F-64466CA8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5EEF2-2A74-4851-94F1-DDEAC937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내 OS에 맞는 runtime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75423-86B1-4CF8-A7DA-B5C467F2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버전·실행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41CD4-C979-4BCF-81C5-24BA6F6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45F2D-0450-4646-A119-FF3BC739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2DD77-B156-4413-AB00-9E4ED513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C93FE-60A9-4EAC-A021-9257281B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editor가 쓸 Python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EA2CF-8BEC-4D44-B8C0-7750C793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.venv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DD5C0-A56C-4D9A-84B2-8EFD5632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0F342-D716-4919-89F7-31A0090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8318C-1008-40A4-AAF9-A065D590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91AE3-1460-420B-AED2-66929114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Git 작성자와 기본 상태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2E369-B1D8-49A2-9AD8-ABD0DDF7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identity·status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333CF-2296-45F4-9730-692139A2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1CEAB-4954-41D0-938D-0826F881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E9309-8B5B-4394-8F6B-B50F9383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3745C-9B14-43C9-87F3-AC2A2959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교육용 저장소만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8EB47A-52D4-473C-AABA-568370CA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sandbox remote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C7525-0371-459E-BAFF-CC9F4146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6320701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39ACB-9B7C-47F0-A840-27B2BD19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B8E33-05F1-4478-95CA-1EAA7195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notebook · Ollama 세 단계 진단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8CE5F-D9CE-43F7-AF38-EDC52A58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CA8B5-EF60-4642-A62A-5482B5A3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4E218-F823-4CF0-8BE9-0B8ED263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4936E-DFC6-495D-8FFB-7087734E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5461E-9F8E-46BA-8493-355D8E75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EF16A-35B0-4752-A915-6D7449BE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D404B-9CC5-472B-80B8-603656D2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 0.32.15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7CF78-081E-4F0C-A24C-927D2AD0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F36A1-EC76-4661-BAC7-10CE823B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 server 준비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2EEA7-64F4-4C0E-AAFE-C9F6B62A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6B237-6047-420E-8334-33C5EC63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 상태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D537D-3206-4F5D-974E-EFBAED0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74363-0E86-4DD4-82A4-436F9945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recommended 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F3C0E-96B7-4E8E-AECB-C82E71F2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8f6b649d14291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E5FA7-3C2D-4C5E-983A-4FC14913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 notebook 실행 화면</a:t>
            </a:r>
          </a:p>
        </p:txBody>
      </p:sp>
    </p:spTree>
    <p:extLst>
      <p:ext uri="{BB962C8B-B14F-4D97-AF65-F5344CB8AC3E}">
        <p14:creationId xmlns:p14="http://schemas.microsoft.com/office/powerpoint/2010/main" val="830811259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C1437-32B3-408D-85F9-33AFA23D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E5491-E178-48AD-A255-CF1E5507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notebook · 전체 25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88DB8-7C0C-4501-B0C3-AEB3AFDE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C3D11-7432-4C37-BAFE-D94DC9B8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5259A-3C3E-4FCD-9A9D-CEEE9CF1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B3B1A-CA92-4528-88C6-696F5D22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F4747-770A-4F36-BE9C-7158CE1D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0E217-01D8-41E9-B4FA-BD0626D7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8C79A-959F-4715-AF31-FFE276E7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25개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B41BF-0FE9-49D0-865F-3484F2FB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E0988-2B2E-4BC7-A6F3-9B92061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58A40-D602-422C-BA60-DDAA5C00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AC643-78C4-45CB-8DB5-9C1F6F37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첫 오류 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2972D-6262-4B54-87D7-82AF6F5B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0F2ED-E5E7-44E3-AF50-C11593FC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점심 전 checkpoint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76FFD-6F4F-4D98-A45B-6E240C15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79cbf61674ac3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2E2E4-E5C1-4055-98FE-4D86E398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 notebook 전체 회귀 test</a:t>
            </a:r>
          </a:p>
        </p:txBody>
      </p:sp>
    </p:spTree>
    <p:extLst>
      <p:ext uri="{BB962C8B-B14F-4D97-AF65-F5344CB8AC3E}">
        <p14:creationId xmlns:p14="http://schemas.microsoft.com/office/powerpoint/2010/main" val="995750962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398C1-ACBC-4EC8-92AF-F9184786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591EF-C21C-4AF7-93B1-46BB93FC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2A43A-3299-47EF-9983-54E11C1A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8A9D-7492-4D98-AA33-5E983463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07DCD-595A-4FDF-BC58-7264E4C7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EFCD8-B47C-4025-B6A3-74D511B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84F48-6408-4D59-8562-830A3D9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5A25A-B7BB-431C-B3F7-A721490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D05E7-B9FC-4FBD-BC16-86A87AA2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BA2D0-1A36-4EAE-984D-0A26641A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0B62C-60AD-4557-9885-BF3531E7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A8CE2-FBEF-44D8-9C38-BEA9BD39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B4B1C-8AFD-48B5-AECA-94CA6906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B5824-EB29-4C32-9426-B0A742D6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30E33-7C37-40C5-8659-8942ACD8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virtual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50E09-8540-496C-BA6D-1F9FF1A0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d97efe6f3466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9B215-B19E-4142-B548-E5E28551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403197477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9BF8D-4924-4525-9B05-CBB8D429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C2FF7-8AB2-497E-838F-8C1E28CE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Jupyter 설치 · notebook 실행기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A6281-DB55-4368-BB80-B8D2C800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E2016-17DE-4088-ACAA-4BB4733D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F9028-E217-49AB-BFFB-FEB40135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2FEFD-B083-4289-A4E8-03042467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F647E-FD4D-43DA-B5BB-300B746B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D2DA3-8DBD-4FD6-BFEF-4BC6FBCA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54299-62CB-4BA2-8A9E-0A39F85B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현재 kernel에 설치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2ACC9-12DD-4ED4-9D0D-2F5CFCE3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6DAAC-9F47-4102-9A83-CD90B727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Restart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50186-9648-4E82-BE2B-A3983BE1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E9802-AFD0-4E69-91FA-64D5A6D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Run 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9CDCD-8E3F-4B56-8F12-8EBBDFA0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1AA97-4786-4959-8DCB-82EA013A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결과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4B538-80D4-44C3-AB12-9177E060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368ba814a42d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10C4E-8095-4E38-A4D0-31580E0A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517067898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E2F6B-C427-455B-B90A-136B91DA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48B62-3936-4A68-8881-56E91807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DE6C8-A2A7-4F8F-ACB6-DA74C7B9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5289D-17D9-47CB-9634-3D2D7A4A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D3A62-05B1-4806-B915-176C3A59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01CD5-1918-4755-8805-54C424E5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3A269-6D06-476A-A90E-5B85AD89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AF476-8F2E-467C-B757-CBBE7372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DD59C-070D-4871-8B67-BE2FCD09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명령과 기대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3686B-4E8C-43DE-B65D-9431A538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7AB08-B23B-4115-BEED-E93E1587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PATH 문제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B8F94-C446-49DC-9614-7F207EEB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8B665-969F-427A-857A-3E60452B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새 terminal 재시작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BC68F-6E26-45A5-8804-5DAB5886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85FCA-CA69-465B-B3E8-857344F0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캡처에 개인정보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BA03E-D924-4426-AD7A-4EF8F394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9D949-B157-4D9D-8AD6-16AE6E16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11335-1CEF-4066-BB01-1A56F57C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85983751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075CF-0362-4DF4-A93E-BCBBB8C3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7EB70-B554-454A-8794-8C4BBA97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ADB46-5912-42CE-B60B-0739BA3B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34243-E4E3-4A58-9058-8CCA2818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3D13B-EF32-40DE-BA8A-C5CD1C6B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F7FA7-9CCC-4890-9624-C1C3DFC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3A0A8-636A-42D3-BF88-302402D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F0D24-0CAA-4D07-ABA6-3C9770A6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6B8F1-9327-4754-903A-E7994E6A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.venv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1CF35-BB58-4D9E-B060-807F9CDC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9373C-64FB-4032-A444-5B9BEA86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활성화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00A7E-7D29-4DFF-ACAC-EE15BD8C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F503C-083E-41AA-A5A0-DF4FA24A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dependency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EE195-06A1-42DC-8AE4-F73C9DD7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21699-EE5F-4201-A133-F282F21E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interpreter 경로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75601-6F3B-4D04-8F97-4D6F5B37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DB9F8-FBEA-48BB-A6E1-ED49796E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2CC10-4625-43D2-B2EC-3851610E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728047200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D7452-38D9-4B26-B9D7-279975D4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F47CC-1BC5-4BC2-AC62-10B6A2B1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F5513-9888-4772-AC4D-E20A978B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82B3E-459F-4950-B228-9C392537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64B5A-FB84-48BF-BA1F-F67C9656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F6045-58C5-4571-B8E6-AD7EA63F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8EB71-8685-4AF3-9247-ABC78715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B2EF2-0FD3-4D5D-89D5-77E8E574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550C2-C1BE-4001-A826-E3577EAA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ExecutionPolicy 오류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37D5D-2E14-415C-A650-CE935C2C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A7622-124C-47CF-AC26-43268730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 launcher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9E866-A866-4098-B284-782C3529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F89F5-4D67-4D4A-B989-5D393309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E2FF3-1926-4180-883F-8DF41B9F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B5C63-5AE7-4B92-9468-F731931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경로 화면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FA7DB-2A54-421D-9718-46B0040D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49534-9B2C-4927-99A1-5117FEC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18B17-600A-49AB-AC69-E7CDD2E1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1425130996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831F8-F9F0-4848-A459-84EA27BD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93505-C54D-4BFB-B636-7AD3ECFC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작은 branch에서 Draft PR까지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86C49-E9C1-44FD-9FB1-D84D789D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1871C-7BD6-4AC5-B650-399CB6F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48A27-0054-448C-B6E0-6C469777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25234-D79B-4A9F-A538-C85CC590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28DFA-E66D-4D64-82C1-D5FB5B6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92515-46C0-4D9B-9569-A153F885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8C855-F030-446E-80BB-60812FAD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교육용 repo만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80829-C2AA-4BA7-8561-C854918B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4251E-00B7-4132-878D-749F613F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관련 파일만 stage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C2C64-975E-4FF9-9181-DACE45D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13E4A-F488-4214-BA2F-2C9B4C90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test·diff 증거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079DF-F8D4-4D1F-AEF1-92F23DB3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63AFB-086A-42E2-B65D-7DDFDEA4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gh가 없으면 GitHub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B3C8E-06C3-461A-B186-EB6EBCEB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71238-8676-44ED-82A8-5EFC819C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81E72-FD2E-46FF-BE60-BD27425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git switch -c test/reject-python-file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git diff --check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git add tests/test_day1_agent.py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git commit -m "test: reject python file reads"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git push -u origin HEAD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gh pr create --draft --fill</a:t>
            </a:r>
          </a:p>
        </p:txBody>
      </p:sp>
    </p:spTree>
    <p:extLst>
      <p:ext uri="{BB962C8B-B14F-4D97-AF65-F5344CB8AC3E}">
        <p14:creationId xmlns:p14="http://schemas.microsoft.com/office/powerpoint/2010/main" val="126282276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C0C0D-3BB1-4543-B9C3-20E0AA4C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77E09-B2B8-45B5-990D-66B3939C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AGENTS.md · Codex가 볼 Review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43E06-1FAE-4689-8BDC-8170C5CB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73727-FC9A-4D49-BE9E-874C1CE7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340C1-2D3A-489E-8156-8A66FDDC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CDE3E-C159-4BA5-A65A-B3D55D75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652CD-E24B-454B-A01B-36219552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65958-C0F2-4A10-952C-C16D8606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7AE2B-6D91-4EC8-951F-6232FA8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저장소 특화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46411-EFB2-45D9-9784-5E9B2E2F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AC17C-E971-478C-9429-B640B4DF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결과 중심 규칙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36129-0D58-41F8-9CD5-91103C0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19F34-D796-4B81-84DB-B4E43A9A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기계 검사는 CI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FD551-4943-4B29-BB45-CA1BF745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CBC10-769E-4B1F-9A35-8DF2726C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최종 판단은 사람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64552-893B-4CAB-9249-E959708A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4261F-9E7A-464A-9B99-7D14229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EDA93-3AEE-4E34-A0D1-AAAEE44C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## Code Review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### Safety boundary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- workspace 밖 파일 접근을 허용하지 않는다.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- 외부 쓰기는 사람 승인 없이 실행하지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###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- 동작 변경에는 정상·실패 unit test를 함께 둔다.</a:t>
            </a:r>
          </a:p>
        </p:txBody>
      </p:sp>
    </p:spTree>
    <p:extLst>
      <p:ext uri="{BB962C8B-B14F-4D97-AF65-F5344CB8AC3E}">
        <p14:creationId xmlns:p14="http://schemas.microsoft.com/office/powerpoint/2010/main" val="572928378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DCAFB-3C66-487C-8AE9-F4B5D976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개발환경 세팅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9F07F-F18D-4B11-A15E-D1A382A9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개발환경 세팅 실습 1 · 04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77948-FCCE-460C-8B1F-C82CD0C7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C2A04-7BBD-490F-99BD-52BEA43B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354D4-2923-4A35-AAA3-32229EFE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8583C-A663-4094-A782-0A5270B0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045C1-54F2-45D6-927C-9F71D408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4F636-8CB2-4086-92F2-77214EB6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61B45-F1E3-4B11-AD20-86C46282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62DC9-37FC-43BF-B546-20167484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1C3B4-C9D9-48DE-BECA-ECF3FED3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DA7BE-0D67-4E18-A690-C1F2F4AF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저장소를 VS Code로 엽니다.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33D29-A588-42E9-A32F-F2CD5D50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2D376-D858-492B-864E-CEF0FDBE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0A8D0-2607-4A60-AF49-FF52C542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04 notebook을 엽니다.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CB83C-A64E-48B2-9664-F33E7373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C7157-9755-4A9C-86C7-AE4C5387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C098D-42F6-4FBD-85FF-29385354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현재 .venv kernel을 고릅니다.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65AFA-7DD3-463D-A2DA-E52C7B78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165EC-A66B-4961-B97B-D603FB03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9F530-8926-4532-BFB8-7AFA200D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repo_ready=True를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F769B-1122-4847-8976-3CF15737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7D502-7DBC-47BF-AB84-16820198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FAAD6-21D1-49A5-9165-B68C7C52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같은 Python·repo 확인</a:t>
            </a:r>
          </a:p>
        </p:txBody>
      </p:sp>
    </p:spTree>
    <p:extLst>
      <p:ext uri="{BB962C8B-B14F-4D97-AF65-F5344CB8AC3E}">
        <p14:creationId xmlns:p14="http://schemas.microsoft.com/office/powerpoint/2010/main" val="1578120046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389AF-3C90-400D-A067-E117BFE0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개발환경 세팅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D9FD9-DCDF-4F1D-A88F-00A0CC4E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개발환경 세팅 실습 2 · library 설치 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20A26-5B19-4A82-B37F-D80A5187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E19B2-C96C-47C9-92B9-485DCC6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D62D7-C46A-493C-9D7D-CE16085F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87FC7-6507-43C8-B7DB-095D8910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F42A4-5740-4FF7-B185-9D63ACE3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ABBD1-E178-401D-99C9-CBA5346C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B0EC0-42CF-4287-805D-6B1A6582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2D123-6A52-4FEE-AE6B-ADB44068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DF0E6-1543-48D1-9A6C-1B642AFB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FA048-1BCD-4701-B4A1-87EFA7E1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상단 설치 셀을 실행합니다.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F71BF-016E-4717-BE3E-5D40E63A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7F262-6AD3-4755-96F5-6CD2D620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AA6F5-BDA3-438B-95F7-15EA988C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필수와 선택 결과를 구분합니다.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4F638-9911-4A26-9613-5957224B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ACBAE-5C8A-4818-A49A-83CD8BB0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D959E-78C2-49C7-9A54-539CDBD8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설치가 있었다면 Kernel을 재시작합니다.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63891-AB37-46C2-B9ED-001ABC07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6A483-65D7-4BA1-BDE8-AC5AE655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1315D-605E-4136-AB53-2E46CD8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첫 셀부터 다시 실행합니다.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4C8236-DC03-4095-AFF7-20BE288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37F0E-B976-4800-BAA4-90689176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A130D-A9DD-4D8E-9F0D-65FDDED3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ALREADY_READY 또는 INSTALLED</a:t>
            </a:r>
          </a:p>
        </p:txBody>
      </p:sp>
    </p:spTree>
    <p:extLst>
      <p:ext uri="{BB962C8B-B14F-4D97-AF65-F5344CB8AC3E}">
        <p14:creationId xmlns:p14="http://schemas.microsoft.com/office/powerpoint/2010/main" val="408924616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89CE2C-E52F-4823-85DF-8F1AC3DB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3554E-7368-49E9-B1F2-98E7885A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1 · Ollama 상태 진단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CCD63-2244-416F-92FB-97801CE5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C5779-CE21-494C-92DB-D061F289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487C8-01D5-4468-B7B1-467E949D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20C39-C25A-4603-921B-9C0A0BD2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E796E-A870-4423-8F00-BB5AE9B5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C2731-5D08-44F6-95CF-7E562DFF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F8CD1-2497-4E2A-AA99-DB3CB4B7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D67DC-221C-4956-A2FA-E98D0F86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AF826-F256-4435-A1AE-1F91A32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BDEC0-E84E-49F2-94BC-A9BD5E3E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probe_ollama 셀을 실행합니다.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3A81F-F53F-4571-BC1A-9D5BBC03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A213A-9125-4D3D-A2C4-FDC8A8C0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57507-71B7-4E47-91E6-73BC6E81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CLI·server·model 값을 읽습니다.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987AE-B03E-4A87-A31A-3C245EC9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D51A8-702E-472D-B732-6728DA6A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BD9AA-6CFD-4DE7-BA2D-9B118287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error_code를 확인합니다.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75321-7602-4BED-82FA-9B2231A8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F6EEB-7613-4C01-8239-1FD2EA8E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2D968-82C9-4A9F-BA27-B4854C7F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recommended_lane을 기록합니다.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9DE10-9DB8-44E4-AE3D-B421526B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75C45-49F3-47E7-A11C-88C86CB0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0249F-B516-4DB6-9664-D718038D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Ollama 상태 JSON</a:t>
            </a:r>
          </a:p>
        </p:txBody>
      </p:sp>
    </p:spTree>
    <p:extLst>
      <p:ext uri="{BB962C8B-B14F-4D97-AF65-F5344CB8AC3E}">
        <p14:creationId xmlns:p14="http://schemas.microsoft.com/office/powerpoint/2010/main" val="1828735061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4FD47-F498-414B-9139-7440735A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A77A9-1447-41F3-AB85-875189D0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2 · 좁은 test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0F2D6-E4D3-4133-8449-85447BC1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156DB-B5D2-47C9-A42B-5144CAE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9BD45-2B78-4FA1-8217-9725B9B0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EAF7B-58B6-42B0-8B4D-2DF94EAD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6700A-7A65-4BCA-856D-C7AFF485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8B246-6763-418C-8FF6-2DBE3E08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18338-AA8C-4D15-B53F-A423B15B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2BDF9-2B4D-43F0-92C0-CCF46DC7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ADD31-5881-4B60-AACA-A5257572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1E5AE-BA71-4F0D-BF7B-97C65A49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test_ollama_tool_agent.py만 실행합니다.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EFDB7-8469-4731-B42E-AFE5380A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73A03-A19A-4E42-99D3-16427506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D3008-3A1A-4F90-B91A-749F7C62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4 passed를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A0C5C-ED1E-4373-B880-7C361C6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BD834-5719-45AD-8675-0ECF0DF3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3B1F2-B6E4-4029-BABD-56EBD41E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실패하면 첫 오류부터 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982CE-2D0B-45D4-AF2B-3C249136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0467E-1986-4A74-87AA-AB0CAA01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EE0DD-B8FF-44FE-ADD5-A04AD253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화면을 저장합니다.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B15B5-552C-479E-951A-36BB5A12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64875-3FFA-4414-9234-78ABA76D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A8A812-C680-4BE4-9CC4-C39F28C7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4 passed</a:t>
            </a:r>
          </a:p>
        </p:txBody>
      </p:sp>
    </p:spTree>
    <p:extLst>
      <p:ext uri="{BB962C8B-B14F-4D97-AF65-F5344CB8AC3E}">
        <p14:creationId xmlns:p14="http://schemas.microsoft.com/office/powerpoint/2010/main" val="949666971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01F86-4670-46C3-ADAD-EC0A2BAF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60C25-096B-43F5-8CB1-037C00AE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F968C-5A2B-4D79-814E-E2160452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8DC12-DA06-42DD-B03D-AA7E5978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1314D-16EE-4904-A2BF-D745F16A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E0EE6-34BA-4513-98DD-8F21F324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543B1-8BEA-475D-9CB8-EDDE9796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52151-5D6F-4624-AB08-AD66D699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389B1-4A8C-4999-8BB1-66192867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99398-CC47-4FE2-B087-4F7860D1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D4B1D-5CBF-4219-8DC1-323DFC8B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D0EA0-23E4-4F7A-A4DB-7A40CE71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5FC5E-0F7F-4066-8ED4-ED289AEC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6503C-72CD-4041-BC30-6891FF7B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81B6D-38FC-4E87-84C9-255CCEE5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8B4AB-9C9D-4513-8F49-5F9A217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FD404-58B9-4758-8492-E324F12C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008C9-662F-4B81-B9F3-C2819FB5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91C09-A5C4-4C02-9A36-1F30E849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37374-972C-4046-9D9C-B3B9489D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A53B4-4518-463A-8476-A34B740C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11BE3C-CF2F-4497-8D25-816D4822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49B40-3CDF-4948-88D6-194E676B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17E67-EAF0-491A-AF0B-99BDE64E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6FBAE-387B-4580-9946-C7FF0238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1729770340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03189C-E72F-4E29-875D-0FC6E164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E5FE3-07D4-4622-A3F5-0943342F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05F3D-5385-429F-835F-F0641E75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6F36A-AB36-4A9D-8E67-75E89E60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89D54-09E1-4060-9A1E-CD113AD7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78B85-E181-489A-B518-C361695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90D7F-21DB-429A-B54A-3BA0B89C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72129-C449-49F7-99C3-21B3AD70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12B6F-F508-44B0-AD02-384B43DF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466A0-1F1D-4AB2-AB4F-ED740040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DC56D-2F21-4998-8037-0A349E8F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E2553-99A4-4A95-88CE-5586FE76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078D0-8A46-4AEC-BCF7-5EC639FF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0987C-DF83-4070-937E-344B0C67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2A0AD-F9A1-45E7-B7D1-D132C942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7D386-627A-413C-B62C-050294BF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A7019-0E11-4CF6-AB3B-AB235F46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8E927-07F6-46DD-95E9-A1CB3191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7CFCA-1B2B-4910-8122-87A4EFDF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8B446-69A9-4A83-B00F-2DBFF8C4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56B61-AA7E-4228-B79C-D3A3B9AB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9F0CB-6A4D-4DD9-90C4-565F4DC8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F4A45-2D33-4D4B-BBF9-A5E4E004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261DA-8E0C-4915-A039-B7FE202E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0A3DD-29AF-48EF-B0A7-E3AB21A2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1936999769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2B59D4-DF96-41C3-8C94-7BF5DCF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ACE4B-3914-4EE9-9CBB-8C888C34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8E918-5CDF-474E-8BF0-11D5475C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B000A-B214-4A14-A8AC-6F339149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16D7B-5AA3-4BA4-8852-75AB3758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181F4-C004-4C58-94F6-E7497A3B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50F8D-DA9E-4227-8012-48CBE28F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5865A-8FE8-4041-8E75-D12DDB8C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56312-1ACB-479A-886C-FE8A09DF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F68CF-1096-4094-A92F-779D91AC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72CFB-A619-498A-AF56-83EAF04C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D16D8-DD42-4860-9309-AAFB8CAA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C1E3E-E67F-4A5C-AACC-75DCE07A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32FD8-81E5-4B90-BD8D-C190763A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29B10-72D4-4FAE-A9B8-1EA2FC6B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7AF2F-BD07-45C4-8F83-9339E765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0E4AA-EE71-4875-A048-21398C1D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BA17F-27DE-4DE9-A26A-083E3BD7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566F0E-5EDC-4D51-804C-5798A4A5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25895-C3F7-4A61-AD6F-8E6B098B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E0830-A5BF-4670-8B45-3E253275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6C892-421D-4329-ADB2-758C4479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3D1ECF-3A24-4852-AB49-207AFC0F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469C0-D38A-4839-8617-F69429BE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0BE871-14F8-4C67-9D07-1C4E411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566286699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66391-8D5A-47F5-99C3-8D564585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4277B-DF74-4E42-A232-BBC07DB6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1FB70-9251-4D06-99E7-EE123A66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0699A-16CF-4B5A-946C-9B7D124A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30C6D-37EB-4A1A-B18A-98303655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C67D9-EBA1-4EDE-90D1-0DBD337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1A884-1C08-4936-8E8A-AD0B2381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68A3D-9EAD-406C-AE0E-83B0C66F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2A259-A291-4963-B77D-0DADE108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73F2B-8FCC-4934-8F11-AF6C4D42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B93B3-C887-4893-9C84-0AA53593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89FFB-FC36-4DFC-B09B-406FB439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F10B6-CCF7-427A-8B94-8F41D69B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6D30F-9C29-45BC-8DAD-ED6D15DE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A3E8A-ABDE-4837-B852-9F38F249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75B65-CD37-425A-95B9-46DD8906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6078C-C541-4A69-ACFB-E7A75B01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33E94-BC5E-4C53-9052-371DFB8B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C66DD3-13E4-4ED6-B216-D34E1412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1A935-A0E7-465D-8DC6-DB9290F2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33E2E-6E2F-4952-B141-23C7478B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2645CD-EB0F-49A3-85C6-F1A9D34D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24885-529D-4C61-BBB4-0DA8648C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3E1A9-E5B5-4034-8466-D655B5CC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B20FF-F565-4A47-8454-4D63F5CC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1725935208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C9304-085E-4B4C-8D6F-695BB3B3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01EE5-DBCF-4A45-A8B1-670A138F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Gate 4 · 5차시 Tool Call을 시작할 수 있습니까?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D0157-9813-4327-93C4-D7F48D34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8FA87-4DCA-4C08-AF2E-D81766B1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3DF7B-539F-45D0-8813-982AA28A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12:00-12:50 · OLLAMA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A67C1-400C-4E69-8F8C-E37968D2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F317B-747E-4E53-92BB-D089321D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상황: Ollama 앱과 server는 실행되지만 model 목록이 비어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B3924-3B8A-4090-A1F7-42425AFD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78281-E35B-438F-8A87-87E2F1F9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2CB30-3838-4FC9-97E3-7312BFDA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probe 결과에서 준비된 것과 빠진 것은 무엇일까?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7AE28-B0C2-4D3F-95C3-A849FAFE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D12F6-B77D-4B25-810F-67ED34FC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5D7ED-F9AF-4CA3-BBCF-48236D33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수업 중 다운로드 대신 어떤 lane을 선택할까?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5002C-64ED-4BCC-B72A-BEEBF379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F2CC4-04C3-43E7-9485-50BCE03E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CCCB4-C259-4F21-9C6D-641CB479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4 passed와 상태 JSON을 어디에 남길까?</a:t>
            </a:r>
          </a:p>
        </p:txBody>
      </p:sp>
    </p:spTree>
    <p:extLst>
      <p:ext uri="{BB962C8B-B14F-4D97-AF65-F5344CB8AC3E}">
        <p14:creationId xmlns:p14="http://schemas.microsoft.com/office/powerpoint/2010/main" val="1670232648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B05AB-677C-45E6-A290-7A5A360A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868E6-98FD-4AA0-A5FE-2FF7F673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12:50-13:40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FF2CC-6978-4EA8-8693-B2D40E50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1일차 5차시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7FB15-3B04-4442-A990-E6120A82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Ollama Tool Calling과 안전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93C80-6662-40AD-9026-1A2BCBAE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12:50-13:00 강의 · 13:00-13:10 코드 시연 · 13:10-13:35 소프트웨어 실습 · 13:35-13:40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C9DB8-2D1D-40E3-8C38-4950B61E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20449-6E5C-44E9-82BC-47634C93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758CA-CFAA-4D10-8A40-7D8A8259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FA79A-8EBB-44B6-B8B8-5F7949B2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Qwen · 검증 · 실행 ·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53B35-802B-4B44-84DB-FF1F1E41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A3F6A-08DA-47DC-9B5E-779B4A05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73C92-0D09-4C5E-969D-F3ED28FC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E2434-2CC9-4F89-9625-76166F60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모델은 제안하고 Python 코드가 실행을 허가한다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8631E-4CD0-46F4-9EA1-C9CE6886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70845-8D86-4D75-8A14-49091A9F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E2068-DE88-4ED0-9D2B-F66DAAE5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64176-26B4-4C2A-AF47-27B949E5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 · 차단 · 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35D34-7933-4FBF-BC9A-F4C607C1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34B15-6202-4FFD-8BF6-5AADC159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rPr>
              <a:t>슬라이드 135-168</a:t>
            </a:r>
          </a:p>
        </p:txBody>
      </p:sp>
    </p:spTree>
    <p:extLst>
      <p:ext uri="{BB962C8B-B14F-4D97-AF65-F5344CB8AC3E}">
        <p14:creationId xmlns:p14="http://schemas.microsoft.com/office/powerpoint/2010/main" val="13234187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9B441-54C8-4479-B6BA-85E30F39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62C16-4CFD-47B5-B97F-083068E1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LLM을 붙이기 전에 실패 상태부터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7FF00-43F0-4086-A1F1-86F8F894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CCEA9-793B-4C49-B7C0-A76E7247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F44BA-990C-4162-A507-98DCA575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4B656-CCA1-4A6B-8C23-25F6270C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6F293-0D92-4866-BEC1-B79D94E5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 실행 루프는 언제 재시도하고, 언제 사람에게 넘기고, 언제 완전히 멈추는가?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3E3C7-9387-411A-8876-DEE0FD9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A8377-35EE-486D-A46C-A07986F2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2CE5C-094D-4648-90B4-247EEB31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규칙 기반 planner로 next action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022B1-6C7A-4FF8-B4F6-C15EA5C4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F3760-D05A-4911-B8D0-7FEBF673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9384E-3026-4513-8397-9D5AB287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validator가 schema와 policy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DA49C-DD1F-4D2A-9CE8-07EFA3B1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8158B-E21E-46AE-BBEE-99D592D8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FFC09-7756-49D6-96AF-0BC05CA9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executor가 좁은 tool만 호출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4C3B2-3A1F-4F48-898E-10E4F940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24C1C-518C-48C3-858F-E41D573D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763A8-D397-4F39-BE02-E04F2A7D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ToolResult로 성공·실패를 정규화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26729-9BC4-4F37-8B9E-46D9B036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2ACAD-071A-49D6-9774-D653A283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중단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765CF-0606-49E9-B404-4C64BFC1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timeout·attempt·terminal status로 종료</a:t>
            </a:r>
          </a:p>
        </p:txBody>
      </p:sp>
    </p:spTree>
    <p:extLst>
      <p:ext uri="{BB962C8B-B14F-4D97-AF65-F5344CB8AC3E}">
        <p14:creationId xmlns:p14="http://schemas.microsoft.com/office/powerpoint/2010/main" val="864408993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E6203-47FD-4353-9BF0-867FC244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DBE21-5356-49EC-8341-632CAF7C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Agent 실행 루프를 나누는 네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3BD29-9C0A-4FED-96C3-924936F2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CB8E4-9500-468F-9955-E5DB95B6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11646-7559-4352-9592-C9233091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5D131-F095-4246-A5A1-A4178C61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76CB5-6380-48EC-AE4D-5CDFB467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F00AA-C6D7-47A8-B03B-E881559B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0D2A8-198E-40FD-B691-C02192D9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D48A9-76A2-447E-8AE0-EE08D42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8195A-20AF-4827-8896-71B2122F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Planner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Next-action Selector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5ADD9-8D4C-4F04-BE12-CE5D331F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현재 요청을 보고 다음에 사용할 도구와 인자를 정하는 부분이다.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40B55-4334-45F7-8B27-BAB79444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‘txt를 읽어줘’에서 read_public_text와 path를 추출한다.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B9C2C-93B7-49E3-95C3-DFB4EBA7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8581F-6015-4A10-81B3-62126E17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766E9-405B-48C3-B951-1B91A803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Executor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Validated Runner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C3FFF-A2EC-4BA1-A28F-05110C43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Planner의 요청을 다시 검사한 뒤 실제 도구 함수를 실행하는 부분이다.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4AEEA-BBEA-4C19-B67A-BF2065F4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Registry에 있는 허용 도구만 호출한다.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47A35-544A-4C01-AFEB-55620119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415A7-D876-453D-939F-EA92C73F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Timeout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Maximum Wait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CF83A-D0FB-4185-804C-0CDC74C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도구가 응답하지 않을 때 기다릴 최대 시간이다.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14F916-DDFC-4618-8AA0-69A5EDD9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10초를 넘으면 timeout_error로 기록하고 fallback을 선택한다.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64974-49B8-43C0-8C63-99647C15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83830-33A6-4A84-83D2-69D4DAFD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BA912-5DED-40CF-B4A1-ECC38422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0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Idempotency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Same Request, One Effect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CB5E71-4C7E-4DE8-9ABB-336A6BFE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요청을 여러 번 실행해도 외부 결과가 한 번만 생기게 하는 성질이다.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A6B300-A377-449B-9075-4C650E12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request_id가 이미 성공했으면 저장된 결과를 반환한다.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0CC9A2-13B7-4088-9B7D-52BAD141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3612540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EA882-0E0E-4767-98D2-912D1E20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Fixture와 Qwen은 같은 Tool 계약을 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FA5F9-2F19-4D60-88E7-7067098E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6ADE6-9613-42DE-B377-05711D09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BDAAA-C4B0-4CCF-9B23-D1C62EB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FAB30-FED9-4AB1-83F4-7987403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2976E-E5A9-4F6B-99F5-FDBB5C12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D7C00-8E44-47EA-B178-83D4C25B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먼저 결정론적 fixture로 검증한 뒤 provider만 Ollama로 바꿔 모델 변동과 코드 오류를 분리한다.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f08227b8849ba">
            <a:extLst>
              <a:ext uri="{96DAC541-7B7A-43D3-8B79-37D633B846F1}">
                <asvg:svgBlip xmlns:asvg="http://schemas.microsoft.com/office/drawing/2016/SVG/main" r:embed="R293d679e4cd542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4EA2A-A12A-4BCF-AB30-0A93133B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7099F-9D07-4022-A6AD-9DB51501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same tool 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9A319-67DD-45B7-B2E8-CF37139D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1E175-C4EB-4F71-B90D-0CD393D7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 requested·used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84E90-6F16-44F4-9366-7EA18FFB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9A867-287E-41E8-8664-7397469E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 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0E0D9-85AB-426A-B732-51A67BB1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876EC-F4E9-4076-991F-FCC5308D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운영에서 먼저 터지는 곳  |  무한 retry는 회복력이 아니라 장애를 늦게 발견하는 방식이다.</a:t>
            </a:r>
          </a:p>
        </p:txBody>
      </p:sp>
    </p:spTree>
    <p:extLst>
      <p:ext uri="{BB962C8B-B14F-4D97-AF65-F5344CB8AC3E}">
        <p14:creationId xmlns:p14="http://schemas.microsoft.com/office/powerpoint/2010/main" val="1550734532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7B8B5-22E7-490C-B373-A2BC5B08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Planner는 “무엇을 할까”만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2415E-307B-467C-8A86-E2FC439D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FFC71-F650-4DA5-B17D-A0C2A989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B9153-A3CF-4561-BD9F-74B8813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30FF6-6609-4ED4-847E-41A35421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0F1B3-287E-4EFB-A3EF-E74D05F5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도구 이름과 인자를 제안하고 실행 권한은 갖지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9AB28-0EEF-4185-9170-F2429745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23C4A-A1D0-4036-B1CD-E9267550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input 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B4AEF-E83C-433C-9471-5D4E43F4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CB0FD-67BE-49CA-B512-29AD8726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planned_call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D803C-629A-46D9-ADA3-F6E3780B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FCF38-C1F4-44D9-810C-3F2773BB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1860310654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9E2C5-ED0F-45B6-8577-1EB714CB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Validator는 안전 경계를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17765-C43B-4E61-92EA-D68B8730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02F8A-C818-49ED-9582-4564644F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466A3-540F-409C-8B7A-6D1CCD4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2AB83-B9D2-4D6C-AA39-7BC8A6FB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60898-33D9-4424-8D0B-ACAC0B82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96740-AD2B-4E78-A6F1-6180653F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허용 도구·필수 인자·타입·추가 필드·경로를 검사한다.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67EAF-C5CA-4CF1-A3A5-960FC1B2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C6C1E-C20B-4245-95E7-32351AAF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D4DCF-D1F8-4FE9-AF89-789F584A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F8E64-5B4A-4566-9AAA-8EEDFFC5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28A78-B2AD-4B3D-B82E-DBE78F8A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3CFEB-9A3B-431F-BB71-3333F84A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path guard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9032E-448E-4F87-84CF-C8CB7BAF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CB901-1E37-48A1-A33F-B41AC28A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error code</a:t>
            </a:r>
          </a:p>
        </p:txBody>
      </p:sp>
    </p:spTree>
    <p:extLst>
      <p:ext uri="{BB962C8B-B14F-4D97-AF65-F5344CB8AC3E}">
        <p14:creationId xmlns:p14="http://schemas.microsoft.com/office/powerpoint/2010/main" val="1381692609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9E5A6-DF85-4307-8293-CF7D06D5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Executor는 등록 함수만 호출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6412A-4521-4FA3-B2C8-2CB7C231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64837-7C88-41FD-BB5E-38714101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BD5F4-45C7-4323-B183-F50E88C5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CD3F0-41AA-4BCD-B625-A1232A53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D9BAB-6AA9-42D7-B84A-079705BA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동적 eval이나 임의 import 없이 registry에서 함수 객체를 찾는다.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DE224-2608-4461-81AA-ACFD3E06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E6206-37E9-4FE1-ACAD-C9CFC35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registry lookup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22673-6604-4032-A371-0104D821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1432E-EEC5-4083-9E84-DF560DF1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kwargs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D742E-AD5B-43D4-9808-65A1AC04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90787-7150-4323-A470-1C199E45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exception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F0696-C50D-4994-9DF1-A8A1A2AA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2EC59-0246-4118-800B-ECE6D81E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운영에서 먼저 터지는 곳  |  결정론적 planner로 통과하지 못한 계약은 LLM을 넣어도 안정되지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617425592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98C68-8528-44A7-A6D1-CC4B03A1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ToolResult는 성공과 실패의 공통 언어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E74F0-6E72-4B3E-8562-8A438194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5C4C3-D35F-45A6-9BA6-312681DE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41906-6995-4A52-8E3A-8DF76AD3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806F9-B4A2-444B-A517-DAD1C91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5ED38-09A9-4C1E-9561-41CB1B5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17282-47F7-433E-8225-2CE2912F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downstream graph가 traceback 구조를 몰라도 다음 행동을 고를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23A94-D20A-4502-9F1A-761FB46B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5AE99-7B80-4DF9-8B35-1807F688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43EAF-8897-48F4-98A6-812748D9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1C4D5-FEC8-4A75-8E3F-19084F7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491B5-8067-4946-A32B-063B7A57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7EAE7-D879-4B40-9AF2-4948804F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error_code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885B8-7320-4437-924D-8B5A69FB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AD602-10E8-4E5C-945A-5158A66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586825505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2B4E5-981B-43DF-B59B-D8073503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read_public_text는 의도적으로 좁다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7F694-E43C-4132-A1F4-F5172AE2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07C09-5432-4F72-91EA-0A2C71A8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8E613-00AD-4D25-ACA2-C4CCF927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7F9DD-36D2-4457-9AFA-F0589736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BD37D-AD5B-4827-AD86-38BB2C14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workspace 안의 공개 txt·md만 읽는 도구로 최소 권한을 체험한다.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3EFFF-611E-489C-A6E9-1B199E29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C27B3-4915-4D35-9FB6-472DF911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root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CC0C0-3955-4024-B1E5-E19AB69B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114E9-E404-48D8-AFD9-C2B48717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suffix allowlist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1929F-3EE5-492E-88AD-4DCC82A5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CCEC2-E2C7-4B46-A843-735CD3FC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418305204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E1437-408E-493D-8A71-59FBF37A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 요청과 실제 사용을 따로 남긴다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8CD54-11B1-42F2-821C-730813B8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F21FF-5910-4479-A817-DE4C388A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439EF-01FF-4631-A19B-7A0BC6BF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5C66F-7809-4063-8A07-B91F89F9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7B22D-A911-4C9A-9405-211DE86F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C3191-A4C5-4DA0-94B6-6343860A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Qwen 요청이 실패해 fixture로 복구돼도 성공처럼 숨기지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24594-2666-4C4C-A2B1-02131700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BBED8-547D-43CE-8102-CB9741A4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provider_requested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BAC46-691C-430F-8002-483221D4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7E1DF-5121-4C3D-A7C5-10AF72A5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provider_used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9E5AD-EA88-4B6F-951E-8BB4E025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8DB23-A2A6-4606-8133-A08961AF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fallback_reason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00017-4564-41B7-B227-AB5869DD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CB6A6-B98B-4D47-9873-57E32CD7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운영에서 먼저 터지는 곳  |  Agent의 실력은 성공 횟수보다 실패 상태를 얼마나 잘 구분하는지에서 드러난다.</a:t>
            </a:r>
          </a:p>
        </p:txBody>
      </p:sp>
    </p:spTree>
    <p:extLst>
      <p:ext uri="{BB962C8B-B14F-4D97-AF65-F5344CB8AC3E}">
        <p14:creationId xmlns:p14="http://schemas.microsoft.com/office/powerpoint/2010/main" val="1372215227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662E6-130C-497D-96E2-E72A8A56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C5047-FD44-4C2B-BD8D-32FA2BF4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E9544-801E-493D-9620-82A5ECD9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A7D8C-3069-4FC9-A398-6481F8E1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70205-8F71-44AE-A02B-B206365A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78872-52F5-4812-B5D2-1723EF6D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D5BF0-7C59-4AB0-B82F-414269F6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CFC29-D6FE-4C11-B74C-B94ABB4C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76F8C-A94C-49E4-BBAE-2507C09C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A4345-B107-4175-A6DD-75E8FEE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dataclass·schema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EB5FA-4DA4-4CAF-A4D4-DEA476AE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EA572-5797-4F58-8E0B-B3BD2D21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8DAA6-EC21-4CB8-84FE-E4BE5DE1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830B9-F25C-461A-A4C2-94194B21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validate·guard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14DBB-00B3-4DC3-AB4D-2D2DD50E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9D6D1-E018-4F86-960B-E9351166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98D4E-1855-40E7-96F9-5C5CC443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FE075-F2DE-4FB1-9977-CC75F0D3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registry·result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500E1-BBB9-4B7A-96FE-383FB51D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473D2-A4CD-4A63-B1CE-7720A30B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4F90B-9333-466F-810F-C3F39A56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29C1F-0D1F-4407-AA8B-BA21AF28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1934501845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2B800C-6552-4F81-8246-10EB042F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7DCE5-B338-41A7-AF2B-25D840F4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E3ED2-31DD-4EF5-A7AA-D23406A0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3AF99-AA09-409B-8693-53F56614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3D4CC-4AA8-4D1D-BEAA-EA6FC159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2FB4A-90F7-4330-BD33-4CCB5E1A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E62C3-B9B2-4BBF-AE46-A8FCC40C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EA2D5-A428-41F8-AAD4-BFAB760B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240CF-6B01-46C5-B252-8E3C6EDD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302C8-AAE5-416A-9903-F54D6B6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2CCDD-097D-4747-ABED-F8997AF3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91840-B755-43D6-B276-0C283C2A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6EBFF-3235-4FBE-BC88-8978A4A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AA5AA-ED61-4266-936F-C67BF089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85A48-50E3-464C-A5E1-A27BC422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63850-F2F4-4AE1-A64D-0890AE58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861EC-CA6C-41EC-AAD3-180C89E9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AE317-25BF-4E20-B8B9-007F206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9CAB5-671D-49AA-8787-2D5B7F21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49598-E842-4BD2-AC89-1DE7535D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80CE1-5536-403A-913D-A68F2603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9F538-AD52-4F33-8720-1780D26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2030673846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36EB6-6A74-4E75-93B5-5BC71AF7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832FB-13AF-4330-B834-E20820D0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838DC-67CB-410C-A7DC-BE1479E2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A5EDB-9ED5-4D48-9E73-A066A7CA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8CC55-4CFA-42F2-B260-A55E0EDE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08663-018E-4943-9AB3-4F984C45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93950-FF6B-4F96-966B-91CB3CEA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7A29E-B5CA-4795-9F2C-512166D8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76FB7-966D-4267-9723-C57CDF04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6E221-7F33-4C3E-8DDA-7E2AD5B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도구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73F7B-42E6-4F77-AF8A-DB7E44A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02880-B791-4E40-AC66-3776CDD4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1BF57-C548-4018-AD36-5A6FA4DC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032D8-F396-4FD7-82AC-15F959F0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인자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95CC0-FD4A-4033-A16F-CD08B363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B4D43-CABE-4949-8FEC-6BB568E5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056C5-B4E7-4356-A756-341C8A64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6E73B-9D3A-4FB6-AB96-7E10C79F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경로 이탈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C1BDA-0F4D-4F7D-84A3-1876843E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DDBCD-A94E-4A78-94F3-73807258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AF648-C22B-4D5C-8B75-84328A86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FA42A-793E-4C10-A5DA-3398395D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1064101737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07523-AD8E-4297-B539-8766D27B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B8D40-5D7B-4503-8F06-743FF79F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79EB1-2551-4D7D-BD54-32F5460C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F0701-C9F8-49A4-8A40-2608B75A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86308-252E-424E-9466-F6457B30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59238-8E12-443D-AFA3-F3C82DA9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4A7B7-5ED7-4750-AD0A-20752408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2CC42-CCD6-44AB-B50E-A42F0180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E035C-6511-4C5A-B3F4-F81121A8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285B6-1C46-47C4-BC5A-CB9C3B23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현재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73276-8B33-4A1D-A265-8BC3D2E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0FE3C-3D0D-42CD-A9E4-F886AF8C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03DEA-1792-4EEE-9970-0EE24B0D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E4653-3EC7-4BA2-8642-9704317B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0F522-F8E7-4AE2-B963-523808C2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836F7-5831-4821-8C60-5E474A04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E3016-569D-4980-9970-3E74EC55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77BE9-4F57-4729-A0C8-8A0B3DE8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최소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89DED-D5DF-4FF9-96FE-DDDCDE45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C1D72-DC46-4513-81D9-EAE6197F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86F51-5531-456F-A321-49C478BA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0EBBE-4066-43A4-B1BF-158941F2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전체 25개</a:t>
            </a:r>
          </a:p>
        </p:txBody>
      </p:sp>
    </p:spTree>
    <p:extLst>
      <p:ext uri="{BB962C8B-B14F-4D97-AF65-F5344CB8AC3E}">
        <p14:creationId xmlns:p14="http://schemas.microsoft.com/office/powerpoint/2010/main" val="487660470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DD976-A189-4DFC-9BD8-7AEDED9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0C5BB-5589-4DFB-8299-87FC1DCF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CF3D0-C72F-41B1-A283-A6BA769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66631-BD3F-4EAF-84EC-D172ACA4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B2F84-BABA-4CA8-B28D-54D824DB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8C4B3-58CC-4F7E-A509-260ABE1D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6EDFB-071E-44FB-9DA4-CE0D9699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9F090-61E6-48AC-B4E8-E25BC319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FA406-FFEF-460A-8526-9BC64494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2D563-E465-4AD5-A140-2BEF6538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변경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CA450-BBA5-4991-BC85-6DF01146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E82ED-0CF7-4A49-BF7D-AF98F483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8CB98-CBA3-41CF-92C7-0FEDC33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7348F-20DF-463E-AB74-D1E67BD5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의도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5D2D3-12B4-4EBE-B4C3-1EB9E79E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F54A7-096E-45B9-87BA-D5FE8183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D040F-A522-4911-83EB-6BE73B7F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9EC11-4236-468D-8337-D7A75100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src·tests만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5A13C-B84D-45F2-A62E-350A25CD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00D23-EE59-40F7-9DF4-F2E6CED4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AB3F2-43D6-49BF-99EA-E1A832A4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E451D-A73E-4B53-92CB-DE36703C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2049281455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4C949-9E8E-4B54-B7C5-2CC87C60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실행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D9312-0367-47A4-9241-2BE2269B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 네 화면은 실행보다 복구 경로를 확인하기 위한 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6C4C4-6E52-4D24-A565-8900A8B8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00D99-8661-49FE-B8FA-C74B0E63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D7B03-40D0-47F9-993C-3B9188C3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C7C6E-6AD5-4319-99B8-524B6946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60B90-C445-4E77-85B2-4A49F960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Notebook 실행기 → interpreter → Agent 수정 → 같은 repo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08CC9-BE91-472C-8EE4-5272F1A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3A654-BF30-46AB-A0EB-6818369D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CB7A5-A423-4F11-8C50-A8A8D89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Notebook kernel을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1D734-BBE2-4B18-BD57-A27E8450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Run All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B5A76-E248-4BF3-A211-E3AC5463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F5105-7588-4BE2-949A-90404446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C3266-92F9-44B1-B9B9-A5850032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2F19E-1BD7-4596-A0C6-0E87CCE1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Terminal과 Notebook Python 맞추기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EF596-FA22-4939-A3AB-AC378E71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같은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C5746-5784-496B-B48C-96ABA702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0CC34-ED84-4C4A-B757-D5C7D7C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39E6C-6FA0-4CC3-A85C-D0925752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2E63D-590E-469E-9340-867D7D2F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작은 spec으로 한 경계만 수정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72036-7CFB-4D27-8017-B4D159AC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제한된 diff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1819C-A239-40B9-8AD9-44AB1BB9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5A144-AE68-4DAA-9093-568CCC4B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EB8F6-3967-4B9B-8EAE-B588469F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E98B7-4EC4-49E4-8494-05B2A1D8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다른 Agent로 실패 조건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2600B-EA3F-499D-81FC-77055D94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test 재실행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E3D48B-3C40-476F-9E6B-31736370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0105750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1FF92-4896-4D4A-AD5F-346151CF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실행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D6AE9-4DD1-4ABB-BC0A-A2BDFC13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notebook · Qwen Tool Call 또는 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D6A63-A0E1-4B18-BC83-F29250F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AC453-180A-4559-912A-815E4EA4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0D86B-8863-4348-A024-CB51E362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8B89A-374A-4133-94D2-9132D61A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0379D-F191-4B4F-88EE-90F05EA2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0A121-0CBA-4DBE-984C-FDCC2C6F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BBC1E-C9D9-45B1-AB94-E12B5510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provider_requested=ollama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45F78-F0F6-400A-8AD2-A41F261B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66F61-9242-4795-B2B5-DB3A0C1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provider_used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71206-88FE-481F-8BF2-F3CD9F2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B7C56-1C2C-424C-BCA2-1FFCDF76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fallback_reason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1A113-4AC0-48E8-A2E3-52EB458D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3FDEB-5A78-4693-81B3-4BAC4D7A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automatic_email=false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E9440-D719-4AC7-ADBD-B1C23619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095203d794b14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64E76-FE4E-4B05-AAA4-0FCB058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 notebook Tool Calling 실행 화면</a:t>
            </a:r>
          </a:p>
        </p:txBody>
      </p:sp>
    </p:spTree>
    <p:extLst>
      <p:ext uri="{BB962C8B-B14F-4D97-AF65-F5344CB8AC3E}">
        <p14:creationId xmlns:p14="http://schemas.microsoft.com/office/powerpoint/2010/main" val="526519443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798E5-1058-4256-AD13-56EDFBEC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실행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DC132-292C-45F2-906C-6ED21B09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점심 전 Gate · Agent부터 배포 ZIP까지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29B9E-CAB9-400D-8942-23F14E95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B8B7B-2FB8-41E3-AE7D-CB29E734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AF1F4-DEA0-429A-9950-EED3FE53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3746F-BE74-4030-984D-740FC590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389E3-2C7D-42B0-9A58-D4A282DF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DC97E-DDE6-4B2E-869B-702609AB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8F7CF-1931-4258-B0E2-B0BBFAD1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25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2F54B-196F-4BAB-A4C5-31E96C0D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1FA79-A6D7-4BCB-B50D-4B2F85EF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[100%]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726CA-86B8-4C6E-8702-D4C3E572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8A19E-26AF-4B09-AEF7-7001038F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Agent·Chain·Graph·STT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D0BB1-FE1F-41E5-8D83-E237347A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2B5FF-50FC-465E-AA35-1E8A8608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배포 bundle test 포함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8F921-424E-4507-8A58-AF283948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301ad47604f4c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80A71-0011-45A9-B03D-58D486A8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Agent·Chain·Graph·STT·bundle 회귀 test</a:t>
            </a:r>
          </a:p>
        </p:txBody>
      </p:sp>
    </p:spTree>
    <p:extLst>
      <p:ext uri="{BB962C8B-B14F-4D97-AF65-F5344CB8AC3E}">
        <p14:creationId xmlns:p14="http://schemas.microsoft.com/office/powerpoint/2010/main" val="1646949795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4B807-0EA8-46F6-9A0D-8EC5BAF1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실행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B4455-0E7A-49A7-B880-C45903B3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Agent 코드 · 실행 권한은 Python에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AE00B-9D7F-4A97-906F-DFAF3896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EE6E6-970F-4CC5-B688-C37617BF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62639-CEA4-4C1E-A79B-9263C1B5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EC915-2674-4DA1-924B-F27BBA37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B3382-FF22-47DD-A4AB-9E6AC148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41FA8-3671-47CF-8321-875CECED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9B3C2-A5D5-4A20-B378-2FF65E9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allowlist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EBF59-310F-4F44-8586-DD9F0F18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8CAF9-4BB1-4AE3-BC63-3B34CFF1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workspace 경계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A3541-789C-43E8-B7BF-3D47CC9C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0B03C-CCBA-41B7-BC44-5578E260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ToolResult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752AC-0225-4094-9DCF-F757C0B2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3B375-68D4-4A4B-8F9F-1DA6C635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정규화된 오류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5AD1A-2167-407A-A590-CC148A3E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4b18629734340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8020A-CCD1-49A5-ACE8-33B60FC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VS Code의 SafeToolExecutor</a:t>
            </a:r>
          </a:p>
        </p:txBody>
      </p:sp>
    </p:spTree>
    <p:extLst>
      <p:ext uri="{BB962C8B-B14F-4D97-AF65-F5344CB8AC3E}">
        <p14:creationId xmlns:p14="http://schemas.microsoft.com/office/powerpoint/2010/main" val="700899496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D6B36-58B6-4DA3-8F09-F27B340B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실행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D8DAC-60B5-4DAD-84E4-FF97C8EB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35E38-7B3D-497B-8FFB-35969064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54BD0-B23D-4144-8A69-5E5EF391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29C14-4C03-4BE3-97A4-EB527661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77B18-29CB-4A96-B672-0A5979C8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21896-A329-4344-A62E-095E55EB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4DE27-FD1A-43ED-962C-6D82C1A4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14E11-46DB-4394-911C-90C0B459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정상·공격 함께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20C4F-A087-44C7-9A9B-80550875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C0387-2A63-431F-8579-0EE2D893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assert 계약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FA561-8160-462F-A324-F6FD7672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4B852-DC11-41FA-8B9B-58E2C3A4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좁은 test 먼저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250B2-AB04-4F97-B96D-0AF7DA5F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72608-52B9-4F08-8607-DC4D664E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전체 회귀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629D2-FA60-41D6-AF86-4501193A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7f7087a1d436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23C4D-98DA-4653-B04B-D304568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pytest Get Started</a:t>
            </a:r>
          </a:p>
        </p:txBody>
      </p:sp>
    </p:spTree>
    <p:extLst>
      <p:ext uri="{BB962C8B-B14F-4D97-AF65-F5344CB8AC3E}">
        <p14:creationId xmlns:p14="http://schemas.microsoft.com/office/powerpoint/2010/main" val="1419862589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ECB83-AB1E-4152-AD23-EDD2AC46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3E4C7-A164-4B3A-B586-2BE00FE6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5F93E-F3FC-4B42-8811-A552B672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95C49-960B-4A6A-98EF-9965E4F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3E9D0-3D5F-430C-8F54-54FDE321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0B83E-DFEC-4E76-BCE4-FD83EF16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EBDE5-077A-43C3-A4F3-39570E59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F4CF6-07BC-4973-9692-D0992D81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1AC6-52E1-4DEA-84B7-B82704E8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결정론적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E9CCC-BF84-4FD3-9B05-AC39A0F5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D2E1B-D62F-4ED2-BB7B-B9914ABE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파일명만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D9488-3001-49D8-BAA0-A930EF4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17AA0-A82A-4403-80EB-CF298E2F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unknown도 정상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6BB9C-6059-4B6A-892F-033CEF54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6C737-F5D1-4DE1-BD6C-FC178C03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Day2 model로 교체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DF182-FB17-4279-94F3-5BD6A1DE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AA6F3-B437-4AA8-ADAB-9C3C605E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1B4F8-B766-474F-9E74-0F7D17F0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517777863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BDF14-6BF8-414B-8E03-F09BBF9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DFD49-1690-4D40-9A09-045D1CAF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DAB55-1550-4A2D-8EFD-EEA95886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D0F33-7998-480A-86D1-AD2343E4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CA0FB-29E6-4F39-AB31-B351A1D5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ACA40-DAAB-4E2E-958F-0FB86FD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7FC46-6C53-4C64-823E-743ED594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7A537-BB29-48C7-8E04-A600E3BE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B0AF3-194A-400A-9167-1BAAB01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검증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28D2F-269C-49FB-83DE-25F947DB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50B23-60B8-489A-B785-63E6853D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registry 함수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21263-C0F4-45DD-BDAD-E86DCEAA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71550-AC5B-47D0-9179-4673F8BB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예외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01118-0688-4158-A0BE-AB95CEC3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17E85-E988-4253-81D8-77A5A0B5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반환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08891-A8CA-456F-B078-2FC2DD70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7638E-1E71-44C9-BFE6-AEA253D6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0FEF7-A657-42C2-912E-187F8F37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1020128492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13C39-F402-4F93-AD92-8E624582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8515E-E696-4275-B495-9BCF6778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FC8C4-8B15-48A3-8BD4-FC882D0A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888CD-03F6-4794-BE46-F7D70017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63C9F-9243-41C6-AED2-B7726383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33F10-7C46-4F14-8900-6B14EACC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B7996-26E5-42A0-AD12-CC024102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CB908-724F-49D2-A675-29C916D0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B96FC-EF0E-4C48-A432-9498649A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목적에 필요한 형식만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140FA-E58D-497B-A022-68891951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44FDF-2A3C-4AA0-9D3F-69FFABB4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binary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58418-BDEE-45FE-919A-025B7B7F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B1531-80E3-47E1-B8FF-99232C55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정책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4910A-A2A5-49AB-8C0C-A4AC8EE9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7BF53-A942-4367-99E1-F31EAE69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POLICY_BLOCKED로 매핑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3138D-E910-4960-BF1C-531CC0C9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B0D43-8308-47DC-A00C-8AB049BC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DA6A5-88C5-42A4-96E4-3A479AA5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638391559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22C52-7E9C-45DE-85C8-19B1445C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8D839-85EC-4B73-B18F-4994A82D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56718-A238-43EB-BD33-8D54CA07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994F9-D897-4507-AABC-CED28320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58092-6450-45C0-84AE-6D002FF5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184E4-715B-405D-BD62-18D5D203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99303-76D4-4FEF-9281-7430FEDC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3AD5B-7064-47BC-A458-414F7242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7CC1A-55CE-44CA-BBBA-1C9696E7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전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269D5-C2E4-421F-8819-A54765D3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3CCB6-FFE2-491C-93DD-BADAAB05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성공·실패 정책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B6EEE-512D-4974-BED9-99A29480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4278D-3BA7-45C9-94B9-B5A931FA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cached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58940-FF58-41F3-8056-96E2563D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E8A78-89B1-4EBF-95C9-8E6974C8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외부 쓰기에는 영속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F72A6-80C8-4F93-80E3-B37D3A2A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95D0C-E75D-47BC-A697-B105A672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F2808-451B-4E55-BDC3-F50903DA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471733773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B6C19-D7CB-4644-A92A-A36A6868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F49DD-5587-4636-B943-D4CA98BA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A5177-0A68-4BCE-AEB1-85DD0F98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D14FF-CF6A-42DF-8C1D-8F8D89D1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45C67-964C-42A3-BEF1-3B5F6435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8C21B-9100-4BFF-8A0A-C303E869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3C024-D8D4-4A0A-9B18-6E319038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56DD0-C610-4897-8B68-58043C7F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DF91E-087F-437C-A425-06661FCE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3C2B6-AF9B-424F-B0E3-37F972C2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7D11D-EAA2-4647-92DE-E0F10A78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98355-B3CC-412D-82C8-5A502871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A7110-DCCC-4720-B572-6173A767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54663-0283-4ADD-886B-243D1C78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24FFA-4559-4FAA-8ABD-B012A567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 검토 여부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429A1-A493-4AA1-AB4C-68D5FE9F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76861-4E35-4C38-9E85-D65D0251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072FF-3013-4746-8BE6-96D7BB93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2629292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EE44F-3CBD-4738-BAD6-8D44C5CC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2828E-52E6-4DCF-86F7-438D843D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1 · fixture 정상 Tool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1F5E9-79D7-43C7-9F89-D0916448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9AEA8-50F1-4B5C-B7BE-70D84CB5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6A53F-E391-422A-AC8F-DB4DEC00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BDBEB-2AA6-474C-8BAF-02256270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7583E-D5D7-4B5F-A2DF-D1474197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742AC-3A7A-4564-BC9F-CA05A708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F6705-1D14-4C40-8A9D-5BCD9B14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05447-CD1D-41F2-BF97-D2FD26F1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9C416-84E9-4615-8470-0C4E671E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CF359-86B1-42AA-AE17-57C55558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04 notebook을 이어서 씁니다.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8F104-23A6-4A4F-949D-8E877005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AF401-6E24-47DD-829D-52FBD782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EBB01-C273-4815-9A39-D1725D7C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meeting_sample_ko.txt를 요청합니다.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B95F5-7308-4877-BDE0-50809E23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A0D73-136F-43E3-920C-6599638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B6091-CE73-4DBF-B162-15FEDC65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planned tool과 arguments를 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2D0A1-0603-4FB9-B2EC-F8DF15C5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AFD1F-CC8A-4BE0-AB8E-1E5B43FD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D23FF-8403-4919-B584-9ECF53B9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SUCCESS를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0CAE6-087A-499B-A786-958CF4F7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69AE2-9505-48C5-846A-A2C139CC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8D4AE-F3CD-4342-BCCF-0FA7297B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정상 Tool Call JSON</a:t>
            </a:r>
          </a:p>
        </p:txBody>
      </p:sp>
    </p:spTree>
    <p:extLst>
      <p:ext uri="{BB962C8B-B14F-4D97-AF65-F5344CB8AC3E}">
        <p14:creationId xmlns:p14="http://schemas.microsoft.com/office/powerpoint/2010/main" val="1727752235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5C995-B439-4CA5-8F35-2F9A4E3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21F69-287A-43A8-B3A7-3A80E52E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2 · 경로 이탈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04704-17FA-432D-9C81-F2070AA9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F8056-2F19-43C8-A57B-678DDD79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1A56E-0311-4C13-9E51-AB0BB35F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562E8-D1F5-45B5-9301-DE394B7A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93AD3-8C16-49AD-9942-51F83BE9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59876-B55D-4090-A4F7-0600214E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F591F-42F9-45AF-9DAF-BE60B4BD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F78C4-389E-4F30-9213-F6ADCC32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483BF-A817-4DBA-A25B-697DD34F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BB251-8ADC-4DAB-B49D-2592F696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../../private.txt를 입력합니다.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C2A43-4CD0-434E-B64F-30B1763A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EF14F-AB27-4FAD-A3EC-41957DC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FE062-8DFB-4C04-A10D-4FC99B47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 제안 뒤 validator를 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29405-7420-4471-ACE3-3E22835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5ED08-FF55-4969-B6F6-6F6A1C87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DF692-C2BE-491B-9080-1F0F9CD1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POLICY_BLOCKED를 확인합니다.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70083-1632-4A7E-99F3-26950BE2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95821-866F-4B5A-9CC9-38CB0C5C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28785-4EEF-4853-BBC5-63FDF513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 검토 flag를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548DD-3A5A-45E7-BEE2-2597E5AC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0100D-B8AF-4C24-9813-CC710AF1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17ABE-33F4-4FB5-8061-67717516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차단 ToolResult</a:t>
            </a:r>
          </a:p>
        </p:txBody>
      </p:sp>
    </p:spTree>
    <p:extLst>
      <p:ext uri="{BB962C8B-B14F-4D97-AF65-F5344CB8AC3E}">
        <p14:creationId xmlns:p14="http://schemas.microsoft.com/office/powerpoint/2010/main" val="1747282116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FA52D-7DB4-4005-9648-C9A21B2B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A9EED-C022-4AE8-A9DA-43CEC86A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3 · Qwen Tool Call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0255C-08F9-443E-B004-2E1BE989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8EBE5-3CDF-4115-8F41-445D5700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67B9C-C304-499B-A3CF-50FA204A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A9F66-EEB8-4B5E-A8A1-08B2CC2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ABF5F-80EF-487F-B3A9-A0E1950C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1A09B-0EDC-488A-AE00-BA472E0C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EE9E7-2D02-41AD-B99C-9505E798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C9D49-22D9-4E00-82E3-075D082A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A44DF-7A37-4BB8-9E16-8D5960E1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67307-CD8F-4859-82BB-3B7EBE59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provider=ollama 셀을 실행합니다.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02663-67AA-4176-A127-0A52140B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193EB-6CAE-472C-B603-DBE24AE2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59652-3E50-4736-ABAE-FFB28170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requested와 used를 비교합니다.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1611D-4297-475E-B841-436E8D78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710F9-F8E9-49BB-81D5-C98ECA3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9400F-7C47-4DE5-86DF-831C1EF3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모델이 없으면 fallback 이유를 읽습니다.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E5517-0693-4A4A-9B92-B5A85CA8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331DE-DA0A-4517-9D6E-4BC00F85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B7ABE-1AD1-46CA-B121-A48CF0C4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결과 JSON을 저장합니다.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F9BE5-5646-4BF5-9D57-43389791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3055B-095F-45FA-9034-0D3889A6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23BB7-D932-4E57-AE8D-217CE95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실제 또는 fallback JSON</a:t>
            </a:r>
          </a:p>
        </p:txBody>
      </p:sp>
    </p:spTree>
    <p:extLst>
      <p:ext uri="{BB962C8B-B14F-4D97-AF65-F5344CB8AC3E}">
        <p14:creationId xmlns:p14="http://schemas.microsoft.com/office/powerpoint/2010/main" val="1058401891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7BE1F-3EF6-43AB-81C1-02D0D290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07E52-2852-4E3A-B1D1-FF2B3E02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4 · pytest 전체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FFCED-847B-4A30-8464-A6C87466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85754-5F8C-4A9D-8DDE-2A5E62B6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FF97A-1ACF-4F8B-838D-A69B13BC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6ABC3-1CCE-46BA-AC06-86202F4B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41909-EE6C-4B2D-A713-643270A2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EF6EB-383F-4739-AA0A-C02FF410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B4F94-AD88-4778-9B0C-FA525E04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73148-761F-4DFA-B7DA-2D587199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EA92C-16D4-4008-B672-5522FF69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B685E-DB23-4812-B438-6DF64F3F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전체 pytest -q를 실행합니다.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03484-AAB1-4C41-A60C-3DE559EF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764CB-3BBB-48C6-8961-DD1A6AD6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601DD-13BE-4DB3-82FE-8D288404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시 첫 오류만 읽습니다.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C3A40-DA41-4ACB-A92E-E13CE477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A46B7-5A97-4FF3-AAB5-A5D3FDD3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36F8D-6D34-4BA2-96E0-9ABCD374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25 passed를 확인합니다.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180ED-7F82-4243-B1C7-38FEB96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B3D89-5B14-4E92-B453-399B769B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6DBA8-8807-4760-8BC6-AF8171A9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화면을 저장합니다.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2C1E5-1A4F-4C0C-A50F-DB430BF8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B5CB5-9503-4F13-BC3E-BFB483E8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B70F1-CF1B-457E-8F68-95ABEE80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25 passed</a:t>
            </a:r>
          </a:p>
        </p:txBody>
      </p:sp>
    </p:spTree>
    <p:extLst>
      <p:ext uri="{BB962C8B-B14F-4D97-AF65-F5344CB8AC3E}">
        <p14:creationId xmlns:p14="http://schemas.microsoft.com/office/powerpoint/2010/main" val="1904946508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7A16B-45F5-4A35-BC99-4F9301AF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AE5DF-74E0-47A0-983E-5A5E408E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D54B9-200B-4A14-BA8D-B8EAFF70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440A4-4D84-44AE-99FB-C5755420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E3DB7-F418-463D-B9FD-0E8C2326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B632C-D6E9-4114-9193-3ACD87A6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09E37-9AC3-4091-B5C6-5916CF4C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00364-278B-4502-A2A7-6F612646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40189-7EE7-4640-B5EE-00A7D175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D09A9-4FCB-4ADB-92CB-25AED27B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14392-2ACE-47C5-897D-021E5231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70A02-B2C0-4AE3-B051-753710EE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D044F-FA35-4F5D-982F-0E58029A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9BB3A-2CFA-494E-BBBA-69834157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2ECEE-3939-4592-82AE-4B0F3E38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81F6F-92E3-4FE0-90B6-FB192B51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B8547-3058-4D7D-9FD8-D0A3E190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A42EE-6786-4FB0-A73A-A526BE86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B3721-9C51-4B6F-9A4B-81DF77EC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5C440-1E90-4884-893C-7E0BFB2E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55213-EC35-492E-A580-0F3AE824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8D1EA-93DD-4C5C-83A6-989DB468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0B1A5-863D-40E8-B8EC-3D656698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D0B5B-EF63-429E-B59B-217445E4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2AF83B-7669-4469-90C4-539C7560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1527002922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DC84A-4521-4E29-B4F2-E666898F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EA34A-6FC5-4105-AB31-F8C00686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4DBEE-506D-4FC3-91BB-33E0DF52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4C683-289C-4A31-8E0A-7EC210F4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1C27A-3FB9-46C4-B9A1-6994B313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499A6-BE90-4FC2-8FF0-9CFA929F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D682D-126D-47A0-B0CC-95159214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8B0F1-53E4-4FC1-BEB4-F66709E2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AF82D-9445-434C-9E71-C6588D80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A0DA9-7A69-42FB-B238-77E3B5E8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C8EFE-96EA-4F3B-81E9-B538CCAC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768E5-7680-4EAD-8009-560E5184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B7B8E-D863-4B8D-9099-6FEB184C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33252-E60F-44ED-B205-D58A5366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FAE6F-8CF3-4B9D-B3E9-C26AD9B9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B113B-021F-4996-85D9-2F4DA53B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F55A2-8924-479D-8B74-212413A2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0BD5D-00C7-44B5-9394-75431513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47E50-C317-4775-B2FB-21558B1F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5F31C-A632-48DF-A41D-00C7B5C5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5EAA0-4EF9-4307-B3B5-0C429FBB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9698D-CD30-49EB-B7B7-846B19DE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777B3-7DD5-472F-8CCA-2A47BADB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F059D-B5FB-4749-A9AA-75D2D037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02DD0F-C32B-48CB-B14D-3B7082F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916330295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02F32-7FDE-4260-8638-19E2814D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E579E-6D72-4CE5-A4DB-C9668964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A71F2-7DF0-4A02-979A-E591DCCE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F2425-4BC8-4246-AE99-9753ACB2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9DF6C-97D1-48CE-8E67-EF6B6A43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65D28-A451-4205-B59B-566867A4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9A1BB-93AB-4BE2-89D8-EEAE62B6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70AAE-75E1-4E13-9240-3065E5D2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0194A-35F3-49C0-BB18-B65F65FA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B5EE6-6E48-4FBE-A338-A3D64DDA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71FB2-236A-4BA5-A68C-8BBA41B2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25B17-19E6-4C1F-B1BD-8488599C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9E0B3-DB26-4CF9-B3DB-A1CF32BF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0AC65-6D42-4E31-A4C9-AA86CD86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B4728-C96E-4647-B0B7-9E463280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04E3E-831E-47D9-B36C-18C395B2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D12DF-ED2B-4743-A808-8BC33DE5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81937-EBEB-4A90-9A84-40EEC86B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46B47-B693-4B57-8B62-2AEDDD7C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8B6A9-FC04-447D-BC71-076DDCF0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9B269-E69B-494E-B949-A6188CAA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3869F-8FE1-4A75-A2DC-5D0C942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C5EEE-BB9D-4055-A1C1-539BC112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615CE-5227-4A40-847F-B0F5FE19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A0826-382B-488A-A315-907ADA30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744164227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C47B36-55C1-4C4B-9ECE-284421CF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3CBE4-BFFC-4DD1-A72B-C0D396DF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6F2F8-234C-4C8B-B507-C70C3AD3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4DEA9-FDAC-4CEE-BA2A-1E66F92B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EF435-EF6D-4B84-BD02-2B530EAD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82EA1-70A9-482E-9E1C-5C3E4CC1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CFBD2-D316-4E3C-8113-72A03BA6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6B684-B938-408F-9131-3942599D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AA2C4-BED8-442E-8156-B715EAE4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FFA25-B677-430D-8452-4170F38C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22A65-2AE8-4A9C-8944-BA6F34A9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74BD4-14B7-4E51-93C9-C3B60C6D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8CA0A-24C3-405A-80B5-A13180E9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F06D3-A0C6-44EB-A164-E38F6B6E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C1F8C-B82E-4C66-B213-5A0EBBCA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24363-BDF2-4CDF-9AC5-215EAA2C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B1F4F-79BD-4493-B607-78E0526A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4B0C3-CEF2-41A1-9BD2-76A9832B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B9652-9769-4911-AFE9-6D967815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B930B-1FC3-4398-B09A-F4C8F4CF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49278-3A2F-4CB6-99E6-E55DBF87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96DA1-814C-40ED-AFE0-09D2C76A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34314-CF05-4830-AAFF-483E26EF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539A9-A0A1-4609-9FA5-E049C062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DEFF78-8325-4A9F-8E1E-32EAC2CA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598319474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1E8FA-C6C4-4C1B-98B2-D94B20EC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92647-9F66-492B-8084-D31BFF4D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Gate 5 · 14:00 점심 전 실행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911F0-93D5-4ED1-85D4-7CF4F759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3CDB9-276D-4801-A5F2-9069476D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97F46-0D7F-46A3-84AC-4E1D84D2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12:50-13:40 · OLLAMA TOOL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EE939-1F22-4345-946B-47BFF12F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F5967-12B9-480F-BC86-FFA6056D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지금부터 점심시간입니다. 14:55까지 돌아오면 같은 notebook의 LangChain LCEL 구간부터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AADF2-A713-49FA-BE48-06AFEBF9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55CC7-6B3B-46EE-ABA1-DF18BEB1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6E056-9D89-46FC-989B-20919F73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정상과 POLICY_BLOCKED 결과가 남았는가?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ED73F-D5A1-4BD9-964F-1CF6C099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C2B1C-E151-4E92-96EB-32D29F2F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29086-2F56-4AD5-95E6-E17BFC0D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Qwen 요청의 provider_used와 fallback_reason을 설명할 수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58E53-D1AD-42E4-A852-E3AFDE93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4D15C-8A73-445E-AE03-5F2AE7DB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CF269-E5D1-4EAA-A7CA-1641DABB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pytest 25개 통과 화면이 남았는가?</a:t>
            </a:r>
          </a:p>
        </p:txBody>
      </p:sp>
    </p:spTree>
    <p:extLst>
      <p:ext uri="{BB962C8B-B14F-4D97-AF65-F5344CB8AC3E}">
        <p14:creationId xmlns:p14="http://schemas.microsoft.com/office/powerpoint/2010/main" val="2083886310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FE25B-AB07-4E24-9ADB-D7AAA388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94389-17A9-4AC6-A151-D8340060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5CBD4-6F7F-450F-AEB9-3031AF95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1일차 6차시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93BD0-71D8-48D0-878A-8A6D4685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LangChain LCEL과 Qwen Provider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DE353-106A-4FC9-995D-59BCDADF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15:00-15:08 개념 · 15:08-15:18 fixture 시연 · 15:18-15:35 provider 교체 실습 · 15:35-15:40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DFAE8-3A65-482A-9107-AAD4330F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6CBD6-10CB-4B06-9B94-AE99450D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24BEA-D06E-460E-8BB7-D0E8E701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DF960-F1AE-419E-853F-76A01392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Prompt · Provider · Parser · 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91845-E670-41E6-9A39-3A961F2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67D1A-5B4B-45CE-9BE9-218B408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9013D-4682-4F90-B767-1334550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D87A0-3367-4422-8D23-6AD5E9BF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provider가 바뀌어도 typed output과 정책은 유지된다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E143F-E0C8-4FB6-8565-C0A05B8F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AACDD-20C5-4B76-AB0D-EC945370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0288A-B396-4223-8CE7-6A375036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C3379-9E3C-4613-8273-3C50B4B4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typed JSON · 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A60BA-0AD7-4B67-915C-665B3333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FDFF0-8C11-40C8-80A9-147F47B8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rPr>
              <a:t>슬라이드 169-202</a:t>
            </a:r>
          </a:p>
        </p:txBody>
      </p:sp>
    </p:spTree>
    <p:extLst>
      <p:ext uri="{BB962C8B-B14F-4D97-AF65-F5344CB8AC3E}">
        <p14:creationId xmlns:p14="http://schemas.microsoft.com/office/powerpoint/2010/main" val="451063946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9A666-6D59-4A5E-98D9-037157A3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38A41-5FEA-4450-B124-34EFC4C0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프로그램이 달라도 generate 계약은 하나로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4EE2E-B72E-40B7-806C-F6A0C09F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2D2F6-AB10-47CB-9652-40698657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7A3CF-F796-4C0E-B16A-F2A2AC44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A675E-4EFC-4480-AF45-64FFFA6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3777C-3983-4045-86B7-CE172D82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특정 모델과 프로그램이 사라져도 이 실습의 핵심 계약은 그대로 실행되는가?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A9D38-6FF8-480F-B87B-544E5B09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62553-C211-4324-B9C9-E3FB7D11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D06E1-938D-4F4F-AEF6-9643A5BB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PC 사양과 UI 선호로 provider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0DE95-4229-4138-9DB1-89504152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13201-3463-4AB0-9D38-BBF9016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5976B-99A5-4A99-9BF4-33B21779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health와 base URL을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8AE41-1CF1-4796-AE4C-2662F838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254AE-3A8F-46F8-A681-78E9B60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6B651-BA32-4BD5-829D-1E7BA8EE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adapter가 요청·응답 차이를 흡수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2C12E-DFB4-4C69-B009-E23BBC7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AFF64-CC22-403A-8C82-59739AC7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41DDF-5117-4EB7-A3A4-703D4A75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JSON parse와 schema를 순서대로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57FFC-051E-43E2-933B-DA903FAE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1768C-DD9D-4B91-B951-232F5081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대체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1A1CC-2299-4A51-9126-757591D3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연결 실패 시 fixture로 계속 진행</a:t>
            </a:r>
          </a:p>
        </p:txBody>
      </p:sp>
    </p:spTree>
    <p:extLst>
      <p:ext uri="{BB962C8B-B14F-4D97-AF65-F5344CB8AC3E}">
        <p14:creationId xmlns:p14="http://schemas.microsoft.com/office/powerpoint/2010/main" val="1924690471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CB6D2-7922-4044-B044-44ABE47C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43A12-0E4C-49E0-B252-3E2C4B42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모델을 교체하기 위한 네 가지 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92DAE-9437-4588-93BF-BA1FA0A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57F42-1848-41DD-94B0-1AF6BD66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69105-B52B-4B5C-82FF-68484336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E842F-617C-4F3B-82DD-FAD42AF1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E5B3E-0798-4CE5-82BC-CDBB460E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F02AA-3AEB-427A-AC45-0219490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C4E39-39F0-4064-B608-712693A3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36AA4-A234-4BA8-85CC-1E1B0E98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C92B5-3107-42BC-AA6B-A6A4F4EE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 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 on My Computer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5D3FF-AE96-4681-B1BC-7B26AA7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외부 API가 아니라 내 PC에서 실행되는 언어 모델이다.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E7AC3-6035-4A69-88B1-EA925A5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Ollama에서 qwen3 계열 작은 모델을 실행한다.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29BB3-39C5-4D1A-8BA8-4384BC5F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59206-A924-492F-B756-D6580682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80C50-8299-4166-B331-F984B6FB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 Access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E04B0-D78F-4C1F-8996-F7F41E8B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OpenAI·Anthropic·Ollama처럼 모델을 호출하는 서비스 또는 실행 방식이다.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D0AFA-84A5-4A84-843B-A07CD760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 provider와 fixture provider를 같은 인터페이스로 부릅니다.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72711-0756-4ED6-905B-0C618DFE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5A15F-8ABE-4B6A-A465-478F85C7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Adapter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Common Interface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C65AB-4700-4029-AD7F-8A1F426A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서로 다른 Provider 호출 방식을 하나의 공통 함수로 감싸는 계층이다.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E811F-A8DE-4B78-98F4-7B1A53D1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generate(prompt) 함수 뒤에 Ollama·LM Studio·fixture를 숨깁니다.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25560-4AAF-4D10-BB6A-ABC5D854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0EE62-18BA-4C46-BFC2-4A1BBD53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DD84F-0985-4C3A-B4BD-795EACDB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Alternative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1E5E9A-E3DA-4945-A72F-5018BD22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주 경로가 실패했을 때 학습이나 업무를 계속할 대체 경로이다.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DE3502-9FB6-405E-92E0-AB83F71B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 LLM이 없으면 고정 JSON fixture로 Schema·Graph 실습을 계속한다.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C0E315-790A-4F1E-8C82-F89F65F9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0565581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E2AB9-9C6D-40A1-B172-4011A0F6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LangChain은 네 단계를 실행 순서로 묶는다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9E65D-5354-4988-888C-8391CB6C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BC815-0BFE-4AA8-AEE9-89B66664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CCA35-D0D4-4D1E-99C2-C529C013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00AEA-9B38-4999-963C-DA4D898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D3B8B-3AC6-4428-89B2-80AE6708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E098C-EFC0-4B75-BD20-84346C66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Prompt·Provider·Parser·Validator가 LCEL 파이프로 이어지고 각 단계는 따로 바꿀 수 있다.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1375b8bb84330">
            <a:extLst>
              <a:ext uri="{96DAC541-7B7A-43D3-8B79-37D633B846F1}">
                <asvg:svgBlip xmlns:asvg="http://schemas.microsoft.com/office/drawing/2016/SVG/main" r:embed="R9e65167a801d43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4AF1F-5884-4CCC-B705-CAEE98AF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C2C06-E027-4BBB-9F82-EA665D19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ChatPromptTemplate | Model Adapter | PydanticOutputParser | Policy Validator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68DEA-FBCF-46AF-BB17-FFA35C24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B9B62-965A-467E-A0EC-A1638369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무료 소프트웨어 실습의 조건  |  무료는 비용 0원이 아니라 선택권이 남아 있는 구조다.</a:t>
            </a:r>
          </a:p>
        </p:txBody>
      </p:sp>
    </p:spTree>
    <p:extLst>
      <p:ext uri="{BB962C8B-B14F-4D97-AF65-F5344CB8AC3E}">
        <p14:creationId xmlns:p14="http://schemas.microsoft.com/office/powerpoint/2010/main" val="762742433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4280E-5CBC-4CEF-A4F7-BA67DAE6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Ollama는 CLI와 localhost API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ED246-9DF0-41A1-9F76-6A8E15DF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0F95C-6E6A-4EB1-9017-4CAFFD49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35D25-782E-4A3D-B257-15CAE2EC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35BD0-C68B-4E97-9B82-96D9109D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40D05-67B0-4734-A6E0-F0C7DC6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모델 pull·serve·generate를 간단한 로컬 흐름으로 제공한다.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03767-1AE6-4A9D-8AA8-D94A7E64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363AE-7720-4855-9111-76BB56CB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 pull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80B31-38C4-49DB-A9A8-6DBC182F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D89FE-9AA9-4E73-8243-2CC39355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localhost:11434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8A43F-0689-48C2-BAA6-A96A6DC4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57193-FCF7-4302-8827-8B463B9D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396886632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56D95-FABB-4B67-B256-7C8D1D96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Fixture는 수업용 가짜 답이 아니라 test double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E1D5A-B20D-4FC5-8AF7-5DC1CB9F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0C5ED-BD3C-4164-908B-196015A5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DFDAE-0D5A-4DA3-B3C3-1ECC1D0E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DC548-39AA-4BA8-AAC6-821CD93B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B6EAF-EF3A-4EE5-B1C3-8239A6C9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CBA7F-F8A7-47B0-89ED-0F59FEE5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항상 같은 typed 결과를 만들어 Prompt 이후 단계와 정책을 결정론적으로 검증한다.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68676-0C47-4368-8CE9-F127924F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DD545-73D6-4B05-89F5-EC2B5A0B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same transcript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7F17C-6BE3-427F-AFE7-D8B4AFD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2F90A-EDC9-4C55-BEFA-0A179F1F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stable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27C4D-58E8-4376-8AF3-0EE84658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64EC3-08CD-4D31-A644-388319F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regression test</a:t>
            </a:r>
          </a:p>
        </p:txBody>
      </p:sp>
    </p:spTree>
    <p:extLst>
      <p:ext uri="{BB962C8B-B14F-4D97-AF65-F5344CB8AC3E}">
        <p14:creationId xmlns:p14="http://schemas.microsoft.com/office/powerpoint/2010/main" val="189607523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5DC2F-D732-4938-A5FC-E0AAE902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Pydantic Parser가 자연어를 업무 타입으로 바꾼다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E6EA9-82D3-4184-8A03-A094010E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366B8-3A1F-4558-8610-1879D023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AE0D4-5227-45F5-A04C-6976E86A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28C4B-01C4-49FC-B244-495A6FF4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D530B-B0CE-42DC-ABB4-0B6FF59D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필드·날짜·근거 배열을 검증해 그럴듯한 문장을 제품 데이터와 구분한다.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9B385-212B-46BB-AB79-39D855D6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99F51-0557-417D-987D-D2C56B37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MeetingBrief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98B1D-BD80-4766-8570-4A097CF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A7C1B-7264-4CCB-A218-3F45D870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ActionItem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73ABE-30B1-474D-BB26-37E539DF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9D924-F9AF-47A1-89A5-D3A6C516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evidence_ids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6A295-3061-410A-A56E-184309FD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9BF0E-9F41-4304-8B48-9429BEBD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무료 소프트웨어 실습의 조건  |  adapter가 없으면 모델 교체가 곧 프로젝트 재개발이 된다.</a:t>
            </a:r>
          </a:p>
        </p:txBody>
      </p:sp>
    </p:spTree>
    <p:extLst>
      <p:ext uri="{BB962C8B-B14F-4D97-AF65-F5344CB8AC3E}">
        <p14:creationId xmlns:p14="http://schemas.microsoft.com/office/powerpoint/2010/main" val="640419957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BEC4C-4BA2-4EC5-9A58-E3B060DD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 adapter가 차이를 감춘다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D2BEA-209C-4547-853C-1021CCF0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FF22A-4A66-49DF-8009-5735A02A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37605-3085-4A51-8C85-CC1D1086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63984-A18D-48BD-8E85-488F9639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D8598-2DFE-40EC-99CE-E7790967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906B0-9C59-4AB3-BD5F-F1A036C7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URL·인증·payload·response를 provider 내부로 모으고 앱에는 공통 result를 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D3EFB-0F97-4AEB-8C43-5D7B4008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3EBB9-9BCB-4B02-B531-63E9614A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generate(prompt)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A749B-1D15-4A70-8D44-F5D129BC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135A0-90BC-4B55-ADE9-F56EE98D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success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BA527-3350-4BB4-B710-5353E74D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28D1F-21E9-4F37-8D22-D05EE55C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1874593668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4EC2F-0652-41E9-94A1-9C969477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OpenAI-compatible은 완전 동일을 뜻하지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B5180-A6FD-4599-B6F3-A0344714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B9786-DDB7-4C22-B125-487FB0E5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52BEF-1A50-4328-81A7-7087893F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B7A48-BA7C-4707-8FA2-D1D938C0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531D0-C3DB-4190-859B-5E05162D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model name·지원 필드·tool calling·structured output 차이를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60000-C426-4917-9C0C-08EAE0BC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24E2-23F5-4C76-9D4C-C69E7792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BC885-1C65-406C-9A22-1F2D003F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F4B93-A557-42F7-9067-3A59578F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payload subset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2760C-5E7A-47E2-ABB0-BAD42378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21D6E-E32A-434C-B3B5-3132B982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1211366914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778AB-BC29-41A9-BBF9-DE30E94C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작은 모델은 출력 계약을 더 엄격히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B3E92-8CAF-44BA-9517-00B76ADA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FBC5E-D8CD-40FF-BB8C-68690EB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FBADF-E305-449B-BCD9-DF5751C6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729D9-EC79-4030-9B13-4118857E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7A6DC-639A-4043-8964-987A54EC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64A93-5BA4-458F-9838-7C7E6E93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JSON parse·schema validate·repair·human review를 별도 단계로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23D7D-9AF1-4F20-A29D-9D5535E4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BE3E2-102D-4C90-8571-60BDD4ED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extract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D6CA7-A577-4753-9315-A0897485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61EFF-99BD-4D1F-AD95-22004EE1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259B3-3575-4D57-98E6-0B450FF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1F270-9D73-4F2F-96DB-4682CC4C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bounded repair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06D11-B114-4612-946A-9158283C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2A753-3066-4818-B7CE-14EAC748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63E85-524E-4FE1-92BB-5E200729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25AEB-2B73-4E0C-B6BE-C85BBAC3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무료 소프트웨어 실습의 조건  |  local LLM은 정답이 아니라 데이터·비용·지연시간 사이의 선택지다.</a:t>
            </a:r>
          </a:p>
        </p:txBody>
      </p:sp>
    </p:spTree>
    <p:extLst>
      <p:ext uri="{BB962C8B-B14F-4D97-AF65-F5344CB8AC3E}">
        <p14:creationId xmlns:p14="http://schemas.microsoft.com/office/powerpoint/2010/main" val="201278296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DC708-236B-4F86-A14C-DA70C78A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0AB0C-2BD8-4815-934A-5EEF4679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LCEL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C1F0E-C3F4-4D9F-98D9-66404F6A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4095D-F00F-400D-B3D8-33777DDA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734B6-1723-40D2-AFEE-C6B7E2C6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32071-A8A6-445F-991D-BEAD03B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81381-0BAC-428B-BEE9-C77977A2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8A573-3EC6-4410-9289-F7817211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69518-A592-44AB-8538-AC0675CC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F78D6-A45F-413A-A411-5AFF79A0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회의·규칙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2153E-F9B9-459F-ACD2-5200F09C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97FEE-C976-48D6-9CF8-74C3DE3C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F1B33-B959-4167-B436-93F94D78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7C667-2409-4FC5-A263-175CD2C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fixture·Qwen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83A57-5894-4348-B72A-6FA97DE3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61305-3B74-4E21-A99C-BAED5FCB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45F12-7540-40EB-A013-E19846D5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PARSE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E2F15-8762-4C9B-AC7E-342F88D5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Pydantic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C0E9A-CCB6-418E-AFE3-C76D303A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44DFF-19AC-4146-8950-3CFE587B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C2759-ED1B-49A9-A967-41DDEEED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56941-A149-4224-B266-B7D14E72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메일·승인</a:t>
            </a:r>
          </a:p>
        </p:txBody>
      </p:sp>
    </p:spTree>
    <p:extLst>
      <p:ext uri="{BB962C8B-B14F-4D97-AF65-F5344CB8AC3E}">
        <p14:creationId xmlns:p14="http://schemas.microsoft.com/office/powerpoint/2010/main" val="1587537721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27803-3839-4C0D-8DFB-CB145478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AADA6-A48C-4EC9-81B5-B548CB06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notebook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B83AE-C07E-426E-892C-A7660541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0514D-60E9-4C68-8245-2DC2911E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5BAF9-99AD-429A-B46A-BF4E3942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360FC-CFB4-4F50-9CEB-B90ABCA4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80DBB-979E-4C4A-95EE-E2BE15C2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A4EA2-61D3-420B-A056-FF9AC238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95814-4B5F-4496-96F6-0C92FF86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24FCE-0549-4517-AEC5-D233529E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같은 transcript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DD8B5-D141-478A-AD4B-F84C86F8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E8A4C-E39E-444B-A5DB-E11BB3B8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7E4DA-5ED7-4E35-8A15-75E4BA53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8A69C-1B21-4026-8CBD-D2CF7BCF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기준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EA476-9F5C-4018-A75B-FA8EB1BA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5C7D5-D688-45D6-9DD6-23397E98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B04CE-F3B9-4868-A796-A7013E4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0F4C3-107D-4273-914A-7F1DC88E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provider 교체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8D1E9-EE67-402E-A0A5-08AEDB95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CE2E9-8597-4E05-B867-85951F70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C1FB6-0B03-4F18-9E9D-801697A0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COMPARE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4B073-806E-4ECC-BF2D-D1103762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requested·used</a:t>
            </a:r>
          </a:p>
        </p:txBody>
      </p:sp>
    </p:spTree>
    <p:extLst>
      <p:ext uri="{BB962C8B-B14F-4D97-AF65-F5344CB8AC3E}">
        <p14:creationId xmlns:p14="http://schemas.microsoft.com/office/powerpoint/2010/main" val="936694212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B1DC1-7EBE-49A3-9E6D-28B26ECC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50213-2B15-4ADA-B0BF-D303599F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C5356-67D1-4E4A-B832-0E068DA0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F95E9-4EB4-45BB-B81A-59237349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FCCA4-425F-4134-8E0D-4AB1936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E318D-5493-4E0E-B197-9E1894FE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20AE6-8F1B-47B3-A1EA-442357C3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2793C-13BF-4C8C-9D27-0C7F06BE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B0530-C569-4237-91A5-E20BACD1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96DC4-8ED4-4500-8660-FED8A53B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provider payload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590B0-76CD-414E-9752-98345E9D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6F464-A3BD-48A6-A1BF-120FE59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982C2-A63D-4B5F-8CBF-E5DAA532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A6842-4C63-4579-AE3A-74566A82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timeout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0D651-7286-4263-8A63-DCC6DCA3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F482D-9B35-43F2-8A9D-B397EB98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E6F65-89A2-43B8-B488-B2E1B4BE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NORMALIZE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E3B29-F360-44F4-AA00-EFFD6D87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공통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A4DCA-C7B9-4885-A1BD-299B67E7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969D3-FDF7-4F36-A53A-77CD8C78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D202D-2F85-4B00-A902-DD1B3AF6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D47C7-1DEA-4055-ABCB-24421553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이유 기록</a:t>
            </a:r>
          </a:p>
        </p:txBody>
      </p:sp>
    </p:spTree>
    <p:extLst>
      <p:ext uri="{BB962C8B-B14F-4D97-AF65-F5344CB8AC3E}">
        <p14:creationId xmlns:p14="http://schemas.microsoft.com/office/powerpoint/2010/main" val="1798662404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112B2-D338-4DC2-B897-53BBF98A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EDE89-A857-4700-AAA9-FA7C503E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F2EF9-6B74-42D2-8B43-FC5EC16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E046D-458A-4172-9677-4B40980C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AEDDD-4936-4C9A-BF44-960BCAB5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453A7-3249-4CD1-AF9C-9A0C294B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BA979-18C9-4473-92F1-4D1F1382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E33F4-1F13-449A-B150-22E8AA39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07E2C-D46B-4C46-9180-AEA80F54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9D0F1-EBBA-478F-86AB-D806DECE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960AC-276C-4B83-BFE9-E645367F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6580E-2347-4178-9B78-48ECC1F5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D879A-C04E-486A-878C-765DFCD7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27126-5FE0-4028-8CAD-1786F7D2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JSON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22259-EB4D-4214-8E91-75D6CEF8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05AF3-29BE-492A-AAF5-4941D6B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B6559-FA6E-49E2-9972-568973F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B121D-2111-4434-93B3-9E05B55D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AFE33-A4B8-4E71-89B1-5A04D1E6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FF718-1B47-4D60-B064-9A7C87B1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D0CFA-7441-43CD-9596-36EAA09E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F61D1-A077-46B3-B98B-4D1D10A1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1122960699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33E73-D944-4D25-A7ED-20EA9833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0028A-E176-4770-9F5B-128699F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3C3A6-060D-49B4-951E-0EB84EBC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DC966-1DF5-495D-9D05-FCF94F2E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3AFAA-5354-4458-8131-A2774480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12302-63D9-4386-89B6-7BB62738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E45F3-8F95-40ED-8741-00AA5912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33A26-8031-421A-AD0B-0598216E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FC118-1494-4A47-A592-0A776A90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4558F-153B-4F02-A793-E1B6B5A0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서버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D7A30-3555-46AB-B879-AF906D31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77865-61F4-466C-878C-A106B699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13B50-300B-4020-9CF5-AE83C9A3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DC3B4-015C-42E6-B541-E050A4A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tag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90F35-1BCD-4A03-B394-8D5D6FFD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8E5CE-ABCD-4EBC-BBAD-948C1A3A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5CC40-3700-4683-99AD-87F3192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0CB15-38A1-4558-874D-6B7CEA08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JSON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1D8DF-4685-401F-ACE1-C9B854EA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7DB6E-88AB-4B55-8A5B-A727883F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63658-C176-4874-BBEC-4E01A818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F256F-7497-43F1-818C-FB55AEAD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1443246591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9E5C24-EA5A-4CEA-8149-52B7A816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D75A9-D73D-4D75-ACFE-F731E13A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세 프로그램의 차이는 화면에서, 공통점은 adapter에서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E7864-1087-4178-A00E-861366FF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76A34-ACF6-4B56-B5F2-1FF6643F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D4FD0-7418-40F0-A0C6-39DB325D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9041D-EC09-4147-ABB0-F9131F2E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0113C-9308-409E-9F34-3EB43B0F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Ollama → model tag → LM Studio server → Jan API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058DE-C5D9-482F-9A1D-AC608FAB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D1952-BAED-4FFE-8709-EE934862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B073E-589F-4FDE-9D94-F3C347C1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60710-FF1A-4489-B82D-F82B1E2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0AA99-51BA-4D42-BDBC-C7266AD6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72FA1-0A3C-46F1-A779-1CF50A8F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Ollama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05087-A655-47F9-B84C-058F2AD6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CLI·localhost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8E2DE-50FA-48D0-8BF7-6CCD8102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명령 몇 줄로 local model과 API를 함께 실습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1CF5F-B74D-473F-A565-4D72C59E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GUI보다 단순하고 자동화에 유리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99A96-29BB-4380-B631-39125BD8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A75F5-C985-41C3-A8AF-C7989E86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4C605-DA14-495B-8FC8-527100E8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LM Studio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9D2E5-BEE4-4C6C-BAB2-1AB26007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GUI·Local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6CE02-2E98-4B47-8BF3-58696F10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 탐색과 server 상태를 화면으로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0074B-647A-4323-AA34-A5FD2020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초심자 친화적이나 GUI 조작이 필요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94C54-03FC-4A7C-82AF-0CCE7760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E2C8F-DD3C-4B45-90B3-01CF219B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Jan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534820-2091-41E7-A1F9-68ED3219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Desktop Local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4EFB16-9414-43D3-9759-CD563F22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OpenAI-compatible 대체 경로를 하나 더 확보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555EF9-D8C2-4687-B944-DBE8B372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생태계·문서 범위는 도구별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5B992-2886-4C59-8E3B-8F3DC996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EC627-A8FC-4697-881B-70C1C9EF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143639-279C-40D0-8B11-982ACA6B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Fixture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D8073-C3F0-4897-A938-DE2923F5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설치 없는 고정 응답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4992E2-28BA-4313-805E-1D7FB9BE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 설치가 실패해도 Schema·Graph 실습 지속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177A84-463E-473A-9F75-B3B0298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생성 품질은 평가할 수 없는 복구 경로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A17365-EF22-4684-AB5E-8141AEA2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5822494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4933E-3453-4129-9C61-E8E25583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265EA-A926-4579-BE3E-25000B12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notebook · LangChain LCEL typed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8E9A5-0B42-4DC9-9338-D41E0330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F8284-ED5F-4A8E-B329-750210F0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48E36-9C70-4A76-BEC0-6538792D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D7908-1A49-485C-A209-EF899334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A41EA-514F-4147-88AF-5AB31DCD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85C52-E7B2-4019-8A67-57EB598D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D2F45-833B-4CD6-A70C-90C10C5B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네 단계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4902D-4272-4DC5-9BFD-7B55F9BC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AF526-622C-4038-963E-AF0AAB0D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provider_used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9BF45-B931-4158-AA24-D7CCED9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1D5DE-E67D-458A-A9AF-5DAA9F0A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schema_valid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51CC2-A6A0-4662-82D2-1442DADD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4861E-B2AE-44C7-AB12-BF5EE057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automatic_email_blocked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AA99E-0D69-4547-8BEE-2C78E290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f728629294a98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1A9E9-B87A-4391-AED0-5F01E58D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 notebook LCEL 실행 화면</a:t>
            </a:r>
          </a:p>
        </p:txBody>
      </p:sp>
    </p:spTree>
    <p:extLst>
      <p:ext uri="{BB962C8B-B14F-4D97-AF65-F5344CB8AC3E}">
        <p14:creationId xmlns:p14="http://schemas.microsoft.com/office/powerpoint/2010/main" val="1134704027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BB5A1-79F1-40A6-BF5E-59BE077C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605D2-381C-40DF-924E-8DA91951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notebook · Qwen Tool Call 연결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68EE8-675C-44C7-9265-CD1B597A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BA93F-D01E-4F0C-8552-AB47F90C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37C69-2AEB-4102-83AE-3917728C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C3066-42FF-41B2-AC59-94C6C8C4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F2014-0A4E-4974-A98E-90B70BBD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92D49-B1C0-4D4E-B58B-CBAD1660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DF20A-9EC0-40D0-B111-99DD1BCE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Qwen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7541F-5AAE-4159-ABA7-E4A32411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9D47E-857D-472D-B213-6358DEF8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사용 provider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9D30F-DC0A-48C2-891B-E10F3B2A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8EA52-83C4-41EE-923F-E8F2EBFB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C4B0D-DFCE-4647-8E0A-794509F8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8EB05-60E7-404B-B0BD-3B3D00B2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Tool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214BF-C12B-47B7-A9A9-CFE83A41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e7fd298844383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447C5-A7F3-45DB-AF98-6B72BF5F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 notebook Qwen 요청 화면</a:t>
            </a:r>
          </a:p>
        </p:txBody>
      </p:sp>
    </p:spTree>
    <p:extLst>
      <p:ext uri="{BB962C8B-B14F-4D97-AF65-F5344CB8AC3E}">
        <p14:creationId xmlns:p14="http://schemas.microsoft.com/office/powerpoint/2010/main" val="191318054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7390A-6921-49AF-81C7-B0E1ABAD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AF45F-B9E7-4791-9806-01E103C5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A5B7F-4B8C-4628-BA07-B3ED0269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AC7D1-A4AA-4AE0-B5B8-A3DEAE6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912AC-BA49-4EE0-A6EB-3363AA2A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ECA9D-7812-4D3B-8C0A-26B8C198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D9045-5625-407C-A9E3-5383D0BD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F916C-A5FC-4E22-8211-C51526C3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4D0F7-4B45-4735-B636-6CE4757F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qwen3:4b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3B29A-61B5-4106-8B5C-3A146E94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3E14A-DEA9-44AC-BD2A-49424188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약 2.5GB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C32E0-1048-45FF-9730-0578C619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3CC5B-C64F-4702-9AAC-384B9877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수업 전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415FC-B313-4676-B5C1-A4B2F096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CFEC4-D2ED-4845-9EA5-3930378D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 list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027FC-93F5-4524-B85C-500F0873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e5744c9b64a3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7A9C6-B51E-4F9C-9C96-F805A141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2006529405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3CA98-8111-4A7A-9D39-958412EB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E5D6F-3380-4D05-BD9D-C3F77832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 API · localhost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5AF67-BE21-4AEE-BDBB-3F8910C2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ABE44-2FBE-413F-BCD0-5F044344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0D671-9773-488E-89B6-FAD5CE72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4B458-EA1A-47CB-BBD8-A697EF4C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7526D-D2AA-4332-84F7-EC67C74A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AF6BF-1AB8-4464-B948-C4472F07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376B8-E8AB-44FA-8F77-B072E4DD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localhost:11434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276C6-3F1D-4E0E-9497-247F43B8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A1FFB-9735-4F52-AE60-5D66CA3E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API key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D6353-00F7-4AE1-8741-1775F542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9017F-D7A5-42CF-8633-3171D7F8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B2C44-84AB-4324-A8AC-D93DE32B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0CDC5-F1BB-48BE-B6C8-9BEB5C24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adapter 뒤에 배치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5AB6B-7AE9-44C1-8137-3BA0845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103e75478460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F2733-67BF-4A4D-8444-C3C0D0CC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Ollama API Introduction</a:t>
            </a:r>
          </a:p>
        </p:txBody>
      </p:sp>
    </p:spTree>
    <p:extLst>
      <p:ext uri="{BB962C8B-B14F-4D97-AF65-F5344CB8AC3E}">
        <p14:creationId xmlns:p14="http://schemas.microsoft.com/office/powerpoint/2010/main" val="673684649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3819E-918E-48C4-9E80-C4B903DC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6CB92-9C20-468A-9FAE-7A21259F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347C7-7BDC-4A66-89A9-B06DD6A0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621D6-9ED1-4C8A-95D7-9611C501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AFEE7-1C05-49D6-903A-CCC473A5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D6774-9318-4C87-B6FB-2E9553A4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10B6D-C835-49FA-8889-67A4E5CF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9FF7F-704A-4176-91D7-9809E08E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179A0-F748-4A0F-A6A4-7BBCB566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2C9F5-4435-4A63-A1F1-790560B8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0DB14-8769-451D-A58A-8CF6A3F0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 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2851B-622E-4D54-B16F-637E3708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E47E3-CDAA-4112-B142-E8856F8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stream 단순화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24483-3CCF-48B3-AA3E-D2524179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1FF16-4073-4ACD-AA2E-A1D6481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timeout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58466-B713-40B7-9612-70CB8992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20184-AB66-4DF6-9650-E42B7F9F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44FC7-AE00-47C0-8B47-A7BC3200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1201341999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E6144-CDFB-4879-9B27-EA9D8E0F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C725D-6A78-47ED-A9F5-FA2EA89F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76C94-9EF3-420B-A991-0EBCC038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7B92D-7AE0-4644-9837-4B2E4F6A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F8D27-3E61-45BA-91B1-894B3452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3BA38-A891-49D3-B244-7631E1F9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B7349-B433-47FD-8A8B-3600FB88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15093-CF58-4B47-B8EF-4AEB6EB8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7F577-0130-436E-8533-9BA13E90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exception 밖으로 누출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301FC-E6BC-4996-8FBD-BEBDA5F5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77BDF-BAAC-4262-9120-FAF6F2F4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안정된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D7F2E-25A1-440A-9C8A-86EA04B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00F36-CB9C-4E10-9191-4D205837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상세 원인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FE948-AE3D-474C-8729-C14B8143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04EC5-E491-44DE-9270-ED93F726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E051E-E2E5-45AE-8503-F8E73948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4BBF3-DC05-4967-8760-DC18FCF1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7C771-DF20-4CD1-A81E-6BDE63FB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1042966434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2174A-7761-4880-BF95-A89B8F96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2A3B5-1333-4FFE-9338-CDD2CB96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33A23-D98F-4AA5-B734-40A5E297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1356C-E317-4D73-9598-3605ED8B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D1EEE-57BE-4012-8A58-3E5256FD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D653E-23AD-40F3-8083-BAFA76A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2563B-542A-48C8-8730-BD451B1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DD39E-9D73-4BC4-836B-667033EF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1B6E7-D83B-4781-84D2-6C3C22D9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앱과 provider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67843-077D-4D47-9C7C-BD427E23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453E0-1C3C-4CC6-84D3-53C84CAB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9C71C-C50E-41E1-965D-F9180308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7500A-F05F-4319-BE70-71097AE4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16178-4179-46F0-A8BD-28D26BD3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90F34-41DF-4DE4-9EE2-CCDE5542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test double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330FD-44F6-4EAC-A7C6-A49BACF8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AE6F8-E07B-4D2B-AF51-63B6A872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1F70E-AD59-4834-B458-D0283341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5768295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572F1-ACD7-4258-B870-8DC01C5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E577B-AAA5-4E23-835B-8AB49B14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5CE73-9EA2-4163-A656-7F2960CD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4626A-C59F-40E6-B4D5-CDDAC4F9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44A7C-7180-4046-BF7F-6F0A3BD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9F61F-9442-4943-B1CF-AB475686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0C363-7F4F-4132-B10C-C1233009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40DBE-796F-4996-AA68-4FDD7165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B08C4-4CEC-4842-9475-6468DF3E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raw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B055E-0EFF-4D57-B467-68332ABC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4235A-33C7-4B78-B117-60523713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parse 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881EE-BC9C-466B-8162-799064F6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BEEBE-2968-4429-8393-81AD2D2D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typed 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1C890-6A92-4436-BDF1-EB569B7A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11A8F-BF4E-47F9-8A4A-6EEB9C54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근거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55888-A166-44E1-8440-4E074F14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A201C-3793-4634-8C03-24827DE3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DAA78-9CB8-4A31-928F-A466DFE5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676483000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B7519-5D20-45E4-9792-D2701EF0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CC822-BCE4-4FC5-A245-AAEC9DAC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CAF8E-497F-418D-A9EA-C2CD7191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4C0EA-A7EE-4239-9BA0-C02AF8B3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908EE-97E4-4A18-BB9F-2637AA80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30495-3A59-42CE-BD08-2B74BA73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E8FA3-518D-45F0-A451-9FD9C198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1783E-A78D-4F0D-945D-632B60DE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934C7-AE07-44F3-BE8E-2E7E410A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무한 repair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BE8C0-2F05-4DAB-BF29-BC1E4E0E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CBD81-C165-4233-891C-FA5F6AF7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 정보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90224-0ACD-4AE4-A243-C2B01141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2F3B0-5E36-4A62-AD56-87515D0B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최대 횟수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BFE22-00DD-43A4-8C2C-E812D7A9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626F4-5CC2-4DCD-87FB-36468D0B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6E3E7-2CBE-44E5-A09C-07E8B47D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F7AE7-C310-4980-A074-185FB1E8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104AF-5AC1-4E21-9D0E-939FBB4E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1377125727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1E0A0-3B35-485F-AA03-DC6E4E94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05630-A705-462A-9FE3-40BE17A8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1 · fixture LCEL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68BC8-BDB3-4020-B610-02DE885C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68B27-DD73-449F-92D3-1D412C4E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08D67-05B5-406D-A725-75881A57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B675A-A122-4B85-AF89-345C8BBD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1AFED-A3EA-4AE5-8B2E-33E52277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126B6-7BAE-487F-AF85-F314B2EB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1A4C6-466E-46F9-BF20-6083DBC6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4E909-3CE4-4813-9E7B-F365BC04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EF1F3-8DCF-4A3F-8053-9C0CFFCB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EB68F-708C-49CE-9974-1BEF22B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transcript를 읽습니다.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042B5-A379-46B1-8633-6987DA8B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5DE15-F8ED-4A71-8A4F-0C933156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4CE1E-34ED-4568-AF47-3EC4AC1A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 chain 셀을 실행합니다.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CA2B0-948B-44FC-92D6-3B4BA185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E20BB-B56F-45E6-B466-7DC09428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33CD1-1E9A-46AE-AFF9-5E7A4273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pipeline 네 단계를 확인합니다.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9F269-45B1-47D6-B90F-05CD14EC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78877-4E6C-4736-AF56-1B4703CD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E5738-27E8-4FD6-9487-267E1C7F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정책 check 네 개를 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0579F-FA3A-46D0-94CE-A9A007D4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1C590-B61F-43EC-A9F2-6B129B32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72C83-7E7B-4A7F-8FA2-4CD3433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typed JSON + checks</a:t>
            </a:r>
          </a:p>
        </p:txBody>
      </p:sp>
    </p:spTree>
    <p:extLst>
      <p:ext uri="{BB962C8B-B14F-4D97-AF65-F5344CB8AC3E}">
        <p14:creationId xmlns:p14="http://schemas.microsoft.com/office/powerpoint/2010/main" val="1144163708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756683-7197-465D-8FA2-D31E813E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6F75C-D264-4623-B3F9-712FFF94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2 · Qwen provider 교체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71094-3D87-41FE-BC6A-30974A2A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7FE32-9216-493E-BE73-369E858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40EB2-8608-472B-B067-C9E15115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59E03-C2C5-4E13-8BE0-B713CCAF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0F0D2-6CDC-4993-A786-40BDDF5A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B8C9F-C0E9-4E63-AFA7-8EEDBD98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0F639-22A4-49DD-A10B-9F646289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7EC2A-893E-4B3C-993C-989FE460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B7D2F-8E13-480F-8AE9-E48B2F14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E2B13-0C9E-47CF-A88D-99962F9A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provider=ollama로 다시 실행합니다.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BFBDD-39EB-4FBE-85CB-50FD7FE9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C4699-9D78-4B31-A6DC-06FB20ED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DBDC1-22CF-4F84-A543-8B18D8FD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요청 provider를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10711-6387-4AD1-AFB0-BE9DFB3F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BC36C-9A10-44F6-8FBD-7F108C58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74EB7-9C18-412D-BD14-BF49E93D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provider와 이유를 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C8C5B-30E7-413E-BE06-9F1623FC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25489-4E20-4A8B-940F-3ED48A6C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94E06-25B3-4FAE-9D61-5BAE1D68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schema를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D78D3-6999-45D4-AD1D-777C4E2A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95159-FCC1-461C-9C76-AEB5954E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B550AC-C01A-400A-AF0D-F34AA9E7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provider 비교 결과</a:t>
            </a:r>
          </a:p>
        </p:txBody>
      </p:sp>
    </p:spTree>
    <p:extLst>
      <p:ext uri="{BB962C8B-B14F-4D97-AF65-F5344CB8AC3E}">
        <p14:creationId xmlns:p14="http://schemas.microsoft.com/office/powerpoint/2010/main" val="410451484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EF7B5-78D4-4092-894F-217AD3CF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CAF75-37C6-4C29-93DD-41DC61B5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확인 1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66679-AB8B-4598-9B1A-A766C2F2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5940D-F9D3-49A5-9BAF-008FCB6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56DBA-3313-4807-B1D3-B6E30582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A6A7E-F32F-4295-8E4F-EAD01906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A878B-43A9-480C-9414-F5687DBE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6242A-4B41-457A-8687-5E4F34C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D23A7-2A02-4092-9143-4CEFC92C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37AB3-A198-418E-A0B3-4818B64F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76D11-EBFB-404A-B5AC-30F31075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BB26C-387A-42E0-8CA9-44436344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 결과와 Qwen 요청 결과를 엽니다.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9B002-C287-411B-9EDF-7E2D296B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2F7A0-679F-47EB-8D29-9042C7E3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6B31C-418D-44F2-9B5E-35EC39C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공통 필드를 나란히 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2C5ED-A027-4ED2-99C4-976E312F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8AD5B-9D09-4B0F-BF59-20AC8C6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03F97-0E09-4B82-9DFD-3012ACC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 전용 필드를 구분합니다.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1816E-9D2F-46E3-B9A7-CDC8B47B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C10BF-C8F9-48B7-A0A8-ED3FC390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FE323-6B37-47E9-9912-043299B7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다음 Graph에 넘길 필드를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C0E1A-6FFC-4973-AA9B-FD719570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DA322-46F0-4562-A045-687033BA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C2652-4132-4FA5-8A80-CB9122BD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1482765319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61981-83D4-46B0-9B2A-0E16B35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53E05-5DC9-4BEB-9DD4-C24F0AFC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3 · 정책 실패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E276D-7632-41F2-928E-BBF3128E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DA34F-423B-484A-BA32-33DFBDE0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78223-169F-4282-A3F5-2E6AAD1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746C9-9B96-44A2-8D85-F65B1A30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34FF9-5CFA-43D1-9C61-0DEA2C84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1BDB3-1B5F-415D-8BA5-88DA110D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6C871-D432-42F8-9DB8-C684B11B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016FB-8B9E-40B9-BF3C-A72DD5B6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722AF-3A68-4692-9431-DFFB45DD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C08A6-B9D1-41FD-9FF5-C215FABB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automatic_email 값을 확인합니다.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59B41-02D3-4E0B-BFBD-93C646E3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A5C3F-A0BE-481E-B365-B9F56D36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3D170-DB94-4A81-A9D0-2C7D91C1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 승인 필드를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CE4EE-2466-4784-87A5-A823D447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57EC5-F436-4054-AB5D-A7ABBD80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FB42F-3F3B-45FA-A56C-4BACA303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evidence 누락 시 HOLD 기준을 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9F726-83D6-4F4B-9A5B-09D64B9F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9838B-386F-4536-BCE6-80128B37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08230-0BF6-4C2C-B83F-BB427A58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정책 검사를 결과에 저장합니다.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4D3D2-9409-42ED-AE69-28D9090C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B9837A-88CA-46FC-BC86-7E71FA4D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F03A8-638E-4F87-B2C8-7750EA9D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policy checks JSON</a:t>
            </a:r>
          </a:p>
        </p:txBody>
      </p:sp>
    </p:spTree>
    <p:extLst>
      <p:ext uri="{BB962C8B-B14F-4D97-AF65-F5344CB8AC3E}">
        <p14:creationId xmlns:p14="http://schemas.microsoft.com/office/powerpoint/2010/main" val="65026695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31DD7-CDFC-4A39-9377-14E9458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1441C-16E3-4204-8D92-80B48783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FB9D5-BD36-4E38-AE35-4A16BA3A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3E925-EA1D-40BF-A967-0A7FD02D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0AF2A-3F8C-4CB5-A8EE-F47B810B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1EE8F-7516-4F4F-A018-C3116171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CEF8E-D44D-456D-902C-22F957BE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43F8B-441D-48FA-A52B-6C727769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EF9C5-11F8-4E28-81EB-7DC1DA85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972FD-DE48-4940-B7B9-0792BBC9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420A8-0393-4078-8EB6-ECD9AD00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1370C-D1BC-4575-B35D-467E96D8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DC217-CD4A-4660-9BA8-F623B47F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56671-34AC-4DF8-A6C9-740BB8C9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DED20-6BB5-4936-A1E5-6C79BDE6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96A58-0299-4DC3-BB86-C88462B2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E0CD4-848B-4562-A280-41ACEA32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3D2B1-8702-435C-BDB5-8BFCC0C7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ADE60-4E7C-4349-81D0-24154CF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398CC-9843-4124-AC01-289EA836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09D92-0D1D-4D45-B4CE-01D30A48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6B6F00-678A-4DA3-A4DC-FF8F74A0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B9D14-03FF-49B4-94D5-55DF5FB1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9D7A4-DEF1-4496-9DE6-DF39F3E5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152A23-B007-4AB7-915E-4C910799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1290776110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440ED-0609-4259-8F13-9B88CCFF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54A62-9BB7-4C4F-8A42-0384D934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5F2C9-E314-4C63-A168-CD184CFC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6956D-FB06-4DCE-97CF-B2CC16E6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B8E25-2283-4746-9D6B-F00396F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60F9F-808B-48CD-AA4B-8D8440B2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7D074-D5AC-4E25-84D4-272CDC65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3BD04-D855-4770-B86F-F8D18987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9024D-07EF-401F-9F47-AD8A3B29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5E27F-6D37-4DC4-85D0-91D78534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BE378-20AD-487B-B713-0AEF8CE4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354D3-7A1E-459C-B1AF-608F8D96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7A1-3248-46EA-BEAA-CBF9FB47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7A2FB-06FF-4E9B-B567-C1B93A0E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5979E-0ECE-4A5A-89BC-352F9DA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73973-142E-4452-BA39-9593144D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74EE0-63DA-439E-984D-10922C7A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FA907-BE4D-433F-BBFF-DB1F95E8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4C50C-6240-4663-B3E2-06D5BDB2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A1847E-91A4-436E-8602-091A5DA4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58021-26DF-437F-9490-EDE77699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10A90-3678-4D17-B1E7-2A309608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718566-DDC5-4808-994B-03CFAE02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E6C77-D8F1-44A5-8A6F-773B8680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6CBC84-8C62-4EFC-9BE1-2082F93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2129532002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77F64-AAAA-481C-A88F-CC83E07E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FF1F2-56D1-474A-ADA6-ACDE28B0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BBDE4-5113-4C28-A9AD-13F77C81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EF828-8438-44C0-981E-A037ADFE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87E4C-42CE-4970-AED0-CB4FDAC6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3F950-C38A-4554-B888-9FCC46B1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F51A1-7C87-429D-B149-C38DE853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BA2C1-31D2-4DDB-B52D-EE691727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0E8BB-3DD2-49AF-ABB3-2C557CE0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4FBF2-BED4-48A3-99E0-B96BE751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883D9-5727-413C-B64E-1B614A43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3EB15-50B7-4C5B-85D5-4A68A9B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1D789-7BCC-448E-B3FE-37F7C7D0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C2576-767E-4AA5-9448-1475576F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715C1-A27B-42D2-BAB5-4310B74E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28445-0336-460E-B07B-9749C495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F1D21-D1CC-4420-83C2-3184805A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0185E-1349-4340-B70C-747F192A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C4356-A348-42BB-B93A-57F9C84E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9F484-94D0-4BF7-94F3-43DA3A6C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D37D6-A0EA-40B2-8108-97B52B3D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AD1DB-FC75-4720-B382-F670AA99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84AA8-720B-4C1C-AAAF-02099C12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B7F961-BFBD-4B36-8CA4-BE51EB62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8A434-8A4C-48DA-AD63-BEF4627A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201957243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4C4B4-D47A-469B-88D4-D412F972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02970-2D2B-4E1C-A65E-A6D8ED0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0D560-1F31-42C2-BB47-16C00D0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0F8E3-B5E6-4803-95D1-C5E511FB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74F62-BFB6-428B-B138-0AE56FCB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B7D4E-8668-4555-ABEF-EB61E9F8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6BC6E-0FCE-48E5-9C74-6BDEEBB6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744B7-92BA-4977-BDEE-C20EB233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6CA8A-B210-45B6-8F06-8A568822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E8A6B-F6DF-4693-949B-17045CE7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91C1B-7707-48FC-92D2-61D076BD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8D548-1B44-462E-B800-4FEAF924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C9777-221C-460E-AB6A-8D3898FC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47FD1-6924-4F2B-A425-F9A0ECEA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4C0E2-A93E-426C-8F49-0698C210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63DB7-1897-427F-987D-1575E13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C85F5-B490-4C65-9D58-2517E50C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65A8B-DFCF-4807-BB8F-536B0529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5AC6C-8748-4D36-B963-61140B6A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DF6E3-7014-4D06-A28F-7F760D95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F16EE-80EA-4217-8C74-173E3CA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610D5-32D0-4931-8D57-08EB46DC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35A59A-E913-48D2-96AA-E4391C18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9989FB-A510-4E7F-BD7F-1BAA89DE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806A6-B7AA-40FB-9925-E3ABBD3F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1804960050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81296-12C4-4A0D-9516-486B1FD1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E5E5B-1A98-4716-820C-12CD8AB0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Gate 6 · Local LLM이 꺼져도 계속하기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C72AC-D37E-4B63-95E7-C271AD52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FCCB1-B36F-478F-B2DE-94A4F811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7C6C9-A613-4AF5-A893-D3B9B761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15:00-15:40 · LANGCHAIN LCEL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F21DF-DBC8-42E7-A114-B5921853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55244-3E6A-4E59-A907-6A963C24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상황: Ollama 연결이 거부되고, 교실 네트워크에서는 새 모델도 받을 수 없습니다.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7B7F8-00F4-436A-9D61-EC696DCD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0BF17-397D-47D9-8469-94A4EB93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531CB-CBDB-417A-AA6C-D56B849B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Provider contract로 어떤 fallback을 연결할까?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CBD02-F198-466D-A855-0AC5956B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3A57C-5F1C-4C2E-AC2F-FDA9F7EC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9DBB1-ED44-4AD9-A8AD-9DBBDC90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연결 실패를 traceback 대신 어떤 result로 돌려줄까?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F24AA-9DD0-4EAF-88CC-0468CF36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620CC-C7EB-413E-8FB0-DB773DEA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841A7-96FC-4545-B844-E293B7E2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fixture로도 끝까지 검증할 출력 계약은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082381389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BA0D2-17AF-42F5-868B-0E5E1C6A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33123-12AE-43AB-871F-784C705D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302C5-B970-4545-8FAE-33C81831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1일차 7차시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1AA3D-5C03-4268-A317-3D005231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LangChain·LangGraph와 사람 승인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788DC-116C-47CF-B7F3-1C88D804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15:40-15:48 개념 · 15:48-15:55 LCEL 시연 · 15:55-16:18 소프트웨어 실습 · 16:18-16:20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5C3ED-97BA-42B4-A828-19A789BC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9443A-9B5F-469B-9038-CAF9B341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CF12F-E250-4DAB-AA64-0590FCDF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E4311-2914-423E-8CE5-52D7C747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LCEL · State · Node · Checkpoint · 승인·수정·거절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57382-E53A-4E5E-B2EE-0D8401A6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69AB8-2DB9-4A7E-8AD3-7F44999A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90EF1-C969-4879-980A-49951B0F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768F8-4A45-4888-80B4-3E31B25A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중요한 행동 전에는 멈추고 사람이 결정한다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E2744-D8D9-42E0-87DC-42CEEB6A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D6A7F-AB0F-4BFE-A1EC-39CD0B3B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4EECB-F39F-4169-AB91-88662BDF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4A404-E22D-4104-8C57-C1373C18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승인·수정·거절 상태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F8C11-2EE7-464E-907E-BE270B22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3C80A-B709-4903-B781-D7CF09CE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rPr>
              <a:t>슬라이드 203-236</a:t>
            </a:r>
          </a:p>
        </p:txBody>
      </p:sp>
    </p:spTree>
    <p:extLst>
      <p:ext uri="{BB962C8B-B14F-4D97-AF65-F5344CB8AC3E}">
        <p14:creationId xmlns:p14="http://schemas.microsoft.com/office/powerpoint/2010/main" val="596666640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4EE22-1B1B-4065-815E-68A80580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71F5E-41D7-4AB9-BC63-8F8A5E33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 검토를 버튼이 아니라 State 전이로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97DE8-D8BA-46ED-8935-4FD3E37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1DCAC-3673-46D1-A055-6925E2EA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5E596-BC23-4077-80FC-F84DEB59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06322-B3DB-4DEF-BB50-2DA4142F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34747-C84C-4132-A96E-7D4C6489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사람이 개입한 뒤에도 같은 요청과 같은 상태에서 안전하게 이어갈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55F92-A263-4824-873A-B736D1BA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B6881-7D47-424D-B735-D353A3D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F9C51-BF12-4EE0-B35B-515165CC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다음 node에 필요한 필드만 선언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B1417-D81D-4C5D-B9F4-537021F1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0695C-7490-41A1-906A-F641C4FF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81C62-69DE-4150-A943-7091C9B8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edge에 retry·review·failed 조건을 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BFD54-804D-43BF-A3FA-E59A9F3E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16D14-A269-430E-9279-6E3D9F12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중단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45439-0BA2-4A7C-BAA6-BEC75979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interrupt payload로 근거와 초안을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E9BB2-AD72-418E-9210-7D4AC0B3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00F02-1116-4AE7-A236-393453E2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66675-A01B-440D-8C4E-6268359D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approve·edit·reject event를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A8600-46EB-4F40-8EF5-807E615C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1B6A2-9D36-489B-BE45-093D4640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재개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FA0CB-16F1-4546-8B99-CD89A2EC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thread에서 idempotent하게 이어감</a:t>
            </a:r>
          </a:p>
        </p:txBody>
      </p:sp>
    </p:spTree>
    <p:extLst>
      <p:ext uri="{BB962C8B-B14F-4D97-AF65-F5344CB8AC3E}">
        <p14:creationId xmlns:p14="http://schemas.microsoft.com/office/powerpoint/2010/main" val="1313244762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0885B-3148-48F4-95B0-8D94F182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14847-0DE9-40CD-849B-8472A571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중단과 재개를 설명하는 네 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9095C-FC07-43A8-B29D-EC3FAE11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C642D-0B3D-405C-AE90-5609DD06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EDBD4-9089-4E84-A178-B1D38D9A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D8956-9FE3-4D4D-8837-38330471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F4A37-B84F-4015-9917-70F47D02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E927D-B911-4669-815B-3CBA2D61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14478-48F6-4BD0-B536-12436856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45316-B991-42E0-812D-400256F6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2FB79-1B35-465F-87D2-B5993766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Workflow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0C6BA-33BC-4E17-A6A6-AF9ADF1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Graph의 각 단계가 읽고 갱신하는 구조화된 현재 상태이다.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34DBB-4204-4749-8DE6-4BD846C0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transcript·draft·errors·approval·status를 필드로 둡니다.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3898B-ACD4-4529-AEBF-EAB6AE3E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15AAC-8C72-4DDA-B95D-583A7BAB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197B8-DEE6-4EAA-8D7B-1419B048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Node / Edge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Step /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E6260-8E54-4A0E-9144-0A710A8D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Node는 한 책임의 작업이고 Edge는 다음 단계로 가는 조건이다.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4A619-E5DA-430A-A46F-5E6C46C8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validate Node가 READY면 review, 오류면 retry 또는 failed로 이동한다.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AB3C8-90B8-4672-A884-2C999A85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710BD-F41C-482F-A66F-427B21C9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Checkpoint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Saved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2AA13-25A5-4083-8DA3-1EB4380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Workflow의 중간 State를 저장해 나중에 같은 지점에서 이어갈 수 있게 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92E1F-23A4-4607-B871-E11F2BA8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thread_id로 저장된 State를 불러와 승인 뒤 재개한다.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B3164-94CE-40A9-985C-6009FCA6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1C16D-9C52-4DD9-B7C8-CF9641E2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FC5F9-8D0C-40E0-8BFC-272C6792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HITL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Human in the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B96EB-5359-4BA4-8246-239F4A74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중요한 결정이나 외부 변경 전에 사람이 확인하고 승인·수정·거절하는 단계이다.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AF9D5-CE2E-4E81-9B45-8198ADFB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낮은 confidence Action Item은 reviewer가 근거를 보고 승인한다.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E7002F-00EA-44C4-98F8-916A318F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746588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BA3BE-4B9D-4501-8A69-EF285B2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State는 다음 행동의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E7E54-DA2F-4649-A3E7-0CD8A6A9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114CA-8573-46DC-86DE-84D05CE6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FFC2D-6A6D-4A95-B295-0BCBEECF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72929-9875-46F0-B207-759AC92F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0C6BE-06B3-469B-B411-24F0814D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1D507-EDE5-4487-8791-CC932D2F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대화 전체가 아니라 node가 판단에 필요한 최소 구조를 저장한다.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c3e5425f6444f">
            <a:extLst>
              <a:ext uri="{96DAC541-7B7A-43D3-8B79-37D633B846F1}">
                <asvg:svgBlip xmlns:asvg="http://schemas.microsoft.com/office/drawing/2016/SVG/main" r:embed="Rf51d3a0e7a2f46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10491-0F69-4DBA-977D-E1E1E167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C5837-E46A-418F-892E-22AD7E62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request_id·step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35038-E470-41FF-8439-6687EFC9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F263E-2363-4FF5-B26B-F66E6DB7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draft·errors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69B19-F487-4F2C-A5C7-AAE0E380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98552-A218-4332-8F67-BC93F463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retry·approval·status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9D689-BF75-47FC-A60C-A51C989D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C29A9-CB13-4919-92E0-0D9FC1FC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Graph가 필요한 이유  |  State에 모든 것을 넣는 순간 Graph는 기억장치가 아니라 쓰레기통이 된다.</a:t>
            </a:r>
          </a:p>
        </p:txBody>
      </p:sp>
    </p:spTree>
    <p:extLst>
      <p:ext uri="{BB962C8B-B14F-4D97-AF65-F5344CB8AC3E}">
        <p14:creationId xmlns:p14="http://schemas.microsoft.com/office/powerpoint/2010/main" val="1474356787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726F-3223-40A4-BF32-BB4217AB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Node는 한 가지 책임의 함수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017D1-520A-4ECF-BA4A-82CCD862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55EB2-90F8-49FB-B078-10C3A57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C0B2C-78C7-4569-9390-73A9C3DA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1A8C6-9A3B-4B73-8EFA-2FAE43E2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68CBE-0CAA-4C20-A071-38C8F6B6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입력 state를 읽고 부분 update를 반환하도록 작게 나눈다.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0916F-B1C7-4EC1-BD1E-F22AEF86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B7B26-C771-4031-A524-D5E30997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transcribe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5597C-613C-4FF1-94CC-9CBFAF42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4E9C9-C546-44F3-AC6E-27CBFE4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summarize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3C2D2-5951-4F62-88AD-A1AF079F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86E16-0085-4DBF-AA98-E23B4449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D4ED8-D3EE-41B0-95CE-0D33AC30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63397-B81E-4EEB-9C00-39C03EFE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729190502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4303C-6A49-4560-A86B-18AC3C1E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Edge는 다음 node를 정하는 정책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F3121-27D7-40FE-9C1B-DF3C6E9C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60D2F-FD88-4311-86BF-FB064429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E8D53-D8A9-4172-BEB6-16A8A5B6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4FA16-5B35-4E6C-B8E8-55AECCD3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64A4E-0BBC-46F4-9D88-56E4B0F5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22996-64F8-40DA-AD64-ECC8AE2F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성공·오류·위험·승인 결과에 따라 명시적으로 분기한다.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0A18F-B854-443B-90B8-88DC6E3B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E9EE8-DE4A-47AC-A03A-6664A30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conditional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0EAC5-04A3-43CE-B550-9B3F9CE1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39E72-8D60-4252-B373-33260CB3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CAE55-E9C5-4DF9-A3B8-3460177A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17B8C-7806-42EC-B59C-3D06B623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retry loop</a:t>
            </a:r>
          </a:p>
        </p:txBody>
      </p:sp>
    </p:spTree>
    <p:extLst>
      <p:ext uri="{BB962C8B-B14F-4D97-AF65-F5344CB8AC3E}">
        <p14:creationId xmlns:p14="http://schemas.microsoft.com/office/powerpoint/2010/main" val="798060842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E46B3-239B-4EE0-85CB-2C570957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Checkpointer가 중단과 재개를 가능하게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1BDA9-F20A-491D-9987-5A34BA41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4C334-9E56-4FA6-A88D-8158436E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689F5-F786-47BF-90CA-3BE78672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16065-45C8-4218-919F-6D5BABA3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2D7A7-A153-4BCF-A5BB-B28EEBC6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각 step의 state snapshot을 thread 단위로 저장한다.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BFD06-176D-48E5-9880-FF63E654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69B96-84BB-41A7-ABE9-86FF2D1E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32E03-7825-42FC-B344-E54DE33F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F0C91-E8DF-418E-BF94-22086A22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thread_id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51EC5-8746-49FE-A4E1-E7C20FA5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D6B6C-DC39-4FF1-BC79-FAA5ACEE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state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0B175-3596-40AE-BEE4-97038F8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09CA5-EF3B-43FC-ACDD-E893DE8B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Graph가 필요한 이유  |  Human Approval은 버튼이 아니라 근거·결정·책임을 남기는 event다.</a:t>
            </a:r>
          </a:p>
        </p:txBody>
      </p:sp>
    </p:spTree>
    <p:extLst>
      <p:ext uri="{BB962C8B-B14F-4D97-AF65-F5344CB8AC3E}">
        <p14:creationId xmlns:p14="http://schemas.microsoft.com/office/powerpoint/2010/main" val="1919977259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D0BF2-EB30-4AE4-9A1A-2483B4F2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참고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D67FB-BE26-4654-AC6A-6A54F961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Interrupt는 “잠깐 멈춤”이 아니라 업무 상태다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29122-AD61-4F46-B1E1-97DEF97E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98BF8-8C09-4638-B428-591C96B7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91AAB-4B3B-414F-9862-51F4D70C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F0528-EA76-4044-816F-96598F78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45D92-757E-45B2-B531-893146E0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8FDDC-7850-4F34-85C1-1FB285C4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어디에서 멈추는가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CEB0E-F08D-48D8-9DA9-7D038D1F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46A8F-476B-4853-91A1-1D25409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사람이 무엇을 보는가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5228D-1367-4A8E-AAFD-F7B55CD4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8CAC7-27A2-4494-AE84-1371BD95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상태로 어떻게 재개하는가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3792e2ddc446a"/>
          <a:stretch xmlns:a="http://schemas.openxmlformats.org/drawingml/2006/main"/>
        </p:blipFill>
        <p:spPr>
          <a:xfrm xmlns:a="http://schemas.openxmlformats.org/drawingml/2006/main">
            <a:off x="4476750" y="1755626"/>
            <a:ext cx="7105650" cy="399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07300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63A65-95ED-45FA-93FF-62FEE937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Approve·Edit·Reject는 다른 event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03D08-AB38-483C-A8CD-7115B239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F21E5-C97F-4C53-865E-888918BF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F85C5-47F4-4A4E-A372-2A500AEA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4D331-8EC6-4DA5-B1A1-DAAC36C9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B9DE9-E77D-42B7-824B-F0082EDA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승인은 원안 진행, 수정은 새 payload, 거절은 이유와 종료·재계획을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CB057-C400-4B71-AF0A-8B5B06E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9DA77-A54A-4ED2-9F1E-EF76A4A1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AB925-3FA5-4864-BEE6-0507B83C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27B7D-C83B-4078-87A5-7A42B855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69561-4291-4E82-AA2A-3329DB76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839B3-268A-4F9E-B427-2BBF3502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1C648-FB3E-4061-8E41-E8997DA4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1569F-1E9D-4441-A1CA-0E09CB17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534584644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D132E-D298-40B6-AA7F-8E15BC89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Retry는 일시 오류에만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8D038-EAAB-4798-B9CE-4BB8E72A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73017-EDB1-497F-AA7C-B18E14E9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A9705-BB11-43D7-9B46-63E49746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30CFE-39C0-48F8-BF35-8DE1A22D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C0A7E-8B1E-4AF1-9D81-5B2B6645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A0E70-8969-4E5E-A0BB-DE3684C4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 class·max attempts·backoff·stop을 state에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3F0A1-6C57-49A1-AE5E-90AA9C32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AB5F9-4896-427C-8FD8-07A386A1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transient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3CF08-CA5B-41B2-AAF0-4E0AC9F6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72F02-5C45-4D68-8F19-FE30F46C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BDF0F-CB87-4B03-96EF-E88E1534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DB429-595E-46B0-B8EA-9AB1B2C1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next delay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94D0F-15B2-422C-9D67-9B028AD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DA28B-ECCD-439F-8E39-3FCC3FB1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exhausted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0074B-240D-485E-953C-523BCC7E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92796-A909-4D4D-BF53-AD7D3130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Graph가 필요한 이유  |  Idempotency가 없는 resume은 자동화가 아니라 중복 사고의 예약이다.</a:t>
            </a:r>
          </a:p>
        </p:txBody>
      </p:sp>
    </p:spTree>
    <p:extLst>
      <p:ext uri="{BB962C8B-B14F-4D97-AF65-F5344CB8AC3E}">
        <p14:creationId xmlns:p14="http://schemas.microsoft.com/office/powerpoint/2010/main" val="95104683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1ECD2-DF9A-4080-9378-6A518885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4E3E7-D55E-4CAC-91DC-36D41A3E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48DA7-B8CC-4342-9AA4-1D683B41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1E6D2-69A4-42A6-B4FF-6EE93EE0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FB3C9-E8CE-47E6-AB81-02630B97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B2749-7BEF-4DC8-8E09-5DDA9FA2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F6783-E7E4-424E-9096-AFA37F4F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61879-46F9-4CAB-B0A6-FA5CB11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92DDA-6B57-4492-A006-85C476C4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8C92A-3AF9-4FF7-A1A5-8750089D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필드·status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D8445-3C17-4D7A-8248-BCFC4F13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1293C-17F8-4C66-BDFE-EA663E2A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616DD-9286-473C-9068-4C8E4B3B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47C4C-8B83-4F12-BF0A-C614748C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한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28538-31FA-4CAA-80E4-B68A6726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5F1CC-9380-4221-85F3-FB010315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F72A6-8AD0-48D8-BCA6-43399F9A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01328-5AA4-456F-A14E-A78B8560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분기·END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58DAC-5DE5-47EB-BB2F-6A8B826D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82250-A37D-44A1-AF7F-A65AE2F5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EBCC1-D63E-4DD2-AF1D-D7A20D6D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E6C2B-93A2-4146-A448-660C85D0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13250869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75815-F6A8-4F35-8490-500450F1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7BCEA-0616-47F0-B3A3-3DDF7CAC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0DC37-69AD-438C-951E-DAC35AAE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31C94-EC52-4EC8-8A2B-DE9E5FD0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89340-C01E-4C17-B1C2-5BE943B4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66AA9-BC47-4978-89C6-6605B43C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CE77B-63F1-4D96-840A-50F84F73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F7182-3147-4BD6-A964-B8F68909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2DDD2-F59C-458C-B697-D5B55EDF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DCFA2-C011-41FD-82C1-36C4F81F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오류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FAF32-A5BA-4484-B9C5-238E3DDF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B10FE-A5FE-4E94-93E9-A75D710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5235C-FF40-4FE2-9D57-2EA8D4FA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70FF2-2C27-4E00-A77F-104E1754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D7FA0-4E3B-4A1B-874B-5E00AC8F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A9FE7-DCD5-4FE8-89F5-38B13149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2719F-7669-4CFA-BC55-2B59717C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A0814-ED7A-49AC-926A-385672B4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retry·review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5C035-5081-4D48-B915-8C8104C0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DE051-5C4B-4D7F-BD9E-5A351F4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F324E-CF78-4984-93C9-A942F852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7B48B-A5DA-444E-ACDB-3E60A3A7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1165300607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1E851-5097-48E7-82CA-344FAD94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34677-5C4C-48E8-804A-E617EE8A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84202-0BE9-4042-BA7A-82ACB6DF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9885D-7808-4AB4-99DF-98D7E711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19D13-0E8E-40C1-9723-20C1B08D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C4739-781B-42DE-8984-964A6237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0A583-0304-462E-B846-D0CA4C76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5A4E5-F4E8-4307-8321-D820725C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BCF04-7D06-4242-8818-8F4AA26B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5ECB8-8935-4CED-8109-BA62386A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draft·evidence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3C871-ECFD-4172-A2A8-D96D0A83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61524-EB21-417D-A90D-B011CD5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137D8-209F-4F69-AB94-FCFD95E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58F3B-DD1E-441E-987A-2E7EBF18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A/E/R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78031-3190-4B55-B46F-9E4D752C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9D277-8900-4FB1-BCFE-76826AA8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8EE5E-D878-4C87-932A-33AC192E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92825-C8B2-4367-97CF-E8C98F9F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review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E1A74-28A1-4CDE-893A-37E11BD5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10066-BB12-40D6-AA30-8BC3A6AB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C29A99-B82A-4A08-B314-055DAEF8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DA93F-239E-4DEE-9E57-20232D42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377748902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437F2-5560-4525-89A4-1E8EE77A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5014E-CDB4-48C2-910A-8A934A13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D4C6B-08B9-4C51-A2B6-9CD30FC4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673F5-7841-40C9-AC41-274618F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B7CA0-7C2E-4D4C-8DFA-2A7495F8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117F9-7A43-424C-9D61-43C29577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72174-551B-4AE8-A7CA-7BCBB265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E9AB7-EEFD-45A6-9A3C-643A282B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B2E6D-B87A-47D8-B5D5-BFEBEA45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8136C-04F1-45C7-BE4D-49B57A2B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무엇을 하려나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25BA1-2A21-4E16-8155-F2089D71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55511-4E07-473A-AD7C-7278E34D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48E9B-F750-4F23-A89C-3593B74E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2AA43-9143-4463-A0C6-833D5302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어디에 쓰나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6A640-911E-463A-9498-571D0527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8D65B-F981-41B3-AB2F-ED0762A4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D356A-A263-45DF-BBB1-B55D869B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6894A-FB88-448F-878A-D89E927B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왜 검토하나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7275D-B567-486B-B3A0-A798BABF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36D5E-4380-443E-9F97-B1C77850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A1CFB-DBD9-4152-8C41-D1A54557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26FB0-69D0-4729-9DEB-536E5A49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1316371770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504F2-2D9D-43B4-AC42-609743D0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F0AD3-6ECA-4A82-9B26-32947DC9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237F7-4BE5-481D-9A88-261E81A5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71ABF-7436-4E20-84A5-7E870C74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E3E7F-8B33-4C40-BAC1-61BC08B2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A2D23-9ADD-4DEA-872D-D68689A5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27104-B2BF-412E-9151-F61CB268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5D0CE-6E84-4BC9-A1FB-53D8AEEB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927B2-629C-4FC8-AD31-9A38E1F5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F6491-A6F0-4DC2-82C9-EAC6891B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request_id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B3A58-2878-48A5-8CD1-572738DB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1C9B7-5536-4293-90D3-A1C9D249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FDA72-44A1-4954-9044-469E63CA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17684-71C1-41F7-AB5E-C40C3826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기존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CADE5-F6E0-40E9-897E-96EC782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7BAF3-D672-4B37-B727-6C9F2F0E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851D2-5BF1-4CDD-B515-9F346658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D5057-4ACD-4A2C-B357-7D367DC4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한 번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6B880-8176-4DD0-AC76-2C6809BB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744DD-70C1-4874-88A6-D8132CA5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E2BAC-5B6B-446B-9850-1D35E17E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7992E-CD98-44FE-AE6E-4DE826B1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1811984745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FEFE00-8EE5-4F5B-AB85-8DCC018A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92735-D24F-4BB3-8EF6-C2F4ED13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공식 문서를 구경하지 않고, 코드 실행과 웹 결과를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DA46A-0574-414D-B672-93D893D4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EA21C-5AD5-457F-A903-F7EB078C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40265-5A68-4F9F-97B8-322A5EDF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AC6BB-041A-420A-85A2-903DB6AC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690CB-7575-44C4-8020-933BC9AC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LCEL 실행 → StateGraph 조립 → interrupt·resume → Vercel 결과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3969E-CE95-45C7-BC8F-1C3C6370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CB35B-F692-4630-84D2-1213FC43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40760-679D-471A-94F0-9E1CC23F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92B0C-993B-45B4-B8A7-D6A249F4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4DAE1-ED9D-41BC-80B2-018A9CAE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8F5E2-41E7-4AC7-BD5C-0C47D8BC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LangChain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AD10B-A461-4256-AC59-1A539C5B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모델·Prompt·Tool 조합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E6D6E-E077-44DC-8F54-9F02C6EE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개별 AI 구성요소를 공통 인터페이스로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334C5-CF8C-4173-9019-C5E5E90C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단순 호출은 SDK만으로도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3ACBF-6EE0-420A-9DAB-E82700C6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26845-65D4-46F0-BA03-BF5CD5F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E72E4-586B-4473-9EA4-A5B3DA8B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LangGraph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B67B7-0B7C-41B6-9AF7-ADB7DD96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상태 기반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BBEF3-7F40-4CD7-9107-C4D14A9F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분기·중단·승인·재개를 State로 명시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281FC-B3C1-45F7-8B17-F064FF15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짧은 직선 흐름에는 과할 수 있음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D25FC-0683-47AA-B551-7AE5858E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97DB4-8F04-40AC-B664-E90BE76C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LangSmith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C0FA3-47CF-41B5-9BE8-20DBA3CD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관측·평가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AC5B2-08FA-4238-9A24-6D11BC35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trace·dataset·experiment를 같은 실행 계보로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C9587-E3C5-4BD9-B448-7D53D912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 JSONL은 무료지만 UI·협업이 약함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4A143-78EE-4687-A031-330A59D7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C83B7-BDF7-46B3-9F14-F6079DEB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4824F4-F8DE-4AA1-9BDF-5B2A9C73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Pydantic·pytest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0AFDE0-E0F6-4E0C-AAD5-3DC24D7D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계약·결정론적 검사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6E5BC8-8240-49FD-A142-D7DDD647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Schema와 실패 조건을 빠르고 재현 가능하게 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C597C5-A9F9-42D8-84AB-80714004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의미 품질 평가는 별도 rubric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29AA00-E8BF-4614-985D-709283C5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4720903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CFB17-0458-4659-A88C-494C9737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832FC-6757-4916-89A0-8A9F32F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실행 · LCEL 네 단계와 Policy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2BBF8-B490-43BB-A387-678ED8CF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5A377-ABFE-444F-9421-A2352859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EECB4-E9DE-49E4-B935-74D69848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334E1-9F14-4707-8A51-DF1B7F20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A1DE8-CC40-411B-919E-124E988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58D1E-74B8-4EB0-B4DE-A46278B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DDFB7-4327-45CB-9FCD-8B2B3B36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Prompt→Adapter→Parser→Validator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72997-F8B5-4B2D-A84C-DE324A56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0E4BC-130C-4D35-B282-4FE89072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typed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79753-B003-4C6E-B309-7F8496B8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86F89-35B0-4A75-B877-4A8A82D9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네 정책 검사 통과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4C872-870F-4E29-A369-66426FDA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5F891-3F66-4EF0-B508-D347F339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 결과 JSON을 UI에서 읽음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E516B-972F-4795-ADE4-EAE7B1E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71632e2134a88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4B809-5CF3-4700-8A5D-C4D5F4B8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Vercel Demo의 실제 LangChain 결과 화면</a:t>
            </a:r>
          </a:p>
        </p:txBody>
      </p:sp>
    </p:spTree>
    <p:extLst>
      <p:ext uri="{BB962C8B-B14F-4D97-AF65-F5344CB8AC3E}">
        <p14:creationId xmlns:p14="http://schemas.microsoft.com/office/powerpoint/2010/main" val="504790568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F0CFE-413F-41F8-BF7A-F07E0A33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9E62A-CFC5-40D0-934A-139DFFCA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실행 · interrupt payload에서 멈춤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DA7AC-67A0-4193-B19B-BC4F51BE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38C6A-4518-417C-A7C9-AB43B785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9BBA1-BD71-4141-B0D3-AFFC576D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8550B-8AFF-46C7-9317-4870F2BD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51638-C99D-4AE0-9389-434E5B64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1DD24-8AF6-43B3-9944-2A9AE284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58FB5-8FE3-413D-80E9-EDEF3721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REVIEW_REQUIRED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666D0-CCFD-427E-8215-CC823993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84465-0F76-4AEC-BBF6-EF18068A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초안·Action Item·근거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B3589-6DC2-44CC-8538-E05FDCAE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E3105-76BE-4389-81A2-F7E336C0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approve·edit·reject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34CD0-01E9-469B-819E-DBA85BFD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68333-8379-43C6-BDD0-245495A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자동 메일 false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B3A9F-8E8F-46C3-8856-76FD2042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657b79a5b41f4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045A0-E217-46F7-BC50-45386EF6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Vercel Demo의 실제 사람 검토 화면</a:t>
            </a:r>
          </a:p>
        </p:txBody>
      </p:sp>
    </p:spTree>
    <p:extLst>
      <p:ext uri="{BB962C8B-B14F-4D97-AF65-F5344CB8AC3E}">
        <p14:creationId xmlns:p14="http://schemas.microsoft.com/office/powerpoint/2010/main" val="477603784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347DB-DAED-4420-9533-5B88B624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3EFE1-E982-4372-B0EA-87215ABD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실행 · 거절은 REJECTED와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604B1-FDC9-4FAE-B605-74A6FB6F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26BA6-825F-4315-99BA-40C570D0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59666-FDBE-4B1B-8B1E-7CB5B31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5949E-8DAD-43F8-9CBB-F83204E5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4D45E-1B2D-4BC3-BF04-4AD5EAA0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FE9D3-29C3-4714-ABB7-EA5E715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95B44-68F0-483A-8425-4DDB9941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thread 재개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8B2EE-54D5-471E-8088-DB2B1A71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145F7-0756-4195-85E1-11D11702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terminal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8EF0D-7B29-4B34-9B51-8357E446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AA3DC-19B8-45FA-B796-B1E2842F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release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9FD52-805D-4949-B2B2-6229BB40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45E98-7D2F-42D9-82FD-9B554FEA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 JSON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53FCE-0AB7-4DA7-B356-1522E15F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354941c314cac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41059-C570-4128-9636-16B91C31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Vercel Demo의 실제 거절 결과</a:t>
            </a:r>
          </a:p>
        </p:txBody>
      </p:sp>
    </p:spTree>
    <p:extLst>
      <p:ext uri="{BB962C8B-B14F-4D97-AF65-F5344CB8AC3E}">
        <p14:creationId xmlns:p14="http://schemas.microsoft.com/office/powerpoint/2010/main" val="747034205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63D52-5AE0-4FAC-A60D-27A53A68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4FE9A-AC32-42E8-AE96-73163E3E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실행 · Python 3.12 test 25개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C9C62-6D29-42E1-A56A-EDC352E1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CD8CB-E520-48B0-A4C3-5B053C0C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1B0D0-F952-438D-BABC-A5A535A7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48C87-5CDC-415D-A405-3727C91C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F4917-4D99-425A-8EA4-3BC13407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BCBD1-1C26-4640-89DA-DFBB8D12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6CCAA-4B8B-4EFA-8EF4-FB9F8EE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LangChain typed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E96D1-B7B0-486D-A779-39F6F386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C19C7-1C03-4974-ADF1-331E5921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interrupt·resume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1BD7A-0565-49A6-A684-56FCDBAC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252CE-E121-44D8-BF72-D465CCB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승인·수정·거절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3B8BA-79BF-4818-A346-C2166F2E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F2D02-497B-4D63-88F2-8542BD20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trace·READY/HOLD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276EE-CFD2-4BD6-9181-C4DAFDD6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d8fbf99854512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A8074-BA3F-4E84-BCF7-8417C135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04 notebook의 실제 전체 test 결과</a:t>
            </a:r>
          </a:p>
        </p:txBody>
      </p:sp>
    </p:spTree>
    <p:extLst>
      <p:ext uri="{BB962C8B-B14F-4D97-AF65-F5344CB8AC3E}">
        <p14:creationId xmlns:p14="http://schemas.microsoft.com/office/powerpoint/2010/main" val="38326629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332E5-F627-4C26-8FCE-81B812E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37D7B-D6B9-4AEC-BFB0-5ED019F8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WorkflowState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B8212-0FBD-4170-9F5E-ADC4D428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4B2E2-8084-4197-B23E-3900C4E4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AF711-35BA-489F-B3E4-71D8B732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2F582-F1D4-490D-B23D-9F53F54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AC29A-8C1E-4260-BEAB-978FC865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91E4F-15F5-449D-BAAF-57161B53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0C661-5C82-4CA6-8457-283AA077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다음 node에 필요한 필드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40A63-5752-43EB-8AD1-66F5D988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B9AE0-6599-416F-A17D-90BDDBBD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승인 event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C3B1B-8611-437B-B050-23861174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E0BA1-CFBB-4C03-975F-71B2C215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53578-4475-4E48-A0C8-998B211D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D7F47-9D5C-4AFD-A8A7-0BC862ED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외부 쓰기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4906A-55E1-4E2F-A26F-B8D5CFFA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A5FBD-7B55-4E4F-BF8C-593F7F48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6C0F9-304F-4CEB-B935-C2EFFB45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class WorkflowState(TypedDict, total=False):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draft: dict[str, Any]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validation_errors: list[str]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status: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review: dict[str, Any]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audit_events: list[dict[str, Any]]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export_ready: bool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automatic_email: bool</a:t>
            </a:r>
          </a:p>
        </p:txBody>
      </p:sp>
    </p:spTree>
    <p:extLst>
      <p:ext uri="{BB962C8B-B14F-4D97-AF65-F5344CB8AC3E}">
        <p14:creationId xmlns:p14="http://schemas.microsoft.com/office/powerpoint/2010/main" val="2001595314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185B5-BE7D-4C03-BE5B-FB775146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60A82-44FB-4BC2-A81D-F439FBCA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실제 조건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41BE4-95F2-4515-B2E0-E65B19DB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1E5E2-18D4-43F8-B555-71C11CA0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C9588-43B7-407D-B6DE-61C7E637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8FB05-568E-42D3-AC01-8C2CE379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F5055-7D66-47CD-AACC-C916226D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C01D9-C110-4413-BB4B-5E95F4E9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00355-BD9B-4B5B-8EC8-FCA180DA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 필드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430CC-399A-4285-B8E2-FC19F785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477AF-5E67-4D42-A468-50A69ADF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review 또는 failed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1B11F-6B13-4475-9787-C5C41DF3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622AE-B1A3-460E-8A12-4A4BC407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암묵적 분기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D351F-D1E2-4D62-B185-74741201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F4C4C-BC6A-49B3-96B3-58989C31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test로 두 경로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EF172-F65F-4229-8C8A-406A9603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61C46-5B83-4401-A4A3-2529E51B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6047C-7F5C-478A-AFFE-6E54E480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return 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"review"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if not state.get("validation_errors")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else "failed"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2039262232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BDC58-9A34-4E98-BD0D-4E82D38D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607DF-0956-4EB6-98DA-3E724637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 검토에 넘기는 데이터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547CF-F57A-4558-BDE0-13953C1F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4F65C-9BC3-45F5-9A41-7398B436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65C5C-42D4-40B7-8CCD-7A8D62D7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B6DDE-6AC1-4A45-B979-FC82EB3F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DBB62-FCE6-47F7-9163-90ED0263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DE946-B124-4E3F-940F-2F5686F3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4AE7D-AF49-4D28-990A-0BD27167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초안·근거 한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2F686-2724-4059-A47D-FAC80BBA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A172B-2573-4457-A7D5-2BA19D12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직렬화 가능한 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88276-5B0F-4148-BD90-0149CC6F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39B49-9367-4868-BBCF-CD546653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자동 메일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31DF8-5D50-4FBB-BB43-C2B74F04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203A9-C957-40AA-A7D4-54BA511B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결정은 resume 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8DA11-3E24-4D37-AE47-D1B9F313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1C0DC-0EDD-42B0-A75B-A721D8E9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A6838-A5E3-4300-ABBD-A94D6629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human_input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"request_id": state["request_id"],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"summary": state["draft"]["summary"],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"action_items": state["draft"]["action_items"],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"options": ["approve", "edit", "reject"],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"automatic_email":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640781789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8813A-BDF6-4409-A197-30F42401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023EB-C671-45B5-AFB1-E3FC4CFC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3C175-C6E1-4BAD-84E9-96BA0E0F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9D753-7D54-4524-A921-8AAEDC8B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12100-75F8-4E37-A3C9-86F9921E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00DC3-7A0D-47FA-9A3D-7FBA633E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027DA-C9BF-4445-8EB6-D71372F9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854AF-01B2-4504-822A-EEC4216A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CF7B6-41C0-481B-A459-5E5C83AF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thread_id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00775-206D-478F-A320-67332971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AB48B-10B4-4E60-B017-60B706C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checkpoint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415D0-6408-4720-8A77-792773E8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22EDF-64DB-48BE-92E7-F8CF97B6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resume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C20A9-1B62-4BEA-80ED-338CAA2B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6639F-77F2-46D9-A55F-2E160866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new thread와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46208-B717-4D22-9C4E-B1D10F08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70641-005B-4B09-A3E2-253060F1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82B8E-B38D-486F-BADB-39CB503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1466874269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82058-F0C6-4EA6-8515-8BDC3B6E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C14F2-1E35-41FC-A3EF-105294C5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3BDDD-B317-43F7-9857-5D58CA52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3AD5B-AF84-4F84-807C-B601606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56876-181A-47A7-9B51-EF8E2FD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EB933-C343-4E33-8A8F-81C1B8EE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5EF0C-9822-413F-9A9E-ACE577BD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2AA1A-ABB3-49AC-AE67-2168E81A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3F5B3-2BC6-48E7-8BE2-C24E8BEA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누가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FD48E-7AB9-4D84-9325-6AA6DC3C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71E0C-CA73-4065-B083-176DC744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무슨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63117-A0A3-4D34-9614-494098BF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5BCC4-C892-45D4-BF59-5904B7ED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46F26-3455-4EC0-B1D4-80D317B3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6BB22-138C-4144-BE69-490AB14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수정 payload·시각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29EEB-925B-4984-8EA3-25361372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9A2E2-94D9-4C03-916B-5ACBE5BA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83B2E-9C58-410A-96A3-DDC1F595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115045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B391A-2A92-4890-A518-EDA6002C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3EE5C-3C10-4847-82B5-84B84F37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1 · LangChain LCEL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8905A-6DB3-4707-AC2D-1D34E30D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242AB-95C2-4178-ADEC-88621C31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3AFF5-5050-4947-BB1D-3762E3C7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A2F06-D674-4AAC-8579-AA40D040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BF31C-C8BA-40CF-9BC9-BC32F8CA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EDF1E-3174-4483-AD0A-5499D05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7AA6D-6571-4964-A71A-9559E63F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3108D-432E-4B88-9F7D-A616EC47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E6488-0EE2-4B6C-B9D4-22DD7670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6FEF5-4DF0-466C-854B-5C38211A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7차시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CEF8C-BC63-43EE-B547-9DE7DE3C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31E17-6EEE-45CF-995B-B791D5AD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473C3-9419-427E-9DB7-AAF7A343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Prompt→Adapter→Parser→Validator 셀을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A4359-9276-4250-905F-DF6584FF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62D94-F5B1-4D16-B153-625A21DF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DAB85-F6E0-4DEB-AFB7-AEC9CCD1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MeetingBrief 타입과 policy check를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9D665-CA69-4C38-9BD9-B47B7E26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CC565-0EF0-4797-A108-2C5E6710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F0835-B053-486A-94C9-4999CC81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Prompt 한 줄을 바꾸고 다시 실행한다.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22F4D-1154-46F6-A436-30F05772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69BDD-54BC-46A3-B754-198E7401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D436F-10F7-4D26-A73A-05EE25CE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typed JSON + 네 policy check</a:t>
            </a:r>
          </a:p>
        </p:txBody>
      </p:sp>
    </p:spTree>
    <p:extLst>
      <p:ext uri="{BB962C8B-B14F-4D97-AF65-F5344CB8AC3E}">
        <p14:creationId xmlns:p14="http://schemas.microsoft.com/office/powerpoint/2010/main" val="202519230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ADEDC-931B-420E-BC50-149D8EA7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CFB7C-2CD2-4E67-9427-8DA45BB1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2 · StateGraph 조립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E17D7-B603-4C1B-989E-F3D4710B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B2CF8-65DE-46E3-B0B4-0E890409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7EC1A-858C-49B9-9706-9F055E3D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9EED5-00A5-4C65-8CBB-A8DFF627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0A20B-D908-4E86-B1C7-584BBC59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FA62A-6D17-41AD-89FC-EF52E587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BC4F2-42CE-4643-9DAF-DA28051E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2D26C-1E7D-40DE-952E-1B54EF7F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EFBDB-D198-4B74-9D4C-ECEAFC8E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95162-75BB-4512-A152-A55FD824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build_graph 코드를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948CF-46CE-4F84-91E3-0944448C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0965A-B1C2-4A4C-85D6-F2DD5F76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C09BA-B2D7-48B5-B51F-BDC9001C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validate·review·finalize node를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22329-EFA6-4FCF-8E99-541C3B1E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DABC3-B545-4333-A957-A2E3F09D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5BADA-958E-47A5-91A0-019D0A6E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조건 edge와 END를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B0B85-4197-44B2-AB68-92236E99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012BB-9687-4DAA-894A-7327616F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14E2B-3679-4821-B30B-5B6C723B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InMemorySaver로 graph를 compile한다.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D451A-438F-47CB-B9C3-39082670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EDD98-6EB9-4E68-ACA1-73AA2A45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4D0C4-3172-449F-834D-3CF5D468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실행 가능한 StateGraph</a:t>
            </a:r>
          </a:p>
        </p:txBody>
      </p:sp>
    </p:spTree>
    <p:extLst>
      <p:ext uri="{BB962C8B-B14F-4D97-AF65-F5344CB8AC3E}">
        <p14:creationId xmlns:p14="http://schemas.microsoft.com/office/powerpoint/2010/main" val="1138763927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2EA29-991D-4AF7-B3AC-BF9FC2A5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3D632-6890-48C1-A109-BCC3D00B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3 · interrupt와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9A76B-D485-40EB-819A-2D5D075C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96D1A-B8B9-4C3B-9E9C-2441322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CDA2E-9D77-417B-8A76-2A10B248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1A869-CE98-4CE6-9286-856BF761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E089F-E07C-4A2A-B580-EEC406C4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D0DE8-8538-42AA-B766-85113CFD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7B4A0-26F1-42A5-AB3F-8AF1D1E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0062D-0D8F-4264-B9B0-4753F980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DDCBF-525C-4010-9665-1805A3DF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8A8D5-4724-44F0-B982-EA01982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최초 invoke를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E4992-6689-46D2-B759-716C0037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FE16F-4D60-43E4-AD68-DE5A32E1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302C7-46A1-47AA-BFDE-0F480577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__interrupt__ payload를 출력한다.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E1047-0DA8-4B69-A788-DABA1310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62137-5195-4302-A994-15918244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62D60-66F1-46E0-85EF-658BC3DA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thread_id로 Command(resume)를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FBE24-43F1-4512-A0BF-C76586D0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6BC54-5861-46ED-AA79-E6E6627C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F789B-E3CD-4F5F-BAE7-3C4B39CD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READY_FOR_EXPORT state를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CFD238-2E0C-41AF-ABC6-C7589BFE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F9CAE-E502-4DA4-AE63-B4342DC2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E0D3C-FDE1-4CAD-92BB-FD74541E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interrupt payload + 승인 state</a:t>
            </a:r>
          </a:p>
        </p:txBody>
      </p:sp>
    </p:spTree>
    <p:extLst>
      <p:ext uri="{BB962C8B-B14F-4D97-AF65-F5344CB8AC3E}">
        <p14:creationId xmlns:p14="http://schemas.microsoft.com/office/powerpoint/2010/main" val="1669018712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DDAB3-585B-4146-8859-1AE3B3C1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6C9A0-5825-420F-A62D-A0B5B8FD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4 · 세 결정과 웹 결과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CCD78-AFFA-4AA4-9D71-E4B0538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D67F5-F5D2-4213-A989-A7A4BCA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8811D-509A-4266-A1E1-0BE067F8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05020-5CA2-48E3-93F4-E5255478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074E5-BB98-45DC-8FF0-F838EC91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F547C-0DAE-486B-AFD5-E695B0E2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BA0D0-79E6-4A91-9715-1F64DD19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DCE9D-DA21-4963-AB23-3A319604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FAA07-4AAB-465E-8585-D6F823A4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E3B5B-F342-4727-B68E-E98D5640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approve·edit·reject를 각각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DD049-FC73-47BF-9E25-8CA69046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8936F-4157-4CB8-81E8-BF539D2A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A9021-F460-48AA-890B-5EC779FC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READY·HOLD terminal state를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217E3-A0FD-4503-A1FF-273A4C6F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69D5D-BAA0-47F9-BBF4-8D46D86F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3D40E-239F-4761-964C-B2C7695D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Vercel Demo에서 같은 결정을 눌러본다.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E917B-945D-46CB-93AD-6356FA44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9F7C2-3628-4E13-A256-CBCBC702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ECEA6-E5CC-471F-AD2E-47B25A83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내 결정이 담긴 JSON을 내려받는다.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48889-06E0-4861-8764-FD9486AF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18289-FFD9-4812-AB80-F5317AE4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21E98-4707-4B0D-95D4-1BC6C342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상태 3개 + 결과 JSON</a:t>
            </a:r>
          </a:p>
        </p:txBody>
      </p:sp>
    </p:spTree>
    <p:extLst>
      <p:ext uri="{BB962C8B-B14F-4D97-AF65-F5344CB8AC3E}">
        <p14:creationId xmlns:p14="http://schemas.microsoft.com/office/powerpoint/2010/main" val="853532964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1271F2-5F02-4CAA-8415-BA40AAFF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626C9-2F05-4FF9-9E8E-BE144B71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064BF-B295-4B98-9A88-A28D635B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47249-6FB6-402E-8000-446656AB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AF8AF-D97D-4A62-85FA-75922D5D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79912-E906-4FA8-9F0E-DDDC4F97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228FF-9AC1-4406-9A5A-0601028A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44C44-B8DE-4023-97A1-553473BB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D99BB-2028-4FD4-B694-559AA35C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12B5F-C2E5-4126-9E24-F0FCCBF0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D661B-3981-4BB1-982C-7040C438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3497B-7370-4EEB-BC79-54405BC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FC950-7763-471D-8F8F-D8338607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187CB-460E-45A2-ADD9-5E76C18C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F9AD6-8E83-405C-8971-1DB25F61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C3BB8-D7FB-45EB-87AF-F3145F2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21900-137B-4613-97F7-80DC416D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72026-C462-439C-B8CF-E83B3C11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1E4EA-5402-44C4-B6B6-80F08B49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59CD5-79A7-4115-9ED3-84203BAB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6C5AA-41FF-4867-8335-F4534DD8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2D56A-C24F-49D4-9FBF-EE1CD6D4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C0A65-B3CF-4C4D-B3EE-A17C0CBA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F3138-C022-43F1-8819-D30749C0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68512-3627-4112-ADBA-C855CE65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1802571124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61472C-2508-470B-AD3B-CB2A9A44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ACEE0-C334-4A58-8981-FBFD4CB2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712AE-27F7-46E0-90AC-8D7C32A9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8C2B3-0A37-4216-9973-25493051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7F013-CEF5-47C8-A25B-EAC6B4F7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93888-AE74-4D73-9637-F92276A2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EF0F4-819F-4CCE-8706-7568EF59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DC26A-B0BE-43D0-B05C-F3B940A1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A11B4-30E6-4803-AE79-BA4420B5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EC9F5-F729-4027-A5B4-CEFC44A9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6AAE0-8D9D-4D59-B1DA-C91E94E7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9E1E4-291B-4A9E-9FE4-1DAEA0A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68558-BD19-4CFC-B426-E2378EA7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B27FB-1044-433B-8DA7-85D33BAB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3DB41-50F8-45CC-B3B9-CF94367D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112DE-3BDB-4F3A-91D7-274E90B9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93FDA-3AE3-4D8A-B8AD-FA9F0626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B06FF-5511-4CA6-9257-ECDD1F63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B4978-0B55-40DB-86FD-EC7E1D78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F67C24-6618-407B-8F10-2F0EB048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B5273-5959-46D7-9841-BACE6BBF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DDFD6-5CDD-434B-AC63-40B62BD9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E4137-BCAC-49A0-B883-D2595BE8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A9289-EF6C-40AE-A02E-57ABEBB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CF3C6-D7C9-4D73-8C09-BA7ECE18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1738406779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6B2DE1-087F-4725-8D33-434F2BB9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73D22-D4D6-434F-A721-4A28A2F9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BD28F-6967-41BB-BF1E-DD596401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284E-98DB-4F51-81B3-208338D4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745F8-A0A3-4E64-8B7F-BC9C27FF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8A91A-0BC2-4E36-A50E-11CE7A0C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9EE7B-00AC-4063-9E3B-07AE3963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A2F9C-E953-4C56-8280-1AABA011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B062E-18BC-4702-A582-D812DB18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D15AC-06AF-4991-92C6-D1FDBB92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E489D-B4C1-4B29-8736-5DC7D90C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0BFCA-274D-461D-9797-F432AB85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F7CB1-F5FA-4DF6-B06D-3C15EC42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9B8C8-0B4E-4E8D-985B-90E6F5F0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EE961-41F8-48B2-A30A-1794DAA3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C02A2-FADC-4B00-87E2-5E4BDCBF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65248-1D01-491F-826A-61A64AA6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79D18-303A-406F-856D-387622D7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332F0-C8B6-48F8-A864-2A5E336D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C15C4-51FA-4AD2-A8E7-D0CB0BC6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32591-8E32-4585-9539-BD59B27D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32524-77E5-4AA2-8A26-C4D06EB7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A02BDF-335B-41AB-8A0D-64DFB19E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5FCCE-3BB4-427A-A280-DDEC6AE1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03094-43CA-4199-936D-B6F51754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1498955178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043443-3B48-4B8E-813A-8130FE56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D8D3B-965D-413E-9C63-0E277B7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74F57-861B-442D-B5D7-350C99A0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91BF5-3897-40D4-BE56-4EBC4D34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3EDB7-D4B1-402E-9CD6-CA40ACBB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8545E-8705-4F4B-AC21-A2EB7BEE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BD8AA-27C1-490F-B1C4-5A77FEB8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98B1D-E8B0-42A0-99F1-C2E19472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9C573-E2B8-488E-A2E1-F226D10D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FA7E0-3C05-4822-A9DC-4CF9506C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A612E-2F90-40CB-8760-FCDA5A16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9E482-1B64-4C2F-9898-E08C6477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F0BBA-7C37-415E-8338-B5FD4B8E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A0CA0-B3BD-445C-8F96-4B56E258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5730A-E28A-446D-97DB-4D4895BB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78367-E06E-41A5-8332-1A4ACEA3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CC14B-E9AC-4CA5-924B-D72F7B10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A0753-FC8F-439F-9BEE-0063EDBF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CA650-8AE3-4422-BD01-0DB85C0D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7CDF3-5C07-4118-BECF-BF23ED2B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B38E0C-9D15-4F40-9E99-4F288633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57BCA-CE1C-4B25-9A8D-D881A045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3B3DA-A836-4C43-927C-2592473B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B5C18-FF79-4511-A7FA-BCBBD623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B1C1E-61D9-4FF3-985E-C3F14757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1441661141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3C8B3-9A75-4884-AC23-F64101E1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37CC2-D52A-474F-AC16-DEB5DFE4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Gate 7 · 승인 뒤 같은 요청이 다시 왔습니다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4105F-EFA0-46F2-BA9A-8421A516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CF59F-0357-4C74-A09D-ADC86B78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7B180-2521-4AC3-B98A-9E08C4F2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0CDD1-F4AE-4173-BC1F-660CCDCE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BB3C4-C7E6-42CE-B522-725A617D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상황: reviewer가 승인한 직후 네트워크가 끊겼고, 같은 request_id로 publish가 다시 호출됐습니다.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533D3-15D4-4799-A54B-14FE10C4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F7484-A431-496C-8E17-81245130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676AC-1740-4023-A986-F5DFAF08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어떤 State와 checkpoint에서 재개할까?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39468-75BC-40B5-89B1-153C1AE4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B8AA7-4022-4989-9501-9EDDABDD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BBA1D-962B-45A5-B8EA-83E2DE7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승인 event에서 어떤 근거와 결정을 읽을까?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16EBC-A87D-40C2-A159-9FEE851C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CA3B7-461B-4A53-9B01-534FA3FF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D58E3-74AF-4B05-AFB4-DE65774A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새로 발행할까, 저장된 성공 결과를 돌려줄까?</a:t>
            </a:r>
          </a:p>
        </p:txBody>
      </p:sp>
    </p:spTree>
    <p:extLst>
      <p:ext uri="{BB962C8B-B14F-4D97-AF65-F5344CB8AC3E}">
        <p14:creationId xmlns:p14="http://schemas.microsoft.com/office/powerpoint/2010/main" val="789947206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E90B2-F054-425B-B017-75DEA2C9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71423-F1B8-434E-893E-75E571E7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8A41C-8424-4D04-98E2-F52E9418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1일차 8차시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77395-4011-4DD3-AA98-5E17088A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5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STT와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A902F-830C-4A53-AF10-26873413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E0E0E0"/>
                </a:solidFill>
                <a:latin typeface="Nanum Gothic"/>
                <a:ea typeface="Nanum Gothic"/>
                <a:cs typeface="Nanum Gothic"/>
              </a:rPr>
              <a:t>16:20-16:28 강의 · 16:28-16:36 실행 시연 · 16:36-16:53 소프트웨어 실습 · 16:53-17:00 판단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A5AA8-A440-4608-B8B4-81C55DE5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2461B-CE12-477C-B055-28E36740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4AE0A-AFA6-4D9A-A183-CB0BA8BC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EEEB2-BA3A-4070-9BE6-35A6F43E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STT 품질 · Trace · Dataset · 평가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19A44-527E-4033-B893-05BF6D33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0543F-555A-49A7-9895-FF36E1E1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9FCE9-8D48-49CE-A6A0-8859704B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AEA3F-DA8D-4E07-BE75-0DC8213D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기록으로 READY와 HOLD를 결정한다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FE475-D0E9-4709-B7E8-992782D4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1A99C-361A-47C4-968E-B0A8B21A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E82EB-E2F9-4AE9-B000-D5257A3E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08641-14F6-4892-8E46-0A3DB31B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STT 품질 기준 + READY/HOLD 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D44C5-3520-4AAD-AE88-3CED5A35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27D6F-51AF-4735-8AF7-C94F770C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C7C7C7"/>
                </a:solidFill>
                <a:latin typeface="Nanum Gothic"/>
                <a:ea typeface="Nanum Gothic"/>
                <a:cs typeface="Nanum Gothic"/>
              </a:rPr>
              <a:t>슬라이드 237-269</a:t>
            </a:r>
          </a:p>
        </p:txBody>
      </p:sp>
    </p:spTree>
    <p:extLst>
      <p:ext uri="{BB962C8B-B14F-4D97-AF65-F5344CB8AC3E}">
        <p14:creationId xmlns:p14="http://schemas.microsoft.com/office/powerpoint/2010/main" val="1588548167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BB777-98DD-4040-BC07-1B89067A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9585A-86DC-4441-9E62-4464A001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관측은 READY와 HOLD를 가를 때 끝납니다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46318-1D00-4EBB-829B-7435BA47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9F2F3-D2D0-434B-B0E5-1A238DE2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E1766-FD7A-4FEA-BE14-ACB5A83F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6B2A3-192E-416A-A245-BFDAE2D5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76750-9253-41C8-928E-32C8EBF3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다음 버전을 배포하지 말아야 할 근거를 trace와 dataset에서 바로 찾을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F15A6-F6B6-4FDE-BC9B-35C8C8C4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E2A4A-4CC0-4EC4-AAD7-6F457EAD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990B5-7190-4173-9AEB-15AA567A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Managed 또는 Local STT의 segment를 받음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4084D-F5EF-436B-8888-18C24DE9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F9681-1095-4922-A28B-C429332C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품질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3E25B-F6B1-49DD-ABB9-7EA1635E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무음·반복·이름·날짜 오류를 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28DEA-A014-41F7-9940-BFA4F7BA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F2974-560E-4120-92B4-BB23B0A0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B9750-9E05-4643-A341-4323E1C3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node·LLM·tool을 trace tree로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97B42-4928-4040-B60A-9BF6212D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2D9DC-66C6-4759-9156-7BA8A8DB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09444-67C0-476D-926A-FEF69DA6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dataset으로 baseline과 candidate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5008F-FD2A-4B63-B51B-64F589C8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14CFA-CFF3-4B10-8395-D440CCF9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C3A03-D11C-43A2-83B8-49DC1F92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품질·안전·지연 기준으로 READY/HOLD</a:t>
            </a:r>
          </a:p>
        </p:txBody>
      </p:sp>
    </p:spTree>
    <p:extLst>
      <p:ext uri="{BB962C8B-B14F-4D97-AF65-F5344CB8AC3E}">
        <p14:creationId xmlns:p14="http://schemas.microsoft.com/office/powerpoint/2010/main" val="2118477343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AABC87-8848-428D-961D-6F8A5D8A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7FE11-DE78-4892-884E-4BCBAABC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관측과 배포 판단을 잇는 네 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420A2-FC1E-49D3-858F-EC0DF987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6C323-D588-4325-8F5B-0CAA412C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2290B-620C-4C20-A767-14B30C97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F0F7B-DE1F-4B2E-8552-4ED04245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B3850-83FD-4CA1-99E0-F52E4124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DC376-7543-445F-B642-3B444ACC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47584-DF09-4F31-B45B-387105CD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00BAA-0981-422A-B4BB-0638404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B2784-5BF5-4199-8ADC-20534799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Speech to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89A69-B2BE-4067-80AC-CE1EF88D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사람의 음성을 문자와 타임스탬프로 변환하는 기술이다.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616F9-7EEA-4B0D-94A2-8C9C833A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faster-whisper가 audio를 segment 배열로 변환한다.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98D1E-D618-4F2C-8A33-A6F6E1D9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8CEF7-A508-4CB5-9CC1-2BB0D7C0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657A3-9CD5-48F1-96E8-446AC1F2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Execution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7B809-9BFE-46CD-9140-8191D0D5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한 요청 안에서 Node·LLM·Tool이 어떤 입력과 출력을 냈는지 연결한 실행 기록이다.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6A5DC-7D81-45E0-AD7E-BE5462CD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LangSmith run tree에서 Graph 아래 child run을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B4798-289D-4D3C-9AA8-D145EE3A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4660D-1DCD-401E-8773-DA0AC09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 / Experiment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Fixed Inputs / Compared Runs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D1786-95EE-414B-AD4C-C980DFFA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Dataset은 평가 입력 묶음이고 Experiment는 같은 입력으로 특정 버전을 실행한 결과 묶음이다.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9AC5D4-90CD-4682-94C1-0CAD6C1B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day2-v1 데이터셋에 baseline과 candidate를 각각 실행한다.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D6345-90AA-4D0B-846D-B5C3170E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E2A89-9342-4035-99AC-0121DA9D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C3783-60AE-4113-B58A-86C8C1DD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Release Gate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Ship or Hold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D4696-22B2-4FBB-997C-677EABA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품질·안전·지연시간 기준을 모두 통과할 때만 배포를 허용하는 규칙이다.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CC52B-1478-4CF8-99C5-77AD57D2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Schema 98%·근거 연결 90%·오발행 0건을 모두 만족해야 READY이다.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CB189-CCF5-4E9F-BB85-15D2C23C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0204413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0D39D-331D-414A-B0A4-5EC375D1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Managed 회의 기능은 현업의 현재 출발점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3C2BF-90F2-4072-8E44-73AF7FF3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56648-F986-4604-974A-5AE8AB57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D36CF-654A-4FA9-9F28-8DD293D9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55959-0E1C-4C2C-9ED9-798805A4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95433-A3CA-49B8-B97E-24BDE7BA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7495B-212C-44BA-AD65-645DF892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Google Meet 등은 전사·노트 기능을 제공하지만 계정·edition·관리자 설정에 의존한다.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5ada3cc134114">
            <a:extLst>
              <a:ext uri="{96DAC541-7B7A-43D3-8B79-37D633B846F1}">
                <asvg:svgBlip xmlns:asvg="http://schemas.microsoft.com/office/drawing/2016/SVG/main" r:embed="Rd1173042014e4b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C5BE6-F119-41EE-BF87-551A1422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74CD7-E013-4736-80B8-062B8A1B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빠른 활용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C99C3-5D46-4D12-ADBA-97618A7D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BA42A-356F-44EC-B139-7B68A89D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정책·보존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A8664-537F-4706-88E5-5E4AFEA8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DA03C-3012-4539-A899-C14ACFE8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지원 언어·edition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C3ED1-9977-40C3-999A-0526FAFB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09CDB-384C-4EB9-AC63-749A04AA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배포 전에 보는 신호  |  STT가 틀리면 LLM은 틀린 입력을 더 그럴듯하게 정리한다.</a:t>
            </a:r>
          </a:p>
        </p:txBody>
      </p:sp>
    </p:spTree>
    <p:extLst>
      <p:ext uri="{BB962C8B-B14F-4D97-AF65-F5344CB8AC3E}">
        <p14:creationId xmlns:p14="http://schemas.microsoft.com/office/powerpoint/2010/main" val="2030571440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FE25A-3C4C-4762-8365-E0443A97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수업의 local STT는 원리를 이해하는 최소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79CDF-521D-4C96-AECF-7B58B1F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BECEF-92FD-43F4-B150-D2A749D7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1A226-6EEE-48F0-920A-BD02801D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11E46-3B6E-4DE8-886C-7B522DA5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D1C7B-27B4-4B28-9C92-DDD3A893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faster-whisper 또는 whisper.cpp로 audio→segment contract를 직접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E80BD-F9EC-499F-88F7-3C8D5AB1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478C3-8C40-4B55-ABEB-B982AA46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offline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2E002-9BC5-4AE3-9FE3-14D06929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6F472-038A-4B75-8762-F7FE85AB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timestamp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B376B-6A50-487F-893A-8DB1F79A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84BD2-EE6E-4150-A37F-C4777373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1483788028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C83DB-DA92-4261-81F7-311BCC04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STT 품질은 WER 하나로 끝나지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DC4FE-3EEF-477A-B47F-14040735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87124-5660-4B08-868E-8BD30BB0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4E79C-F7CF-48C2-8109-5A9CFFBB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C0BDF-1F47-48D6-9D16-FEF06979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CA36B-68F4-4850-AF2C-8463EAE0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93392-E533-43E7-BC98-B2AE512B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업무에서는 이름·숫자·날짜·Action Item 근거 오류를 별도로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3C1DB-07E3-425C-B8AF-6C04A2B5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2D137-10A2-4430-8F13-0D709D1F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empty·repetition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D70B8-1046-4F2E-9882-C849C51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40BBC-F5FB-47C5-AFDF-C28BFA85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entity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D01DA-5095-4ABD-8F92-43033CC7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FE6F9-59E4-450B-9FD3-F177FC83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A2453-468F-49B3-917B-69E1B48A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FA24C-E875-4B79-AFD0-3987AA76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human correction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62C91-B0F8-4756-BD56-DCAF442D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D2CF5-3C75-4B9C-931A-817ED222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배포 전에 보는 신호  |  Trace는 과거 기록이 아니라 다음 실험 질문을 만드는 재료다.</a:t>
            </a:r>
          </a:p>
        </p:txBody>
      </p:sp>
    </p:spTree>
    <p:extLst>
      <p:ext uri="{BB962C8B-B14F-4D97-AF65-F5344CB8AC3E}">
        <p14:creationId xmlns:p14="http://schemas.microsoft.com/office/powerpoint/2010/main" val="1487928050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1FA90-F594-4473-9B52-B73428A3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LangSmith trace는 실행의 계보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C79F4-3B89-41E0-936D-E4EEAB5B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84632-D6D9-4008-AF95-B71C4991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3618F-B4D7-47D8-93F8-3E12381B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4236E-472C-4DD5-AA9C-C0BBBC2F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D11A7-164C-40B5-B8A3-33DA400A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graph run 아래 node·LLM·tool의 input/output·latency·error를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BCF31-244C-4CCA-A7F7-CAEA49BF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BC91E-D0D6-4454-8F08-E28B29B4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parent-child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17E28-F607-46D2-8319-1B62EA20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1422F-88CE-40BA-9191-26D583C8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3183C-F860-4248-AA45-29B3F3E4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4CD3F-7CA7-43D7-80C0-E0EC1BD7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tags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25730-6D26-40B8-8701-20AFB73C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FD211-8839-4D11-BCFE-01D94611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393571119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ACB42-BE3E-4197-B4D5-4AD6FD54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민감 데이터는 trace 전에 줄인다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E9D4B-1C5A-4DC0-B04E-D2260575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9D099-DBB3-464E-A214-75220659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2DEA3-5821-4FB1-8517-7E4D24A8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D64B3-08A2-4C4A-A46D-31307F3C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6D093-2971-4D11-95EC-E4D2744E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0A10C-951A-4D6D-BD81-FBD76145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교육 계정에는 공개·합성 샘플만 전송하고 원문·secret을 masking한다.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3AEB3-AB12-4634-B6AD-0A8CB136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7C9B2-308A-4B1C-BDD2-C6CEBA3C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anonymize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FF054-5E1F-4B8F-BCAE-946DDE27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A5A47-3F72-481D-933A-54FBB095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EF4D1-A488-4309-9D92-84723174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F6E5C-CF83-4432-81BC-E5356906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 JSONL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82701-3AD8-495E-B2BD-D12FCCF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ABD7F-1643-433B-9297-E7F1CEE2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1316536834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8EB59-B87A-4898-900A-E5736A79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Dataset이 평가 입력을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C6E5D-207B-4C57-A0E0-07E4B375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B62A6-0F98-4843-94BE-F27C1A35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6A885-F594-48EA-AD69-8EE3DC1F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FF2A2-5075-44F1-8770-BE634BF5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AC89E-411F-4F00-998D-FAF29AC0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golden example과 실패 사례를 dataset으로 만들고 experiment를 반복한다.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1DC86-7178-4626-A964-E66510BD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CD06E-C53F-4F5F-94A5-A6528AC1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4BDD6-A334-471E-BD11-A97B3E32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FDB7C-98C3-4FD9-BC99-8607FE1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reference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38AC8-0D8F-4611-9846-48C16C5A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16F93-C1EB-4B2D-8887-23882501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ED6F8-501F-47AD-B52A-AB1BEBA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EF3CA-DAE7-4CDE-94B1-18F0813B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5C867-1B6B-4ACC-8879-890F0F1A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76D38-A1C9-4166-B6DF-974395CA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배포 전에 보는 신호  |  평가는 점수를 내는 일이 아니라 READY와 HOLD를 가르는 운영 결정이다.</a:t>
            </a:r>
          </a:p>
        </p:txBody>
      </p:sp>
    </p:spTree>
    <p:extLst>
      <p:ext uri="{BB962C8B-B14F-4D97-AF65-F5344CB8AC3E}">
        <p14:creationId xmlns:p14="http://schemas.microsoft.com/office/powerpoint/2010/main" val="1001420997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3979B-DA84-4B4A-8186-3374FBA6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7588D-7551-4D7C-9FB3-C0DA8F1D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8F4C2-D854-4C99-850F-C1E43568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A71E-95D9-4E96-A11A-8831E263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849D8-0500-4E90-897D-10403239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EE92C-0F20-41D8-ACE2-3B6EB0B3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5FDB4-8486-4FD1-8FAA-13C2C4D2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212E1-29EF-4C22-8E77-110EB29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AF8FA-CAD4-455D-B51A-38A3453E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8F31A-3669-4B50-BA54-FBAC49C7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metadata·STT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E0DA7-1F96-491A-A42E-9F7040BC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63F29-2C90-4A98-BABF-27759D9B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735DA-BE65-4E07-8639-DEBD3B23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91FD2-5FD4-4348-A188-B5BC43EB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LLM·schema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B35F4-9015-45EB-9EC8-E1D6F25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C8921-8BD1-4CAF-A810-5F7F228E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B9174-2684-4129-AC13-ADF7DB27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BCC63-4598-4EEB-8085-6492DEF1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evidence·interrupt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586B4-C70F-42CE-BD33-D4C835E9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7E5E2-577B-410F-8AE4-76F2869E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6B8DD-22E8-49BE-8715-CC451BCA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4EFCA-647E-4649-BC72-B882221A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1479699803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0EC4C-D6F9-4999-B33B-581C2156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07BAD-B3FF-4D61-9BD1-4077E44D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49B7F-0A62-4019-AF74-54FBC101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7C161-341C-4C99-97E4-DA02EAD9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67143-F5C3-44EC-8468-88894CD2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5713E-35A9-4A0A-9DD4-F46538D8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58782-DCFE-4664-9E4F-641EFC2E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CE075-DE5D-4442-87DE-9913E9CF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67466-5580-4DF3-84C4-EC61B26E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A63C9-03F7-4A33-8ED8-55677F1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format·duration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E37F6-51F6-4F42-800A-A7930170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447BF-A8DC-4260-8914-D01024E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2C5D2-C83A-447F-B593-5E9946A6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53B68-EEFD-4E91-B130-5A6DE66B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5A240-1C41-4192-B39A-92A9965F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2E4E0-3E3B-482A-93C7-B043C5D8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43D7A-4986-4744-A32D-7B788082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A9524-B9C0-4667-8AD9-37C38A80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empty·repeat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BD351-FB98-4105-9E05-1EF548E3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1AFCA-F9BA-4C05-8FB3-F9171200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49543-79E5-4EE5-A999-4723B6C8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ACEED-6CED-4055-8A2F-4B51E0F1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625871757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E37D8E-4FA7-42FC-A2D2-CACA418C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58D59-116D-40A0-B4A1-5F2432D6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91DC1-CEE7-4F23-BD56-907859B3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FD5E9-F68F-4662-A62D-571B201E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BA6C7-0377-4F5C-9D96-A6D008F5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6E7A5-53A4-4F7B-8C07-30EB017F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EFD04-4C8C-463C-AF56-A2DA970C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F52F9-4A8E-49E2-9EA5-E5ECB6B6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E2E83-36D0-4F97-AA4C-81C6DA1D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B2986-2708-4540-99B3-1981E3D0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무엇을 알고 싶나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2276A-6E7E-4D35-AC91-25E28EAE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AD2C5-DC03-4D1F-AE24-D7B117A7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E3C21-D988-4FCF-94D1-FFFE9F9E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FF7BD-0FD4-4AA4-8752-29532077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어떤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15481-D18D-464A-A473-C413380A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AFF9E-5A05-4DFF-9933-02B5BF0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CBA43-D3A7-4EE2-BE64-70025804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2FC3A-9DCA-47D4-8A0D-94903CFA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무엇을 숨기나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81C51-2592-440F-A7E1-46671FE6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4DDFD-8E61-470A-BF6E-D7DFB155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CB54C-CDD9-45A7-906B-E6EDE9CA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EF8CE-7292-4EE1-9A34-3A978D12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249373671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BA1BA-CFBC-4E5D-92A5-2C26F781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EEB0C-24D5-4812-8A46-EBFEA944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3A8BE-8831-49B5-95BD-27149D9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0005D-8C50-441F-A75C-77BF503D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D03A8-23F7-4325-89A7-0210E2B4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4940D-FE7C-4A7A-8D94-0CC4EDA1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63E95-BB2A-451C-AF08-BC2A7569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02001-6AAD-47DE-93F5-9ECE2F5F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8B4D9-D37B-4CEE-938D-65971084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242C4-4A15-4C86-B2FD-E9310518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golden 3-5건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C40C8-4F34-4F17-A0FE-A04E8CB1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CCF01-15A1-4305-863F-263FE481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A5492-BC12-47AB-AA7E-E2AF2007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B99A6-0EE0-4CE2-A063-A3D720E5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예외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0E89B-5AD0-4736-9FB4-A420C9D0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6A11C-92B1-4F9F-9A65-7CE9636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869F5-D5C4-47A8-BC62-8A03C37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1F973-E5B0-4331-9BFE-097AAC58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변경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FE2FB-4EF5-4A71-9396-5D6F93AF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97C1C-3E77-426E-ABF3-31402A7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63B03-B5FD-419D-8ED0-35247E4E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AB904-3A42-4589-801E-19466276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2060748193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2F9FF-AB7B-415A-B625-8A2D484A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473A1-72D3-464D-B62A-C6742E40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774F2-BAA7-42CD-BEB2-9188BE3A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B1281-0F78-45EB-8D62-E3E68BFF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B1CE3-4E84-42C6-A821-A7446C60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F2B89-B2A4-45B7-852B-948C6C99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4D226-953C-4FD0-9D12-81D6DF0C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B4810-638B-4038-ADC0-D4BBB3F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80E02-A10B-4A34-BEE6-BEB40BBA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BE458-3BF7-4391-9AC1-DBFC654F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3C667-7369-4799-A846-D56D4AC9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5BEB2-5EF5-4D7D-8AF3-DDB2143E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1179D-5046-4CDF-9061-3BB6E957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72DF3-9F27-46DE-87C8-7C85792C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53965-EBE4-40D0-BBA5-709524A4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4F96B-99C0-4B5B-99D9-470EEACE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192DD-2927-4C2F-9577-6223DE54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6AEC5-6608-44E4-950F-16575D65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human rubric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0CD5B-8FB9-42B6-839C-C0F75F71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849D6-3749-4F6F-B749-DCCEC67E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C47C5-D69E-4582-9DD2-761D379C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5AA07-B47B-4624-B500-75E084E6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893212801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6591BF-A6FC-4CE4-9FE0-CC00978E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ABECA-5902-4656-A15B-CC3D288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STT와 LangSmith 화면은 하나의 품질 루프로 연결됩니다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CB0A5-84BF-40E3-80CD-445E9335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5C907-7AF6-4CE7-92D2-EA429597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78BCA-C32F-4130-B0A0-25BE59E8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9797A-D973-4C06-A2E2-171BBF91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55D10-8734-4B99-BBDC-2A646FAA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Local STT 두 경로 → Managed 노트 → trace tree →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36FA3-B6DA-4831-AB90-B0077B5E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D2605-9103-4D09-9E35-E3B80E0E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6230F-0567-499B-A2EE-1A7F3F30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C7E41-49A8-4C71-814B-05B9A386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20DA0-1051-4916-A8CF-23B4B954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5C2C0-689E-4AEE-8B2D-BD0DCE3B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Google Meet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BEB66-0088-45E5-8750-89A0640E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Managed 회의 STT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3431E-E747-4809-ACED-775EE440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이미 제공되는 전사·노트를 현업 출발점으로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4015A-582E-4431-9AAE-6A5D84BF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Zoom·Teams도 유사하지만 구독 정책이 다름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222C4-8D26-4D40-ACD8-177F1AD3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BC787-A002-480F-A468-D58D5563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0F5BD-E2F9-4517-A1C0-192E8BD3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faster-whisper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A80F5-B379-4255-84D2-4B21069C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908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 Local STT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E0822-C526-4187-BAC2-0516F7EB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segment·timestamp를 코드에서 직접 다루기 쉬움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34762-059E-418D-BBA6-BDC0B219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whisper.cpp보다 Python 통합이 편함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6A160-E3EC-46A1-8FD8-8D0DF96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319CA0-6C6C-4CFD-86D2-510131CD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whisper.cpp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02546-B8A8-43F9-B6D1-AB896B55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경량 CLI STT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48602-49F4-4FCA-9912-6D822119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낮은 사양·다양한 환경의 local 대안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45E38-5CF2-4EF4-8434-B718166B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Python pipeline 연결은 추가 작업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944CF-5588-4BE2-9F18-E42FFE5A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043788-E07B-4FFB-ABDF-B7EAE9A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508AE1-0CC7-434A-9E93-E69D68D7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LangSmith 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1E49DE-B0CF-4969-B1EB-3879DDFD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43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실행 관측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032E14-2756-44AB-BA9D-0D3B557B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node·LLM·tool의 지연·오류 계보를 한 화면에서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97D956-D2C1-45D4-8F18-82429F05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민감 데이터는 masking 또는 local 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A73A05-81B5-431B-BBD5-1D825AED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8D2F89-2C7E-4C1C-A872-B62BEFCD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LangSmith Eval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D7B39F-1D5F-4F5B-BDCE-9A1A3392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911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Dataset·Experiment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AA670A-819A-4406-B5DD-02308D8D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같은 입력으로 baseline과 candidate를 비교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F124F1-A20F-4CEB-9BF9-6B7923EE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91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pytest는 구조 검사에 강하고 의미 평가는 제한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FBE3FF-65FC-478D-9A16-91A98C3A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8433474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A7AE9-48EC-4DEE-9673-401FA876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1/5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77AB9-4878-444F-A3ED-68740957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886E4-511F-42CE-886F-5B15E99C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7F569-71DC-4660-A0F5-EC298A25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B6219-FE8B-4AAE-ABF8-1D74518D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FCEFD-BE23-4183-9CC4-67B34736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41FBC-FB35-4DAF-A95F-378EC4F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7BC7D-234D-49D4-957C-D7474673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73509-463A-4EDF-94C1-248D4CC0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Whisper 재구현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A25FF-F178-454C-9840-A3DA68F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DD6FC-1293-458E-9069-7C5DDB69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model·device·compute_type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5B6B9-6F7D-4DB6-BBB0-72D43D42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952C4-E947-4523-BBC7-B7871C8B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segments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1E7E7-9DB2-4919-B17B-7A20DF4A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2FBC3-7964-49B3-9B06-A9C0D64E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수업 전 model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BF54D-18AF-4B23-982F-56D61378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e671d9f6144b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28209-5A63-4ED7-BBF9-84E32459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839681233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DA869-6715-45B4-BC3C-FE016DF2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2/5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FFBDD-CA22-44F6-96AD-B44C8BCA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BA8CA-EED6-470F-AC36-98D1E7E7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930F5-6632-40EB-9A00-8D947276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B774F-283E-4985-A15E-965A6450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20A50-DA23-452E-AC31-96E6C05B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D5E99-EF62-4531-A864-48D50051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854C8-40C2-4DF3-815C-A4F64CF2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E387D-BB2D-4B51-AAFC-0735CC90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C/C++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B06BC-2567-4E50-9303-29D1E625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923E3-0C82-4087-8FFE-552492D1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다양한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E072A-DC33-4421-8E99-809C83E4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B9D01-D0D1-4521-A451-B2FDC0ED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CLI 실습 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9EFD3-C113-498F-A54E-AE3891AE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D6383-8507-4AB6-9511-DF796016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모델 파일 사전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9D1FA-F8B3-4512-9C55-97224C4D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b7d562aca477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DF95A-977F-483E-8AAB-6609622D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2077591886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3BA0C-63A5-4286-88F8-FEA63115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3/5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C8BD8-A818-4A89-9D0B-47C6BBDC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BBFA2-5587-4061-A3A2-3D401088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B921C-592E-47A4-B63F-D04CFEFD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5A83D-7883-4CF5-8F38-B96E8828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B8628-3E14-45C2-B236-27876FC5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1D9A1-EA2A-4C02-B760-58158D3B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6E57F-F862-4606-BCC3-F6BD0488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4C494-4B24-47D1-A0AC-ED2C75B4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구독·관리자 설정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03339-0298-4A56-BE5E-3C2AFE92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92976-4D91-42B4-BC76-49A3DF5F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기존 전사·요약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4A079-F2D5-4324-99AE-5D8DF8E1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B6B2A-F214-4F7E-9104-C0564CC5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local은 예외·통제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2BAE4-8A93-4AA7-BFD8-EA8FAC65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87A16-DE95-4F42-8FE9-3407BDF3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지원 범위 강의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D15F1-17D9-43A3-B167-8AEF46B9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0124b133d4ad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5A311-43AC-4D19-8730-EE5D5DFE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1036210663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2805A-3FE5-49CB-9528-A113232E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4/5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7FFE4-17A5-4FDD-9AF9-151BD749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F88B8-1FEC-41CF-9501-4A98E97A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BE15F-2CCE-46F5-BD61-04C2758A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9B06B-173D-4E34-9408-F265BC68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2F93F-9B70-46CD-868F-47EEF2E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ED22F-2983-4D9A-A2E1-721F7BA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36B40-94F5-40E7-A110-1B9F2ABB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017E7-0812-4A48-967F-1ABA3443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node별 input/output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14877-42A7-4A1D-9043-6C42A549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241A4-BCAB-4F5E-913E-00F6C5CF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latency·token·error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5195A-17EC-444D-9CCF-AF047625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4EF7E-EA84-4936-BF57-5FF7C5FB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metadata·tag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FBA90-A805-4147-8AD8-C6C2312B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78A07-5D84-46B4-AE6B-4BD0C482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공개 샘플만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504B4-4533-4116-BAF9-8AB1A29E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4ebc4ac824ac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52944-F97D-45A4-8213-D0D8FBA8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368283438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78C0C-7716-4661-BEEA-A1F122BF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실행 화면 5/5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ABAAF-6831-4407-B583-53D97550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D7549-BE6E-4DF9-9FFB-730AC6D0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F532D-737F-4D1D-9BEF-71917B75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1C5A8-0822-4AB1-9A5F-54D11BCC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F380A-AD01-471D-BCF6-04B4D3C8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3551F-27F6-4D04-9C43-78E811ED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7E926-D05A-41AC-BB32-C341DB29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A4FDA-BF8E-4ACE-84B7-70C8714B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offline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41786-6AAB-4AB2-81C5-B19E371A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6333B-E109-46B4-BECE-F2BDDBC9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online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66A10-3FF6-45C4-95F3-82B3BC2D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44862-2555-4838-9AA3-F368C3A4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human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D07F1-5D8A-4567-8381-3B8694BD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365FE-1674-43D7-954C-4C07DA74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baseline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C9FAC-3042-4315-98C8-180EE8E9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3288e0d124c2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40BF9-4DDE-4EE5-B9FE-C41FEDA9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054503588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0F3BF-22CC-44E3-8224-BAF3B2A2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7146E-0040-4925-8B1C-201765E8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FA93A-B267-44AA-A133-48D45431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786D9-403D-41BB-AB30-AD8B4BF0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E2F0B-F3E7-4FF6-8390-05B5CE1A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CCED0-0A47-4E75-87D5-BC610E82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CCC6C-DBF3-457B-913D-3B7FCA12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2747F-76AA-4553-8B8C-B87376E1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867D9-395D-4C05-A173-F195544B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CPU int8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B4FDD-3AB3-4CFD-8470-6E6F8690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BE1A9-ACF9-40EC-B614-90BA877F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language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C6B67-4DB6-4BF9-99D9-5436208A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45D78-AE06-4A38-8E5A-AF6F033F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segment 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42A68-EB67-447F-9572-3D7E684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C8ACE-C0B3-40C3-84C4-FFD179E8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generator 소비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06D6B-6F6F-4D69-BDD0-C7B49D3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A9611-25B8-4374-8312-8804B0E0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229FC-CA2F-4E7F-9B85-68E5C403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1210439502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88F6D-6096-4B81-9915-BD17A446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1A10F-CDE6-4D91-BE65-85C8628F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B0370-5172-4CD6-BE90-6FA5B45E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EDC56-C471-4EFB-B7EB-6BA48DFD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3931D-F66F-4D84-92FF-6EA771BE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75A01-76EA-476B-BC81-1C36E570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007CF-97E0-407F-B3CC-341A89C2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78CCC-D6AD-47A6-9C9E-ED5BD512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3DC2E-1555-4F39-9D0C-7C855CF0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무음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8C8B4-6C4A-4196-86CC-A72516BE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635EB-6239-44D7-A8B4-856BB6F0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6DB25-D08E-42D9-8F4A-F75034BB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29CF4-1987-47E2-8CA3-D5EECCA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지나치게 희소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C4AA6-F6D1-4DEC-A8F4-AE21A999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67007-AD60-4AEF-92BB-D746D278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45D63-6AEA-49C9-9CFB-619D42AF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22FDB-7F91-44E0-83B9-8BCD33F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B1D4F-6F56-4999-8617-C380444D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414884572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43AB9-4E5D-4D63-9759-3118079F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F4F12-DDB3-4946-8B2F-76EE5FD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A82C7-B6EC-4C5E-8DF2-B6CC618E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8E784-5458-40F5-A860-33C59449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78D30-250F-4686-800B-2170D237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0E6D8-EBBB-437A-8322-6AE4C7FC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A125D-D7FA-4DEF-81FB-8A677327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8AB5C-2C13-4B5F-B8F9-D604197F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77197-EFA0-41E5-9D12-B4735309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프로젝트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D10E4-DF7D-4FBB-BAD7-C6619D45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5064B-0D1D-4C93-A5BC-FBAB9C69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key 환경 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9DDE8-7EAD-42B6-BC6E-520FF9BF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04807-AB07-4D84-8D41-A6C26F39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교육 샘플만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F800B-EDDD-4F2E-8120-8B3DC583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C99D9-999C-430C-B2AC-EC959245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tracing off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763C2-AAD3-4F14-9BB1-E556DB9A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7B591-7FB4-45AE-B827-6AA8FBC3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FDC6F-34D4-4A9B-8512-6F809BDF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1886685248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05939-E96D-4E3A-81DC-10AA192F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EE7CA-29E9-4DA9-883E-83295ED5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A6EE1-E560-4254-A3EA-5515618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8D660-0CF4-4959-8E00-CF6BAA44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13E23-8315-4C62-98A6-1CC7127C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A3C88-DACB-4E3B-89A2-A7BCA9AE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D4B04-F3ED-4B79-AB03-6BB662F2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4DB9F-0927-4ED7-99B1-D71EB002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B49E3-5D2B-42D2-940C-D63A7BE2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A044C-CE2D-4E55-AAC1-3FEE19DB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6DBC0-30A8-44CB-ADD0-82D2466A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provider·model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80194-6B23-47CE-A82A-17EBBE0A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287B1-D327-4633-8D30-BCE1C33F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thread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5F8AC-2497-4873-87DB-FBAEA299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13EA2-8F2C-4903-9B68-FCB43661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민감성·fallback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79618-EBDB-4449-A1C9-CEC37638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801D3-E6FA-411F-A3C7-981FDE73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BFEE4-7E8E-40A9-81B0-217283E3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1957948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D8875-1F57-4428-BBB2-8C67748C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288AD-44BE-4DBA-AEC5-C091334C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3C1DB-E18B-4396-A051-FF87C3BB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48E11-4AF9-499C-BF1E-6E5F3219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C8565-E9E6-4F5F-8426-74C4A165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37557-C23A-4B04-AC42-1C430BD7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C20C0-5D74-4817-9213-53DE562B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FD9D0-7FA1-492C-A1FD-2F727A96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6495B-28FE-4D09-9683-1689F67A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근거 연결률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2C3F2-196B-42A9-909F-8736A420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DEC05-0C4D-4BBE-AFCD-2536C3D0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schema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CD578-E5CA-4B13-9F89-CB675B14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2BE53-B155-4A4E-9AA4-2150217F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계산 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71244-A6A2-4199-BB8F-F650AA3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BB6C8-2EC7-4DCA-9057-BD06881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release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2BB89-47A7-4CAE-A898-129E97CE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12C9A-E5FE-4BB9-B310-158FF168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7112F-A7F3-4847-9CF1-BB3072C3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2083107443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BB602-64DA-424F-86FC-64C7BE85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Ideation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B99AA-9ED1-4E2C-BB0A-C34F96C6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Ideation 1 · Managed vs Local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5DCAE-DEC9-47DF-A7C2-82E2B433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3EE85-FAB8-4663-AA71-63CC691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F163D-4BC8-4D25-88DA-F9401E95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11188-E030-4B8B-8385-FD5FB7B4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5E9C1-9281-4B67-A8A3-F498CADD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7E534-3C9E-4DFA-97A8-A4D9C7E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064A8-1FF7-4173-8D24-FB7F5531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47DCB-1486-45A9-B95A-72983B03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FDAA5-396B-4A9F-9A25-200EFAB7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DB257-CBAF-40B0-A7A4-A96F62DD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A3AD7-93B2-4561-A5EA-D835E30A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E6287-C198-4E74-B03A-3C75301E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80286-1627-4FA4-A973-F34552DB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전사·요약 제공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A0E70-6256-4CC0-84F1-D3442433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1455B-75AB-4F6C-B9DA-A03DAC0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7F15C-2C1E-4BAB-8771-E11BAF3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계정·보존·권한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91F85-AD85-47EB-BC15-18144437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E020D-6EAF-4AD7-B8B6-B6DCC5FD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2A560-3C61-4FD4-BABB-1037A983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직접 STT가 필요한 이유를 한 줄로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300E7-FFA2-4D44-AEE6-09FA33F1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58F4F-687B-4C24-993C-B4BE0A5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ADCF3-56BA-44C8-A51D-33E55974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Managed/Local 선택 한 줄</a:t>
            </a:r>
          </a:p>
        </p:txBody>
      </p:sp>
    </p:spTree>
    <p:extLst>
      <p:ext uri="{BB962C8B-B14F-4D97-AF65-F5344CB8AC3E}">
        <p14:creationId xmlns:p14="http://schemas.microsoft.com/office/powerpoint/2010/main" val="392725178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E8237-374B-4811-A57C-6285256A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D3258-485B-4D5D-8E69-D51589D0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1 · STT quality gate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38E63-8FF5-4510-82BC-2C90196B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976E6-84A8-447A-80B9-8CA27DF1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84A1A-F0B2-4A57-A87F-2982217D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C9DAB-2307-41DC-99AB-BC26E189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5DF2E-A503-40EC-B2A9-94A5817F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F9F11-A21A-4636-A7BE-8E2DC3B9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A4523-3443-4590-A20E-80276C74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2665F-888A-421A-B250-6D36EF19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7CDA8-044D-496C-9C73-C7671F89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503F1-747C-46CC-892C-5A959F71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meeting_demo.py를 fixture mode로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CFBD8-9575-4AF1-A431-2C544080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86736-0155-4C69-A507-3D4297D9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ECA85-0E68-4948-B39D-3DB4A246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segment의 quality_flags를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344A6-67DA-4360-9F06-6D22FD3A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62854-9B3A-4547-A274-96999DCA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42A5B-B0B4-424D-984F-26924B6E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READY/HOLD와 fallback_reason을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33902-7C39-443D-B80C-4E5F713D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4373B-60D1-49B4-B7F0-2EF9F12F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F3FC6-A8FA-4AA7-A974-AB2E7B85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transcript.json을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6C9D6-626D-4D1C-9D6D-FCC36F44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DBE6A-C7F3-43DB-8B38-D31A43FD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05896-A64D-4D28-81D7-C1ED3281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quality gate JSON</a:t>
            </a:r>
          </a:p>
        </p:txBody>
      </p:sp>
    </p:spTree>
    <p:extLst>
      <p:ext uri="{BB962C8B-B14F-4D97-AF65-F5344CB8AC3E}">
        <p14:creationId xmlns:p14="http://schemas.microsoft.com/office/powerpoint/2010/main" val="2058568482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EDE58-D182-43AF-A644-E228620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43217-FC83-40CF-B0E0-F0F37AB7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2 · 로컬 trace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87DFB-F4E1-4250-96BA-B673B4B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E3CE0-EE34-4FEB-9A99-ABE5CEA1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5EDE2-FF08-4549-8871-2FF6B201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BC9F2-2865-43C6-9EB4-705846FC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61ED8-C4AC-4BFD-96F2-757D42C4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05431-5C9A-4691-AD79-806594F1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36E98-552F-411D-841D-501804D2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DD61D-D76F-4A1C-97FA-7C1E7D80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F9A3E-07C2-4BE1-8D43-8CC9881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1AADB-B1DA-4DC5-8D4E-74703405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workflow_service를 approve로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1DF27-DBAF-4EBA-93EF-85969DA4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EA105-1A62-4E0B-9570-3E83E93B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BFE8F-D5F2-4C3B-8B45-1F2A9324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trace.json의 세 span을 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052BA-DA38-49B5-930D-1F4D0F37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CB159-470D-4661-9DCF-6A095F89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49947-BFB0-4023-97F4-DAA0FD6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latency·status·metadata를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9F705-B74A-4139-9831-0790519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F95AC-EB6C-40BF-8A40-DE9D56B2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EB866-3E44-489D-BD71-2AD26F1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reject로 다시 실행해 차이를 본다.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8834C-D926-47FD-812C-B8EE857C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AE19E-4625-4941-9D1E-1A03352B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58E32-007C-45F1-96C9-D6EFEFF6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approve/reject trace 2개</a:t>
            </a:r>
          </a:p>
        </p:txBody>
      </p:sp>
    </p:spTree>
    <p:extLst>
      <p:ext uri="{BB962C8B-B14F-4D97-AF65-F5344CB8AC3E}">
        <p14:creationId xmlns:p14="http://schemas.microsoft.com/office/powerpoint/2010/main" val="884337074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59041-7EBE-4533-96AE-CEAF8401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79A36-2007-4FC6-AECE-0C06D23D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소프트웨어 실습 3 · Release Gate 테스트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9C74C-A314-47DF-A9F5-3FE7FEBE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01BF9-49BD-4CBC-8786-9798F34B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C1542-E85F-4A50-9AD1-1B038292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5BA0E-29A0-4499-9D8A-AFBCDAB7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AC865-3C63-42F3-BEE9-F56E7915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5FFB1-9324-4CC8-B764-ECC5B0FE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0BCD2-2AA0-4DF1-A6E9-50435980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E1FA5-F461-4518-B126-A8DD1988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D7CBB-A06A-4CC1-9A99-DDE4AC2B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BBE92-B1BC-4E08-BAF4-BE65B80D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pytest에서 READY test를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AF0A5-E453-4870-B1DF-668F35A4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9E476-2F2C-4E2C-A087-5784E65C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DB9B3-8B1D-4552-87DB-904458A2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reject가 HOLD인지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E1D80-E83C-4B0B-9262-F15C58B9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8D7D0-BCE8-4727-AABC-45EF56F9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62E5F-62CB-4A2D-AA73-74F4B5C7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evidence_rate와 자동 메일 금지를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F23FA-6ECF-4463-B639-1B6611F4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48A4D-22A8-4C03-A579-0320DD08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55B4A-E928-4DC3-A205-A17644F1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LangSmith 연결 전 local fallback 상태를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23094-8FE7-45DA-9E07-96DDD059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5EC40-69B6-436F-BD67-00DC86ED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B99B2-341A-4591-A625-AC77BC21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B1F3A"/>
                </a:solidFill>
                <a:latin typeface="Nanum Gothic"/>
                <a:ea typeface="Nanum Gothic"/>
                <a:cs typeface="Nanum Gothic"/>
              </a:rPr>
              <a:t>완료 증거  |  READY/HOLD test + trace</a:t>
            </a:r>
          </a:p>
        </p:txBody>
      </p:sp>
    </p:spTree>
    <p:extLst>
      <p:ext uri="{BB962C8B-B14F-4D97-AF65-F5344CB8AC3E}">
        <p14:creationId xmlns:p14="http://schemas.microsoft.com/office/powerpoint/2010/main" val="948826092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A3305-E09E-4684-860E-3123FC69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0D2FB-3DBF-49AE-8031-695B96DC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BC08E-9AFB-4A45-A2C0-7087131C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E2657-2414-42B8-B790-ABE78837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FF0B3-1F51-4F69-9AB7-7D4B2C6D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E5468-FC7A-4A29-9A08-E92B98AF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FA900-7FB8-477F-9360-D3932F9E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7CEED-ADD5-49A0-BB79-D4ABE044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4E912-ED2B-4318-AA60-FF3F6F84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CB0A1-4299-48F3-A067-4695E747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39088-E0F2-46D2-8CB9-98A8D738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BE5FA-E609-4B9B-AA8C-F4144E64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4B585-123B-42CC-95F5-82BDD04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AD3D1-17F8-4B56-8EC1-C2E21FD3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8AD3A-2AEE-4E62-95EE-D614AC0D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EBE11-2C75-4604-A5F6-AF7124CA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91CF0-5214-48B1-9F4D-0503F049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B434C-7016-4A43-8D32-66C2B95E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2BF9C-20AC-47C1-9D93-64019F5D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FD715-8EB0-48F6-A767-E79BA239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1E55E-2A3E-4883-8E4E-887BA25E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E04FF-E136-458A-AC71-E2B3BE16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4DFB7F-9373-4DDA-A6A9-D7AB515E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F2D2F-E605-48E5-B58F-4F27D9DB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D5FD1-5000-4297-8E12-8DC78B73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1009152607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56DE4-4ACB-473A-B58A-102BE943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05F59-045D-4D77-84F3-59B1A96E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AD806-ADCD-48F1-8EB4-58EDAAEC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81227-7C49-47D9-AA24-D7DF435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E9FC4-37FA-415B-B6E5-F330DCDA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17C0D-2041-4DFC-95EA-DE36C868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0ADF7-3574-412C-9ECE-B8D3D28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DA4E6-E30D-4B19-8243-C93F61D8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13CBE-F964-4D31-84A2-D48A101D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1B277-3A66-4294-9644-137BC1E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4CCB8-B3C4-4790-9680-EC7029DB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3FD11-C000-4EB1-A8E3-A0D851E1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2E40E-4390-4CC2-B101-AA22FBAD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0EE86-3DD2-48F4-991B-60DC2792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A6975-65FD-424D-811F-F0A94AB7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10324-BEE1-4991-B0B7-5A882A22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1B5C2-0228-4F70-B8C6-6571A161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5CDEE-AC60-4B65-B179-260897FD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EF201-FFC0-47C6-9D23-F21EC8FA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F5FE9-FD45-4560-9B0A-16C0CC09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6B3B0-D428-4127-8F5D-CB5DA776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37114-3C65-4E3A-AD22-988AE535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EE551-E25D-4CEE-A8A2-1561F719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D2C58-7794-4CD4-B6C5-98064252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347E62-22B7-46BF-89E4-8BF9F4C2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454874175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0EB6F-99A0-4188-B585-DEB6A614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AD372-1545-45B0-9D33-5E154E0F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7485F-56EF-4D29-B8A0-7FDCA996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201AE-7BDE-42CB-AF7A-07DC82F2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0628C-6587-408F-A1DB-2E28C0D1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2692F-977B-47ED-92EC-CF0C99FC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15832-2D8E-4BB6-8AC5-C2B5A8C0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AA976-8703-4BEE-AEBB-837F798C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EB055-FF12-4B1F-A5A1-A455B999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E473E-BBB6-4AF0-97D1-3C4FE671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8A6B0-5411-49BE-A86F-3211EC53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64170-0D7D-4297-ACF9-4827D9CD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D59AA-A626-4CF1-9CC0-35E978C9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433F3-834B-44F2-88C0-5A2464D6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3E3A8-323C-4209-B8A6-1AF8E127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839CA-59FB-411B-9606-B0794180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17CF6-A47D-4E90-9BA6-B58F0BA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1A4C8-FBC7-4E13-8FFA-99D3B178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5ABFF-26F3-4106-95AB-730A8509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75DEA-D480-4B94-90EF-643A058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9DB6B-F696-4881-B24D-B058AF41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62D7D-3763-4477-AAD0-E29C4EF4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C02A5-F04C-409E-85E5-D4CEAAC9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B1738-20AF-4F05-955D-C53A3A09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90316-4EC2-4B7E-AA27-EC8BB407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2113193908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C84135-87DA-42EF-923E-8FC54FA3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021AE-C336-4D86-AF00-E55D6D61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F02DE-93B8-4216-BBCB-F92BC9AA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188A1-3E5B-4329-9339-8FC33B21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5CEF7-344D-4113-8EFD-2C73E144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44118-2511-4478-AF0F-E0C10971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1DC04-BB9C-4EEA-90D7-819277BC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34172-3503-469B-84E0-39B10689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15148-0553-4511-98FB-522330E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76A5B-85D3-4FAF-9F7D-AD69A0E0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F42DB-92F1-42C2-847F-5E010C4E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1A704-9974-4D69-9570-577A93B5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E8AED-8152-4E5D-9ECA-F1114A48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31C12-20BF-4CA4-8FC7-A356F925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7265F-1C66-410F-AE9D-807A8F99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2BD86-9D6D-4417-A2AD-2638EBB4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1624C-B084-4980-97E6-0B442434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AAC7D-CD8E-427E-9F6A-9656D4EF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A3A9E-A504-4EEE-AF6C-4729EDCA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C200D-8013-4A67-80EA-9B9EFE48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76C7A-9405-4511-91C6-D83DD02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6B612-B0DA-44AF-9063-A4F3E432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DA359-384E-4AE0-8720-D29A7BD3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EA905-C5AE-4872-85DF-458CAD4C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6724A-6BE6-4A2C-8BBA-FAAEB12A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309393897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E8C62-D2D2-4566-B9B7-8614F440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Q&amp;A · 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697CD-A08A-430F-8C56-6C3EAE65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17:30-18:00 · Q&amp;A와 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8D636-796A-4372-94D4-3E8829B6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DCDF1-3E25-46F7-91ED-6A42A0B6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70DE7-8589-4ED9-84A6-898BDD92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2563EB"/>
                </a:solidFill>
                <a:latin typeface="Nanum Gothic"/>
                <a:ea typeface="Nanum Gothic"/>
                <a:cs typeface="Nanum Gothic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D2D25-2749-4818-9AF0-CC236413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270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fbf3234474373">
            <a:extLst>
              <a:ext uri="{96DAC541-7B7A-43D3-8B79-37D633B846F1}">
                <asvg:svgBlip xmlns:asvg="http://schemas.microsoft.com/office/drawing/2016/SVG/main" r:embed="Rdeb1205a315b4d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66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AB9EF-C7ED-4DD8-AB53-2B553490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555555"/>
                </a:solidFill>
                <a:latin typeface="Nanum Gothic"/>
                <a:ea typeface="Nanum Gothic"/>
                <a:cs typeface="Nanum Gothic"/>
              </a:rPr>
              <a:t>오늘 막힌 부분을 먼저 복구하고, 마지막에는 내 Workflow를 READY 또는 HOLD로 판단합니다.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842FB-AAD8-4126-BD9A-5FFFCC51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AA766-2BB4-452F-B92D-E70E32EE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75407-89A1-48E6-82CD-AB1357AC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내 흐름에서 자동 실행과 사람 승인의 경계는 어디인가?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60EB6-BA02-4359-9E77-A011ED6F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4D2F0-101A-4252-9683-DE8AAE76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05DBE-F489-4513-8FE1-6F251F0E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실패 뒤 다시 시작할 checkpoint와 fallback은 무엇인가?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E5BD-27AB-4D0D-86D2-E758B86C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2740F-8D85-4A2B-B21B-60137C1C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A357E-041A-45A9-949C-89297F3F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91919"/>
                </a:solidFill>
                <a:latin typeface="Nanum Gothic"/>
                <a:ea typeface="Nanum Gothic"/>
                <a:cs typeface="Nanum Gothic"/>
              </a:rPr>
              <a:t>어떤 trace·dataset 신호가 나오면 다음 배포를 HOLD할 것인가?</a:t>
            </a:r>
          </a:p>
        </p:txBody>
      </p:sp>
    </p:spTree>
    <p:extLst>
      <p:ext uri="{BB962C8B-B14F-4D97-AF65-F5344CB8AC3E}">
        <p14:creationId xmlns:p14="http://schemas.microsoft.com/office/powerpoint/2010/main" val="1179097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2026-08-23T02:58:58.7540000Z</dcterms:created>
  <dcterms:modified xsi:type="dcterms:W3CDTF">2026-08-23T02:58:58.7540000Z</dcterms:modified>
</coreProperties>
</file>