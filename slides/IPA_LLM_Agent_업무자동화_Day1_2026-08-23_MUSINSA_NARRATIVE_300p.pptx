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ed97dc5a9340b3" /><Relationship Type="http://schemas.openxmlformats.org/officeDocument/2006/relationships/extended-properties" Target="/docProps/app.xml" Id="Rc626a0a983754008" /><Relationship Type="http://schemas.openxmlformats.org/officeDocument/2006/relationships/officeDocument" Target="/ppt/presentation.xml" Id="R8a074110c12f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a814fcbd246e7"/>
  </p:sldMasterIdLst>
  <p:notesMasterIdLst>
    <p:notesMasterId xmlns:r="http://schemas.openxmlformats.org/officeDocument/2006/relationships" r:id="Rf0cf75a7637b4c6a"/>
  </p:notesMasterIdLst>
  <p:sldIdLst>
    <p:sldId xmlns:r="http://schemas.openxmlformats.org/officeDocument/2006/relationships" id="256" r:id="R44f054c1ba074530"/>
    <p:sldId xmlns:r="http://schemas.openxmlformats.org/officeDocument/2006/relationships" id="257" r:id="R837961b728584eac"/>
    <p:sldId xmlns:r="http://schemas.openxmlformats.org/officeDocument/2006/relationships" id="258" r:id="Rccd54c2e0eb1476a"/>
    <p:sldId xmlns:r="http://schemas.openxmlformats.org/officeDocument/2006/relationships" id="259" r:id="Rec33ef08ab1f4442"/>
    <p:sldId xmlns:r="http://schemas.openxmlformats.org/officeDocument/2006/relationships" id="260" r:id="R801c59b0421849c5"/>
    <p:sldId xmlns:r="http://schemas.openxmlformats.org/officeDocument/2006/relationships" id="261" r:id="R587700930d1c4ee2"/>
    <p:sldId xmlns:r="http://schemas.openxmlformats.org/officeDocument/2006/relationships" id="262" r:id="R1ba4b72ac7bf4245"/>
    <p:sldId xmlns:r="http://schemas.openxmlformats.org/officeDocument/2006/relationships" id="263" r:id="R0e69e1d34a274c1a"/>
    <p:sldId xmlns:r="http://schemas.openxmlformats.org/officeDocument/2006/relationships" id="264" r:id="R3328b4c4079b481f"/>
    <p:sldId xmlns:r="http://schemas.openxmlformats.org/officeDocument/2006/relationships" id="265" r:id="R1cb605ad392b4230"/>
    <p:sldId xmlns:r="http://schemas.openxmlformats.org/officeDocument/2006/relationships" id="266" r:id="R51cd1572b999401b"/>
    <p:sldId xmlns:r="http://schemas.openxmlformats.org/officeDocument/2006/relationships" id="267" r:id="Rd6e72dcd80324949"/>
    <p:sldId xmlns:r="http://schemas.openxmlformats.org/officeDocument/2006/relationships" id="268" r:id="R57b502725ab14ff3"/>
    <p:sldId xmlns:r="http://schemas.openxmlformats.org/officeDocument/2006/relationships" id="269" r:id="Rc813085c9c6d4c5d"/>
    <p:sldId xmlns:r="http://schemas.openxmlformats.org/officeDocument/2006/relationships" id="270" r:id="Rf2a0a4202b1843f6"/>
    <p:sldId xmlns:r="http://schemas.openxmlformats.org/officeDocument/2006/relationships" id="271" r:id="R267c5a26a54e4dee"/>
    <p:sldId xmlns:r="http://schemas.openxmlformats.org/officeDocument/2006/relationships" id="272" r:id="Rafcf74bf46764dcb"/>
    <p:sldId xmlns:r="http://schemas.openxmlformats.org/officeDocument/2006/relationships" id="273" r:id="Re39b0b9879744417"/>
    <p:sldId xmlns:r="http://schemas.openxmlformats.org/officeDocument/2006/relationships" id="274" r:id="R04af8baa8a754b8b"/>
    <p:sldId xmlns:r="http://schemas.openxmlformats.org/officeDocument/2006/relationships" id="275" r:id="Rd6d62034d9e541f6"/>
    <p:sldId xmlns:r="http://schemas.openxmlformats.org/officeDocument/2006/relationships" id="276" r:id="Rcf7827273e614173"/>
    <p:sldId xmlns:r="http://schemas.openxmlformats.org/officeDocument/2006/relationships" id="277" r:id="R50151ac210944405"/>
    <p:sldId xmlns:r="http://schemas.openxmlformats.org/officeDocument/2006/relationships" id="278" r:id="R83bcd27767204098"/>
    <p:sldId xmlns:r="http://schemas.openxmlformats.org/officeDocument/2006/relationships" id="279" r:id="R641bc15cf1c54fce"/>
    <p:sldId xmlns:r="http://schemas.openxmlformats.org/officeDocument/2006/relationships" id="280" r:id="Ra5d3b5a221764f20"/>
    <p:sldId xmlns:r="http://schemas.openxmlformats.org/officeDocument/2006/relationships" id="281" r:id="R832ac1836e924183"/>
    <p:sldId xmlns:r="http://schemas.openxmlformats.org/officeDocument/2006/relationships" id="282" r:id="R006f80f887404cb8"/>
    <p:sldId xmlns:r="http://schemas.openxmlformats.org/officeDocument/2006/relationships" id="283" r:id="R109215c6f2a444a9"/>
    <p:sldId xmlns:r="http://schemas.openxmlformats.org/officeDocument/2006/relationships" id="284" r:id="R43bd57c34ac74ce5"/>
    <p:sldId xmlns:r="http://schemas.openxmlformats.org/officeDocument/2006/relationships" id="285" r:id="R7d354226ca87472c"/>
    <p:sldId xmlns:r="http://schemas.openxmlformats.org/officeDocument/2006/relationships" id="286" r:id="R88d2210786714fe1"/>
    <p:sldId xmlns:r="http://schemas.openxmlformats.org/officeDocument/2006/relationships" id="287" r:id="Rf23b2312dea64971"/>
    <p:sldId xmlns:r="http://schemas.openxmlformats.org/officeDocument/2006/relationships" id="288" r:id="R3064592ad6de426c"/>
    <p:sldId xmlns:r="http://schemas.openxmlformats.org/officeDocument/2006/relationships" id="289" r:id="Rb3b0eed7e16546ba"/>
    <p:sldId xmlns:r="http://schemas.openxmlformats.org/officeDocument/2006/relationships" id="290" r:id="Rb7e1c4ffcbaf4f40"/>
    <p:sldId xmlns:r="http://schemas.openxmlformats.org/officeDocument/2006/relationships" id="291" r:id="Rd8052db8fcfa4be9"/>
    <p:sldId xmlns:r="http://schemas.openxmlformats.org/officeDocument/2006/relationships" id="292" r:id="R8895995ffb434491"/>
    <p:sldId xmlns:r="http://schemas.openxmlformats.org/officeDocument/2006/relationships" id="293" r:id="R713dd36845cc430c"/>
    <p:sldId xmlns:r="http://schemas.openxmlformats.org/officeDocument/2006/relationships" id="294" r:id="R143a144fb7ed4615"/>
    <p:sldId xmlns:r="http://schemas.openxmlformats.org/officeDocument/2006/relationships" id="295" r:id="R2691d48cc62b46cf"/>
    <p:sldId xmlns:r="http://schemas.openxmlformats.org/officeDocument/2006/relationships" id="296" r:id="R9e5ffdf58e134a53"/>
    <p:sldId xmlns:r="http://schemas.openxmlformats.org/officeDocument/2006/relationships" id="297" r:id="R3a7ce2ce18ba4a93"/>
    <p:sldId xmlns:r="http://schemas.openxmlformats.org/officeDocument/2006/relationships" id="298" r:id="R633eec0343d54ca9"/>
    <p:sldId xmlns:r="http://schemas.openxmlformats.org/officeDocument/2006/relationships" id="299" r:id="Rd7f474d0772d4287"/>
    <p:sldId xmlns:r="http://schemas.openxmlformats.org/officeDocument/2006/relationships" id="300" r:id="Rf10b6f5cd8834095"/>
    <p:sldId xmlns:r="http://schemas.openxmlformats.org/officeDocument/2006/relationships" id="301" r:id="Rc147972fe6124c78"/>
    <p:sldId xmlns:r="http://schemas.openxmlformats.org/officeDocument/2006/relationships" id="302" r:id="R97ec32e41c6b4bd5"/>
    <p:sldId xmlns:r="http://schemas.openxmlformats.org/officeDocument/2006/relationships" id="303" r:id="Ra821c5a40154435d"/>
    <p:sldId xmlns:r="http://schemas.openxmlformats.org/officeDocument/2006/relationships" id="304" r:id="Rc04a021620be4d00"/>
    <p:sldId xmlns:r="http://schemas.openxmlformats.org/officeDocument/2006/relationships" id="305" r:id="Re7ccd7aada5f4227"/>
    <p:sldId xmlns:r="http://schemas.openxmlformats.org/officeDocument/2006/relationships" id="306" r:id="Rcd8a703839a34043"/>
    <p:sldId xmlns:r="http://schemas.openxmlformats.org/officeDocument/2006/relationships" id="307" r:id="R42c7bfe88212401d"/>
    <p:sldId xmlns:r="http://schemas.openxmlformats.org/officeDocument/2006/relationships" id="308" r:id="Rc7bdd81c632a4fa7"/>
    <p:sldId xmlns:r="http://schemas.openxmlformats.org/officeDocument/2006/relationships" id="309" r:id="Rc17259f9ed874a18"/>
    <p:sldId xmlns:r="http://schemas.openxmlformats.org/officeDocument/2006/relationships" id="310" r:id="Re41f42a1300f4680"/>
    <p:sldId xmlns:r="http://schemas.openxmlformats.org/officeDocument/2006/relationships" id="311" r:id="Rafaa62f1cee4493f"/>
    <p:sldId xmlns:r="http://schemas.openxmlformats.org/officeDocument/2006/relationships" id="312" r:id="R172bc3fa9cd94afb"/>
    <p:sldId xmlns:r="http://schemas.openxmlformats.org/officeDocument/2006/relationships" id="313" r:id="Rda0ef344a47349f6"/>
    <p:sldId xmlns:r="http://schemas.openxmlformats.org/officeDocument/2006/relationships" id="314" r:id="R56685ab511d54bcd"/>
    <p:sldId xmlns:r="http://schemas.openxmlformats.org/officeDocument/2006/relationships" id="315" r:id="R59a0e4cb62ba4314"/>
    <p:sldId xmlns:r="http://schemas.openxmlformats.org/officeDocument/2006/relationships" id="316" r:id="R4f2eb1268e434635"/>
    <p:sldId xmlns:r="http://schemas.openxmlformats.org/officeDocument/2006/relationships" id="317" r:id="R943be20a6a1143bc"/>
    <p:sldId xmlns:r="http://schemas.openxmlformats.org/officeDocument/2006/relationships" id="318" r:id="Rd9d705adaff34f9f"/>
    <p:sldId xmlns:r="http://schemas.openxmlformats.org/officeDocument/2006/relationships" id="319" r:id="Rc035e2e9c64b4460"/>
    <p:sldId xmlns:r="http://schemas.openxmlformats.org/officeDocument/2006/relationships" id="320" r:id="R205222c8fa9c40d2"/>
    <p:sldId xmlns:r="http://schemas.openxmlformats.org/officeDocument/2006/relationships" id="321" r:id="Re1ecb8967eb042bb"/>
    <p:sldId xmlns:r="http://schemas.openxmlformats.org/officeDocument/2006/relationships" id="322" r:id="R0abae30f686244f4"/>
    <p:sldId xmlns:r="http://schemas.openxmlformats.org/officeDocument/2006/relationships" id="323" r:id="R892ac0018fcd49c8"/>
    <p:sldId xmlns:r="http://schemas.openxmlformats.org/officeDocument/2006/relationships" id="324" r:id="R30db5ca867104232"/>
    <p:sldId xmlns:r="http://schemas.openxmlformats.org/officeDocument/2006/relationships" id="325" r:id="R1b759ff92bf04981"/>
    <p:sldId xmlns:r="http://schemas.openxmlformats.org/officeDocument/2006/relationships" id="326" r:id="R8267ec2ec9fb4053"/>
    <p:sldId xmlns:r="http://schemas.openxmlformats.org/officeDocument/2006/relationships" id="327" r:id="R0533484131944ef6"/>
    <p:sldId xmlns:r="http://schemas.openxmlformats.org/officeDocument/2006/relationships" id="328" r:id="R0c179397f0f14cfe"/>
    <p:sldId xmlns:r="http://schemas.openxmlformats.org/officeDocument/2006/relationships" id="329" r:id="R2e2b27f63165498d"/>
    <p:sldId xmlns:r="http://schemas.openxmlformats.org/officeDocument/2006/relationships" id="330" r:id="R3d29842930ee4621"/>
    <p:sldId xmlns:r="http://schemas.openxmlformats.org/officeDocument/2006/relationships" id="331" r:id="Reba1d8a7815640cd"/>
    <p:sldId xmlns:r="http://schemas.openxmlformats.org/officeDocument/2006/relationships" id="332" r:id="Re12aa025157149bc"/>
    <p:sldId xmlns:r="http://schemas.openxmlformats.org/officeDocument/2006/relationships" id="333" r:id="Rbfbc244d00e0421e"/>
    <p:sldId xmlns:r="http://schemas.openxmlformats.org/officeDocument/2006/relationships" id="334" r:id="R6c975c49664b4dd6"/>
    <p:sldId xmlns:r="http://schemas.openxmlformats.org/officeDocument/2006/relationships" id="335" r:id="R12a973a6d6ae465d"/>
    <p:sldId xmlns:r="http://schemas.openxmlformats.org/officeDocument/2006/relationships" id="336" r:id="R6d2084c0d2ce4b20"/>
    <p:sldId xmlns:r="http://schemas.openxmlformats.org/officeDocument/2006/relationships" id="337" r:id="R7c827c5ac61e4b71"/>
    <p:sldId xmlns:r="http://schemas.openxmlformats.org/officeDocument/2006/relationships" id="338" r:id="R1ae94906bd424686"/>
    <p:sldId xmlns:r="http://schemas.openxmlformats.org/officeDocument/2006/relationships" id="339" r:id="R4213f765a64a4bb6"/>
    <p:sldId xmlns:r="http://schemas.openxmlformats.org/officeDocument/2006/relationships" id="340" r:id="R150aa8e69ad94e1d"/>
    <p:sldId xmlns:r="http://schemas.openxmlformats.org/officeDocument/2006/relationships" id="341" r:id="Ra507e29d16ac4d00"/>
    <p:sldId xmlns:r="http://schemas.openxmlformats.org/officeDocument/2006/relationships" id="342" r:id="R3dc33d94c0f44fc4"/>
    <p:sldId xmlns:r="http://schemas.openxmlformats.org/officeDocument/2006/relationships" id="343" r:id="R7435c95934314915"/>
    <p:sldId xmlns:r="http://schemas.openxmlformats.org/officeDocument/2006/relationships" id="344" r:id="R82fde456441c4691"/>
    <p:sldId xmlns:r="http://schemas.openxmlformats.org/officeDocument/2006/relationships" id="345" r:id="Rdd529dc7f47046e8"/>
    <p:sldId xmlns:r="http://schemas.openxmlformats.org/officeDocument/2006/relationships" id="346" r:id="R0a5063182eb24851"/>
    <p:sldId xmlns:r="http://schemas.openxmlformats.org/officeDocument/2006/relationships" id="347" r:id="R2802f834d85140d1"/>
    <p:sldId xmlns:r="http://schemas.openxmlformats.org/officeDocument/2006/relationships" id="348" r:id="R385c90b451f947ea"/>
    <p:sldId xmlns:r="http://schemas.openxmlformats.org/officeDocument/2006/relationships" id="349" r:id="R413ad1ae06f040d9"/>
    <p:sldId xmlns:r="http://schemas.openxmlformats.org/officeDocument/2006/relationships" id="350" r:id="R8b4432e99e4c476c"/>
    <p:sldId xmlns:r="http://schemas.openxmlformats.org/officeDocument/2006/relationships" id="351" r:id="Rf6a9d7e33d5e4df2"/>
    <p:sldId xmlns:r="http://schemas.openxmlformats.org/officeDocument/2006/relationships" id="352" r:id="Rf1664057a12a4823"/>
    <p:sldId xmlns:r="http://schemas.openxmlformats.org/officeDocument/2006/relationships" id="353" r:id="Rbd23f95733894299"/>
    <p:sldId xmlns:r="http://schemas.openxmlformats.org/officeDocument/2006/relationships" id="354" r:id="R6787f191d28c4f2b"/>
    <p:sldId xmlns:r="http://schemas.openxmlformats.org/officeDocument/2006/relationships" id="355" r:id="R24df81ff044c486d"/>
    <p:sldId xmlns:r="http://schemas.openxmlformats.org/officeDocument/2006/relationships" id="356" r:id="R8f0b803e0a4e4536"/>
    <p:sldId xmlns:r="http://schemas.openxmlformats.org/officeDocument/2006/relationships" id="357" r:id="R7d1094e6acfa4052"/>
    <p:sldId xmlns:r="http://schemas.openxmlformats.org/officeDocument/2006/relationships" id="358" r:id="R8346ee6e373346b4"/>
    <p:sldId xmlns:r="http://schemas.openxmlformats.org/officeDocument/2006/relationships" id="359" r:id="R2156ec90ea964f62"/>
    <p:sldId xmlns:r="http://schemas.openxmlformats.org/officeDocument/2006/relationships" id="360" r:id="R484452a5743c46ec"/>
    <p:sldId xmlns:r="http://schemas.openxmlformats.org/officeDocument/2006/relationships" id="361" r:id="R45448bcd47e540c4"/>
    <p:sldId xmlns:r="http://schemas.openxmlformats.org/officeDocument/2006/relationships" id="362" r:id="R079afed2dc484574"/>
    <p:sldId xmlns:r="http://schemas.openxmlformats.org/officeDocument/2006/relationships" id="363" r:id="R3f5cc176c0594692"/>
    <p:sldId xmlns:r="http://schemas.openxmlformats.org/officeDocument/2006/relationships" id="364" r:id="R1625e87a5f544809"/>
    <p:sldId xmlns:r="http://schemas.openxmlformats.org/officeDocument/2006/relationships" id="365" r:id="R3e49791a4b024206"/>
    <p:sldId xmlns:r="http://schemas.openxmlformats.org/officeDocument/2006/relationships" id="366" r:id="R9b8615a67f7c4add"/>
    <p:sldId xmlns:r="http://schemas.openxmlformats.org/officeDocument/2006/relationships" id="367" r:id="R1c227dd706ab448d"/>
    <p:sldId xmlns:r="http://schemas.openxmlformats.org/officeDocument/2006/relationships" id="368" r:id="R79295d245fc04f7f"/>
    <p:sldId xmlns:r="http://schemas.openxmlformats.org/officeDocument/2006/relationships" id="369" r:id="R81409b8363e4403b"/>
    <p:sldId xmlns:r="http://schemas.openxmlformats.org/officeDocument/2006/relationships" id="370" r:id="Rcf954b9e01c948ab"/>
    <p:sldId xmlns:r="http://schemas.openxmlformats.org/officeDocument/2006/relationships" id="371" r:id="Rc8cea1c581054f48"/>
    <p:sldId xmlns:r="http://schemas.openxmlformats.org/officeDocument/2006/relationships" id="372" r:id="Rf634393b925647c0"/>
    <p:sldId xmlns:r="http://schemas.openxmlformats.org/officeDocument/2006/relationships" id="373" r:id="R5c8c74cbfff646ee"/>
    <p:sldId xmlns:r="http://schemas.openxmlformats.org/officeDocument/2006/relationships" id="374" r:id="Redf88b80a2264dd9"/>
    <p:sldId xmlns:r="http://schemas.openxmlformats.org/officeDocument/2006/relationships" id="375" r:id="Rc63429d0ce4c4747"/>
    <p:sldId xmlns:r="http://schemas.openxmlformats.org/officeDocument/2006/relationships" id="376" r:id="Re2cf1fa4988640da"/>
    <p:sldId xmlns:r="http://schemas.openxmlformats.org/officeDocument/2006/relationships" id="377" r:id="R23b1246426db47c1"/>
    <p:sldId xmlns:r="http://schemas.openxmlformats.org/officeDocument/2006/relationships" id="378" r:id="Rf3dad3c62d4b4fa8"/>
    <p:sldId xmlns:r="http://schemas.openxmlformats.org/officeDocument/2006/relationships" id="379" r:id="R9f5f71c530c94042"/>
    <p:sldId xmlns:r="http://schemas.openxmlformats.org/officeDocument/2006/relationships" id="380" r:id="Ra8d164102809497f"/>
    <p:sldId xmlns:r="http://schemas.openxmlformats.org/officeDocument/2006/relationships" id="381" r:id="Red59bff15a704e38"/>
    <p:sldId xmlns:r="http://schemas.openxmlformats.org/officeDocument/2006/relationships" id="382" r:id="Red6236d6515a48ff"/>
    <p:sldId xmlns:r="http://schemas.openxmlformats.org/officeDocument/2006/relationships" id="383" r:id="Rd9c4dc88b5324142"/>
    <p:sldId xmlns:r="http://schemas.openxmlformats.org/officeDocument/2006/relationships" id="384" r:id="R84f15460fc754191"/>
    <p:sldId xmlns:r="http://schemas.openxmlformats.org/officeDocument/2006/relationships" id="385" r:id="Rfe996f1682c7494f"/>
    <p:sldId xmlns:r="http://schemas.openxmlformats.org/officeDocument/2006/relationships" id="386" r:id="R0d24ce719b8e4cd3"/>
    <p:sldId xmlns:r="http://schemas.openxmlformats.org/officeDocument/2006/relationships" id="387" r:id="Rdf1974df47c0429c"/>
    <p:sldId xmlns:r="http://schemas.openxmlformats.org/officeDocument/2006/relationships" id="388" r:id="R17f9dfee62cc44e4"/>
    <p:sldId xmlns:r="http://schemas.openxmlformats.org/officeDocument/2006/relationships" id="389" r:id="Rd57e6874dfcf405c"/>
    <p:sldId xmlns:r="http://schemas.openxmlformats.org/officeDocument/2006/relationships" id="390" r:id="R2aebc2cf8aef4e64"/>
    <p:sldId xmlns:r="http://schemas.openxmlformats.org/officeDocument/2006/relationships" id="391" r:id="Re5c6caa612834f84"/>
    <p:sldId xmlns:r="http://schemas.openxmlformats.org/officeDocument/2006/relationships" id="392" r:id="R13ab1034f3c74f44"/>
    <p:sldId xmlns:r="http://schemas.openxmlformats.org/officeDocument/2006/relationships" id="393" r:id="R1be3afd2b1974aa9"/>
    <p:sldId xmlns:r="http://schemas.openxmlformats.org/officeDocument/2006/relationships" id="394" r:id="Rf5082df997094778"/>
    <p:sldId xmlns:r="http://schemas.openxmlformats.org/officeDocument/2006/relationships" id="395" r:id="Rffd8ec88a38143d7"/>
    <p:sldId xmlns:r="http://schemas.openxmlformats.org/officeDocument/2006/relationships" id="396" r:id="R219f27d5c13f43a6"/>
    <p:sldId xmlns:r="http://schemas.openxmlformats.org/officeDocument/2006/relationships" id="397" r:id="R18937217698a412f"/>
    <p:sldId xmlns:r="http://schemas.openxmlformats.org/officeDocument/2006/relationships" id="398" r:id="R3d13fb4d84f34ebf"/>
    <p:sldId xmlns:r="http://schemas.openxmlformats.org/officeDocument/2006/relationships" id="399" r:id="Rb4fc26f137524f01"/>
    <p:sldId xmlns:r="http://schemas.openxmlformats.org/officeDocument/2006/relationships" id="400" r:id="Rcc8fca5cc1424b24"/>
    <p:sldId xmlns:r="http://schemas.openxmlformats.org/officeDocument/2006/relationships" id="401" r:id="Rc59dd3cb81ea49db"/>
    <p:sldId xmlns:r="http://schemas.openxmlformats.org/officeDocument/2006/relationships" id="402" r:id="R11773d0ce2454f92"/>
    <p:sldId xmlns:r="http://schemas.openxmlformats.org/officeDocument/2006/relationships" id="403" r:id="R235850cebae246a4"/>
    <p:sldId xmlns:r="http://schemas.openxmlformats.org/officeDocument/2006/relationships" id="404" r:id="R502894e3f8dd4c41"/>
    <p:sldId xmlns:r="http://schemas.openxmlformats.org/officeDocument/2006/relationships" id="405" r:id="R0e1dd37c39ea4f5c"/>
    <p:sldId xmlns:r="http://schemas.openxmlformats.org/officeDocument/2006/relationships" id="406" r:id="R6cc3e7e8e3184f78"/>
    <p:sldId xmlns:r="http://schemas.openxmlformats.org/officeDocument/2006/relationships" id="407" r:id="R2687250193574bc2"/>
    <p:sldId xmlns:r="http://schemas.openxmlformats.org/officeDocument/2006/relationships" id="408" r:id="R68bbda03daa34cc3"/>
    <p:sldId xmlns:r="http://schemas.openxmlformats.org/officeDocument/2006/relationships" id="409" r:id="R8188d4829d3f4e80"/>
    <p:sldId xmlns:r="http://schemas.openxmlformats.org/officeDocument/2006/relationships" id="410" r:id="R7ad73a67f8c24f1b"/>
    <p:sldId xmlns:r="http://schemas.openxmlformats.org/officeDocument/2006/relationships" id="411" r:id="Reb4e6819f4fb43be"/>
    <p:sldId xmlns:r="http://schemas.openxmlformats.org/officeDocument/2006/relationships" id="412" r:id="Ra1b69102d8c04513"/>
    <p:sldId xmlns:r="http://schemas.openxmlformats.org/officeDocument/2006/relationships" id="413" r:id="R10d22953089d4e57"/>
    <p:sldId xmlns:r="http://schemas.openxmlformats.org/officeDocument/2006/relationships" id="414" r:id="Rd3535701bbff4072"/>
    <p:sldId xmlns:r="http://schemas.openxmlformats.org/officeDocument/2006/relationships" id="415" r:id="R71e304a54bda4b5e"/>
    <p:sldId xmlns:r="http://schemas.openxmlformats.org/officeDocument/2006/relationships" id="416" r:id="Rc1ea04fb4cca4f1d"/>
    <p:sldId xmlns:r="http://schemas.openxmlformats.org/officeDocument/2006/relationships" id="417" r:id="R9c58853d49ba4be6"/>
    <p:sldId xmlns:r="http://schemas.openxmlformats.org/officeDocument/2006/relationships" id="418" r:id="R59e7ac3d5a5d445a"/>
    <p:sldId xmlns:r="http://schemas.openxmlformats.org/officeDocument/2006/relationships" id="419" r:id="R811ac69c9e7245df"/>
    <p:sldId xmlns:r="http://schemas.openxmlformats.org/officeDocument/2006/relationships" id="420" r:id="Ra0a97af758ed4243"/>
    <p:sldId xmlns:r="http://schemas.openxmlformats.org/officeDocument/2006/relationships" id="421" r:id="R52b45c41953f49ee"/>
    <p:sldId xmlns:r="http://schemas.openxmlformats.org/officeDocument/2006/relationships" id="422" r:id="R8e61f5c532d64c18"/>
    <p:sldId xmlns:r="http://schemas.openxmlformats.org/officeDocument/2006/relationships" id="423" r:id="Rd4e00f65cfc64047"/>
    <p:sldId xmlns:r="http://schemas.openxmlformats.org/officeDocument/2006/relationships" id="424" r:id="R5d76429b91b94d16"/>
    <p:sldId xmlns:r="http://schemas.openxmlformats.org/officeDocument/2006/relationships" id="425" r:id="R6aca18fba8624601"/>
    <p:sldId xmlns:r="http://schemas.openxmlformats.org/officeDocument/2006/relationships" id="426" r:id="R7deb843aa2cd4805"/>
    <p:sldId xmlns:r="http://schemas.openxmlformats.org/officeDocument/2006/relationships" id="427" r:id="R6f56784de123443f"/>
    <p:sldId xmlns:r="http://schemas.openxmlformats.org/officeDocument/2006/relationships" id="428" r:id="R6aa6f3fce33c493f"/>
    <p:sldId xmlns:r="http://schemas.openxmlformats.org/officeDocument/2006/relationships" id="429" r:id="Rd5f4b2eb16c74c11"/>
    <p:sldId xmlns:r="http://schemas.openxmlformats.org/officeDocument/2006/relationships" id="430" r:id="R3744db22e7fd43b3"/>
    <p:sldId xmlns:r="http://schemas.openxmlformats.org/officeDocument/2006/relationships" id="431" r:id="R411ed309ba1c49f7"/>
    <p:sldId xmlns:r="http://schemas.openxmlformats.org/officeDocument/2006/relationships" id="432" r:id="R023df63b36ac4f99"/>
    <p:sldId xmlns:r="http://schemas.openxmlformats.org/officeDocument/2006/relationships" id="433" r:id="Rd33d6ce770a74b1f"/>
    <p:sldId xmlns:r="http://schemas.openxmlformats.org/officeDocument/2006/relationships" id="434" r:id="Rf79e5616300f4cc3"/>
    <p:sldId xmlns:r="http://schemas.openxmlformats.org/officeDocument/2006/relationships" id="435" r:id="R71a9e6c1861e478b"/>
    <p:sldId xmlns:r="http://schemas.openxmlformats.org/officeDocument/2006/relationships" id="436" r:id="R3568ae06be384fa6"/>
    <p:sldId xmlns:r="http://schemas.openxmlformats.org/officeDocument/2006/relationships" id="437" r:id="R9b4eba1c500b497c"/>
    <p:sldId xmlns:r="http://schemas.openxmlformats.org/officeDocument/2006/relationships" id="438" r:id="R3184948f6994418d"/>
    <p:sldId xmlns:r="http://schemas.openxmlformats.org/officeDocument/2006/relationships" id="439" r:id="Rfb1615f0ea594d6a"/>
    <p:sldId xmlns:r="http://schemas.openxmlformats.org/officeDocument/2006/relationships" id="440" r:id="R4f319945938e410f"/>
    <p:sldId xmlns:r="http://schemas.openxmlformats.org/officeDocument/2006/relationships" id="441" r:id="R8f1f0de3d45f4c91"/>
    <p:sldId xmlns:r="http://schemas.openxmlformats.org/officeDocument/2006/relationships" id="442" r:id="R220fff4f04524ce6"/>
    <p:sldId xmlns:r="http://schemas.openxmlformats.org/officeDocument/2006/relationships" id="443" r:id="Rd0fce10bf0394162"/>
    <p:sldId xmlns:r="http://schemas.openxmlformats.org/officeDocument/2006/relationships" id="444" r:id="R178522efcfdd4d2e"/>
    <p:sldId xmlns:r="http://schemas.openxmlformats.org/officeDocument/2006/relationships" id="445" r:id="Rf579fa1c8b8c4747"/>
    <p:sldId xmlns:r="http://schemas.openxmlformats.org/officeDocument/2006/relationships" id="446" r:id="Rbe88beff9e1241c8"/>
    <p:sldId xmlns:r="http://schemas.openxmlformats.org/officeDocument/2006/relationships" id="447" r:id="R0bc37cabe59f4d70"/>
    <p:sldId xmlns:r="http://schemas.openxmlformats.org/officeDocument/2006/relationships" id="448" r:id="R2df7aac5e5f4416d"/>
    <p:sldId xmlns:r="http://schemas.openxmlformats.org/officeDocument/2006/relationships" id="449" r:id="Rec04a55b8d014dab"/>
    <p:sldId xmlns:r="http://schemas.openxmlformats.org/officeDocument/2006/relationships" id="450" r:id="Re818454d20a24b32"/>
    <p:sldId xmlns:r="http://schemas.openxmlformats.org/officeDocument/2006/relationships" id="451" r:id="Rb324890ac33a4ef4"/>
    <p:sldId xmlns:r="http://schemas.openxmlformats.org/officeDocument/2006/relationships" id="452" r:id="R60bdc0382fce4555"/>
    <p:sldId xmlns:r="http://schemas.openxmlformats.org/officeDocument/2006/relationships" id="453" r:id="R87feaed509054c90"/>
    <p:sldId xmlns:r="http://schemas.openxmlformats.org/officeDocument/2006/relationships" id="454" r:id="Rb9de1c2dbfd4491c"/>
    <p:sldId xmlns:r="http://schemas.openxmlformats.org/officeDocument/2006/relationships" id="455" r:id="R1526a7bb8eb64380"/>
    <p:sldId xmlns:r="http://schemas.openxmlformats.org/officeDocument/2006/relationships" id="456" r:id="R771d8031e32b4735"/>
    <p:sldId xmlns:r="http://schemas.openxmlformats.org/officeDocument/2006/relationships" id="457" r:id="Reed8a52ca99d4dcd"/>
    <p:sldId xmlns:r="http://schemas.openxmlformats.org/officeDocument/2006/relationships" id="458" r:id="Re2ab780b41d9426e"/>
    <p:sldId xmlns:r="http://schemas.openxmlformats.org/officeDocument/2006/relationships" id="459" r:id="Re51df726ba95415d"/>
    <p:sldId xmlns:r="http://schemas.openxmlformats.org/officeDocument/2006/relationships" id="460" r:id="R032b2f059cb641e5"/>
    <p:sldId xmlns:r="http://schemas.openxmlformats.org/officeDocument/2006/relationships" id="461" r:id="R189c6a16ea7842b8"/>
    <p:sldId xmlns:r="http://schemas.openxmlformats.org/officeDocument/2006/relationships" id="462" r:id="Re9f8ab1e12c04bb3"/>
    <p:sldId xmlns:r="http://schemas.openxmlformats.org/officeDocument/2006/relationships" id="463" r:id="R3920c64781434749"/>
    <p:sldId xmlns:r="http://schemas.openxmlformats.org/officeDocument/2006/relationships" id="464" r:id="R17d27a71c4bf4d35"/>
    <p:sldId xmlns:r="http://schemas.openxmlformats.org/officeDocument/2006/relationships" id="465" r:id="Rdcd392758e62479c"/>
    <p:sldId xmlns:r="http://schemas.openxmlformats.org/officeDocument/2006/relationships" id="466" r:id="Rc27e99dd955a4d0c"/>
    <p:sldId xmlns:r="http://schemas.openxmlformats.org/officeDocument/2006/relationships" id="467" r:id="Rc3b47f7817a04641"/>
    <p:sldId xmlns:r="http://schemas.openxmlformats.org/officeDocument/2006/relationships" id="468" r:id="Rd68bdd73193245a8"/>
    <p:sldId xmlns:r="http://schemas.openxmlformats.org/officeDocument/2006/relationships" id="469" r:id="Red890c3c64f14e08"/>
    <p:sldId xmlns:r="http://schemas.openxmlformats.org/officeDocument/2006/relationships" id="470" r:id="R4eb51ffe30454205"/>
    <p:sldId xmlns:r="http://schemas.openxmlformats.org/officeDocument/2006/relationships" id="471" r:id="R0427675788ef49ca"/>
    <p:sldId xmlns:r="http://schemas.openxmlformats.org/officeDocument/2006/relationships" id="472" r:id="Rf2fab818d05843d5"/>
    <p:sldId xmlns:r="http://schemas.openxmlformats.org/officeDocument/2006/relationships" id="473" r:id="Rab557367541d4fff"/>
    <p:sldId xmlns:r="http://schemas.openxmlformats.org/officeDocument/2006/relationships" id="474" r:id="Rfda8bd9e36014643"/>
    <p:sldId xmlns:r="http://schemas.openxmlformats.org/officeDocument/2006/relationships" id="475" r:id="R912248cd1ac4483b"/>
    <p:sldId xmlns:r="http://schemas.openxmlformats.org/officeDocument/2006/relationships" id="476" r:id="R420d6c96e3a54cd8"/>
    <p:sldId xmlns:r="http://schemas.openxmlformats.org/officeDocument/2006/relationships" id="477" r:id="R5f543cc8e0b040a0"/>
    <p:sldId xmlns:r="http://schemas.openxmlformats.org/officeDocument/2006/relationships" id="478" r:id="R48848f518afb470f"/>
    <p:sldId xmlns:r="http://schemas.openxmlformats.org/officeDocument/2006/relationships" id="479" r:id="R281bbbba50df4ca8"/>
    <p:sldId xmlns:r="http://schemas.openxmlformats.org/officeDocument/2006/relationships" id="480" r:id="R4a714c7c9f95412f"/>
    <p:sldId xmlns:r="http://schemas.openxmlformats.org/officeDocument/2006/relationships" id="481" r:id="R4ce38e87d3a940b6"/>
    <p:sldId xmlns:r="http://schemas.openxmlformats.org/officeDocument/2006/relationships" id="482" r:id="R21b9c9f614c141c0"/>
    <p:sldId xmlns:r="http://schemas.openxmlformats.org/officeDocument/2006/relationships" id="483" r:id="R2586a7c3b5eb4c58"/>
    <p:sldId xmlns:r="http://schemas.openxmlformats.org/officeDocument/2006/relationships" id="484" r:id="Rb4e5445fe8724861"/>
    <p:sldId xmlns:r="http://schemas.openxmlformats.org/officeDocument/2006/relationships" id="485" r:id="R63c7a68415174164"/>
    <p:sldId xmlns:r="http://schemas.openxmlformats.org/officeDocument/2006/relationships" id="486" r:id="Rae4ce98e2a1143bd"/>
    <p:sldId xmlns:r="http://schemas.openxmlformats.org/officeDocument/2006/relationships" id="487" r:id="R6410b09636ab43fa"/>
    <p:sldId xmlns:r="http://schemas.openxmlformats.org/officeDocument/2006/relationships" id="488" r:id="Re48e0838656044d0"/>
    <p:sldId xmlns:r="http://schemas.openxmlformats.org/officeDocument/2006/relationships" id="489" r:id="Re22e872387e14c11"/>
    <p:sldId xmlns:r="http://schemas.openxmlformats.org/officeDocument/2006/relationships" id="490" r:id="R117f5fb2ea5846df"/>
    <p:sldId xmlns:r="http://schemas.openxmlformats.org/officeDocument/2006/relationships" id="491" r:id="R73738932abca4c31"/>
    <p:sldId xmlns:r="http://schemas.openxmlformats.org/officeDocument/2006/relationships" id="492" r:id="R89ba34071bfd4c21"/>
    <p:sldId xmlns:r="http://schemas.openxmlformats.org/officeDocument/2006/relationships" id="493" r:id="R84177f423a2b4ae9"/>
    <p:sldId xmlns:r="http://schemas.openxmlformats.org/officeDocument/2006/relationships" id="494" r:id="Rc58a2310c23545bb"/>
    <p:sldId xmlns:r="http://schemas.openxmlformats.org/officeDocument/2006/relationships" id="495" r:id="R31bd3616cf4545ea"/>
    <p:sldId xmlns:r="http://schemas.openxmlformats.org/officeDocument/2006/relationships" id="496" r:id="Rcd9972cc065041ee"/>
    <p:sldId xmlns:r="http://schemas.openxmlformats.org/officeDocument/2006/relationships" id="497" r:id="R6b6b7d214609499b"/>
    <p:sldId xmlns:r="http://schemas.openxmlformats.org/officeDocument/2006/relationships" id="498" r:id="R533c74914e164e54"/>
    <p:sldId xmlns:r="http://schemas.openxmlformats.org/officeDocument/2006/relationships" id="499" r:id="R5eae84fa0a7c43cc"/>
    <p:sldId xmlns:r="http://schemas.openxmlformats.org/officeDocument/2006/relationships" id="500" r:id="Rd6fdd46e54174265"/>
    <p:sldId xmlns:r="http://schemas.openxmlformats.org/officeDocument/2006/relationships" id="501" r:id="R0f384533840a4636"/>
    <p:sldId xmlns:r="http://schemas.openxmlformats.org/officeDocument/2006/relationships" id="502" r:id="R13f8c7284518429d"/>
    <p:sldId xmlns:r="http://schemas.openxmlformats.org/officeDocument/2006/relationships" id="503" r:id="Rb23e31f2c8b6461f"/>
    <p:sldId xmlns:r="http://schemas.openxmlformats.org/officeDocument/2006/relationships" id="504" r:id="R890aff3c3d284508"/>
    <p:sldId xmlns:r="http://schemas.openxmlformats.org/officeDocument/2006/relationships" id="505" r:id="R60a8d57423f449c0"/>
    <p:sldId xmlns:r="http://schemas.openxmlformats.org/officeDocument/2006/relationships" id="506" r:id="R6fd3c8993c4f4fc5"/>
    <p:sldId xmlns:r="http://schemas.openxmlformats.org/officeDocument/2006/relationships" id="507" r:id="Rf3bd6c2aa5234b70"/>
    <p:sldId xmlns:r="http://schemas.openxmlformats.org/officeDocument/2006/relationships" id="508" r:id="Rc174835fd277417d"/>
    <p:sldId xmlns:r="http://schemas.openxmlformats.org/officeDocument/2006/relationships" id="509" r:id="R4caab2b501ba4404"/>
    <p:sldId xmlns:r="http://schemas.openxmlformats.org/officeDocument/2006/relationships" id="510" r:id="Ree3468e684244e72"/>
    <p:sldId xmlns:r="http://schemas.openxmlformats.org/officeDocument/2006/relationships" id="511" r:id="R41e3deaae4f44017"/>
    <p:sldId xmlns:r="http://schemas.openxmlformats.org/officeDocument/2006/relationships" id="512" r:id="Rb952efe3af75459f"/>
    <p:sldId xmlns:r="http://schemas.openxmlformats.org/officeDocument/2006/relationships" id="513" r:id="R91f52be8622d40bf"/>
    <p:sldId xmlns:r="http://schemas.openxmlformats.org/officeDocument/2006/relationships" id="514" r:id="Rab1b249d1ae8480a"/>
    <p:sldId xmlns:r="http://schemas.openxmlformats.org/officeDocument/2006/relationships" id="515" r:id="Rfcf99b8e0f1f4fb6"/>
    <p:sldId xmlns:r="http://schemas.openxmlformats.org/officeDocument/2006/relationships" id="516" r:id="R50101ab418e44351"/>
    <p:sldId xmlns:r="http://schemas.openxmlformats.org/officeDocument/2006/relationships" id="517" r:id="R41022a3f97794ff2"/>
    <p:sldId xmlns:r="http://schemas.openxmlformats.org/officeDocument/2006/relationships" id="518" r:id="R86f7bb34f77946df"/>
    <p:sldId xmlns:r="http://schemas.openxmlformats.org/officeDocument/2006/relationships" id="519" r:id="R4b6b7560289d462c"/>
    <p:sldId xmlns:r="http://schemas.openxmlformats.org/officeDocument/2006/relationships" id="520" r:id="Rde2a19b06e5244b1"/>
    <p:sldId xmlns:r="http://schemas.openxmlformats.org/officeDocument/2006/relationships" id="521" r:id="Rf690ba6e92794de7"/>
    <p:sldId xmlns:r="http://schemas.openxmlformats.org/officeDocument/2006/relationships" id="522" r:id="R4f5731be9fcb4996"/>
    <p:sldId xmlns:r="http://schemas.openxmlformats.org/officeDocument/2006/relationships" id="523" r:id="R0d85bd270d934aee"/>
    <p:sldId xmlns:r="http://schemas.openxmlformats.org/officeDocument/2006/relationships" id="524" r:id="R97144b4fbf2b4744"/>
    <p:sldId xmlns:r="http://schemas.openxmlformats.org/officeDocument/2006/relationships" id="525" r:id="R3eeb7e4a3dc54dd8"/>
    <p:sldId xmlns:r="http://schemas.openxmlformats.org/officeDocument/2006/relationships" id="526" r:id="Rc65b2a87179846c8"/>
    <p:sldId xmlns:r="http://schemas.openxmlformats.org/officeDocument/2006/relationships" id="527" r:id="R508a2efea7984d86"/>
    <p:sldId xmlns:r="http://schemas.openxmlformats.org/officeDocument/2006/relationships" id="528" r:id="R94ef92b8ef2d4c0a"/>
    <p:sldId xmlns:r="http://schemas.openxmlformats.org/officeDocument/2006/relationships" id="529" r:id="R0e057aa78e734415"/>
    <p:sldId xmlns:r="http://schemas.openxmlformats.org/officeDocument/2006/relationships" id="530" r:id="Ra7b300ba92d14967"/>
    <p:sldId xmlns:r="http://schemas.openxmlformats.org/officeDocument/2006/relationships" id="531" r:id="R25999f10d2794f94"/>
    <p:sldId xmlns:r="http://schemas.openxmlformats.org/officeDocument/2006/relationships" id="532" r:id="Re78b830c518042f9"/>
    <p:sldId xmlns:r="http://schemas.openxmlformats.org/officeDocument/2006/relationships" id="533" r:id="Rd141e9a9bfae44d4"/>
    <p:sldId xmlns:r="http://schemas.openxmlformats.org/officeDocument/2006/relationships" id="534" r:id="R63c06ef4787d4bda"/>
    <p:sldId xmlns:r="http://schemas.openxmlformats.org/officeDocument/2006/relationships" id="535" r:id="R031b18cb2dc04c41"/>
    <p:sldId xmlns:r="http://schemas.openxmlformats.org/officeDocument/2006/relationships" id="536" r:id="R52f1411e4ab3427b"/>
    <p:sldId xmlns:r="http://schemas.openxmlformats.org/officeDocument/2006/relationships" id="537" r:id="R2bdf2232a0d3415b"/>
    <p:sldId xmlns:r="http://schemas.openxmlformats.org/officeDocument/2006/relationships" id="538" r:id="R24006fa37dbb44a6"/>
    <p:sldId xmlns:r="http://schemas.openxmlformats.org/officeDocument/2006/relationships" id="539" r:id="Rb83e4007c9f94153"/>
    <p:sldId xmlns:r="http://schemas.openxmlformats.org/officeDocument/2006/relationships" id="540" r:id="Rdae01e7aa761412a"/>
    <p:sldId xmlns:r="http://schemas.openxmlformats.org/officeDocument/2006/relationships" id="541" r:id="R97a52a69356949e2"/>
    <p:sldId xmlns:r="http://schemas.openxmlformats.org/officeDocument/2006/relationships" id="542" r:id="Rdd1b4c86968d4c30"/>
    <p:sldId xmlns:r="http://schemas.openxmlformats.org/officeDocument/2006/relationships" id="543" r:id="R4042ca480d2541d7"/>
    <p:sldId xmlns:r="http://schemas.openxmlformats.org/officeDocument/2006/relationships" id="544" r:id="R99a503d7b17341f7"/>
    <p:sldId xmlns:r="http://schemas.openxmlformats.org/officeDocument/2006/relationships" id="545" r:id="R7b62dca845cd4098"/>
    <p:sldId xmlns:r="http://schemas.openxmlformats.org/officeDocument/2006/relationships" id="546" r:id="Rfd69c674ac9d48c4"/>
    <p:sldId xmlns:r="http://schemas.openxmlformats.org/officeDocument/2006/relationships" id="547" r:id="R2e7a2ae0b01646d9"/>
    <p:sldId xmlns:r="http://schemas.openxmlformats.org/officeDocument/2006/relationships" id="548" r:id="R30ae0065e35d471b"/>
    <p:sldId xmlns:r="http://schemas.openxmlformats.org/officeDocument/2006/relationships" id="549" r:id="R38ba01e7e7de4fcc"/>
    <p:sldId xmlns:r="http://schemas.openxmlformats.org/officeDocument/2006/relationships" id="550" r:id="Rcd63b2279d23478d"/>
    <p:sldId xmlns:r="http://schemas.openxmlformats.org/officeDocument/2006/relationships" id="551" r:id="R381e03196f2e4a3d"/>
    <p:sldId xmlns:r="http://schemas.openxmlformats.org/officeDocument/2006/relationships" id="552" r:id="Ra2e37a2884dd4b42"/>
    <p:sldId xmlns:r="http://schemas.openxmlformats.org/officeDocument/2006/relationships" id="553" r:id="Rbb79431e4dcc4afe"/>
    <p:sldId xmlns:r="http://schemas.openxmlformats.org/officeDocument/2006/relationships" id="554" r:id="R19178d5f5d0e4b26"/>
    <p:sldId xmlns:r="http://schemas.openxmlformats.org/officeDocument/2006/relationships" id="555" r:id="R5d93bb90572747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b61518f3742a3" /><Relationship Type="http://schemas.openxmlformats.org/officeDocument/2006/relationships/slideMaster" Target="/ppt/slideMasters/slideMaster1.xml" Id="R849a814fcbd246e7" /><Relationship Type="http://schemas.openxmlformats.org/officeDocument/2006/relationships/notesMaster" Target="/ppt/notesMasters/notesMaster1.xml" Id="Rf0cf75a7637b4c6a" /><Relationship Type="http://schemas.openxmlformats.org/officeDocument/2006/relationships/presProps" Target="/ppt/presProps.xml" Id="R402d8e56ba3e4288" /><Relationship Type="http://schemas.openxmlformats.org/officeDocument/2006/relationships/tableStyles" Target="/ppt/tableStyles.xml" Id="R218692af42944b88" /><Relationship Type="http://schemas.openxmlformats.org/officeDocument/2006/relationships/slide" Target="/ppt/slides/slide1.xml" Id="R44f054c1ba074530" /><Relationship Type="http://schemas.openxmlformats.org/officeDocument/2006/relationships/slide" Target="/ppt/slides/slide2.xml" Id="R837961b728584eac" /><Relationship Type="http://schemas.openxmlformats.org/officeDocument/2006/relationships/slide" Target="/ppt/slides/slide3.xml" Id="Rccd54c2e0eb1476a" /><Relationship Type="http://schemas.openxmlformats.org/officeDocument/2006/relationships/slide" Target="/ppt/slides/slide4.xml" Id="Rec33ef08ab1f4442" /><Relationship Type="http://schemas.openxmlformats.org/officeDocument/2006/relationships/slide" Target="/ppt/slides/slide5.xml" Id="R801c59b0421849c5" /><Relationship Type="http://schemas.openxmlformats.org/officeDocument/2006/relationships/slide" Target="/ppt/slides/slide6.xml" Id="R587700930d1c4ee2" /><Relationship Type="http://schemas.openxmlformats.org/officeDocument/2006/relationships/slide" Target="/ppt/slides/slide7.xml" Id="R1ba4b72ac7bf4245" /><Relationship Type="http://schemas.openxmlformats.org/officeDocument/2006/relationships/slide" Target="/ppt/slides/slide8.xml" Id="R0e69e1d34a274c1a" /><Relationship Type="http://schemas.openxmlformats.org/officeDocument/2006/relationships/slide" Target="/ppt/slides/slide9.xml" Id="R3328b4c4079b481f" /><Relationship Type="http://schemas.openxmlformats.org/officeDocument/2006/relationships/slide" Target="/ppt/slides/slide10.xml" Id="R1cb605ad392b4230" /><Relationship Type="http://schemas.openxmlformats.org/officeDocument/2006/relationships/slide" Target="/ppt/slides/slide11.xml" Id="R51cd1572b999401b" /><Relationship Type="http://schemas.openxmlformats.org/officeDocument/2006/relationships/slide" Target="/ppt/slides/slide12.xml" Id="Rd6e72dcd80324949" /><Relationship Type="http://schemas.openxmlformats.org/officeDocument/2006/relationships/slide" Target="/ppt/slides/slide13.xml" Id="R57b502725ab14ff3" /><Relationship Type="http://schemas.openxmlformats.org/officeDocument/2006/relationships/slide" Target="/ppt/slides/slide14.xml" Id="Rc813085c9c6d4c5d" /><Relationship Type="http://schemas.openxmlformats.org/officeDocument/2006/relationships/slide" Target="/ppt/slides/slide15.xml" Id="Rf2a0a4202b1843f6" /><Relationship Type="http://schemas.openxmlformats.org/officeDocument/2006/relationships/slide" Target="/ppt/slides/slide16.xml" Id="R267c5a26a54e4dee" /><Relationship Type="http://schemas.openxmlformats.org/officeDocument/2006/relationships/slide" Target="/ppt/slides/slide17.xml" Id="Rafcf74bf46764dcb" /><Relationship Type="http://schemas.openxmlformats.org/officeDocument/2006/relationships/slide" Target="/ppt/slides/slide18.xml" Id="Re39b0b9879744417" /><Relationship Type="http://schemas.openxmlformats.org/officeDocument/2006/relationships/slide" Target="/ppt/slides/slide19.xml" Id="R04af8baa8a754b8b" /><Relationship Type="http://schemas.openxmlformats.org/officeDocument/2006/relationships/slide" Target="/ppt/slides/slide20.xml" Id="Rd6d62034d9e541f6" /><Relationship Type="http://schemas.openxmlformats.org/officeDocument/2006/relationships/slide" Target="/ppt/slides/slide21.xml" Id="Rcf7827273e614173" /><Relationship Type="http://schemas.openxmlformats.org/officeDocument/2006/relationships/slide" Target="/ppt/slides/slide22.xml" Id="R50151ac210944405" /><Relationship Type="http://schemas.openxmlformats.org/officeDocument/2006/relationships/slide" Target="/ppt/slides/slide23.xml" Id="R83bcd27767204098" /><Relationship Type="http://schemas.openxmlformats.org/officeDocument/2006/relationships/slide" Target="/ppt/slides/slide24.xml" Id="R641bc15cf1c54fce" /><Relationship Type="http://schemas.openxmlformats.org/officeDocument/2006/relationships/slide" Target="/ppt/slides/slide25.xml" Id="Ra5d3b5a221764f20" /><Relationship Type="http://schemas.openxmlformats.org/officeDocument/2006/relationships/slide" Target="/ppt/slides/slide26.xml" Id="R832ac1836e924183" /><Relationship Type="http://schemas.openxmlformats.org/officeDocument/2006/relationships/slide" Target="/ppt/slides/slide27.xml" Id="R006f80f887404cb8" /><Relationship Type="http://schemas.openxmlformats.org/officeDocument/2006/relationships/slide" Target="/ppt/slides/slide28.xml" Id="R109215c6f2a444a9" /><Relationship Type="http://schemas.openxmlformats.org/officeDocument/2006/relationships/slide" Target="/ppt/slides/slide29.xml" Id="R43bd57c34ac74ce5" /><Relationship Type="http://schemas.openxmlformats.org/officeDocument/2006/relationships/slide" Target="/ppt/slides/slide30.xml" Id="R7d354226ca87472c" /><Relationship Type="http://schemas.openxmlformats.org/officeDocument/2006/relationships/slide" Target="/ppt/slides/slide31.xml" Id="R88d2210786714fe1" /><Relationship Type="http://schemas.openxmlformats.org/officeDocument/2006/relationships/slide" Target="/ppt/slides/slide32.xml" Id="Rf23b2312dea64971" /><Relationship Type="http://schemas.openxmlformats.org/officeDocument/2006/relationships/slide" Target="/ppt/slides/slide33.xml" Id="R3064592ad6de426c" /><Relationship Type="http://schemas.openxmlformats.org/officeDocument/2006/relationships/slide" Target="/ppt/slides/slide34.xml" Id="Rb3b0eed7e16546ba" /><Relationship Type="http://schemas.openxmlformats.org/officeDocument/2006/relationships/slide" Target="/ppt/slides/slide35.xml" Id="Rb7e1c4ffcbaf4f40" /><Relationship Type="http://schemas.openxmlformats.org/officeDocument/2006/relationships/slide" Target="/ppt/slides/slide36.xml" Id="Rd8052db8fcfa4be9" /><Relationship Type="http://schemas.openxmlformats.org/officeDocument/2006/relationships/slide" Target="/ppt/slides/slide37.xml" Id="R8895995ffb434491" /><Relationship Type="http://schemas.openxmlformats.org/officeDocument/2006/relationships/slide" Target="/ppt/slides/slide38.xml" Id="R713dd36845cc430c" /><Relationship Type="http://schemas.openxmlformats.org/officeDocument/2006/relationships/slide" Target="/ppt/slides/slide39.xml" Id="R143a144fb7ed4615" /><Relationship Type="http://schemas.openxmlformats.org/officeDocument/2006/relationships/slide" Target="/ppt/slides/slide40.xml" Id="R2691d48cc62b46cf" /><Relationship Type="http://schemas.openxmlformats.org/officeDocument/2006/relationships/slide" Target="/ppt/slides/slide41.xml" Id="R9e5ffdf58e134a53" /><Relationship Type="http://schemas.openxmlformats.org/officeDocument/2006/relationships/slide" Target="/ppt/slides/slide42.xml" Id="R3a7ce2ce18ba4a93" /><Relationship Type="http://schemas.openxmlformats.org/officeDocument/2006/relationships/slide" Target="/ppt/slides/slide43.xml" Id="R633eec0343d54ca9" /><Relationship Type="http://schemas.openxmlformats.org/officeDocument/2006/relationships/slide" Target="/ppt/slides/slide44.xml" Id="Rd7f474d0772d4287" /><Relationship Type="http://schemas.openxmlformats.org/officeDocument/2006/relationships/slide" Target="/ppt/slides/slide45.xml" Id="Rf10b6f5cd8834095" /><Relationship Type="http://schemas.openxmlformats.org/officeDocument/2006/relationships/slide" Target="/ppt/slides/slide46.xml" Id="Rc147972fe6124c78" /><Relationship Type="http://schemas.openxmlformats.org/officeDocument/2006/relationships/slide" Target="/ppt/slides/slide47.xml" Id="R97ec32e41c6b4bd5" /><Relationship Type="http://schemas.openxmlformats.org/officeDocument/2006/relationships/slide" Target="/ppt/slides/slide48.xml" Id="Ra821c5a40154435d" /><Relationship Type="http://schemas.openxmlformats.org/officeDocument/2006/relationships/slide" Target="/ppt/slides/slide49.xml" Id="Rc04a021620be4d00" /><Relationship Type="http://schemas.openxmlformats.org/officeDocument/2006/relationships/slide" Target="/ppt/slides/slide50.xml" Id="Re7ccd7aada5f4227" /><Relationship Type="http://schemas.openxmlformats.org/officeDocument/2006/relationships/slide" Target="/ppt/slides/slide51.xml" Id="Rcd8a703839a34043" /><Relationship Type="http://schemas.openxmlformats.org/officeDocument/2006/relationships/slide" Target="/ppt/slides/slide52.xml" Id="R42c7bfe88212401d" /><Relationship Type="http://schemas.openxmlformats.org/officeDocument/2006/relationships/slide" Target="/ppt/slides/slide53.xml" Id="Rc7bdd81c632a4fa7" /><Relationship Type="http://schemas.openxmlformats.org/officeDocument/2006/relationships/slide" Target="/ppt/slides/slide54.xml" Id="Rc17259f9ed874a18" /><Relationship Type="http://schemas.openxmlformats.org/officeDocument/2006/relationships/slide" Target="/ppt/slides/slide55.xml" Id="Re41f42a1300f4680" /><Relationship Type="http://schemas.openxmlformats.org/officeDocument/2006/relationships/slide" Target="/ppt/slides/slide56.xml" Id="Rafaa62f1cee4493f" /><Relationship Type="http://schemas.openxmlformats.org/officeDocument/2006/relationships/slide" Target="/ppt/slides/slide57.xml" Id="R172bc3fa9cd94afb" /><Relationship Type="http://schemas.openxmlformats.org/officeDocument/2006/relationships/slide" Target="/ppt/slides/slide58.xml" Id="Rda0ef344a47349f6" /><Relationship Type="http://schemas.openxmlformats.org/officeDocument/2006/relationships/slide" Target="/ppt/slides/slide59.xml" Id="R56685ab511d54bcd" /><Relationship Type="http://schemas.openxmlformats.org/officeDocument/2006/relationships/slide" Target="/ppt/slides/slide60.xml" Id="R59a0e4cb62ba4314" /><Relationship Type="http://schemas.openxmlformats.org/officeDocument/2006/relationships/slide" Target="/ppt/slides/slide61.xml" Id="R4f2eb1268e434635" /><Relationship Type="http://schemas.openxmlformats.org/officeDocument/2006/relationships/slide" Target="/ppt/slides/slide62.xml" Id="R943be20a6a1143bc" /><Relationship Type="http://schemas.openxmlformats.org/officeDocument/2006/relationships/slide" Target="/ppt/slides/slide63.xml" Id="Rd9d705adaff34f9f" /><Relationship Type="http://schemas.openxmlformats.org/officeDocument/2006/relationships/slide" Target="/ppt/slides/slide64.xml" Id="Rc035e2e9c64b4460" /><Relationship Type="http://schemas.openxmlformats.org/officeDocument/2006/relationships/slide" Target="/ppt/slides/slide65.xml" Id="R205222c8fa9c40d2" /><Relationship Type="http://schemas.openxmlformats.org/officeDocument/2006/relationships/slide" Target="/ppt/slides/slide66.xml" Id="Re1ecb8967eb042bb" /><Relationship Type="http://schemas.openxmlformats.org/officeDocument/2006/relationships/slide" Target="/ppt/slides/slide67.xml" Id="R0abae30f686244f4" /><Relationship Type="http://schemas.openxmlformats.org/officeDocument/2006/relationships/slide" Target="/ppt/slides/slide68.xml" Id="R892ac0018fcd49c8" /><Relationship Type="http://schemas.openxmlformats.org/officeDocument/2006/relationships/slide" Target="/ppt/slides/slide69.xml" Id="R30db5ca867104232" /><Relationship Type="http://schemas.openxmlformats.org/officeDocument/2006/relationships/slide" Target="/ppt/slides/slide70.xml" Id="R1b759ff92bf04981" /><Relationship Type="http://schemas.openxmlformats.org/officeDocument/2006/relationships/slide" Target="/ppt/slides/slide71.xml" Id="R8267ec2ec9fb4053" /><Relationship Type="http://schemas.openxmlformats.org/officeDocument/2006/relationships/slide" Target="/ppt/slides/slide72.xml" Id="R0533484131944ef6" /><Relationship Type="http://schemas.openxmlformats.org/officeDocument/2006/relationships/slide" Target="/ppt/slides/slide73.xml" Id="R0c179397f0f14cfe" /><Relationship Type="http://schemas.openxmlformats.org/officeDocument/2006/relationships/slide" Target="/ppt/slides/slide74.xml" Id="R2e2b27f63165498d" /><Relationship Type="http://schemas.openxmlformats.org/officeDocument/2006/relationships/slide" Target="/ppt/slides/slide75.xml" Id="R3d29842930ee4621" /><Relationship Type="http://schemas.openxmlformats.org/officeDocument/2006/relationships/slide" Target="/ppt/slides/slide76.xml" Id="Reba1d8a7815640cd" /><Relationship Type="http://schemas.openxmlformats.org/officeDocument/2006/relationships/slide" Target="/ppt/slides/slide77.xml" Id="Re12aa025157149bc" /><Relationship Type="http://schemas.openxmlformats.org/officeDocument/2006/relationships/slide" Target="/ppt/slides/slide78.xml" Id="Rbfbc244d00e0421e" /><Relationship Type="http://schemas.openxmlformats.org/officeDocument/2006/relationships/slide" Target="/ppt/slides/slide79.xml" Id="R6c975c49664b4dd6" /><Relationship Type="http://schemas.openxmlformats.org/officeDocument/2006/relationships/slide" Target="/ppt/slides/slide80.xml" Id="R12a973a6d6ae465d" /><Relationship Type="http://schemas.openxmlformats.org/officeDocument/2006/relationships/slide" Target="/ppt/slides/slide81.xml" Id="R6d2084c0d2ce4b20" /><Relationship Type="http://schemas.openxmlformats.org/officeDocument/2006/relationships/slide" Target="/ppt/slides/slide82.xml" Id="R7c827c5ac61e4b71" /><Relationship Type="http://schemas.openxmlformats.org/officeDocument/2006/relationships/slide" Target="/ppt/slides/slide83.xml" Id="R1ae94906bd424686" /><Relationship Type="http://schemas.openxmlformats.org/officeDocument/2006/relationships/slide" Target="/ppt/slides/slide84.xml" Id="R4213f765a64a4bb6" /><Relationship Type="http://schemas.openxmlformats.org/officeDocument/2006/relationships/slide" Target="/ppt/slides/slide85.xml" Id="R150aa8e69ad94e1d" /><Relationship Type="http://schemas.openxmlformats.org/officeDocument/2006/relationships/slide" Target="/ppt/slides/slide86.xml" Id="Ra507e29d16ac4d00" /><Relationship Type="http://schemas.openxmlformats.org/officeDocument/2006/relationships/slide" Target="/ppt/slides/slide87.xml" Id="R3dc33d94c0f44fc4" /><Relationship Type="http://schemas.openxmlformats.org/officeDocument/2006/relationships/slide" Target="/ppt/slides/slide88.xml" Id="R7435c95934314915" /><Relationship Type="http://schemas.openxmlformats.org/officeDocument/2006/relationships/slide" Target="/ppt/slides/slide89.xml" Id="R82fde456441c4691" /><Relationship Type="http://schemas.openxmlformats.org/officeDocument/2006/relationships/slide" Target="/ppt/slides/slide90.xml" Id="Rdd529dc7f47046e8" /><Relationship Type="http://schemas.openxmlformats.org/officeDocument/2006/relationships/slide" Target="/ppt/slides/slide91.xml" Id="R0a5063182eb24851" /><Relationship Type="http://schemas.openxmlformats.org/officeDocument/2006/relationships/slide" Target="/ppt/slides/slide92.xml" Id="R2802f834d85140d1" /><Relationship Type="http://schemas.openxmlformats.org/officeDocument/2006/relationships/slide" Target="/ppt/slides/slide93.xml" Id="R385c90b451f947ea" /><Relationship Type="http://schemas.openxmlformats.org/officeDocument/2006/relationships/slide" Target="/ppt/slides/slide94.xml" Id="R413ad1ae06f040d9" /><Relationship Type="http://schemas.openxmlformats.org/officeDocument/2006/relationships/slide" Target="/ppt/slides/slide95.xml" Id="R8b4432e99e4c476c" /><Relationship Type="http://schemas.openxmlformats.org/officeDocument/2006/relationships/slide" Target="/ppt/slides/slide96.xml" Id="Rf6a9d7e33d5e4df2" /><Relationship Type="http://schemas.openxmlformats.org/officeDocument/2006/relationships/slide" Target="/ppt/slides/slide97.xml" Id="Rf1664057a12a4823" /><Relationship Type="http://schemas.openxmlformats.org/officeDocument/2006/relationships/slide" Target="/ppt/slides/slide98.xml" Id="Rbd23f95733894299" /><Relationship Type="http://schemas.openxmlformats.org/officeDocument/2006/relationships/slide" Target="/ppt/slides/slide99.xml" Id="R6787f191d28c4f2b" /><Relationship Type="http://schemas.openxmlformats.org/officeDocument/2006/relationships/slide" Target="/ppt/slides/slide100.xml" Id="R24df81ff044c486d" /><Relationship Type="http://schemas.openxmlformats.org/officeDocument/2006/relationships/slide" Target="/ppt/slides/slide101.xml" Id="R8f0b803e0a4e4536" /><Relationship Type="http://schemas.openxmlformats.org/officeDocument/2006/relationships/slide" Target="/ppt/slides/slide102.xml" Id="R7d1094e6acfa4052" /><Relationship Type="http://schemas.openxmlformats.org/officeDocument/2006/relationships/slide" Target="/ppt/slides/slide103.xml" Id="R8346ee6e373346b4" /><Relationship Type="http://schemas.openxmlformats.org/officeDocument/2006/relationships/slide" Target="/ppt/slides/slide104.xml" Id="R2156ec90ea964f62" /><Relationship Type="http://schemas.openxmlformats.org/officeDocument/2006/relationships/slide" Target="/ppt/slides/slide105.xml" Id="R484452a5743c46ec" /><Relationship Type="http://schemas.openxmlformats.org/officeDocument/2006/relationships/slide" Target="/ppt/slides/slide106.xml" Id="R45448bcd47e540c4" /><Relationship Type="http://schemas.openxmlformats.org/officeDocument/2006/relationships/slide" Target="/ppt/slides/slide107.xml" Id="R079afed2dc484574" /><Relationship Type="http://schemas.openxmlformats.org/officeDocument/2006/relationships/slide" Target="/ppt/slides/slide108.xml" Id="R3f5cc176c0594692" /><Relationship Type="http://schemas.openxmlformats.org/officeDocument/2006/relationships/slide" Target="/ppt/slides/slide109.xml" Id="R1625e87a5f544809" /><Relationship Type="http://schemas.openxmlformats.org/officeDocument/2006/relationships/slide" Target="/ppt/slides/slide110.xml" Id="R3e49791a4b024206" /><Relationship Type="http://schemas.openxmlformats.org/officeDocument/2006/relationships/slide" Target="/ppt/slides/slide111.xml" Id="R9b8615a67f7c4add" /><Relationship Type="http://schemas.openxmlformats.org/officeDocument/2006/relationships/slide" Target="/ppt/slides/slide112.xml" Id="R1c227dd706ab448d" /><Relationship Type="http://schemas.openxmlformats.org/officeDocument/2006/relationships/slide" Target="/ppt/slides/slide113.xml" Id="R79295d245fc04f7f" /><Relationship Type="http://schemas.openxmlformats.org/officeDocument/2006/relationships/slide" Target="/ppt/slides/slide114.xml" Id="R81409b8363e4403b" /><Relationship Type="http://schemas.openxmlformats.org/officeDocument/2006/relationships/slide" Target="/ppt/slides/slide115.xml" Id="Rcf954b9e01c948ab" /><Relationship Type="http://schemas.openxmlformats.org/officeDocument/2006/relationships/slide" Target="/ppt/slides/slide116.xml" Id="Rc8cea1c581054f48" /><Relationship Type="http://schemas.openxmlformats.org/officeDocument/2006/relationships/slide" Target="/ppt/slides/slide117.xml" Id="Rf634393b925647c0" /><Relationship Type="http://schemas.openxmlformats.org/officeDocument/2006/relationships/slide" Target="/ppt/slides/slide118.xml" Id="R5c8c74cbfff646ee" /><Relationship Type="http://schemas.openxmlformats.org/officeDocument/2006/relationships/slide" Target="/ppt/slides/slide119.xml" Id="Redf88b80a2264dd9" /><Relationship Type="http://schemas.openxmlformats.org/officeDocument/2006/relationships/slide" Target="/ppt/slides/slide120.xml" Id="Rc63429d0ce4c4747" /><Relationship Type="http://schemas.openxmlformats.org/officeDocument/2006/relationships/slide" Target="/ppt/slides/slide121.xml" Id="Re2cf1fa4988640da" /><Relationship Type="http://schemas.openxmlformats.org/officeDocument/2006/relationships/slide" Target="/ppt/slides/slide122.xml" Id="R23b1246426db47c1" /><Relationship Type="http://schemas.openxmlformats.org/officeDocument/2006/relationships/slide" Target="/ppt/slides/slide123.xml" Id="Rf3dad3c62d4b4fa8" /><Relationship Type="http://schemas.openxmlformats.org/officeDocument/2006/relationships/slide" Target="/ppt/slides/slide124.xml" Id="R9f5f71c530c94042" /><Relationship Type="http://schemas.openxmlformats.org/officeDocument/2006/relationships/slide" Target="/ppt/slides/slide125.xml" Id="Ra8d164102809497f" /><Relationship Type="http://schemas.openxmlformats.org/officeDocument/2006/relationships/slide" Target="/ppt/slides/slide126.xml" Id="Red59bff15a704e38" /><Relationship Type="http://schemas.openxmlformats.org/officeDocument/2006/relationships/slide" Target="/ppt/slides/slide127.xml" Id="Red6236d6515a48ff" /><Relationship Type="http://schemas.openxmlformats.org/officeDocument/2006/relationships/slide" Target="/ppt/slides/slide128.xml" Id="Rd9c4dc88b5324142" /><Relationship Type="http://schemas.openxmlformats.org/officeDocument/2006/relationships/slide" Target="/ppt/slides/slide129.xml" Id="R84f15460fc754191" /><Relationship Type="http://schemas.openxmlformats.org/officeDocument/2006/relationships/slide" Target="/ppt/slides/slide130.xml" Id="Rfe996f1682c7494f" /><Relationship Type="http://schemas.openxmlformats.org/officeDocument/2006/relationships/slide" Target="/ppt/slides/slide131.xml" Id="R0d24ce719b8e4cd3" /><Relationship Type="http://schemas.openxmlformats.org/officeDocument/2006/relationships/slide" Target="/ppt/slides/slide132.xml" Id="Rdf1974df47c0429c" /><Relationship Type="http://schemas.openxmlformats.org/officeDocument/2006/relationships/slide" Target="/ppt/slides/slide133.xml" Id="R17f9dfee62cc44e4" /><Relationship Type="http://schemas.openxmlformats.org/officeDocument/2006/relationships/slide" Target="/ppt/slides/slide134.xml" Id="Rd57e6874dfcf405c" /><Relationship Type="http://schemas.openxmlformats.org/officeDocument/2006/relationships/slide" Target="/ppt/slides/slide135.xml" Id="R2aebc2cf8aef4e64" /><Relationship Type="http://schemas.openxmlformats.org/officeDocument/2006/relationships/slide" Target="/ppt/slides/slide136.xml" Id="Re5c6caa612834f84" /><Relationship Type="http://schemas.openxmlformats.org/officeDocument/2006/relationships/slide" Target="/ppt/slides/slide137.xml" Id="R13ab1034f3c74f44" /><Relationship Type="http://schemas.openxmlformats.org/officeDocument/2006/relationships/slide" Target="/ppt/slides/slide138.xml" Id="R1be3afd2b1974aa9" /><Relationship Type="http://schemas.openxmlformats.org/officeDocument/2006/relationships/slide" Target="/ppt/slides/slide139.xml" Id="Rf5082df997094778" /><Relationship Type="http://schemas.openxmlformats.org/officeDocument/2006/relationships/slide" Target="/ppt/slides/slide140.xml" Id="Rffd8ec88a38143d7" /><Relationship Type="http://schemas.openxmlformats.org/officeDocument/2006/relationships/slide" Target="/ppt/slides/slide141.xml" Id="R219f27d5c13f43a6" /><Relationship Type="http://schemas.openxmlformats.org/officeDocument/2006/relationships/slide" Target="/ppt/slides/slide142.xml" Id="R18937217698a412f" /><Relationship Type="http://schemas.openxmlformats.org/officeDocument/2006/relationships/slide" Target="/ppt/slides/slide143.xml" Id="R3d13fb4d84f34ebf" /><Relationship Type="http://schemas.openxmlformats.org/officeDocument/2006/relationships/slide" Target="/ppt/slides/slide144.xml" Id="Rb4fc26f137524f01" /><Relationship Type="http://schemas.openxmlformats.org/officeDocument/2006/relationships/slide" Target="/ppt/slides/slide145.xml" Id="Rcc8fca5cc1424b24" /><Relationship Type="http://schemas.openxmlformats.org/officeDocument/2006/relationships/slide" Target="/ppt/slides/slide146.xml" Id="Rc59dd3cb81ea49db" /><Relationship Type="http://schemas.openxmlformats.org/officeDocument/2006/relationships/slide" Target="/ppt/slides/slide147.xml" Id="R11773d0ce2454f92" /><Relationship Type="http://schemas.openxmlformats.org/officeDocument/2006/relationships/slide" Target="/ppt/slides/slide148.xml" Id="R235850cebae246a4" /><Relationship Type="http://schemas.openxmlformats.org/officeDocument/2006/relationships/slide" Target="/ppt/slides/slide149.xml" Id="R502894e3f8dd4c41" /><Relationship Type="http://schemas.openxmlformats.org/officeDocument/2006/relationships/slide" Target="/ppt/slides/slide150.xml" Id="R0e1dd37c39ea4f5c" /><Relationship Type="http://schemas.openxmlformats.org/officeDocument/2006/relationships/slide" Target="/ppt/slides/slide151.xml" Id="R6cc3e7e8e3184f78" /><Relationship Type="http://schemas.openxmlformats.org/officeDocument/2006/relationships/slide" Target="/ppt/slides/slide152.xml" Id="R2687250193574bc2" /><Relationship Type="http://schemas.openxmlformats.org/officeDocument/2006/relationships/slide" Target="/ppt/slides/slide153.xml" Id="R68bbda03daa34cc3" /><Relationship Type="http://schemas.openxmlformats.org/officeDocument/2006/relationships/slide" Target="/ppt/slides/slide154.xml" Id="R8188d4829d3f4e80" /><Relationship Type="http://schemas.openxmlformats.org/officeDocument/2006/relationships/slide" Target="/ppt/slides/slide155.xml" Id="R7ad73a67f8c24f1b" /><Relationship Type="http://schemas.openxmlformats.org/officeDocument/2006/relationships/slide" Target="/ppt/slides/slide156.xml" Id="Reb4e6819f4fb43be" /><Relationship Type="http://schemas.openxmlformats.org/officeDocument/2006/relationships/slide" Target="/ppt/slides/slide157.xml" Id="Ra1b69102d8c04513" /><Relationship Type="http://schemas.openxmlformats.org/officeDocument/2006/relationships/slide" Target="/ppt/slides/slide158.xml" Id="R10d22953089d4e57" /><Relationship Type="http://schemas.openxmlformats.org/officeDocument/2006/relationships/slide" Target="/ppt/slides/slide159.xml" Id="Rd3535701bbff4072" /><Relationship Type="http://schemas.openxmlformats.org/officeDocument/2006/relationships/slide" Target="/ppt/slides/slide160.xml" Id="R71e304a54bda4b5e" /><Relationship Type="http://schemas.openxmlformats.org/officeDocument/2006/relationships/slide" Target="/ppt/slides/slide161.xml" Id="Rc1ea04fb4cca4f1d" /><Relationship Type="http://schemas.openxmlformats.org/officeDocument/2006/relationships/slide" Target="/ppt/slides/slide162.xml" Id="R9c58853d49ba4be6" /><Relationship Type="http://schemas.openxmlformats.org/officeDocument/2006/relationships/slide" Target="/ppt/slides/slide163.xml" Id="R59e7ac3d5a5d445a" /><Relationship Type="http://schemas.openxmlformats.org/officeDocument/2006/relationships/slide" Target="/ppt/slides/slide164.xml" Id="R811ac69c9e7245df" /><Relationship Type="http://schemas.openxmlformats.org/officeDocument/2006/relationships/slide" Target="/ppt/slides/slide165.xml" Id="Ra0a97af758ed4243" /><Relationship Type="http://schemas.openxmlformats.org/officeDocument/2006/relationships/slide" Target="/ppt/slides/slide166.xml" Id="R52b45c41953f49ee" /><Relationship Type="http://schemas.openxmlformats.org/officeDocument/2006/relationships/slide" Target="/ppt/slides/slide167.xml" Id="R8e61f5c532d64c18" /><Relationship Type="http://schemas.openxmlformats.org/officeDocument/2006/relationships/slide" Target="/ppt/slides/slide168.xml" Id="Rd4e00f65cfc64047" /><Relationship Type="http://schemas.openxmlformats.org/officeDocument/2006/relationships/slide" Target="/ppt/slides/slide169.xml" Id="R5d76429b91b94d16" /><Relationship Type="http://schemas.openxmlformats.org/officeDocument/2006/relationships/slide" Target="/ppt/slides/slide170.xml" Id="R6aca18fba8624601" /><Relationship Type="http://schemas.openxmlformats.org/officeDocument/2006/relationships/slide" Target="/ppt/slides/slide171.xml" Id="R7deb843aa2cd4805" /><Relationship Type="http://schemas.openxmlformats.org/officeDocument/2006/relationships/slide" Target="/ppt/slides/slide172.xml" Id="R6f56784de123443f" /><Relationship Type="http://schemas.openxmlformats.org/officeDocument/2006/relationships/slide" Target="/ppt/slides/slide173.xml" Id="R6aa6f3fce33c493f" /><Relationship Type="http://schemas.openxmlformats.org/officeDocument/2006/relationships/slide" Target="/ppt/slides/slide174.xml" Id="Rd5f4b2eb16c74c11" /><Relationship Type="http://schemas.openxmlformats.org/officeDocument/2006/relationships/slide" Target="/ppt/slides/slide175.xml" Id="R3744db22e7fd43b3" /><Relationship Type="http://schemas.openxmlformats.org/officeDocument/2006/relationships/slide" Target="/ppt/slides/slide176.xml" Id="R411ed309ba1c49f7" /><Relationship Type="http://schemas.openxmlformats.org/officeDocument/2006/relationships/slide" Target="/ppt/slides/slide177.xml" Id="R023df63b36ac4f99" /><Relationship Type="http://schemas.openxmlformats.org/officeDocument/2006/relationships/slide" Target="/ppt/slides/slide178.xml" Id="Rd33d6ce770a74b1f" /><Relationship Type="http://schemas.openxmlformats.org/officeDocument/2006/relationships/slide" Target="/ppt/slides/slide179.xml" Id="Rf79e5616300f4cc3" /><Relationship Type="http://schemas.openxmlformats.org/officeDocument/2006/relationships/slide" Target="/ppt/slides/slide180.xml" Id="R71a9e6c1861e478b" /><Relationship Type="http://schemas.openxmlformats.org/officeDocument/2006/relationships/slide" Target="/ppt/slides/slide181.xml" Id="R3568ae06be384fa6" /><Relationship Type="http://schemas.openxmlformats.org/officeDocument/2006/relationships/slide" Target="/ppt/slides/slide182.xml" Id="R9b4eba1c500b497c" /><Relationship Type="http://schemas.openxmlformats.org/officeDocument/2006/relationships/slide" Target="/ppt/slides/slide183.xml" Id="R3184948f6994418d" /><Relationship Type="http://schemas.openxmlformats.org/officeDocument/2006/relationships/slide" Target="/ppt/slides/slide184.xml" Id="Rfb1615f0ea594d6a" /><Relationship Type="http://schemas.openxmlformats.org/officeDocument/2006/relationships/slide" Target="/ppt/slides/slide185.xml" Id="R4f319945938e410f" /><Relationship Type="http://schemas.openxmlformats.org/officeDocument/2006/relationships/slide" Target="/ppt/slides/slide186.xml" Id="R8f1f0de3d45f4c91" /><Relationship Type="http://schemas.openxmlformats.org/officeDocument/2006/relationships/slide" Target="/ppt/slides/slide187.xml" Id="R220fff4f04524ce6" /><Relationship Type="http://schemas.openxmlformats.org/officeDocument/2006/relationships/slide" Target="/ppt/slides/slide188.xml" Id="Rd0fce10bf0394162" /><Relationship Type="http://schemas.openxmlformats.org/officeDocument/2006/relationships/slide" Target="/ppt/slides/slide189.xml" Id="R178522efcfdd4d2e" /><Relationship Type="http://schemas.openxmlformats.org/officeDocument/2006/relationships/slide" Target="/ppt/slides/slide190.xml" Id="Rf579fa1c8b8c4747" /><Relationship Type="http://schemas.openxmlformats.org/officeDocument/2006/relationships/slide" Target="/ppt/slides/slide191.xml" Id="Rbe88beff9e1241c8" /><Relationship Type="http://schemas.openxmlformats.org/officeDocument/2006/relationships/slide" Target="/ppt/slides/slide192.xml" Id="R0bc37cabe59f4d70" /><Relationship Type="http://schemas.openxmlformats.org/officeDocument/2006/relationships/slide" Target="/ppt/slides/slide193.xml" Id="R2df7aac5e5f4416d" /><Relationship Type="http://schemas.openxmlformats.org/officeDocument/2006/relationships/slide" Target="/ppt/slides/slide194.xml" Id="Rec04a55b8d014dab" /><Relationship Type="http://schemas.openxmlformats.org/officeDocument/2006/relationships/slide" Target="/ppt/slides/slide195.xml" Id="Re818454d20a24b32" /><Relationship Type="http://schemas.openxmlformats.org/officeDocument/2006/relationships/slide" Target="/ppt/slides/slide196.xml" Id="Rb324890ac33a4ef4" /><Relationship Type="http://schemas.openxmlformats.org/officeDocument/2006/relationships/slide" Target="/ppt/slides/slide197.xml" Id="R60bdc0382fce4555" /><Relationship Type="http://schemas.openxmlformats.org/officeDocument/2006/relationships/slide" Target="/ppt/slides/slide198.xml" Id="R87feaed509054c90" /><Relationship Type="http://schemas.openxmlformats.org/officeDocument/2006/relationships/slide" Target="/ppt/slides/slide199.xml" Id="Rb9de1c2dbfd4491c" /><Relationship Type="http://schemas.openxmlformats.org/officeDocument/2006/relationships/slide" Target="/ppt/slides/slide200.xml" Id="R1526a7bb8eb64380" /><Relationship Type="http://schemas.openxmlformats.org/officeDocument/2006/relationships/slide" Target="/ppt/slides/slide201.xml" Id="R771d8031e32b4735" /><Relationship Type="http://schemas.openxmlformats.org/officeDocument/2006/relationships/slide" Target="/ppt/slides/slide202.xml" Id="Reed8a52ca99d4dcd" /><Relationship Type="http://schemas.openxmlformats.org/officeDocument/2006/relationships/slide" Target="/ppt/slides/slide203.xml" Id="Re2ab780b41d9426e" /><Relationship Type="http://schemas.openxmlformats.org/officeDocument/2006/relationships/slide" Target="/ppt/slides/slide204.xml" Id="Re51df726ba95415d" /><Relationship Type="http://schemas.openxmlformats.org/officeDocument/2006/relationships/slide" Target="/ppt/slides/slide205.xml" Id="R032b2f059cb641e5" /><Relationship Type="http://schemas.openxmlformats.org/officeDocument/2006/relationships/slide" Target="/ppt/slides/slide206.xml" Id="R189c6a16ea7842b8" /><Relationship Type="http://schemas.openxmlformats.org/officeDocument/2006/relationships/slide" Target="/ppt/slides/slide207.xml" Id="Re9f8ab1e12c04bb3" /><Relationship Type="http://schemas.openxmlformats.org/officeDocument/2006/relationships/slide" Target="/ppt/slides/slide208.xml" Id="R3920c64781434749" /><Relationship Type="http://schemas.openxmlformats.org/officeDocument/2006/relationships/slide" Target="/ppt/slides/slide209.xml" Id="R17d27a71c4bf4d35" /><Relationship Type="http://schemas.openxmlformats.org/officeDocument/2006/relationships/slide" Target="/ppt/slides/slide210.xml" Id="Rdcd392758e62479c" /><Relationship Type="http://schemas.openxmlformats.org/officeDocument/2006/relationships/slide" Target="/ppt/slides/slide211.xml" Id="Rc27e99dd955a4d0c" /><Relationship Type="http://schemas.openxmlformats.org/officeDocument/2006/relationships/slide" Target="/ppt/slides/slide212.xml" Id="Rc3b47f7817a04641" /><Relationship Type="http://schemas.openxmlformats.org/officeDocument/2006/relationships/slide" Target="/ppt/slides/slide213.xml" Id="Rd68bdd73193245a8" /><Relationship Type="http://schemas.openxmlformats.org/officeDocument/2006/relationships/slide" Target="/ppt/slides/slide214.xml" Id="Red890c3c64f14e08" /><Relationship Type="http://schemas.openxmlformats.org/officeDocument/2006/relationships/slide" Target="/ppt/slides/slide215.xml" Id="R4eb51ffe30454205" /><Relationship Type="http://schemas.openxmlformats.org/officeDocument/2006/relationships/slide" Target="/ppt/slides/slide216.xml" Id="R0427675788ef49ca" /><Relationship Type="http://schemas.openxmlformats.org/officeDocument/2006/relationships/slide" Target="/ppt/slides/slide217.xml" Id="Rf2fab818d05843d5" /><Relationship Type="http://schemas.openxmlformats.org/officeDocument/2006/relationships/slide" Target="/ppt/slides/slide218.xml" Id="Rab557367541d4fff" /><Relationship Type="http://schemas.openxmlformats.org/officeDocument/2006/relationships/slide" Target="/ppt/slides/slide219.xml" Id="Rfda8bd9e36014643" /><Relationship Type="http://schemas.openxmlformats.org/officeDocument/2006/relationships/slide" Target="/ppt/slides/slide220.xml" Id="R912248cd1ac4483b" /><Relationship Type="http://schemas.openxmlformats.org/officeDocument/2006/relationships/slide" Target="/ppt/slides/slide221.xml" Id="R420d6c96e3a54cd8" /><Relationship Type="http://schemas.openxmlformats.org/officeDocument/2006/relationships/slide" Target="/ppt/slides/slide222.xml" Id="R5f543cc8e0b040a0" /><Relationship Type="http://schemas.openxmlformats.org/officeDocument/2006/relationships/slide" Target="/ppt/slides/slide223.xml" Id="R48848f518afb470f" /><Relationship Type="http://schemas.openxmlformats.org/officeDocument/2006/relationships/slide" Target="/ppt/slides/slide224.xml" Id="R281bbbba50df4ca8" /><Relationship Type="http://schemas.openxmlformats.org/officeDocument/2006/relationships/slide" Target="/ppt/slides/slide225.xml" Id="R4a714c7c9f95412f" /><Relationship Type="http://schemas.openxmlformats.org/officeDocument/2006/relationships/slide" Target="/ppt/slides/slide226.xml" Id="R4ce38e87d3a940b6" /><Relationship Type="http://schemas.openxmlformats.org/officeDocument/2006/relationships/slide" Target="/ppt/slides/slide227.xml" Id="R21b9c9f614c141c0" /><Relationship Type="http://schemas.openxmlformats.org/officeDocument/2006/relationships/slide" Target="/ppt/slides/slide228.xml" Id="R2586a7c3b5eb4c58" /><Relationship Type="http://schemas.openxmlformats.org/officeDocument/2006/relationships/slide" Target="/ppt/slides/slide229.xml" Id="Rb4e5445fe8724861" /><Relationship Type="http://schemas.openxmlformats.org/officeDocument/2006/relationships/slide" Target="/ppt/slides/slide230.xml" Id="R63c7a68415174164" /><Relationship Type="http://schemas.openxmlformats.org/officeDocument/2006/relationships/slide" Target="/ppt/slides/slide231.xml" Id="Rae4ce98e2a1143bd" /><Relationship Type="http://schemas.openxmlformats.org/officeDocument/2006/relationships/slide" Target="/ppt/slides/slide232.xml" Id="R6410b09636ab43fa" /><Relationship Type="http://schemas.openxmlformats.org/officeDocument/2006/relationships/slide" Target="/ppt/slides/slide233.xml" Id="Re48e0838656044d0" /><Relationship Type="http://schemas.openxmlformats.org/officeDocument/2006/relationships/slide" Target="/ppt/slides/slide234.xml" Id="Re22e872387e14c11" /><Relationship Type="http://schemas.openxmlformats.org/officeDocument/2006/relationships/slide" Target="/ppt/slides/slide235.xml" Id="R117f5fb2ea5846df" /><Relationship Type="http://schemas.openxmlformats.org/officeDocument/2006/relationships/slide" Target="/ppt/slides/slide236.xml" Id="R73738932abca4c31" /><Relationship Type="http://schemas.openxmlformats.org/officeDocument/2006/relationships/slide" Target="/ppt/slides/slide237.xml" Id="R89ba34071bfd4c21" /><Relationship Type="http://schemas.openxmlformats.org/officeDocument/2006/relationships/slide" Target="/ppt/slides/slide238.xml" Id="R84177f423a2b4ae9" /><Relationship Type="http://schemas.openxmlformats.org/officeDocument/2006/relationships/slide" Target="/ppt/slides/slide239.xml" Id="Rc58a2310c23545bb" /><Relationship Type="http://schemas.openxmlformats.org/officeDocument/2006/relationships/slide" Target="/ppt/slides/slide240.xml" Id="R31bd3616cf4545ea" /><Relationship Type="http://schemas.openxmlformats.org/officeDocument/2006/relationships/slide" Target="/ppt/slides/slide241.xml" Id="Rcd9972cc065041ee" /><Relationship Type="http://schemas.openxmlformats.org/officeDocument/2006/relationships/slide" Target="/ppt/slides/slide242.xml" Id="R6b6b7d214609499b" /><Relationship Type="http://schemas.openxmlformats.org/officeDocument/2006/relationships/slide" Target="/ppt/slides/slide243.xml" Id="R533c74914e164e54" /><Relationship Type="http://schemas.openxmlformats.org/officeDocument/2006/relationships/slide" Target="/ppt/slides/slide244.xml" Id="R5eae84fa0a7c43cc" /><Relationship Type="http://schemas.openxmlformats.org/officeDocument/2006/relationships/slide" Target="/ppt/slides/slide245.xml" Id="Rd6fdd46e54174265" /><Relationship Type="http://schemas.openxmlformats.org/officeDocument/2006/relationships/slide" Target="/ppt/slides/slide246.xml" Id="R0f384533840a4636" /><Relationship Type="http://schemas.openxmlformats.org/officeDocument/2006/relationships/slide" Target="/ppt/slides/slide247.xml" Id="R13f8c7284518429d" /><Relationship Type="http://schemas.openxmlformats.org/officeDocument/2006/relationships/slide" Target="/ppt/slides/slide248.xml" Id="Rb23e31f2c8b6461f" /><Relationship Type="http://schemas.openxmlformats.org/officeDocument/2006/relationships/slide" Target="/ppt/slides/slide249.xml" Id="R890aff3c3d284508" /><Relationship Type="http://schemas.openxmlformats.org/officeDocument/2006/relationships/slide" Target="/ppt/slides/slide250.xml" Id="R60a8d57423f449c0" /><Relationship Type="http://schemas.openxmlformats.org/officeDocument/2006/relationships/slide" Target="/ppt/slides/slide251.xml" Id="R6fd3c8993c4f4fc5" /><Relationship Type="http://schemas.openxmlformats.org/officeDocument/2006/relationships/slide" Target="/ppt/slides/slide252.xml" Id="Rf3bd6c2aa5234b70" /><Relationship Type="http://schemas.openxmlformats.org/officeDocument/2006/relationships/slide" Target="/ppt/slides/slide253.xml" Id="Rc174835fd277417d" /><Relationship Type="http://schemas.openxmlformats.org/officeDocument/2006/relationships/slide" Target="/ppt/slides/slide254.xml" Id="R4caab2b501ba4404" /><Relationship Type="http://schemas.openxmlformats.org/officeDocument/2006/relationships/slide" Target="/ppt/slides/slide255.xml" Id="Ree3468e684244e72" /><Relationship Type="http://schemas.openxmlformats.org/officeDocument/2006/relationships/slide" Target="/ppt/slides/slide256.xml" Id="R41e3deaae4f44017" /><Relationship Type="http://schemas.openxmlformats.org/officeDocument/2006/relationships/slide" Target="/ppt/slides/slide257.xml" Id="Rb952efe3af75459f" /><Relationship Type="http://schemas.openxmlformats.org/officeDocument/2006/relationships/slide" Target="/ppt/slides/slide258.xml" Id="R91f52be8622d40bf" /><Relationship Type="http://schemas.openxmlformats.org/officeDocument/2006/relationships/slide" Target="/ppt/slides/slide259.xml" Id="Rab1b249d1ae8480a" /><Relationship Type="http://schemas.openxmlformats.org/officeDocument/2006/relationships/slide" Target="/ppt/slides/slide260.xml" Id="Rfcf99b8e0f1f4fb6" /><Relationship Type="http://schemas.openxmlformats.org/officeDocument/2006/relationships/slide" Target="/ppt/slides/slide261.xml" Id="R50101ab418e44351" /><Relationship Type="http://schemas.openxmlformats.org/officeDocument/2006/relationships/slide" Target="/ppt/slides/slide262.xml" Id="R41022a3f97794ff2" /><Relationship Type="http://schemas.openxmlformats.org/officeDocument/2006/relationships/slide" Target="/ppt/slides/slide263.xml" Id="R86f7bb34f77946df" /><Relationship Type="http://schemas.openxmlformats.org/officeDocument/2006/relationships/slide" Target="/ppt/slides/slide264.xml" Id="R4b6b7560289d462c" /><Relationship Type="http://schemas.openxmlformats.org/officeDocument/2006/relationships/slide" Target="/ppt/slides/slide265.xml" Id="Rde2a19b06e5244b1" /><Relationship Type="http://schemas.openxmlformats.org/officeDocument/2006/relationships/slide" Target="/ppt/slides/slide266.xml" Id="Rf690ba6e92794de7" /><Relationship Type="http://schemas.openxmlformats.org/officeDocument/2006/relationships/slide" Target="/ppt/slides/slide267.xml" Id="R4f5731be9fcb4996" /><Relationship Type="http://schemas.openxmlformats.org/officeDocument/2006/relationships/slide" Target="/ppt/slides/slide268.xml" Id="R0d85bd270d934aee" /><Relationship Type="http://schemas.openxmlformats.org/officeDocument/2006/relationships/slide" Target="/ppt/slides/slide269.xml" Id="R97144b4fbf2b4744" /><Relationship Type="http://schemas.openxmlformats.org/officeDocument/2006/relationships/slide" Target="/ppt/slides/slide270.xml" Id="R3eeb7e4a3dc54dd8" /><Relationship Type="http://schemas.openxmlformats.org/officeDocument/2006/relationships/slide" Target="/ppt/slides/slide271.xml" Id="Rc65b2a87179846c8" /><Relationship Type="http://schemas.openxmlformats.org/officeDocument/2006/relationships/slide" Target="/ppt/slides/slide272.xml" Id="R508a2efea7984d86" /><Relationship Type="http://schemas.openxmlformats.org/officeDocument/2006/relationships/slide" Target="/ppt/slides/slide273.xml" Id="R94ef92b8ef2d4c0a" /><Relationship Type="http://schemas.openxmlformats.org/officeDocument/2006/relationships/slide" Target="/ppt/slides/slide274.xml" Id="R0e057aa78e734415" /><Relationship Type="http://schemas.openxmlformats.org/officeDocument/2006/relationships/slide" Target="/ppt/slides/slide275.xml" Id="Ra7b300ba92d14967" /><Relationship Type="http://schemas.openxmlformats.org/officeDocument/2006/relationships/slide" Target="/ppt/slides/slide276.xml" Id="R25999f10d2794f94" /><Relationship Type="http://schemas.openxmlformats.org/officeDocument/2006/relationships/slide" Target="/ppt/slides/slide277.xml" Id="Re78b830c518042f9" /><Relationship Type="http://schemas.openxmlformats.org/officeDocument/2006/relationships/slide" Target="/ppt/slides/slide278.xml" Id="Rd141e9a9bfae44d4" /><Relationship Type="http://schemas.openxmlformats.org/officeDocument/2006/relationships/slide" Target="/ppt/slides/slide279.xml" Id="R63c06ef4787d4bda" /><Relationship Type="http://schemas.openxmlformats.org/officeDocument/2006/relationships/slide" Target="/ppt/slides/slide280.xml" Id="R031b18cb2dc04c41" /><Relationship Type="http://schemas.openxmlformats.org/officeDocument/2006/relationships/slide" Target="/ppt/slides/slide281.xml" Id="R52f1411e4ab3427b" /><Relationship Type="http://schemas.openxmlformats.org/officeDocument/2006/relationships/slide" Target="/ppt/slides/slide282.xml" Id="R2bdf2232a0d3415b" /><Relationship Type="http://schemas.openxmlformats.org/officeDocument/2006/relationships/slide" Target="/ppt/slides/slide283.xml" Id="R24006fa37dbb44a6" /><Relationship Type="http://schemas.openxmlformats.org/officeDocument/2006/relationships/slide" Target="/ppt/slides/slide284.xml" Id="Rb83e4007c9f94153" /><Relationship Type="http://schemas.openxmlformats.org/officeDocument/2006/relationships/slide" Target="/ppt/slides/slide285.xml" Id="Rdae01e7aa761412a" /><Relationship Type="http://schemas.openxmlformats.org/officeDocument/2006/relationships/slide" Target="/ppt/slides/slide286.xml" Id="R97a52a69356949e2" /><Relationship Type="http://schemas.openxmlformats.org/officeDocument/2006/relationships/slide" Target="/ppt/slides/slide287.xml" Id="Rdd1b4c86968d4c30" /><Relationship Type="http://schemas.openxmlformats.org/officeDocument/2006/relationships/slide" Target="/ppt/slides/slide288.xml" Id="R4042ca480d2541d7" /><Relationship Type="http://schemas.openxmlformats.org/officeDocument/2006/relationships/slide" Target="/ppt/slides/slide289.xml" Id="R99a503d7b17341f7" /><Relationship Type="http://schemas.openxmlformats.org/officeDocument/2006/relationships/slide" Target="/ppt/slides/slide290.xml" Id="R7b62dca845cd4098" /><Relationship Type="http://schemas.openxmlformats.org/officeDocument/2006/relationships/slide" Target="/ppt/slides/slide291.xml" Id="Rfd69c674ac9d48c4" /><Relationship Type="http://schemas.openxmlformats.org/officeDocument/2006/relationships/slide" Target="/ppt/slides/slide292.xml" Id="R2e7a2ae0b01646d9" /><Relationship Type="http://schemas.openxmlformats.org/officeDocument/2006/relationships/slide" Target="/ppt/slides/slide293.xml" Id="R30ae0065e35d471b" /><Relationship Type="http://schemas.openxmlformats.org/officeDocument/2006/relationships/slide" Target="/ppt/slides/slide294.xml" Id="R38ba01e7e7de4fcc" /><Relationship Type="http://schemas.openxmlformats.org/officeDocument/2006/relationships/slide" Target="/ppt/slides/slide295.xml" Id="Rcd63b2279d23478d" /><Relationship Type="http://schemas.openxmlformats.org/officeDocument/2006/relationships/slide" Target="/ppt/slides/slide296.xml" Id="R381e03196f2e4a3d" /><Relationship Type="http://schemas.openxmlformats.org/officeDocument/2006/relationships/slide" Target="/ppt/slides/slide297.xml" Id="Ra2e37a2884dd4b42" /><Relationship Type="http://schemas.openxmlformats.org/officeDocument/2006/relationships/slide" Target="/ppt/slides/slide298.xml" Id="Rbb79431e4dcc4afe" /><Relationship Type="http://schemas.openxmlformats.org/officeDocument/2006/relationships/slide" Target="/ppt/slides/slide299.xml" Id="R19178d5f5d0e4b26" /><Relationship Type="http://schemas.openxmlformats.org/officeDocument/2006/relationships/slide" Target="/ppt/slides/slide300.xml" Id="R5d93bb905727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3b35a64cc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055710fc546e1" /><Relationship Type="http://schemas.openxmlformats.org/officeDocument/2006/relationships/notesMaster" Target="/ppt/notesMasters/notesMaster1.xml" Id="Re8c01631c062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8347397274f30" /><Relationship Type="http://schemas.openxmlformats.org/officeDocument/2006/relationships/notesMaster" Target="/ppt/notesMasters/notesMaster1.xml" Id="R60adc1becaf1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a0778f8b84498" /><Relationship Type="http://schemas.openxmlformats.org/officeDocument/2006/relationships/notesMaster" Target="/ppt/notesMasters/notesMaster1.xml" Id="Rfa5560b41958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ff8b68fad74c1a" /><Relationship Type="http://schemas.openxmlformats.org/officeDocument/2006/relationships/notesMaster" Target="/ppt/notesMasters/notesMaster1.xml" Id="Rf91e188a5cb742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451d4e15f47c3" /><Relationship Type="http://schemas.openxmlformats.org/officeDocument/2006/relationships/notesMaster" Target="/ppt/notesMasters/notesMaster1.xml" Id="R9f44d4fa148642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bc33a792640f2" /><Relationship Type="http://schemas.openxmlformats.org/officeDocument/2006/relationships/notesMaster" Target="/ppt/notesMasters/notesMaster1.xml" Id="R3a5196f33cd6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db60ead694d90" /><Relationship Type="http://schemas.openxmlformats.org/officeDocument/2006/relationships/notesMaster" Target="/ppt/notesMasters/notesMaster1.xml" Id="R2c3046ecd116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12d059015f455f" /><Relationship Type="http://schemas.openxmlformats.org/officeDocument/2006/relationships/notesMaster" Target="/ppt/notesMasters/notesMaster1.xml" Id="R4d562bd5abf045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4b104f5e674e17" /><Relationship Type="http://schemas.openxmlformats.org/officeDocument/2006/relationships/notesMaster" Target="/ppt/notesMasters/notesMaster1.xml" Id="R25c7eeadb8e1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d324e891a54e07" /><Relationship Type="http://schemas.openxmlformats.org/officeDocument/2006/relationships/notesMaster" Target="/ppt/notesMasters/notesMaster1.xml" Id="Rb6fbc9c8d2a340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b2bf18c80f41ae" /><Relationship Type="http://schemas.openxmlformats.org/officeDocument/2006/relationships/notesMaster" Target="/ppt/notesMasters/notesMaster1.xml" Id="Rc33e9145799d42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5be859b65848f4" /><Relationship Type="http://schemas.openxmlformats.org/officeDocument/2006/relationships/notesMaster" Target="/ppt/notesMasters/notesMaster1.xml" Id="R560b0ccd9d0c47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26ce76f6184331" /><Relationship Type="http://schemas.openxmlformats.org/officeDocument/2006/relationships/notesMaster" Target="/ppt/notesMasters/notesMaster1.xml" Id="Rded79b926b29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70a775978248f0" /><Relationship Type="http://schemas.openxmlformats.org/officeDocument/2006/relationships/notesMaster" Target="/ppt/notesMasters/notesMaster1.xml" Id="R5223c8ff8b7e4f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f3052aa6b0494e" /><Relationship Type="http://schemas.openxmlformats.org/officeDocument/2006/relationships/notesMaster" Target="/ppt/notesMasters/notesMaster1.xml" Id="Rd85df2aff0e548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384c8b594245b5" /><Relationship Type="http://schemas.openxmlformats.org/officeDocument/2006/relationships/notesMaster" Target="/ppt/notesMasters/notesMaster1.xml" Id="R28fae9ab3df441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a4328d2dd14371" /><Relationship Type="http://schemas.openxmlformats.org/officeDocument/2006/relationships/notesMaster" Target="/ppt/notesMasters/notesMaster1.xml" Id="Reeb65ec9f95045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14ecc14c5a44c4" /><Relationship Type="http://schemas.openxmlformats.org/officeDocument/2006/relationships/notesMaster" Target="/ppt/notesMasters/notesMaster1.xml" Id="Ref73d7813def41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8ee4478f104350" /><Relationship Type="http://schemas.openxmlformats.org/officeDocument/2006/relationships/notesMaster" Target="/ppt/notesMasters/notesMaster1.xml" Id="Red9943f9fa1e49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a6690c79344384" /><Relationship Type="http://schemas.openxmlformats.org/officeDocument/2006/relationships/notesMaster" Target="/ppt/notesMasters/notesMaster1.xml" Id="Rb8274c0f43fa4f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32c0cd21c44409" /><Relationship Type="http://schemas.openxmlformats.org/officeDocument/2006/relationships/notesMaster" Target="/ppt/notesMasters/notesMaster1.xml" Id="R5fd746aa518942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48b9077df94535" /><Relationship Type="http://schemas.openxmlformats.org/officeDocument/2006/relationships/notesMaster" Target="/ppt/notesMasters/notesMaster1.xml" Id="Re51f21bd289d4b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ad970eb35f4113" /><Relationship Type="http://schemas.openxmlformats.org/officeDocument/2006/relationships/notesMaster" Target="/ppt/notesMasters/notesMaster1.xml" Id="Raf94efc0317449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5ea11c7d494ea6" /><Relationship Type="http://schemas.openxmlformats.org/officeDocument/2006/relationships/notesMaster" Target="/ppt/notesMasters/notesMaster1.xml" Id="R478bc1c5a13a4b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d378c98fec4614" /><Relationship Type="http://schemas.openxmlformats.org/officeDocument/2006/relationships/notesMaster" Target="/ppt/notesMasters/notesMaster1.xml" Id="Rf32924b5814f4f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7091caecd744e0" /><Relationship Type="http://schemas.openxmlformats.org/officeDocument/2006/relationships/notesMaster" Target="/ppt/notesMasters/notesMaster1.xml" Id="Re48f5f8e81b2497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953555af024913" /><Relationship Type="http://schemas.openxmlformats.org/officeDocument/2006/relationships/notesMaster" Target="/ppt/notesMasters/notesMaster1.xml" Id="Radc421403f574d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86fe4a587c48c4" /><Relationship Type="http://schemas.openxmlformats.org/officeDocument/2006/relationships/notesMaster" Target="/ppt/notesMasters/notesMaster1.xml" Id="Rbbcd83f15eaa4c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f7cc43ba844714" /><Relationship Type="http://schemas.openxmlformats.org/officeDocument/2006/relationships/notesMaster" Target="/ppt/notesMasters/notesMaster1.xml" Id="R8d44b1a9a55e48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54481ab1cf4a78" /><Relationship Type="http://schemas.openxmlformats.org/officeDocument/2006/relationships/notesMaster" Target="/ppt/notesMasters/notesMaster1.xml" Id="R0a0e0ff53f8b4c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ad927c00796488d" /><Relationship Type="http://schemas.openxmlformats.org/officeDocument/2006/relationships/notesMaster" Target="/ppt/notesMasters/notesMaster1.xml" Id="R73ab5b74670246a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0b355372b34cda" /><Relationship Type="http://schemas.openxmlformats.org/officeDocument/2006/relationships/notesMaster" Target="/ppt/notesMasters/notesMaster1.xml" Id="Ree54f85a067b4f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1211a3952e43b5" /><Relationship Type="http://schemas.openxmlformats.org/officeDocument/2006/relationships/notesMaster" Target="/ppt/notesMasters/notesMaster1.xml" Id="R5c122eaab93d41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c01b69a71a411c" /><Relationship Type="http://schemas.openxmlformats.org/officeDocument/2006/relationships/notesMaster" Target="/ppt/notesMasters/notesMaster1.xml" Id="R0dae1e2ec5694f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1fe38bee54c4167" /><Relationship Type="http://schemas.openxmlformats.org/officeDocument/2006/relationships/notesMaster" Target="/ppt/notesMasters/notesMaster1.xml" Id="Rfd953442a6bb434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6cca5e8f361450e" /><Relationship Type="http://schemas.openxmlformats.org/officeDocument/2006/relationships/notesMaster" Target="/ppt/notesMasters/notesMaster1.xml" Id="Ra546f8a0ed00473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1056d4f20144cad" /><Relationship Type="http://schemas.openxmlformats.org/officeDocument/2006/relationships/notesMaster" Target="/ppt/notesMasters/notesMaster1.xml" Id="Re5f7a863db334f0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489b9f4c981492b" /><Relationship Type="http://schemas.openxmlformats.org/officeDocument/2006/relationships/notesMaster" Target="/ppt/notesMasters/notesMaster1.xml" Id="R6fb6a13e91ba45a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dd9b0e9a3e64241" /><Relationship Type="http://schemas.openxmlformats.org/officeDocument/2006/relationships/notesMaster" Target="/ppt/notesMasters/notesMaster1.xml" Id="R2638e73064464e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4687512505f43ae" /><Relationship Type="http://schemas.openxmlformats.org/officeDocument/2006/relationships/notesMaster" Target="/ppt/notesMasters/notesMaster1.xml" Id="Rd9ed95e4609e467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e93d5dfca645c8" /><Relationship Type="http://schemas.openxmlformats.org/officeDocument/2006/relationships/notesMaster" Target="/ppt/notesMasters/notesMaster1.xml" Id="Rba13cba7cfac45c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9331942b23f4eb7" /><Relationship Type="http://schemas.openxmlformats.org/officeDocument/2006/relationships/notesMaster" Target="/ppt/notesMasters/notesMaster1.xml" Id="R2b5fc47aea544a3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2f5eb2eaaa34f29" /><Relationship Type="http://schemas.openxmlformats.org/officeDocument/2006/relationships/notesMaster" Target="/ppt/notesMasters/notesMaster1.xml" Id="R58b7484b383c4cb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1ff703c492b4be8" /><Relationship Type="http://schemas.openxmlformats.org/officeDocument/2006/relationships/notesMaster" Target="/ppt/notesMasters/notesMaster1.xml" Id="Rde3850093c5a47b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002a528598a421d" /><Relationship Type="http://schemas.openxmlformats.org/officeDocument/2006/relationships/notesMaster" Target="/ppt/notesMasters/notesMaster1.xml" Id="R3fdc72d5651e4fd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a65b56110694970" /><Relationship Type="http://schemas.openxmlformats.org/officeDocument/2006/relationships/notesMaster" Target="/ppt/notesMasters/notesMaster1.xml" Id="R41c6c9b4e5d1429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5d0ec42fad1426f" /><Relationship Type="http://schemas.openxmlformats.org/officeDocument/2006/relationships/notesMaster" Target="/ppt/notesMasters/notesMaster1.xml" Id="R80ec932f4df6470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caace84aa5d4959" /><Relationship Type="http://schemas.openxmlformats.org/officeDocument/2006/relationships/notesMaster" Target="/ppt/notesMasters/notesMaster1.xml" Id="R374f28cee8d9460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8eb81a47dfb4fc2" /><Relationship Type="http://schemas.openxmlformats.org/officeDocument/2006/relationships/notesMaster" Target="/ppt/notesMasters/notesMaster1.xml" Id="Re4a112dffb4b4ce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ab5ed31dc4b44f0" /><Relationship Type="http://schemas.openxmlformats.org/officeDocument/2006/relationships/notesMaster" Target="/ppt/notesMasters/notesMaster1.xml" Id="R052b43dfda474cd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df4238d4d6c4472" /><Relationship Type="http://schemas.openxmlformats.org/officeDocument/2006/relationships/notesMaster" Target="/ppt/notesMasters/notesMaster1.xml" Id="R9d1299dcfc9d48c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284869bf51c4495" /><Relationship Type="http://schemas.openxmlformats.org/officeDocument/2006/relationships/notesMaster" Target="/ppt/notesMasters/notesMaster1.xml" Id="R9e8e9457b4e8470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19ac564105d4c86" /><Relationship Type="http://schemas.openxmlformats.org/officeDocument/2006/relationships/notesMaster" Target="/ppt/notesMasters/notesMaster1.xml" Id="Rd979b480fb1744d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dd4345515bb403e" /><Relationship Type="http://schemas.openxmlformats.org/officeDocument/2006/relationships/notesMaster" Target="/ppt/notesMasters/notesMaster1.xml" Id="R4bd43128621e478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387217e0637444c" /><Relationship Type="http://schemas.openxmlformats.org/officeDocument/2006/relationships/notesMaster" Target="/ppt/notesMasters/notesMaster1.xml" Id="R0b902a64c138460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b15562fce924237" /><Relationship Type="http://schemas.openxmlformats.org/officeDocument/2006/relationships/notesMaster" Target="/ppt/notesMasters/notesMaster1.xml" Id="R70a520e7c10b4fb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a932751ec774658" /><Relationship Type="http://schemas.openxmlformats.org/officeDocument/2006/relationships/notesMaster" Target="/ppt/notesMasters/notesMaster1.xml" Id="Rb9ee0a6e277442d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d04a3d2d91c4f23" /><Relationship Type="http://schemas.openxmlformats.org/officeDocument/2006/relationships/notesMaster" Target="/ppt/notesMasters/notesMaster1.xml" Id="R4511c1acea4c4b6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4e170600cd146cd" /><Relationship Type="http://schemas.openxmlformats.org/officeDocument/2006/relationships/notesMaster" Target="/ppt/notesMasters/notesMaster1.xml" Id="R59816c54ed3e437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f9abc29fdbe4680" /><Relationship Type="http://schemas.openxmlformats.org/officeDocument/2006/relationships/notesMaster" Target="/ppt/notesMasters/notesMaster1.xml" Id="R6d821c4a695f439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9d7da45c59b4ecb" /><Relationship Type="http://schemas.openxmlformats.org/officeDocument/2006/relationships/notesMaster" Target="/ppt/notesMasters/notesMaster1.xml" Id="R22b51f6de54549c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1941daa8b324561" /><Relationship Type="http://schemas.openxmlformats.org/officeDocument/2006/relationships/notesMaster" Target="/ppt/notesMasters/notesMaster1.xml" Id="Rdbdccd0fce584bc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1f4e8d593ee4a5b" /><Relationship Type="http://schemas.openxmlformats.org/officeDocument/2006/relationships/notesMaster" Target="/ppt/notesMasters/notesMaster1.xml" Id="R35f88698194841e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e6fca8044d04bbe" /><Relationship Type="http://schemas.openxmlformats.org/officeDocument/2006/relationships/notesMaster" Target="/ppt/notesMasters/notesMaster1.xml" Id="Rb023a26697af4ad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40ce3548f3e4c5b" /><Relationship Type="http://schemas.openxmlformats.org/officeDocument/2006/relationships/notesMaster" Target="/ppt/notesMasters/notesMaster1.xml" Id="R2c509c69ba624bb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a49552b3916435b" /><Relationship Type="http://schemas.openxmlformats.org/officeDocument/2006/relationships/notesMaster" Target="/ppt/notesMasters/notesMaster1.xml" Id="R569a89ecaba64db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5d9de3239584ac1" /><Relationship Type="http://schemas.openxmlformats.org/officeDocument/2006/relationships/notesMaster" Target="/ppt/notesMasters/notesMaster1.xml" Id="Rd6a1988c2c46403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4db7ebabc274397" /><Relationship Type="http://schemas.openxmlformats.org/officeDocument/2006/relationships/notesMaster" Target="/ppt/notesMasters/notesMaster1.xml" Id="R9a40c3a631af4ac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8b093f460c648ba" /><Relationship Type="http://schemas.openxmlformats.org/officeDocument/2006/relationships/notesMaster" Target="/ppt/notesMasters/notesMaster1.xml" Id="Reec12df3b3d0478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6bcf63c635e42d5" /><Relationship Type="http://schemas.openxmlformats.org/officeDocument/2006/relationships/notesMaster" Target="/ppt/notesMasters/notesMaster1.xml" Id="R761bc8250acf420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39f335b559b4ee8" /><Relationship Type="http://schemas.openxmlformats.org/officeDocument/2006/relationships/notesMaster" Target="/ppt/notesMasters/notesMaster1.xml" Id="Re9b1fcbaede6473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828a5cd3b514342" /><Relationship Type="http://schemas.openxmlformats.org/officeDocument/2006/relationships/notesMaster" Target="/ppt/notesMasters/notesMaster1.xml" Id="Ra84b72ecdc894b0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54ef60c87404797" /><Relationship Type="http://schemas.openxmlformats.org/officeDocument/2006/relationships/notesMaster" Target="/ppt/notesMasters/notesMaster1.xml" Id="R2d56bba97f8345b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90077754f0e4cc2" /><Relationship Type="http://schemas.openxmlformats.org/officeDocument/2006/relationships/notesMaster" Target="/ppt/notesMasters/notesMaster1.xml" Id="Rfb544e86ed73490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f4efa5d14f14800" /><Relationship Type="http://schemas.openxmlformats.org/officeDocument/2006/relationships/notesMaster" Target="/ppt/notesMasters/notesMaster1.xml" Id="Rb71dda1db0cc464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565eae6cbb84f32" /><Relationship Type="http://schemas.openxmlformats.org/officeDocument/2006/relationships/notesMaster" Target="/ppt/notesMasters/notesMaster1.xml" Id="Re6447068b6744ce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85f2fc44192243bd" /><Relationship Type="http://schemas.openxmlformats.org/officeDocument/2006/relationships/notesMaster" Target="/ppt/notesMasters/notesMaster1.xml" Id="Rbcff2803ed5a4f0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54e7e09560148f1" /><Relationship Type="http://schemas.openxmlformats.org/officeDocument/2006/relationships/notesMaster" Target="/ppt/notesMasters/notesMaster1.xml" Id="Rcea002790ad34cd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22a27ac682e43bc" /><Relationship Type="http://schemas.openxmlformats.org/officeDocument/2006/relationships/notesMaster" Target="/ppt/notesMasters/notesMaster1.xml" Id="R529d3efcabe34ba4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51d69213d614ced" /><Relationship Type="http://schemas.openxmlformats.org/officeDocument/2006/relationships/notesMaster" Target="/ppt/notesMasters/notesMaster1.xml" Id="R360413e55a89479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02dadbe0e31479d" /><Relationship Type="http://schemas.openxmlformats.org/officeDocument/2006/relationships/notesMaster" Target="/ppt/notesMasters/notesMaster1.xml" Id="Rdb0a76974b144b9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e79d678a3f94782" /><Relationship Type="http://schemas.openxmlformats.org/officeDocument/2006/relationships/notesMaster" Target="/ppt/notesMasters/notesMaster1.xml" Id="R854d63c91e814f5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9d652745a1c4fb8" /><Relationship Type="http://schemas.openxmlformats.org/officeDocument/2006/relationships/notesMaster" Target="/ppt/notesMasters/notesMaster1.xml" Id="Rf906ffa2d386459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13b101075694fe0" /><Relationship Type="http://schemas.openxmlformats.org/officeDocument/2006/relationships/notesMaster" Target="/ppt/notesMasters/notesMaster1.xml" Id="R3967aac1fd12457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bc119feeea84f1b" /><Relationship Type="http://schemas.openxmlformats.org/officeDocument/2006/relationships/notesMaster" Target="/ppt/notesMasters/notesMaster1.xml" Id="Rdd5e6bc966dd4d6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68d89158c524770" /><Relationship Type="http://schemas.openxmlformats.org/officeDocument/2006/relationships/notesMaster" Target="/ppt/notesMasters/notesMaster1.xml" Id="Ra0605ca02da140e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4d6f048f9e64343" /><Relationship Type="http://schemas.openxmlformats.org/officeDocument/2006/relationships/notesMaster" Target="/ppt/notesMasters/notesMaster1.xml" Id="R9bad6ae48b8c4ba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d198039c483f4c4d" /><Relationship Type="http://schemas.openxmlformats.org/officeDocument/2006/relationships/notesMaster" Target="/ppt/notesMasters/notesMaster1.xml" Id="R6e59ea91651341bf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8d29af72f7b243f4" /><Relationship Type="http://schemas.openxmlformats.org/officeDocument/2006/relationships/notesMaster" Target="/ppt/notesMasters/notesMaster1.xml" Id="R0c95e385a3d54ee4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486065e592d4bf6" /><Relationship Type="http://schemas.openxmlformats.org/officeDocument/2006/relationships/notesMaster" Target="/ppt/notesMasters/notesMaster1.xml" Id="R37fe3add47b349c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f4b7f1e9d0241a7" /><Relationship Type="http://schemas.openxmlformats.org/officeDocument/2006/relationships/notesMaster" Target="/ppt/notesMasters/notesMaster1.xml" Id="R0876b4f37bb443a9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93c29d0783a44f82" /><Relationship Type="http://schemas.openxmlformats.org/officeDocument/2006/relationships/notesMaster" Target="/ppt/notesMasters/notesMaster1.xml" Id="R9d07c36044dc4b7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f0222547b544714" /><Relationship Type="http://schemas.openxmlformats.org/officeDocument/2006/relationships/notesMaster" Target="/ppt/notesMasters/notesMaster1.xml" Id="Re45c86247f044349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16b6768f2a24a15" /><Relationship Type="http://schemas.openxmlformats.org/officeDocument/2006/relationships/notesMaster" Target="/ppt/notesMasters/notesMaster1.xml" Id="R5ca22ea9165d4fb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9dc4e87bfdb4182" /><Relationship Type="http://schemas.openxmlformats.org/officeDocument/2006/relationships/notesMaster" Target="/ppt/notesMasters/notesMaster1.xml" Id="Rbc4b35cc506e447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b7fa1e05726409f" /><Relationship Type="http://schemas.openxmlformats.org/officeDocument/2006/relationships/notesMaster" Target="/ppt/notesMasters/notesMaster1.xml" Id="R3fd9672e440a4a4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aeb32a14c09b441f" /><Relationship Type="http://schemas.openxmlformats.org/officeDocument/2006/relationships/notesMaster" Target="/ppt/notesMasters/notesMaster1.xml" Id="R052df9c7357b48f4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238cd030c4f4bdc" /><Relationship Type="http://schemas.openxmlformats.org/officeDocument/2006/relationships/notesMaster" Target="/ppt/notesMasters/notesMaster1.xml" Id="R5b35fdac186e454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dbdfc9a4fd44970" /><Relationship Type="http://schemas.openxmlformats.org/officeDocument/2006/relationships/notesMaster" Target="/ppt/notesMasters/notesMaster1.xml" Id="Rd8a9106912c94b15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6d27077f33404842" /><Relationship Type="http://schemas.openxmlformats.org/officeDocument/2006/relationships/notesMaster" Target="/ppt/notesMasters/notesMaster1.xml" Id="Re1f566a47e8c422b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9e70cd1067354f11" /><Relationship Type="http://schemas.openxmlformats.org/officeDocument/2006/relationships/notesMaster" Target="/ppt/notesMasters/notesMaster1.xml" Id="R40d4137a1d944db7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5fa6f8156af464d" /><Relationship Type="http://schemas.openxmlformats.org/officeDocument/2006/relationships/notesMaster" Target="/ppt/notesMasters/notesMaster1.xml" Id="R8a45a058cd344643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be3687cc6234d5b" /><Relationship Type="http://schemas.openxmlformats.org/officeDocument/2006/relationships/notesMaster" Target="/ppt/notesMasters/notesMaster1.xml" Id="R72e7daa1dd854bd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3eaf110d6d944607" /><Relationship Type="http://schemas.openxmlformats.org/officeDocument/2006/relationships/notesMaster" Target="/ppt/notesMasters/notesMaster1.xml" Id="R95c36169e25242f6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67a7cae475304226" /><Relationship Type="http://schemas.openxmlformats.org/officeDocument/2006/relationships/notesMaster" Target="/ppt/notesMasters/notesMaster1.xml" Id="R8fc58e4ccc5146c1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0b134b9b68d543db" /><Relationship Type="http://schemas.openxmlformats.org/officeDocument/2006/relationships/notesMaster" Target="/ppt/notesMasters/notesMaster1.xml" Id="R39b4550eec554774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08d9bcc400742bd" /><Relationship Type="http://schemas.openxmlformats.org/officeDocument/2006/relationships/notesMaster" Target="/ppt/notesMasters/notesMaster1.xml" Id="Rf60486bfa9354d6e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43241c9f03374fb3" /><Relationship Type="http://schemas.openxmlformats.org/officeDocument/2006/relationships/notesMaster" Target="/ppt/notesMasters/notesMaster1.xml" Id="R63f9b154858d4fb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896a983428345fe" /><Relationship Type="http://schemas.openxmlformats.org/officeDocument/2006/relationships/notesMaster" Target="/ppt/notesMasters/notesMaster1.xml" Id="R914d93d6604748d7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8c4f819118b74c4c" /><Relationship Type="http://schemas.openxmlformats.org/officeDocument/2006/relationships/notesMaster" Target="/ppt/notesMasters/notesMaster1.xml" Id="Rd859617256114395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2549e7022f1a412b" /><Relationship Type="http://schemas.openxmlformats.org/officeDocument/2006/relationships/notesMaster" Target="/ppt/notesMasters/notesMaster1.xml" Id="R593788c2235b4e1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20f0ba73c384b9b" /><Relationship Type="http://schemas.openxmlformats.org/officeDocument/2006/relationships/notesMaster" Target="/ppt/notesMasters/notesMaster1.xml" Id="R075417b46e094009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f9d45de0068d4b6a" /><Relationship Type="http://schemas.openxmlformats.org/officeDocument/2006/relationships/notesMaster" Target="/ppt/notesMasters/notesMaster1.xml" Id="R8e5b45f32d4948f6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6a984877fd0e4e9f" /><Relationship Type="http://schemas.openxmlformats.org/officeDocument/2006/relationships/notesMaster" Target="/ppt/notesMasters/notesMaster1.xml" Id="Rc384dfb75f234c2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b3d0bf6b2b44c35" /><Relationship Type="http://schemas.openxmlformats.org/officeDocument/2006/relationships/notesMaster" Target="/ppt/notesMasters/notesMaster1.xml" Id="R3ed97b5a94d14dfd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86f375a76c8411b" /><Relationship Type="http://schemas.openxmlformats.org/officeDocument/2006/relationships/notesMaster" Target="/ppt/notesMasters/notesMaster1.xml" Id="R33b97b003c6d4f79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310be4cbf464d17" /><Relationship Type="http://schemas.openxmlformats.org/officeDocument/2006/relationships/notesMaster" Target="/ppt/notesMasters/notesMaster1.xml" Id="Rb41943a231e940c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00be1b4ad2b4bda" /><Relationship Type="http://schemas.openxmlformats.org/officeDocument/2006/relationships/notesMaster" Target="/ppt/notesMasters/notesMaster1.xml" Id="Rda12bb46240e48b3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de904e27f04547a1" /><Relationship Type="http://schemas.openxmlformats.org/officeDocument/2006/relationships/notesMaster" Target="/ppt/notesMasters/notesMaster1.xml" Id="Rf38a365d208c48dc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87fbfc6bf5d40f2" /><Relationship Type="http://schemas.openxmlformats.org/officeDocument/2006/relationships/notesMaster" Target="/ppt/notesMasters/notesMaster1.xml" Id="R4d120cb92f4741b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9eab26896fe4ecb" /><Relationship Type="http://schemas.openxmlformats.org/officeDocument/2006/relationships/notesMaster" Target="/ppt/notesMasters/notesMaster1.xml" Id="R1d707146410f4ab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3150582b32154fdb" /><Relationship Type="http://schemas.openxmlformats.org/officeDocument/2006/relationships/notesMaster" Target="/ppt/notesMasters/notesMaster1.xml" Id="Ra27af43a1b80488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4517876fe1d46af" /><Relationship Type="http://schemas.openxmlformats.org/officeDocument/2006/relationships/notesMaster" Target="/ppt/notesMasters/notesMaster1.xml" Id="R0bac189f468b4f32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e4e8c08a478742ad" /><Relationship Type="http://schemas.openxmlformats.org/officeDocument/2006/relationships/notesMaster" Target="/ppt/notesMasters/notesMaster1.xml" Id="R3ee0089d0bc64cda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35b0b526d694b6f" /><Relationship Type="http://schemas.openxmlformats.org/officeDocument/2006/relationships/notesMaster" Target="/ppt/notesMasters/notesMaster1.xml" Id="R7921c84a25db4a2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c0ec0e8644334cf4" /><Relationship Type="http://schemas.openxmlformats.org/officeDocument/2006/relationships/notesMaster" Target="/ppt/notesMasters/notesMaster1.xml" Id="Rb32cac68d0664725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a01a3a2d95d14b31" /><Relationship Type="http://schemas.openxmlformats.org/officeDocument/2006/relationships/notesMaster" Target="/ppt/notesMasters/notesMaster1.xml" Id="R70cc103e3a2b406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8bc78d758534e33" /><Relationship Type="http://schemas.openxmlformats.org/officeDocument/2006/relationships/notesMaster" Target="/ppt/notesMasters/notesMaster1.xml" Id="Rc46c28717156408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a9cd077173e042e8" /><Relationship Type="http://schemas.openxmlformats.org/officeDocument/2006/relationships/notesMaster" Target="/ppt/notesMasters/notesMaster1.xml" Id="R28c24cb5a7ed458a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1742ef70b92f4c05" /><Relationship Type="http://schemas.openxmlformats.org/officeDocument/2006/relationships/notesMaster" Target="/ppt/notesMasters/notesMaster1.xml" Id="Rdc733f6cd79f402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401dd35978147d1" /><Relationship Type="http://schemas.openxmlformats.org/officeDocument/2006/relationships/notesMaster" Target="/ppt/notesMasters/notesMaster1.xml" Id="Rd6b836210f29498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ee48b5d43a484a6b" /><Relationship Type="http://schemas.openxmlformats.org/officeDocument/2006/relationships/notesMaster" Target="/ppt/notesMasters/notesMaster1.xml" Id="Rff002df9c42a4cfc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575c3c47471b497a" /><Relationship Type="http://schemas.openxmlformats.org/officeDocument/2006/relationships/notesMaster" Target="/ppt/notesMasters/notesMaster1.xml" Id="R6c247427e30f47ab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959a4cbd0c8f484d" /><Relationship Type="http://schemas.openxmlformats.org/officeDocument/2006/relationships/notesMaster" Target="/ppt/notesMasters/notesMaster1.xml" Id="R4528ea4de77c407d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2399e91c92b84c01" /><Relationship Type="http://schemas.openxmlformats.org/officeDocument/2006/relationships/notesMaster" Target="/ppt/notesMasters/notesMaster1.xml" Id="R87ce66cb3c4747f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08c2cef10ebf48f7" /><Relationship Type="http://schemas.openxmlformats.org/officeDocument/2006/relationships/notesMaster" Target="/ppt/notesMasters/notesMaster1.xml" Id="R61d5446a18fa4b3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84ef30b3eba34b88" /><Relationship Type="http://schemas.openxmlformats.org/officeDocument/2006/relationships/notesMaster" Target="/ppt/notesMasters/notesMaster1.xml" Id="R331aae50b18d480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c10ed9826ee84e11" /><Relationship Type="http://schemas.openxmlformats.org/officeDocument/2006/relationships/notesMaster" Target="/ppt/notesMasters/notesMaster1.xml" Id="R5a4680c317744bf8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3278be4b5664ec9" /><Relationship Type="http://schemas.openxmlformats.org/officeDocument/2006/relationships/notesMaster" Target="/ppt/notesMasters/notesMaster1.xml" Id="R2dca29f59c024a01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588016a98a7c4f7f" /><Relationship Type="http://schemas.openxmlformats.org/officeDocument/2006/relationships/notesMaster" Target="/ppt/notesMasters/notesMaster1.xml" Id="R90e87f06106f47c1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45a5f4b8ad840b9" /><Relationship Type="http://schemas.openxmlformats.org/officeDocument/2006/relationships/notesMaster" Target="/ppt/notesMasters/notesMaster1.xml" Id="R7d11e1eb3d1f40c8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f243640164d4c92" /><Relationship Type="http://schemas.openxmlformats.org/officeDocument/2006/relationships/notesMaster" Target="/ppt/notesMasters/notesMaster1.xml" Id="Re0e79f24c4604c59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1b1c9484834d4ab2" /><Relationship Type="http://schemas.openxmlformats.org/officeDocument/2006/relationships/notesMaster" Target="/ppt/notesMasters/notesMaster1.xml" Id="R99f71d77d1364e2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23c31e5cbf994c7e" /><Relationship Type="http://schemas.openxmlformats.org/officeDocument/2006/relationships/notesMaster" Target="/ppt/notesMasters/notesMaster1.xml" Id="R0e4192f824cc42bb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19aaafdfdd38469f" /><Relationship Type="http://schemas.openxmlformats.org/officeDocument/2006/relationships/notesMaster" Target="/ppt/notesMasters/notesMaster1.xml" Id="R303b8780e7f94152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30b81aebf021495a" /><Relationship Type="http://schemas.openxmlformats.org/officeDocument/2006/relationships/notesMaster" Target="/ppt/notesMasters/notesMaster1.xml" Id="Rf583fbdc229548de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02580e56d94542bc" /><Relationship Type="http://schemas.openxmlformats.org/officeDocument/2006/relationships/notesMaster" Target="/ppt/notesMasters/notesMaster1.xml" Id="R7905dbcecd6f4c72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f68b31e36094491b" /><Relationship Type="http://schemas.openxmlformats.org/officeDocument/2006/relationships/notesMaster" Target="/ppt/notesMasters/notesMaster1.xml" Id="R6847d71f98674f8c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0a9731805cd54b60" /><Relationship Type="http://schemas.openxmlformats.org/officeDocument/2006/relationships/notesMaster" Target="/ppt/notesMasters/notesMaster1.xml" Id="R22a42b981a4d4774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d680c28ef6cb41fc" /><Relationship Type="http://schemas.openxmlformats.org/officeDocument/2006/relationships/notesMaster" Target="/ppt/notesMasters/notesMaster1.xml" Id="R9acffd16b22b403d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ec5a93305be84db9" /><Relationship Type="http://schemas.openxmlformats.org/officeDocument/2006/relationships/notesMaster" Target="/ppt/notesMasters/notesMaster1.xml" Id="R59496c7665c54bb4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2a4143cd2b914b5c" /><Relationship Type="http://schemas.openxmlformats.org/officeDocument/2006/relationships/notesMaster" Target="/ppt/notesMasters/notesMaster1.xml" Id="R71826de112d3417a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3b1d3b9e5746401e" /><Relationship Type="http://schemas.openxmlformats.org/officeDocument/2006/relationships/notesMaster" Target="/ppt/notesMasters/notesMaster1.xml" Id="Rea1d78005ce1479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a209ec45aa2449c9" /><Relationship Type="http://schemas.openxmlformats.org/officeDocument/2006/relationships/notesMaster" Target="/ppt/notesMasters/notesMaster1.xml" Id="Rea1a118276694c3c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74d6113b14c74608" /><Relationship Type="http://schemas.openxmlformats.org/officeDocument/2006/relationships/notesMaster" Target="/ppt/notesMasters/notesMaster1.xml" Id="R1ed504b8e846416b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4c1b5b6fee04fcc" /><Relationship Type="http://schemas.openxmlformats.org/officeDocument/2006/relationships/notesMaster" Target="/ppt/notesMasters/notesMaster1.xml" Id="R18e95f85d49c4bc9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4b7f14675027434f" /><Relationship Type="http://schemas.openxmlformats.org/officeDocument/2006/relationships/notesMaster" Target="/ppt/notesMasters/notesMaster1.xml" Id="Rb813cbd8957b4119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77a02f2ca3df4395" /><Relationship Type="http://schemas.openxmlformats.org/officeDocument/2006/relationships/notesMaster" Target="/ppt/notesMasters/notesMaster1.xml" Id="R822f4ac47dd64232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fb81b2dc16640f7" /><Relationship Type="http://schemas.openxmlformats.org/officeDocument/2006/relationships/notesMaster" Target="/ppt/notesMasters/notesMaster1.xml" Id="R3df01e07647e4755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e75fa284391d4bc4" /><Relationship Type="http://schemas.openxmlformats.org/officeDocument/2006/relationships/notesMaster" Target="/ppt/notesMasters/notesMaster1.xml" Id="R2ea31b673ada4698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eb4255a85e7448f6" /><Relationship Type="http://schemas.openxmlformats.org/officeDocument/2006/relationships/notesMaster" Target="/ppt/notesMasters/notesMaster1.xml" Id="R77d04c16ad114150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03202d4501e8489f" /><Relationship Type="http://schemas.openxmlformats.org/officeDocument/2006/relationships/notesMaster" Target="/ppt/notesMasters/notesMaster1.xml" Id="R5d296f4a7c5b4185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812735789f3a405c" /><Relationship Type="http://schemas.openxmlformats.org/officeDocument/2006/relationships/notesMaster" Target="/ppt/notesMasters/notesMaster1.xml" Id="R33281a7d42a44cd6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c383340d42db40c4" /><Relationship Type="http://schemas.openxmlformats.org/officeDocument/2006/relationships/notesMaster" Target="/ppt/notesMasters/notesMaster1.xml" Id="R8534494091bc4570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0fbdc01481b84fe5" /><Relationship Type="http://schemas.openxmlformats.org/officeDocument/2006/relationships/notesMaster" Target="/ppt/notesMasters/notesMaster1.xml" Id="R80229e2c4e9b44b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340e24a2987c4705" /><Relationship Type="http://schemas.openxmlformats.org/officeDocument/2006/relationships/notesMaster" Target="/ppt/notesMasters/notesMaster1.xml" Id="Ra04a049b8784482a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919fccfcbf0f41e0" /><Relationship Type="http://schemas.openxmlformats.org/officeDocument/2006/relationships/notesMaster" Target="/ppt/notesMasters/notesMaster1.xml" Id="R9c1dfeb70ece4a1b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e1ba6ffe51744ef" /><Relationship Type="http://schemas.openxmlformats.org/officeDocument/2006/relationships/notesMaster" Target="/ppt/notesMasters/notesMaster1.xml" Id="Race94eb249c24dcb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4251b277e9f845e2" /><Relationship Type="http://schemas.openxmlformats.org/officeDocument/2006/relationships/notesMaster" Target="/ppt/notesMasters/notesMaster1.xml" Id="Reba2de8ef0654494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28f6ec40f4e746cc" /><Relationship Type="http://schemas.openxmlformats.org/officeDocument/2006/relationships/notesMaster" Target="/ppt/notesMasters/notesMaster1.xml" Id="Rd1b8c623567746a6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645c87c9feb04400" /><Relationship Type="http://schemas.openxmlformats.org/officeDocument/2006/relationships/notesMaster" Target="/ppt/notesMasters/notesMaster1.xml" Id="R51048e8338b7469c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901432fc07e4398" /><Relationship Type="http://schemas.openxmlformats.org/officeDocument/2006/relationships/notesMaster" Target="/ppt/notesMasters/notesMaster1.xml" Id="R10fcb8722bfc4852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b0629790a7bd4341" /><Relationship Type="http://schemas.openxmlformats.org/officeDocument/2006/relationships/notesMaster" Target="/ppt/notesMasters/notesMaster1.xml" Id="R6c2b5698600147d9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4b569149caa3449b" /><Relationship Type="http://schemas.openxmlformats.org/officeDocument/2006/relationships/notesMaster" Target="/ppt/notesMasters/notesMaster1.xml" Id="R7e4be9b3816545a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019f77bb7b6540fd" /><Relationship Type="http://schemas.openxmlformats.org/officeDocument/2006/relationships/notesMaster" Target="/ppt/notesMasters/notesMaster1.xml" Id="Rd03cb9badd504268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93484aeae6d0473f" /><Relationship Type="http://schemas.openxmlformats.org/officeDocument/2006/relationships/notesMaster" Target="/ppt/notesMasters/notesMaster1.xml" Id="R78233259fa434a50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18a5523782c947b4" /><Relationship Type="http://schemas.openxmlformats.org/officeDocument/2006/relationships/notesMaster" Target="/ppt/notesMasters/notesMaster1.xml" Id="Ra00e919cf9884d04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5deaca43f72a462a" /><Relationship Type="http://schemas.openxmlformats.org/officeDocument/2006/relationships/notesMaster" Target="/ppt/notesMasters/notesMaster1.xml" Id="R744df610d5354dd2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7d778a9559534a25" /><Relationship Type="http://schemas.openxmlformats.org/officeDocument/2006/relationships/notesMaster" Target="/ppt/notesMasters/notesMaster1.xml" Id="R539a8ca66ab54491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e057271457cf4a42" /><Relationship Type="http://schemas.openxmlformats.org/officeDocument/2006/relationships/notesMaster" Target="/ppt/notesMasters/notesMaster1.xml" Id="R2ccfef9e78b24d35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8ee82d369fc74704" /><Relationship Type="http://schemas.openxmlformats.org/officeDocument/2006/relationships/notesMaster" Target="/ppt/notesMasters/notesMaster1.xml" Id="Rc2fd3867f02f4d7c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16242c8083694572" /><Relationship Type="http://schemas.openxmlformats.org/officeDocument/2006/relationships/notesMaster" Target="/ppt/notesMasters/notesMaster1.xml" Id="Rb63c20ccd8464ddf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57cd28315e5f4baa" /><Relationship Type="http://schemas.openxmlformats.org/officeDocument/2006/relationships/notesMaster" Target="/ppt/notesMasters/notesMaster1.xml" Id="Rc20efd12d6084d7b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0b4332b8afa64990" /><Relationship Type="http://schemas.openxmlformats.org/officeDocument/2006/relationships/notesMaster" Target="/ppt/notesMasters/notesMaster1.xml" Id="Rc0f13138f19645c6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34073617e2ae4cae" /><Relationship Type="http://schemas.openxmlformats.org/officeDocument/2006/relationships/notesMaster" Target="/ppt/notesMasters/notesMaster1.xml" Id="R35f5cb9e29b04771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c248f3cb65204c0e" /><Relationship Type="http://schemas.openxmlformats.org/officeDocument/2006/relationships/notesMaster" Target="/ppt/notesMasters/notesMaster1.xml" Id="R9e06cc583c044c9d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df7c2c4f70884841" /><Relationship Type="http://schemas.openxmlformats.org/officeDocument/2006/relationships/notesMaster" Target="/ppt/notesMasters/notesMaster1.xml" Id="R3160066e4c8b4719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e4f8ae38e74d48f4" /><Relationship Type="http://schemas.openxmlformats.org/officeDocument/2006/relationships/notesMaster" Target="/ppt/notesMasters/notesMaster1.xml" Id="R51e33357e2374d2d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ede5d5bde70247f5" /><Relationship Type="http://schemas.openxmlformats.org/officeDocument/2006/relationships/notesMaster" Target="/ppt/notesMasters/notesMaster1.xml" Id="R3125eae9bc8f4b42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d20f3b33f5de4851" /><Relationship Type="http://schemas.openxmlformats.org/officeDocument/2006/relationships/notesMaster" Target="/ppt/notesMasters/notesMaster1.xml" Id="Rf90391c800e84b46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02481b9eb8c4c2a" /><Relationship Type="http://schemas.openxmlformats.org/officeDocument/2006/relationships/notesMaster" Target="/ppt/notesMasters/notesMaster1.xml" Id="Ra151438d08ce4e1a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fe422c2b1a464bc1" /><Relationship Type="http://schemas.openxmlformats.org/officeDocument/2006/relationships/notesMaster" Target="/ppt/notesMasters/notesMaster1.xml" Id="Rf1dbc37ffbeb44a5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a21f1755c32140b1" /><Relationship Type="http://schemas.openxmlformats.org/officeDocument/2006/relationships/notesMaster" Target="/ppt/notesMasters/notesMaster1.xml" Id="Reb69311eaab347b7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20ad45abc419423f" /><Relationship Type="http://schemas.openxmlformats.org/officeDocument/2006/relationships/notesMaster" Target="/ppt/notesMasters/notesMaster1.xml" Id="R4960d71791d34dd6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45c56400ce124563" /><Relationship Type="http://schemas.openxmlformats.org/officeDocument/2006/relationships/notesMaster" Target="/ppt/notesMasters/notesMaster1.xml" Id="R11db45c0050c499b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e07da47392e84502" /><Relationship Type="http://schemas.openxmlformats.org/officeDocument/2006/relationships/notesMaster" Target="/ppt/notesMasters/notesMaster1.xml" Id="R5fc24cffbe50441d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60b04b933afc4384" /><Relationship Type="http://schemas.openxmlformats.org/officeDocument/2006/relationships/notesMaster" Target="/ppt/notesMasters/notesMaster1.xml" Id="R9ea743e7946f42f1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6b81c62392434d38" /><Relationship Type="http://schemas.openxmlformats.org/officeDocument/2006/relationships/notesMaster" Target="/ppt/notesMasters/notesMaster1.xml" Id="Ra833f0e91e5e49cc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6f77c7aace564a28" /><Relationship Type="http://schemas.openxmlformats.org/officeDocument/2006/relationships/notesMaster" Target="/ppt/notesMasters/notesMaster1.xml" Id="R9eefc67b102e44b1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793290c9a03d40c1" /><Relationship Type="http://schemas.openxmlformats.org/officeDocument/2006/relationships/notesMaster" Target="/ppt/notesMasters/notesMaster1.xml" Id="Racabd508728342cb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1d4c82d78eed4997" /><Relationship Type="http://schemas.openxmlformats.org/officeDocument/2006/relationships/notesMaster" Target="/ppt/notesMasters/notesMaster1.xml" Id="Re877b2b71667419f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c95962a4a3ba4839" /><Relationship Type="http://schemas.openxmlformats.org/officeDocument/2006/relationships/notesMaster" Target="/ppt/notesMasters/notesMaster1.xml" Id="Rfce9478119b24e8f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fb9841b61da549d3" /><Relationship Type="http://schemas.openxmlformats.org/officeDocument/2006/relationships/notesMaster" Target="/ppt/notesMasters/notesMaster1.xml" Id="Ra3482d7db7c349d9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8cff68a757674590" /><Relationship Type="http://schemas.openxmlformats.org/officeDocument/2006/relationships/notesMaster" Target="/ppt/notesMasters/notesMaster1.xml" Id="R51d4ab1877cf4592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4997eab535e3413d" /><Relationship Type="http://schemas.openxmlformats.org/officeDocument/2006/relationships/notesMaster" Target="/ppt/notesMasters/notesMaster1.xml" Id="Rca529d0fc5f349e7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95084b9916a14f37" /><Relationship Type="http://schemas.openxmlformats.org/officeDocument/2006/relationships/notesMaster" Target="/ppt/notesMasters/notesMaster1.xml" Id="R60d04d9aa6ac440d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d470ef232c99465e" /><Relationship Type="http://schemas.openxmlformats.org/officeDocument/2006/relationships/notesMaster" Target="/ppt/notesMasters/notesMaster1.xml" Id="R659bb83b48e74374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fa38d2a40152472b" /><Relationship Type="http://schemas.openxmlformats.org/officeDocument/2006/relationships/notesMaster" Target="/ppt/notesMasters/notesMaster1.xml" Id="R51eff42943de4583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325a048970e74430" /><Relationship Type="http://schemas.openxmlformats.org/officeDocument/2006/relationships/notesMaster" Target="/ppt/notesMasters/notesMaster1.xml" Id="R7599016d857946c5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d3cdfc3f7b97412d" /><Relationship Type="http://schemas.openxmlformats.org/officeDocument/2006/relationships/notesMaster" Target="/ppt/notesMasters/notesMaster1.xml" Id="Rc5adc92d08de446b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9f0496dbfd694d75" /><Relationship Type="http://schemas.openxmlformats.org/officeDocument/2006/relationships/notesMaster" Target="/ppt/notesMasters/notesMaster1.xml" Id="R4bf647eaa188403e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adec423871874e35" /><Relationship Type="http://schemas.openxmlformats.org/officeDocument/2006/relationships/notesMaster" Target="/ppt/notesMasters/notesMaster1.xml" Id="R8e2fb0aea632436d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b8fb6039a8844e3d" /><Relationship Type="http://schemas.openxmlformats.org/officeDocument/2006/relationships/notesMaster" Target="/ppt/notesMasters/notesMaster1.xml" Id="R8e5e5c0602c74c8f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c8ead15799d04e6a" /><Relationship Type="http://schemas.openxmlformats.org/officeDocument/2006/relationships/notesMaster" Target="/ppt/notesMasters/notesMaster1.xml" Id="R814c84cae8344204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0cac29ca1268446f" /><Relationship Type="http://schemas.openxmlformats.org/officeDocument/2006/relationships/notesMaster" Target="/ppt/notesMasters/notesMaster1.xml" Id="R68ed793b296b48fa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fa8ec3a87872410e" /><Relationship Type="http://schemas.openxmlformats.org/officeDocument/2006/relationships/notesMaster" Target="/ppt/notesMasters/notesMaster1.xml" Id="Re9f6c3e167954eda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db77e06f639945e1" /><Relationship Type="http://schemas.openxmlformats.org/officeDocument/2006/relationships/notesMaster" Target="/ppt/notesMasters/notesMaster1.xml" Id="Rec09af4f57ce4956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5ef6e65020b340f3" /><Relationship Type="http://schemas.openxmlformats.org/officeDocument/2006/relationships/notesMaster" Target="/ppt/notesMasters/notesMaster1.xml" Id="R1332599cafe34927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1a1f2dcf5bee4efc" /><Relationship Type="http://schemas.openxmlformats.org/officeDocument/2006/relationships/notesMaster" Target="/ppt/notesMasters/notesMaster1.xml" Id="Ra5011571bf474b98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b46caa422ba6479a" /><Relationship Type="http://schemas.openxmlformats.org/officeDocument/2006/relationships/notesMaster" Target="/ppt/notesMasters/notesMaster1.xml" Id="R98ca7d9d51c544df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6e05682d5ddb4dc0" /><Relationship Type="http://schemas.openxmlformats.org/officeDocument/2006/relationships/notesMaster" Target="/ppt/notesMasters/notesMaster1.xml" Id="Ra5d4b883b3804b85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5d75eb54f6214418" /><Relationship Type="http://schemas.openxmlformats.org/officeDocument/2006/relationships/notesMaster" Target="/ppt/notesMasters/notesMaster1.xml" Id="R382a53655d2946f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955bcf1221f447b5" /><Relationship Type="http://schemas.openxmlformats.org/officeDocument/2006/relationships/notesMaster" Target="/ppt/notesMasters/notesMaster1.xml" Id="Rf4a2b07497c4498e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46545ea5ec1a4571" /><Relationship Type="http://schemas.openxmlformats.org/officeDocument/2006/relationships/notesMaster" Target="/ppt/notesMasters/notesMaster1.xml" Id="R4c2ea1f507324711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a4ac8ba94c1c44a4" /><Relationship Type="http://schemas.openxmlformats.org/officeDocument/2006/relationships/notesMaster" Target="/ppt/notesMasters/notesMaster1.xml" Id="R49edd4a1d73847da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8716b1a7f5a746e4" /><Relationship Type="http://schemas.openxmlformats.org/officeDocument/2006/relationships/notesMaster" Target="/ppt/notesMasters/notesMaster1.xml" Id="Ra8661d46e26b4447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1c544720c45e4fe7" /><Relationship Type="http://schemas.openxmlformats.org/officeDocument/2006/relationships/notesMaster" Target="/ppt/notesMasters/notesMaster1.xml" Id="R23f1a0b7533e4a9d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8b32369519024066" /><Relationship Type="http://schemas.openxmlformats.org/officeDocument/2006/relationships/notesMaster" Target="/ppt/notesMasters/notesMaster1.xml" Id="R5926859a7f83486f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b39032e39a1c4d4f" /><Relationship Type="http://schemas.openxmlformats.org/officeDocument/2006/relationships/notesMaster" Target="/ppt/notesMasters/notesMaster1.xml" Id="R938b9e47aa684359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d485a1d8d2e547b7" /><Relationship Type="http://schemas.openxmlformats.org/officeDocument/2006/relationships/notesMaster" Target="/ppt/notesMasters/notesMaster1.xml" Id="R50315100e64a4a44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71c7525cec5a4ea5" /><Relationship Type="http://schemas.openxmlformats.org/officeDocument/2006/relationships/notesMaster" Target="/ppt/notesMasters/notesMaster1.xml" Id="Rf8da9b3ef7cd4c51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bf6c99c374f946a6" /><Relationship Type="http://schemas.openxmlformats.org/officeDocument/2006/relationships/notesMaster" Target="/ppt/notesMasters/notesMaster1.xml" Id="Re81420227cc848ea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99f402333f1453e" /><Relationship Type="http://schemas.openxmlformats.org/officeDocument/2006/relationships/notesMaster" Target="/ppt/notesMasters/notesMaster1.xml" Id="R567be5d753114e4e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8c551bc23bfb4f35" /><Relationship Type="http://schemas.openxmlformats.org/officeDocument/2006/relationships/notesMaster" Target="/ppt/notesMasters/notesMaster1.xml" Id="Rc36ae1afdba344fc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4a8c13465b5d4bd5" /><Relationship Type="http://schemas.openxmlformats.org/officeDocument/2006/relationships/notesMaster" Target="/ppt/notesMasters/notesMaster1.xml" Id="R79e527051b7f4195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5f33d37a338f42a6" /><Relationship Type="http://schemas.openxmlformats.org/officeDocument/2006/relationships/notesMaster" Target="/ppt/notesMasters/notesMaster1.xml" Id="Rdfe681d7b7bf496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045e2ced977f42f9" /><Relationship Type="http://schemas.openxmlformats.org/officeDocument/2006/relationships/notesMaster" Target="/ppt/notesMasters/notesMaster1.xml" Id="R7fff0b8a6aa3409d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750d02745a894776" /><Relationship Type="http://schemas.openxmlformats.org/officeDocument/2006/relationships/notesMaster" Target="/ppt/notesMasters/notesMaster1.xml" Id="Rc6906201d9964a76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71ca0ccede784325" /><Relationship Type="http://schemas.openxmlformats.org/officeDocument/2006/relationships/notesMaster" Target="/ppt/notesMasters/notesMaster1.xml" Id="R1cf8717d7f994637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bb2c113287fb4e78" /><Relationship Type="http://schemas.openxmlformats.org/officeDocument/2006/relationships/notesMaster" Target="/ppt/notesMasters/notesMaster1.xml" Id="R6463372087b34b75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a1770959db784e9a" /><Relationship Type="http://schemas.openxmlformats.org/officeDocument/2006/relationships/notesMaster" Target="/ppt/notesMasters/notesMaster1.xml" Id="Reaca3eee2d9540e6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b9e3d91929bf43df" /><Relationship Type="http://schemas.openxmlformats.org/officeDocument/2006/relationships/notesMaster" Target="/ppt/notesMasters/notesMaster1.xml" Id="R23a2111b36ab4243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1e9a41fd29a34c1a" /><Relationship Type="http://schemas.openxmlformats.org/officeDocument/2006/relationships/notesMaster" Target="/ppt/notesMasters/notesMaster1.xml" Id="Re7c1afad6bff46d8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7d39e6ed5c6a4ff9" /><Relationship Type="http://schemas.openxmlformats.org/officeDocument/2006/relationships/notesMaster" Target="/ppt/notesMasters/notesMaster1.xml" Id="R210c90c162f340e7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47a21567ae40434e" /><Relationship Type="http://schemas.openxmlformats.org/officeDocument/2006/relationships/notesMaster" Target="/ppt/notesMasters/notesMaster1.xml" Id="Ra4c2cdb48b5741d6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1aa9c1f50310481b" /><Relationship Type="http://schemas.openxmlformats.org/officeDocument/2006/relationships/notesMaster" Target="/ppt/notesMasters/notesMaster1.xml" Id="Ra34295c8f57c4ff4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cc64c8f9a3824441" /><Relationship Type="http://schemas.openxmlformats.org/officeDocument/2006/relationships/notesMaster" Target="/ppt/notesMasters/notesMaster1.xml" Id="R7276a2f880094790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749deb06d9764b11" /><Relationship Type="http://schemas.openxmlformats.org/officeDocument/2006/relationships/notesMaster" Target="/ppt/notesMasters/notesMaster1.xml" Id="R8b0a69d62aa9410a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8b6eab4237a6484c" /><Relationship Type="http://schemas.openxmlformats.org/officeDocument/2006/relationships/notesMaster" Target="/ppt/notesMasters/notesMaster1.xml" Id="R485bf8bfa6464c51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7e2f141485a048fd" /><Relationship Type="http://schemas.openxmlformats.org/officeDocument/2006/relationships/notesMaster" Target="/ppt/notesMasters/notesMaster1.xml" Id="R30d32d47fc3742a8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4d58208672034fe3" /><Relationship Type="http://schemas.openxmlformats.org/officeDocument/2006/relationships/notesMaster" Target="/ppt/notesMasters/notesMaster1.xml" Id="R7cfa444e44ce4bb1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4b951d7e6e404c08" /><Relationship Type="http://schemas.openxmlformats.org/officeDocument/2006/relationships/notesMaster" Target="/ppt/notesMasters/notesMaster1.xml" Id="Ra604952e5a284b29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962d0ab72a644134" /><Relationship Type="http://schemas.openxmlformats.org/officeDocument/2006/relationships/notesMaster" Target="/ppt/notesMasters/notesMaster1.xml" Id="Rce3c3ce55b134c13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190f2f86e6d4472c" /><Relationship Type="http://schemas.openxmlformats.org/officeDocument/2006/relationships/notesMaster" Target="/ppt/notesMasters/notesMaster1.xml" Id="Rd6fc6627944442d6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557601c894484698" /><Relationship Type="http://schemas.openxmlformats.org/officeDocument/2006/relationships/notesMaster" Target="/ppt/notesMasters/notesMaster1.xml" Id="R07dfb7682fe14273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0d900feb248448c2" /><Relationship Type="http://schemas.openxmlformats.org/officeDocument/2006/relationships/notesMaster" Target="/ppt/notesMasters/notesMaster1.xml" Id="R0194398b383b4c52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bf8163b90f0f4bbd" /><Relationship Type="http://schemas.openxmlformats.org/officeDocument/2006/relationships/notesMaster" Target="/ppt/notesMasters/notesMaster1.xml" Id="Re14f4eb2edc149ce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e885aa0bed464906" /><Relationship Type="http://schemas.openxmlformats.org/officeDocument/2006/relationships/notesMaster" Target="/ppt/notesMasters/notesMaster1.xml" Id="R71860e4622694099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abdd9d638aa543af" /><Relationship Type="http://schemas.openxmlformats.org/officeDocument/2006/relationships/notesMaster" Target="/ppt/notesMasters/notesMaster1.xml" Id="R8704b508b7744cc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a5f5c359178f45d9" /><Relationship Type="http://schemas.openxmlformats.org/officeDocument/2006/relationships/notesMaster" Target="/ppt/notesMasters/notesMaster1.xml" Id="R6db3c63068a14fe1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63cc9d0732b3411a" /><Relationship Type="http://schemas.openxmlformats.org/officeDocument/2006/relationships/notesMaster" Target="/ppt/notesMasters/notesMaster1.xml" Id="Rbaeb9331477d4580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d038d03c4f0141e9" /><Relationship Type="http://schemas.openxmlformats.org/officeDocument/2006/relationships/notesMaster" Target="/ppt/notesMasters/notesMaster1.xml" Id="Rdfbe6bdce24047b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e08904fe1d954024" /><Relationship Type="http://schemas.openxmlformats.org/officeDocument/2006/relationships/notesMaster" Target="/ppt/notesMasters/notesMaster1.xml" Id="R5536defda8af4732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df13f2bd638749c7" /><Relationship Type="http://schemas.openxmlformats.org/officeDocument/2006/relationships/notesMaster" Target="/ppt/notesMasters/notesMaster1.xml" Id="Rb42192059fa54151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564e19597946478c" /><Relationship Type="http://schemas.openxmlformats.org/officeDocument/2006/relationships/notesMaster" Target="/ppt/notesMasters/notesMaster1.xml" Id="R8f3670afffcc4f87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d183f93e7ab74daf" /><Relationship Type="http://schemas.openxmlformats.org/officeDocument/2006/relationships/notesMaster" Target="/ppt/notesMasters/notesMaster1.xml" Id="R8cba01033d334e82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d521c527137e41be" /><Relationship Type="http://schemas.openxmlformats.org/officeDocument/2006/relationships/notesMaster" Target="/ppt/notesMasters/notesMaster1.xml" Id="R47ff5c0e37f54f2c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096b2940365f435c" /><Relationship Type="http://schemas.openxmlformats.org/officeDocument/2006/relationships/notesMaster" Target="/ppt/notesMasters/notesMaster1.xml" Id="R03ca457d0e374715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9502a85df5ad4df7" /><Relationship Type="http://schemas.openxmlformats.org/officeDocument/2006/relationships/notesMaster" Target="/ppt/notesMasters/notesMaster1.xml" Id="Rf1393bb183d24833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0863944609ab42d8" /><Relationship Type="http://schemas.openxmlformats.org/officeDocument/2006/relationships/notesMaster" Target="/ppt/notesMasters/notesMaster1.xml" Id="Rab112241ccda4de2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8662348c19844dd1" /><Relationship Type="http://schemas.openxmlformats.org/officeDocument/2006/relationships/notesMaster" Target="/ppt/notesMasters/notesMaster1.xml" Id="Rd56b4b4c62c74bf3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a9b0a803f68d41f5" /><Relationship Type="http://schemas.openxmlformats.org/officeDocument/2006/relationships/notesMaster" Target="/ppt/notesMasters/notesMaster1.xml" Id="R91db9f0dbf4e4e84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28f4083874f94776" /><Relationship Type="http://schemas.openxmlformats.org/officeDocument/2006/relationships/notesMaster" Target="/ppt/notesMasters/notesMaster1.xml" Id="R0c25cc22a4964a89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0f4e409d5f924fd2" /><Relationship Type="http://schemas.openxmlformats.org/officeDocument/2006/relationships/notesMaster" Target="/ppt/notesMasters/notesMaster1.xml" Id="Rc6be87b0689f4ea5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fa46ac814c4542bb" /><Relationship Type="http://schemas.openxmlformats.org/officeDocument/2006/relationships/notesMaster" Target="/ppt/notesMasters/notesMaster1.xml" Id="R24018c6509894c49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0349a7044da24478" /><Relationship Type="http://schemas.openxmlformats.org/officeDocument/2006/relationships/notesMaster" Target="/ppt/notesMasters/notesMaster1.xml" Id="R5134f249793c49dd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b5641317f3b64839" /><Relationship Type="http://schemas.openxmlformats.org/officeDocument/2006/relationships/notesMaster" Target="/ppt/notesMasters/notesMaster1.xml" Id="Ra603369cfe074eb3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48619ffbe92b4d4f" /><Relationship Type="http://schemas.openxmlformats.org/officeDocument/2006/relationships/notesMaster" Target="/ppt/notesMasters/notesMaster1.xml" Id="R6151bfd0504b40bd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6dc01a6f32c242f7" /><Relationship Type="http://schemas.openxmlformats.org/officeDocument/2006/relationships/notesMaster" Target="/ppt/notesMasters/notesMaster1.xml" Id="R559943c3c02e4dea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0df28040a99846f3" /><Relationship Type="http://schemas.openxmlformats.org/officeDocument/2006/relationships/notesMaster" Target="/ppt/notesMasters/notesMaster1.xml" Id="R4ca61abe41874983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2f534d865e5e4657" /><Relationship Type="http://schemas.openxmlformats.org/officeDocument/2006/relationships/notesMaster" Target="/ppt/notesMasters/notesMaster1.xml" Id="R43e455915c8b4439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1660b1feacd5424e" /><Relationship Type="http://schemas.openxmlformats.org/officeDocument/2006/relationships/notesMaster" Target="/ppt/notesMasters/notesMaster1.xml" Id="Reb493a87fdd54ff7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6d82cabda7ef485d" /><Relationship Type="http://schemas.openxmlformats.org/officeDocument/2006/relationships/notesMaster" Target="/ppt/notesMasters/notesMaster1.xml" Id="R65a29c75378b4ccd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8e9d22a7d608439f" /><Relationship Type="http://schemas.openxmlformats.org/officeDocument/2006/relationships/notesMaster" Target="/ppt/notesMasters/notesMaster1.xml" Id="Rdee24692d8b842f7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c7330c3835c24e72" /><Relationship Type="http://schemas.openxmlformats.org/officeDocument/2006/relationships/notesMaster" Target="/ppt/notesMasters/notesMaster1.xml" Id="R208d2dfacc974d24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de67208b2e2b4062" /><Relationship Type="http://schemas.openxmlformats.org/officeDocument/2006/relationships/notesMaster" Target="/ppt/notesMasters/notesMaster1.xml" Id="R07b33fefdb124b60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e4f2986cb31647e5" /><Relationship Type="http://schemas.openxmlformats.org/officeDocument/2006/relationships/notesMaster" Target="/ppt/notesMasters/notesMaster1.xml" Id="R571c60e00dee4861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0c9d7fac7aaf442c" /><Relationship Type="http://schemas.openxmlformats.org/officeDocument/2006/relationships/notesMaster" Target="/ppt/notesMasters/notesMaster1.xml" Id="Ra17ba3c5cd4b4116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a009afd8b4424947" /><Relationship Type="http://schemas.openxmlformats.org/officeDocument/2006/relationships/notesMaster" Target="/ppt/notesMasters/notesMaster1.xml" Id="R742d72fe80a64d45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7543c6e18e084ee0" /><Relationship Type="http://schemas.openxmlformats.org/officeDocument/2006/relationships/notesMaster" Target="/ppt/notesMasters/notesMaster1.xml" Id="Ra8f8b463bbdd4b3e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f6adfdd925354845" /><Relationship Type="http://schemas.openxmlformats.org/officeDocument/2006/relationships/notesMaster" Target="/ppt/notesMasters/notesMaster1.xml" Id="Rca76a01bf7cd4fc3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9776ca0d72964ad9" /><Relationship Type="http://schemas.openxmlformats.org/officeDocument/2006/relationships/notesMaster" Target="/ppt/notesMasters/notesMaster1.xml" Id="Rc586dc13a67c4606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46066e08af104848" /><Relationship Type="http://schemas.openxmlformats.org/officeDocument/2006/relationships/notesMaster" Target="/ppt/notesMasters/notesMaster1.xml" Id="Re6de0e4a51f24ec1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726440d973624b36" /><Relationship Type="http://schemas.openxmlformats.org/officeDocument/2006/relationships/notesMaster" Target="/ppt/notesMasters/notesMaster1.xml" Id="Rdc62670b708849e7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defbedd1fa9a442b" /><Relationship Type="http://schemas.openxmlformats.org/officeDocument/2006/relationships/notesMaster" Target="/ppt/notesMasters/notesMaster1.xml" Id="Ra59384dcfae34f5c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93a48e648ffc4bb5" /><Relationship Type="http://schemas.openxmlformats.org/officeDocument/2006/relationships/notesMaster" Target="/ppt/notesMasters/notesMaster1.xml" Id="R9dd42bac44914bdb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7551bf66ff204216" /><Relationship Type="http://schemas.openxmlformats.org/officeDocument/2006/relationships/notesMaster" Target="/ppt/notesMasters/notesMaster1.xml" Id="R2663dadb3bd6409a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c7e5a9874f1d46e4" /><Relationship Type="http://schemas.openxmlformats.org/officeDocument/2006/relationships/notesMaster" Target="/ppt/notesMasters/notesMaster1.xml" Id="R2acd3165fff54fde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992ae3285d404393" /><Relationship Type="http://schemas.openxmlformats.org/officeDocument/2006/relationships/notesMaster" Target="/ppt/notesMasters/notesMaster1.xml" Id="R57703756241a4bd3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cb569ff970044a3e" /><Relationship Type="http://schemas.openxmlformats.org/officeDocument/2006/relationships/notesMaster" Target="/ppt/notesMasters/notesMaster1.xml" Id="Rd467bcf18c3145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수업 시작 전에 점심시간 변경 사유를 먼저 설명하고 사과한다. 휴식은 매시간 즉시 끊지 않고 3시간 30분·2시간 20분·마지막 3시간 30분으로 묶는다.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생성형 AI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Harness Engineering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산업 경력 · 모델보다 문제를 따라 이동했다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개발자 발표는 화면을 크게, 문장은 짧게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두 이미지는 스타일을 복제하기 위한 것이 아니라, 텍스트보다 무대·demo·한 메시지를 크게 쓰는 글로벌 개발자 세션의 리듬을 관찰하기 위한 참고다.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https://developer.apple.com/videos/play/wwdc2025/101/</a:t>
            </a:r>
          </a:p>
          <a:p xmlns:a="http://schemas.openxmlformats.org/drawingml/2006/main">
            <a:r>
              <a:t>- https://developers.googleblog.com/google-io-2025-developer-keynote-recap/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진도가 빠르면, 더 깊은 반례로 들어갑니다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한 시간의 장표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Side Effect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Segment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Dataset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Runtime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Interpreter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Virtual Environment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Repository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Gate 4 · 옆자리 PC에서 다시 시작하기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Timeout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Idempotency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Local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Fallback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 / Edge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HITL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/ Experiment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Release Gate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57d39af1c4b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b8516d51c4e94" /><Relationship Type="http://schemas.openxmlformats.org/officeDocument/2006/relationships/slideLayout" Target="/ppt/slideLayouts/slideLayout1.xml" Id="R092114ff724f45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114ff724f45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f9dc515fa4883" /><Relationship Type="http://schemas.openxmlformats.org/officeDocument/2006/relationships/notesSlide" Target="/ppt/notesSlides/notesSlide1.xml" Id="Rb6ec4a5a4bda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66520abb14839" /><Relationship Type="http://schemas.openxmlformats.org/officeDocument/2006/relationships/image" Target="/ppt/media/image.png" Id="R23de33a47cc04bab" /><Relationship Type="http://schemas.openxmlformats.org/officeDocument/2006/relationships/image" Target="/ppt/media/image.svg" Id="Racf1334336564cd2" /><Relationship Type="http://schemas.openxmlformats.org/officeDocument/2006/relationships/notesSlide" Target="/ppt/notesSlides/notesSlide2.xml" Id="R83e52e7bcde04e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83de6a8eb4ded" /><Relationship Type="http://schemas.openxmlformats.org/officeDocument/2006/relationships/notesSlide" Target="/ppt/notesSlides/notesSlide3.xml" Id="Rc28ba29d6adc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2017f934b49de" /><Relationship Type="http://schemas.openxmlformats.org/officeDocument/2006/relationships/notesSlide" Target="/ppt/notesSlides/notesSlide4.xml" Id="R34e150e0bd2a4a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e12f8b874105" /><Relationship Type="http://schemas.openxmlformats.org/officeDocument/2006/relationships/notesSlide" Target="/ppt/notesSlides/notesSlide5.xml" Id="Re8909d61b2aa49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10603e9e4459" /><Relationship Type="http://schemas.openxmlformats.org/officeDocument/2006/relationships/notesSlide" Target="/ppt/notesSlides/notesSlide6.xml" Id="R89062708720341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8fc95cec24d93" /><Relationship Type="http://schemas.openxmlformats.org/officeDocument/2006/relationships/image" Target="/ppt/media/image2.png" Id="Rda0e0ca932e341f1" /><Relationship Type="http://schemas.openxmlformats.org/officeDocument/2006/relationships/image" Target="/ppt/media/image2.svg" Id="Rd0d53f3e41054f09" /><Relationship Type="http://schemas.openxmlformats.org/officeDocument/2006/relationships/notesSlide" Target="/ppt/notesSlides/notesSlide7.xml" Id="Rf687c0b958f249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528b62ef04b50" /><Relationship Type="http://schemas.openxmlformats.org/officeDocument/2006/relationships/notesSlide" Target="/ppt/notesSlides/notesSlide8.xml" Id="R912269f915b940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5873ef6e34642" /><Relationship Type="http://schemas.openxmlformats.org/officeDocument/2006/relationships/notesSlide" Target="/ppt/notesSlides/notesSlide9.xml" Id="R5d704b7cb27647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1b30e0d3048ba" /><Relationship Type="http://schemas.openxmlformats.org/officeDocument/2006/relationships/notesSlide" Target="/ppt/notesSlides/notesSlide10.xml" Id="R3afc6f08ad6c47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6bb602e134e0f" /><Relationship Type="http://schemas.openxmlformats.org/officeDocument/2006/relationships/notesSlide" Target="/ppt/notesSlides/notesSlide11.xml" Id="R1fe00b24e3fe41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06c89139b40c6" /><Relationship Type="http://schemas.openxmlformats.org/officeDocument/2006/relationships/image" Target="/ppt/media/image.jpeg" Id="Rbcefd7a9bd2244c6" /><Relationship Type="http://schemas.openxmlformats.org/officeDocument/2006/relationships/image" Target="/ppt/media/image3.png" Id="R3d8987511ee14785" /><Relationship Type="http://schemas.openxmlformats.org/officeDocument/2006/relationships/notesSlide" Target="/ppt/notesSlides/notesSlide12.xml" Id="Rd8fc7a3848e141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bd322c0594047" /><Relationship Type="http://schemas.openxmlformats.org/officeDocument/2006/relationships/notesSlide" Target="/ppt/notesSlides/notesSlide13.xml" Id="R5e22e73ea22942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14207b8fa4252" /><Relationship Type="http://schemas.openxmlformats.org/officeDocument/2006/relationships/notesSlide" Target="/ppt/notesSlides/notesSlide14.xml" Id="R1f5b5d08528549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27fdcf7b14fb0" /><Relationship Type="http://schemas.openxmlformats.org/officeDocument/2006/relationships/notesSlide" Target="/ppt/notesSlides/notesSlide15.xml" Id="Rff49bd32737d44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01cfb1b344a77" /><Relationship Type="http://schemas.openxmlformats.org/officeDocument/2006/relationships/notesSlide" Target="/ppt/notesSlides/notesSlide16.xml" Id="R44960b16e22545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f1266c30b47fd" /><Relationship Type="http://schemas.openxmlformats.org/officeDocument/2006/relationships/notesSlide" Target="/ppt/notesSlides/notesSlide17.xml" Id="R400c05ac98cb44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248343114585" /><Relationship Type="http://schemas.openxmlformats.org/officeDocument/2006/relationships/notesSlide" Target="/ppt/notesSlides/notesSlide18.xml" Id="R9a9ee1882a8e4a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bdf9a467f41ae" /><Relationship Type="http://schemas.openxmlformats.org/officeDocument/2006/relationships/notesSlide" Target="/ppt/notesSlides/notesSlide19.xml" Id="R0889099201c841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ef698344f40ed" /><Relationship Type="http://schemas.openxmlformats.org/officeDocument/2006/relationships/notesSlide" Target="/ppt/notesSlides/notesSlide20.xml" Id="Rca99af912ae140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102c16c74d7b" /><Relationship Type="http://schemas.openxmlformats.org/officeDocument/2006/relationships/image" Target="/ppt/media/image2.jpeg" Id="Rb95440acaa154f39" /><Relationship Type="http://schemas.openxmlformats.org/officeDocument/2006/relationships/notesSlide" Target="/ppt/notesSlides/notesSlide21.xml" Id="Rfd7eb442f4c546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8f9523f644eed" /><Relationship Type="http://schemas.openxmlformats.org/officeDocument/2006/relationships/image" Target="/ppt/media/image3.jpeg" Id="R550c445450e6494f" /><Relationship Type="http://schemas.openxmlformats.org/officeDocument/2006/relationships/notesSlide" Target="/ppt/notesSlides/notesSlide22.xml" Id="Reed8d4e92bd143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30e700ba4a02" /><Relationship Type="http://schemas.openxmlformats.org/officeDocument/2006/relationships/image" Target="/ppt/media/image4.jpeg" Id="R8d0d6e6ca4b545cd" /><Relationship Type="http://schemas.openxmlformats.org/officeDocument/2006/relationships/notesSlide" Target="/ppt/notesSlides/notesSlide23.xml" Id="R3948fb8be14141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11f396c244496" /><Relationship Type="http://schemas.openxmlformats.org/officeDocument/2006/relationships/image" Target="/ppt/media/image5.jpeg" Id="R5ec64576dc2e42ae" /><Relationship Type="http://schemas.openxmlformats.org/officeDocument/2006/relationships/notesSlide" Target="/ppt/notesSlides/notesSlide24.xml" Id="R8915470103074a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20e2d3a8240a0" /><Relationship Type="http://schemas.openxmlformats.org/officeDocument/2006/relationships/notesSlide" Target="/ppt/notesSlides/notesSlide25.xml" Id="Rdc6a3deec50c48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f10f88b3f4776" /><Relationship Type="http://schemas.openxmlformats.org/officeDocument/2006/relationships/notesSlide" Target="/ppt/notesSlides/notesSlide26.xml" Id="Rba7e389ac8c74a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6f8bce364d31" /><Relationship Type="http://schemas.openxmlformats.org/officeDocument/2006/relationships/notesSlide" Target="/ppt/notesSlides/notesSlide27.xml" Id="R4f3e518104a047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e42a24e9547ba" /><Relationship Type="http://schemas.openxmlformats.org/officeDocument/2006/relationships/notesSlide" Target="/ppt/notesSlides/notesSlide28.xml" Id="Rfa813d358baa4a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4650fc2da48eb" /><Relationship Type="http://schemas.openxmlformats.org/officeDocument/2006/relationships/notesSlide" Target="/ppt/notesSlides/notesSlide29.xml" Id="R9f47cf74def74a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5cea899c04006" /><Relationship Type="http://schemas.openxmlformats.org/officeDocument/2006/relationships/notesSlide" Target="/ppt/notesSlides/notesSlide30.xml" Id="Re600e819909749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4825fd8f54626" /><Relationship Type="http://schemas.openxmlformats.org/officeDocument/2006/relationships/notesSlide" Target="/ppt/notesSlides/notesSlide31.xml" Id="Re2f196363e1446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0ac3d3eff4393" /><Relationship Type="http://schemas.openxmlformats.org/officeDocument/2006/relationships/notesSlide" Target="/ppt/notesSlides/notesSlide32.xml" Id="R423da4a1efa0436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e75b1be844ef0" /><Relationship Type="http://schemas.openxmlformats.org/officeDocument/2006/relationships/notesSlide" Target="/ppt/notesSlides/notesSlide33.xml" Id="Reda1151cf514427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55a67023f40f0" /><Relationship Type="http://schemas.openxmlformats.org/officeDocument/2006/relationships/notesSlide" Target="/ppt/notesSlides/notesSlide34.xml" Id="R5592a0f692a34a1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97794ad44708" /><Relationship Type="http://schemas.openxmlformats.org/officeDocument/2006/relationships/notesSlide" Target="/ppt/notesSlides/notesSlide35.xml" Id="R7f6674696665421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c6efdefe845da" /><Relationship Type="http://schemas.openxmlformats.org/officeDocument/2006/relationships/notesSlide" Target="/ppt/notesSlides/notesSlide36.xml" Id="R75381a98bc03449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39dcdcf34b06" /><Relationship Type="http://schemas.openxmlformats.org/officeDocument/2006/relationships/notesSlide" Target="/ppt/notesSlides/notesSlide37.xml" Id="Rcf6f6bdbab1641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266da68a24d4c" /><Relationship Type="http://schemas.openxmlformats.org/officeDocument/2006/relationships/notesSlide" Target="/ppt/notesSlides/notesSlide38.xml" Id="Rba7b48a967f643d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01a97cef04c93" /><Relationship Type="http://schemas.openxmlformats.org/officeDocument/2006/relationships/notesSlide" Target="/ppt/notesSlides/notesSlide39.xml" Id="R57891e7962564e5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1d8b518a649a7" /><Relationship Type="http://schemas.openxmlformats.org/officeDocument/2006/relationships/notesSlide" Target="/ppt/notesSlides/notesSlide40.xml" Id="R7254eae2395e47a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1b2a7560a4f46" /><Relationship Type="http://schemas.openxmlformats.org/officeDocument/2006/relationships/notesSlide" Target="/ppt/notesSlides/notesSlide41.xml" Id="R440b23556bd14d3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dae0e0b384151" /><Relationship Type="http://schemas.openxmlformats.org/officeDocument/2006/relationships/notesSlide" Target="/ppt/notesSlides/notesSlide42.xml" Id="Rb347937a66cc448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a9b0a57d242c6" /><Relationship Type="http://schemas.openxmlformats.org/officeDocument/2006/relationships/notesSlide" Target="/ppt/notesSlides/notesSlide43.xml" Id="Rab0f012d580f412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e6ebec63c468b" /><Relationship Type="http://schemas.openxmlformats.org/officeDocument/2006/relationships/notesSlide" Target="/ppt/notesSlides/notesSlide44.xml" Id="R241d32bfe2fd44c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1e8d275444917" /><Relationship Type="http://schemas.openxmlformats.org/officeDocument/2006/relationships/image" Target="/ppt/media/image4.png" Id="R3333bc4eb37a49bf" /><Relationship Type="http://schemas.openxmlformats.org/officeDocument/2006/relationships/image" Target="/ppt/media/image3.svg" Id="Rea3150c8d9984ff3" /><Relationship Type="http://schemas.openxmlformats.org/officeDocument/2006/relationships/notesSlide" Target="/ppt/notesSlides/notesSlide45.xml" Id="Rc3c320552f3248d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f663188694c74" /><Relationship Type="http://schemas.openxmlformats.org/officeDocument/2006/relationships/notesSlide" Target="/ppt/notesSlides/notesSlide46.xml" Id="R94c3cf04a0344cd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6c6d21cfe4158" /><Relationship Type="http://schemas.openxmlformats.org/officeDocument/2006/relationships/notesSlide" Target="/ppt/notesSlides/notesSlide47.xml" Id="R056f42f36af44fc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62b8df4774b58" /><Relationship Type="http://schemas.openxmlformats.org/officeDocument/2006/relationships/notesSlide" Target="/ppt/notesSlides/notesSlide48.xml" Id="Rbe7fa9b8bb4344a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2f16764843b7" /><Relationship Type="http://schemas.openxmlformats.org/officeDocument/2006/relationships/notesSlide" Target="/ppt/notesSlides/notesSlide49.xml" Id="R61bcb6daa4534b0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d7bafa81480a" /><Relationship Type="http://schemas.openxmlformats.org/officeDocument/2006/relationships/notesSlide" Target="/ppt/notesSlides/notesSlide50.xml" Id="R4e8b845384a9443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7f7cc6b2a4ba6" /><Relationship Type="http://schemas.openxmlformats.org/officeDocument/2006/relationships/notesSlide" Target="/ppt/notesSlides/notesSlide51.xml" Id="R84d921a98de3492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725a1d9264ef3" /><Relationship Type="http://schemas.openxmlformats.org/officeDocument/2006/relationships/notesSlide" Target="/ppt/notesSlides/notesSlide52.xml" Id="Re86474a98ed242b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84d142fc546b8" /><Relationship Type="http://schemas.openxmlformats.org/officeDocument/2006/relationships/notesSlide" Target="/ppt/notesSlides/notesSlide53.xml" Id="Rb6eed452a43a41b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67b0da9164494" /><Relationship Type="http://schemas.openxmlformats.org/officeDocument/2006/relationships/notesSlide" Target="/ppt/notesSlides/notesSlide54.xml" Id="Rd8a66070b2d84ba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7990cef6d426a" /><Relationship Type="http://schemas.openxmlformats.org/officeDocument/2006/relationships/notesSlide" Target="/ppt/notesSlides/notesSlide55.xml" Id="R5d21afa2c51149c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b3a44bfac4874" /><Relationship Type="http://schemas.openxmlformats.org/officeDocument/2006/relationships/notesSlide" Target="/ppt/notesSlides/notesSlide56.xml" Id="R0101d5e3d2264ef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61fb2a53c453d" /><Relationship Type="http://schemas.openxmlformats.org/officeDocument/2006/relationships/notesSlide" Target="/ppt/notesSlides/notesSlide57.xml" Id="R5fea3ff73fc64aa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4ee7ef0da472a" /><Relationship Type="http://schemas.openxmlformats.org/officeDocument/2006/relationships/notesSlide" Target="/ppt/notesSlides/notesSlide58.xml" Id="R06ff44fe6a034ed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011bc3ca24d00" /><Relationship Type="http://schemas.openxmlformats.org/officeDocument/2006/relationships/image" Target="/ppt/media/image6.jpeg" Id="R48ad58bd583d4204" /><Relationship Type="http://schemas.openxmlformats.org/officeDocument/2006/relationships/notesSlide" Target="/ppt/notesSlides/notesSlide59.xml" Id="R68f4d1a045b448c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8b9009f524c16" /><Relationship Type="http://schemas.openxmlformats.org/officeDocument/2006/relationships/image" Target="/ppt/media/image7.jpeg" Id="R5882380c5b104a2d" /><Relationship Type="http://schemas.openxmlformats.org/officeDocument/2006/relationships/notesSlide" Target="/ppt/notesSlides/notesSlide60.xml" Id="Ra98d98f6b26a4e6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50d744e2c410f" /><Relationship Type="http://schemas.openxmlformats.org/officeDocument/2006/relationships/image" Target="/ppt/media/image8.jpeg" Id="R1f1614017bb949f2" /><Relationship Type="http://schemas.openxmlformats.org/officeDocument/2006/relationships/notesSlide" Target="/ppt/notesSlides/notesSlide61.xml" Id="R67192876e81e42b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25cecb7134417" /><Relationship Type="http://schemas.openxmlformats.org/officeDocument/2006/relationships/image" Target="/ppt/media/image9.jpeg" Id="R936386c27c534c0e" /><Relationship Type="http://schemas.openxmlformats.org/officeDocument/2006/relationships/notesSlide" Target="/ppt/notesSlides/notesSlide62.xml" Id="Rfe848e96e520443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fc6484a74c36" /><Relationship Type="http://schemas.openxmlformats.org/officeDocument/2006/relationships/notesSlide" Target="/ppt/notesSlides/notesSlide63.xml" Id="R6dd628d4a7464da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267af9fb147f5" /><Relationship Type="http://schemas.openxmlformats.org/officeDocument/2006/relationships/notesSlide" Target="/ppt/notesSlides/notesSlide64.xml" Id="R095df2ad9ac0498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4eef70c22408f" /><Relationship Type="http://schemas.openxmlformats.org/officeDocument/2006/relationships/notesSlide" Target="/ppt/notesSlides/notesSlide65.xml" Id="R4a7ee6a06e7a46e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601cb5284823" /><Relationship Type="http://schemas.openxmlformats.org/officeDocument/2006/relationships/notesSlide" Target="/ppt/notesSlides/notesSlide66.xml" Id="R6dfd6c1a6a8b416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b988aceeb4f46" /><Relationship Type="http://schemas.openxmlformats.org/officeDocument/2006/relationships/notesSlide" Target="/ppt/notesSlides/notesSlide67.xml" Id="R2e2a222516a1428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7723e616c4f91" /><Relationship Type="http://schemas.openxmlformats.org/officeDocument/2006/relationships/notesSlide" Target="/ppt/notesSlides/notesSlide68.xml" Id="R866a85a16c12433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4d31de274f0f" /><Relationship Type="http://schemas.openxmlformats.org/officeDocument/2006/relationships/notesSlide" Target="/ppt/notesSlides/notesSlide69.xml" Id="R78b9fa2b2df3483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15e291d8743f0" /><Relationship Type="http://schemas.openxmlformats.org/officeDocument/2006/relationships/notesSlide" Target="/ppt/notesSlides/notesSlide70.xml" Id="R7db6898bc96146f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4c853111465c" /><Relationship Type="http://schemas.openxmlformats.org/officeDocument/2006/relationships/notesSlide" Target="/ppt/notesSlides/notesSlide71.xml" Id="Rd47e7faafe6649a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4e3f771f642db" /><Relationship Type="http://schemas.openxmlformats.org/officeDocument/2006/relationships/notesSlide" Target="/ppt/notesSlides/notesSlide72.xml" Id="Rf1393f3602564fc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984bc55c4c85" /><Relationship Type="http://schemas.openxmlformats.org/officeDocument/2006/relationships/notesSlide" Target="/ppt/notesSlides/notesSlide73.xml" Id="R5c57ccc45db3479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2473439ea4019" /><Relationship Type="http://schemas.openxmlformats.org/officeDocument/2006/relationships/notesSlide" Target="/ppt/notesSlides/notesSlide74.xml" Id="R186c048fe79e45f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1284b60594f24" /><Relationship Type="http://schemas.openxmlformats.org/officeDocument/2006/relationships/notesSlide" Target="/ppt/notesSlides/notesSlide75.xml" Id="Re44e0355a43b40f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b08bb6da4cee" /><Relationship Type="http://schemas.openxmlformats.org/officeDocument/2006/relationships/notesSlide" Target="/ppt/notesSlides/notesSlide76.xml" Id="Red17accaa3f64ba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7add4e8d4318" /><Relationship Type="http://schemas.openxmlformats.org/officeDocument/2006/relationships/notesSlide" Target="/ppt/notesSlides/notesSlide77.xml" Id="Rad0eacbee20e48e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c6301f8c542a3" /><Relationship Type="http://schemas.openxmlformats.org/officeDocument/2006/relationships/notesSlide" Target="/ppt/notesSlides/notesSlide78.xml" Id="R09f05478e302415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539ed7eda4838" /><Relationship Type="http://schemas.openxmlformats.org/officeDocument/2006/relationships/notesSlide" Target="/ppt/notesSlides/notesSlide79.xml" Id="Rec4f15a730e0445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3f081d70f41eb" /><Relationship Type="http://schemas.openxmlformats.org/officeDocument/2006/relationships/notesSlide" Target="/ppt/notesSlides/notesSlide80.xml" Id="R70100be413034ef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5424a74a4f07" /><Relationship Type="http://schemas.openxmlformats.org/officeDocument/2006/relationships/notesSlide" Target="/ppt/notesSlides/notesSlide81.xml" Id="R64522ab0fa03442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899e36fe04d5d" /><Relationship Type="http://schemas.openxmlformats.org/officeDocument/2006/relationships/notesSlide" Target="/ppt/notesSlides/notesSlide82.xml" Id="Rc46f931e79b64c83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fd20b4a7645ec" /><Relationship Type="http://schemas.openxmlformats.org/officeDocument/2006/relationships/image" Target="/ppt/media/image5.png" Id="Rc9137fb624d74365" /><Relationship Type="http://schemas.openxmlformats.org/officeDocument/2006/relationships/image" Target="/ppt/media/image4.svg" Id="R6a062f7cf8fa4317" /><Relationship Type="http://schemas.openxmlformats.org/officeDocument/2006/relationships/notesSlide" Target="/ppt/notesSlides/notesSlide83.xml" Id="R951f53c6c2bc4c4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2f766c737469f" /><Relationship Type="http://schemas.openxmlformats.org/officeDocument/2006/relationships/notesSlide" Target="/ppt/notesSlides/notesSlide84.xml" Id="R5af25f00f63947f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345934cf4421a" /><Relationship Type="http://schemas.openxmlformats.org/officeDocument/2006/relationships/notesSlide" Target="/ppt/notesSlides/notesSlide85.xml" Id="R792346f06aa5457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460d9e5f145ba" /><Relationship Type="http://schemas.openxmlformats.org/officeDocument/2006/relationships/notesSlide" Target="/ppt/notesSlides/notesSlide86.xml" Id="Rc0b802b7aae2443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ff6cb3a5848c5" /><Relationship Type="http://schemas.openxmlformats.org/officeDocument/2006/relationships/notesSlide" Target="/ppt/notesSlides/notesSlide87.xml" Id="Rb52189b0c0334cd7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aa67c128d40b5" /><Relationship Type="http://schemas.openxmlformats.org/officeDocument/2006/relationships/notesSlide" Target="/ppt/notesSlides/notesSlide88.xml" Id="Rbed504f66f03421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10d2e0cf9459f" /><Relationship Type="http://schemas.openxmlformats.org/officeDocument/2006/relationships/notesSlide" Target="/ppt/notesSlides/notesSlide89.xml" Id="R9fe8194583664e8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e63fdbaf4eed" /><Relationship Type="http://schemas.openxmlformats.org/officeDocument/2006/relationships/notesSlide" Target="/ppt/notesSlides/notesSlide90.xml" Id="R77eca30a9de2430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f301be7c446cc" /><Relationship Type="http://schemas.openxmlformats.org/officeDocument/2006/relationships/notesSlide" Target="/ppt/notesSlides/notesSlide91.xml" Id="R495eeecf772d455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8a5becd024aca" /><Relationship Type="http://schemas.openxmlformats.org/officeDocument/2006/relationships/notesSlide" Target="/ppt/notesSlides/notesSlide92.xml" Id="R0b10968029954e8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996cf3b4744ba" /><Relationship Type="http://schemas.openxmlformats.org/officeDocument/2006/relationships/notesSlide" Target="/ppt/notesSlides/notesSlide93.xml" Id="R86d3e5191b144a43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90640e4324ba0" /><Relationship Type="http://schemas.openxmlformats.org/officeDocument/2006/relationships/notesSlide" Target="/ppt/notesSlides/notesSlide94.xml" Id="R2b4489d7211c48d0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55ed9bd224767" /><Relationship Type="http://schemas.openxmlformats.org/officeDocument/2006/relationships/notesSlide" Target="/ppt/notesSlides/notesSlide95.xml" Id="R2d2739bae1aa4ff5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ca03cff104601" /><Relationship Type="http://schemas.openxmlformats.org/officeDocument/2006/relationships/notesSlide" Target="/ppt/notesSlides/notesSlide96.xml" Id="R7364f53b6f7148b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9e1e7f3b5460c" /><Relationship Type="http://schemas.openxmlformats.org/officeDocument/2006/relationships/image" Target="/ppt/media/image10.jpeg" Id="R1c2e175833c04a14" /><Relationship Type="http://schemas.openxmlformats.org/officeDocument/2006/relationships/notesSlide" Target="/ppt/notesSlides/notesSlide97.xml" Id="R67341449e56f4c7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6aa9bfdc44df" /><Relationship Type="http://schemas.openxmlformats.org/officeDocument/2006/relationships/image" Target="/ppt/media/image11.jpeg" Id="R09594e7d3dce41a8" /><Relationship Type="http://schemas.openxmlformats.org/officeDocument/2006/relationships/notesSlide" Target="/ppt/notesSlides/notesSlide98.xml" Id="R39a836d9eaa74be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95e91ab23401c" /><Relationship Type="http://schemas.openxmlformats.org/officeDocument/2006/relationships/image" Target="/ppt/media/image12.jpeg" Id="Ra87a1b76bce34779" /><Relationship Type="http://schemas.openxmlformats.org/officeDocument/2006/relationships/notesSlide" Target="/ppt/notesSlides/notesSlide99.xml" Id="R515daee5421c4bc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ecb435fce47aa" /><Relationship Type="http://schemas.openxmlformats.org/officeDocument/2006/relationships/image" Target="/ppt/media/image13.jpeg" Id="R9223a6b3a5e446d5" /><Relationship Type="http://schemas.openxmlformats.org/officeDocument/2006/relationships/notesSlide" Target="/ppt/notesSlides/notesSlide100.xml" Id="R9758337ee5b54655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0dc54edad41cb" /><Relationship Type="http://schemas.openxmlformats.org/officeDocument/2006/relationships/notesSlide" Target="/ppt/notesSlides/notesSlide101.xml" Id="Re372741377ac4772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b9c08de5046a1" /><Relationship Type="http://schemas.openxmlformats.org/officeDocument/2006/relationships/notesSlide" Target="/ppt/notesSlides/notesSlide102.xml" Id="R9bab150fd6a84e50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988078cde4e96" /><Relationship Type="http://schemas.openxmlformats.org/officeDocument/2006/relationships/notesSlide" Target="/ppt/notesSlides/notesSlide103.xml" Id="Raf0debbe57e24f19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e6f1ec1214e4d" /><Relationship Type="http://schemas.openxmlformats.org/officeDocument/2006/relationships/notesSlide" Target="/ppt/notesSlides/notesSlide104.xml" Id="Rd3e4a7dc2561478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6eee1e3a94e4a" /><Relationship Type="http://schemas.openxmlformats.org/officeDocument/2006/relationships/notesSlide" Target="/ppt/notesSlides/notesSlide105.xml" Id="R3dad6c385d044671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d743d8c9e4c96" /><Relationship Type="http://schemas.openxmlformats.org/officeDocument/2006/relationships/notesSlide" Target="/ppt/notesSlides/notesSlide106.xml" Id="R60c019d70738417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7445a74554820" /><Relationship Type="http://schemas.openxmlformats.org/officeDocument/2006/relationships/notesSlide" Target="/ppt/notesSlides/notesSlide107.xml" Id="Rbdc32ff1eec6441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5516d74fe4833" /><Relationship Type="http://schemas.openxmlformats.org/officeDocument/2006/relationships/notesSlide" Target="/ppt/notesSlides/notesSlide108.xml" Id="R1b39ecf3850946de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c5a383169498b" /><Relationship Type="http://schemas.openxmlformats.org/officeDocument/2006/relationships/notesSlide" Target="/ppt/notesSlides/notesSlide109.xml" Id="Rd5b32a6351c840a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abcff37404223" /><Relationship Type="http://schemas.openxmlformats.org/officeDocument/2006/relationships/notesSlide" Target="/ppt/notesSlides/notesSlide110.xml" Id="R02ec3c799fd64e12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288a09b044b0" /><Relationship Type="http://schemas.openxmlformats.org/officeDocument/2006/relationships/notesSlide" Target="/ppt/notesSlides/notesSlide111.xml" Id="R060fcddc89f44c15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4b3c3a324324" /><Relationship Type="http://schemas.openxmlformats.org/officeDocument/2006/relationships/notesSlide" Target="/ppt/notesSlides/notesSlide112.xml" Id="Re8417cf6dae845e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d1fe71d4d44ea" /><Relationship Type="http://schemas.openxmlformats.org/officeDocument/2006/relationships/notesSlide" Target="/ppt/notesSlides/notesSlide113.xml" Id="Rb1dd8dac90304f2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b3a0957b4cdf" /><Relationship Type="http://schemas.openxmlformats.org/officeDocument/2006/relationships/notesSlide" Target="/ppt/notesSlides/notesSlide114.xml" Id="Rc4646e68ba174ccc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44d807b7b4fef" /><Relationship Type="http://schemas.openxmlformats.org/officeDocument/2006/relationships/notesSlide" Target="/ppt/notesSlides/notesSlide115.xml" Id="Rf69d926f940349a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bb639f6a44488" /><Relationship Type="http://schemas.openxmlformats.org/officeDocument/2006/relationships/notesSlide" Target="/ppt/notesSlides/notesSlide116.xml" Id="Rbd7e2db64eef4ca6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88977f904214" /><Relationship Type="http://schemas.openxmlformats.org/officeDocument/2006/relationships/notesSlide" Target="/ppt/notesSlides/notesSlide117.xml" Id="R9386b3d765af47fc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ae7cec6bb4989" /><Relationship Type="http://schemas.openxmlformats.org/officeDocument/2006/relationships/notesSlide" Target="/ppt/notesSlides/notesSlide118.xml" Id="R51eacc29d3ee410a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adf403a274baa" /><Relationship Type="http://schemas.openxmlformats.org/officeDocument/2006/relationships/notesSlide" Target="/ppt/notesSlides/notesSlide119.xml" Id="R6d0a9c1f6163487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6b80fe73a4503" /><Relationship Type="http://schemas.openxmlformats.org/officeDocument/2006/relationships/notesSlide" Target="/ppt/notesSlides/notesSlide120.xml" Id="R10ca944ca115441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434cb0086441e" /><Relationship Type="http://schemas.openxmlformats.org/officeDocument/2006/relationships/image" Target="/ppt/media/image6.png" Id="Rc2c765e11a1b4546" /><Relationship Type="http://schemas.openxmlformats.org/officeDocument/2006/relationships/image" Target="/ppt/media/image5.svg" Id="Rc8cd6cbdcd2346e6" /><Relationship Type="http://schemas.openxmlformats.org/officeDocument/2006/relationships/notesSlide" Target="/ppt/notesSlides/notesSlide121.xml" Id="R1951ddd1539343f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af7c217334703" /><Relationship Type="http://schemas.openxmlformats.org/officeDocument/2006/relationships/notesSlide" Target="/ppt/notesSlides/notesSlide122.xml" Id="Rdbc9e0901a63438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d239f2b6e4dc7" /><Relationship Type="http://schemas.openxmlformats.org/officeDocument/2006/relationships/notesSlide" Target="/ppt/notesSlides/notesSlide123.xml" Id="R508b44b37bc14a6f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14914818f4d3e" /><Relationship Type="http://schemas.openxmlformats.org/officeDocument/2006/relationships/notesSlide" Target="/ppt/notesSlides/notesSlide124.xml" Id="R47ee2738f2c042e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07c667dae4775" /><Relationship Type="http://schemas.openxmlformats.org/officeDocument/2006/relationships/notesSlide" Target="/ppt/notesSlides/notesSlide125.xml" Id="Refa3aa266c8640f3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46935f74e4253" /><Relationship Type="http://schemas.openxmlformats.org/officeDocument/2006/relationships/notesSlide" Target="/ppt/notesSlides/notesSlide126.xml" Id="R1bc53fd2da6e4ca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729b9ddb4b31" /><Relationship Type="http://schemas.openxmlformats.org/officeDocument/2006/relationships/notesSlide" Target="/ppt/notesSlides/notesSlide127.xml" Id="Ref5125ec25414ce1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9e15d5ae4980" /><Relationship Type="http://schemas.openxmlformats.org/officeDocument/2006/relationships/notesSlide" Target="/ppt/notesSlides/notesSlide128.xml" Id="Rc83d67861fba4450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b13fe25294ec3" /><Relationship Type="http://schemas.openxmlformats.org/officeDocument/2006/relationships/notesSlide" Target="/ppt/notesSlides/notesSlide129.xml" Id="Rdb9b0bcf443a4ffc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e9d90b0884e5a" /><Relationship Type="http://schemas.openxmlformats.org/officeDocument/2006/relationships/notesSlide" Target="/ppt/notesSlides/notesSlide130.xml" Id="R758bbc8d22f9466e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68b178a744315" /><Relationship Type="http://schemas.openxmlformats.org/officeDocument/2006/relationships/notesSlide" Target="/ppt/notesSlides/notesSlide131.xml" Id="R98d827fd9c5b4500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759a92a4c4093" /><Relationship Type="http://schemas.openxmlformats.org/officeDocument/2006/relationships/notesSlide" Target="/ppt/notesSlides/notesSlide132.xml" Id="R500fe09e56794291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78c9345f3438e" /><Relationship Type="http://schemas.openxmlformats.org/officeDocument/2006/relationships/notesSlide" Target="/ppt/notesSlides/notesSlide133.xml" Id="R461837fbbd4c4ce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9843019544f3" /><Relationship Type="http://schemas.openxmlformats.org/officeDocument/2006/relationships/notesSlide" Target="/ppt/notesSlides/notesSlide134.xml" Id="Rd136b90e1a424d1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aef4cf1049a0" /><Relationship Type="http://schemas.openxmlformats.org/officeDocument/2006/relationships/image" Target="/ppt/media/image14.jpeg" Id="Rec66f3525a00493d" /><Relationship Type="http://schemas.openxmlformats.org/officeDocument/2006/relationships/notesSlide" Target="/ppt/notesSlides/notesSlide135.xml" Id="Rf4f5c3a898074f53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98d47fed4bb8" /><Relationship Type="http://schemas.openxmlformats.org/officeDocument/2006/relationships/image" Target="/ppt/media/image15.jpeg" Id="R5f6349edde9f4c06" /><Relationship Type="http://schemas.openxmlformats.org/officeDocument/2006/relationships/notesSlide" Target="/ppt/notesSlides/notesSlide136.xml" Id="R095cd9ddf6c043b8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6fd1bd1fc48e2" /><Relationship Type="http://schemas.openxmlformats.org/officeDocument/2006/relationships/image" Target="/ppt/media/image16.jpeg" Id="Rcf8698b1105441ca" /><Relationship Type="http://schemas.openxmlformats.org/officeDocument/2006/relationships/notesSlide" Target="/ppt/notesSlides/notesSlide137.xml" Id="R8b09dd7a885a4c66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4d1f7adc341e0" /><Relationship Type="http://schemas.openxmlformats.org/officeDocument/2006/relationships/image" Target="/ppt/media/image17.jpeg" Id="R0229c963d8cf42c0" /><Relationship Type="http://schemas.openxmlformats.org/officeDocument/2006/relationships/notesSlide" Target="/ppt/notesSlides/notesSlide138.xml" Id="R15cd955723a94cf1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3c2a08b9a41a0" /><Relationship Type="http://schemas.openxmlformats.org/officeDocument/2006/relationships/notesSlide" Target="/ppt/notesSlides/notesSlide139.xml" Id="R016574eb637b42c4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f6310919e4db0" /><Relationship Type="http://schemas.openxmlformats.org/officeDocument/2006/relationships/notesSlide" Target="/ppt/notesSlides/notesSlide140.xml" Id="R9884714d0a73400d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174666ac747ff" /><Relationship Type="http://schemas.openxmlformats.org/officeDocument/2006/relationships/notesSlide" Target="/ppt/notesSlides/notesSlide141.xml" Id="R1a90af34c95f4cf2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304f4c0074bf9" /><Relationship Type="http://schemas.openxmlformats.org/officeDocument/2006/relationships/notesSlide" Target="/ppt/notesSlides/notesSlide142.xml" Id="Rcca0cc2707634f99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c479b7aec4a73" /><Relationship Type="http://schemas.openxmlformats.org/officeDocument/2006/relationships/notesSlide" Target="/ppt/notesSlides/notesSlide143.xml" Id="R16a099d63b0440fa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b6687ad4c431a" /><Relationship Type="http://schemas.openxmlformats.org/officeDocument/2006/relationships/notesSlide" Target="/ppt/notesSlides/notesSlide144.xml" Id="R6f7ab956f70f4ead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792de76d4e25" /><Relationship Type="http://schemas.openxmlformats.org/officeDocument/2006/relationships/notesSlide" Target="/ppt/notesSlides/notesSlide145.xml" Id="R83dfa11e3d8e4c1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0e2aac2b14f1b" /><Relationship Type="http://schemas.openxmlformats.org/officeDocument/2006/relationships/notesSlide" Target="/ppt/notesSlides/notesSlide146.xml" Id="R613ee5abbac74f9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1589262094b30" /><Relationship Type="http://schemas.openxmlformats.org/officeDocument/2006/relationships/notesSlide" Target="/ppt/notesSlides/notesSlide147.xml" Id="Re3944a86b1114f1d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1a1bde6b41f5" /><Relationship Type="http://schemas.openxmlformats.org/officeDocument/2006/relationships/notesSlide" Target="/ppt/notesSlides/notesSlide148.xml" Id="Reb79d9cd27a74c4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7faa7d4f4aa5" /><Relationship Type="http://schemas.openxmlformats.org/officeDocument/2006/relationships/notesSlide" Target="/ppt/notesSlides/notesSlide149.xml" Id="R607c519d66fb44cc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63abf687c4dbe" /><Relationship Type="http://schemas.openxmlformats.org/officeDocument/2006/relationships/notesSlide" Target="/ppt/notesSlides/notesSlide150.xml" Id="Rde818c35ea104a0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b8ca5b53441d" /><Relationship Type="http://schemas.openxmlformats.org/officeDocument/2006/relationships/notesSlide" Target="/ppt/notesSlides/notesSlide151.xml" Id="R561b320d9398421c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56fcfdc904efe" /><Relationship Type="http://schemas.openxmlformats.org/officeDocument/2006/relationships/notesSlide" Target="/ppt/notesSlides/notesSlide152.xml" Id="R917217213d5549f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d014216854ff1" /><Relationship Type="http://schemas.openxmlformats.org/officeDocument/2006/relationships/notesSlide" Target="/ppt/notesSlides/notesSlide153.xml" Id="Rb35ed0d542704e37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4feea501b49a5" /><Relationship Type="http://schemas.openxmlformats.org/officeDocument/2006/relationships/notesSlide" Target="/ppt/notesSlides/notesSlide154.xml" Id="R92b9b5698a784bcc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42bc2532436b" /><Relationship Type="http://schemas.openxmlformats.org/officeDocument/2006/relationships/notesSlide" Target="/ppt/notesSlides/notesSlide155.xml" Id="R71082f2c0f694bf6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f84a476b34723" /><Relationship Type="http://schemas.openxmlformats.org/officeDocument/2006/relationships/notesSlide" Target="/ppt/notesSlides/notesSlide156.xml" Id="R04ed2dfdc9634763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dd27d237649e7" /><Relationship Type="http://schemas.openxmlformats.org/officeDocument/2006/relationships/notesSlide" Target="/ppt/notesSlides/notesSlide157.xml" Id="R1bde13c8e9774e49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3a67e7c8046fa" /><Relationship Type="http://schemas.openxmlformats.org/officeDocument/2006/relationships/notesSlide" Target="/ppt/notesSlides/notesSlide158.xml" Id="Rde6ebbd58a0b4891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a23d8a944a35" /><Relationship Type="http://schemas.openxmlformats.org/officeDocument/2006/relationships/image" Target="/ppt/media/image7.png" Id="Ra759e5a731974812" /><Relationship Type="http://schemas.openxmlformats.org/officeDocument/2006/relationships/image" Target="/ppt/media/image6.svg" Id="R6d592eee524e4df4" /><Relationship Type="http://schemas.openxmlformats.org/officeDocument/2006/relationships/notesSlide" Target="/ppt/notesSlides/notesSlide159.xml" Id="Rbd019b0912ba4a2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db02420234532" /><Relationship Type="http://schemas.openxmlformats.org/officeDocument/2006/relationships/notesSlide" Target="/ppt/notesSlides/notesSlide160.xml" Id="Rd3963873b20a4f9d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cbc140064aaa" /><Relationship Type="http://schemas.openxmlformats.org/officeDocument/2006/relationships/notesSlide" Target="/ppt/notesSlides/notesSlide161.xml" Id="R70348e08c6d44413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a8d27b99e44f9" /><Relationship Type="http://schemas.openxmlformats.org/officeDocument/2006/relationships/notesSlide" Target="/ppt/notesSlides/notesSlide162.xml" Id="R3ce14642949d40c9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b58d77ca4462" /><Relationship Type="http://schemas.openxmlformats.org/officeDocument/2006/relationships/notesSlide" Target="/ppt/notesSlides/notesSlide163.xml" Id="Reafbcf0dbc2a4cba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b068a216e40ca" /><Relationship Type="http://schemas.openxmlformats.org/officeDocument/2006/relationships/notesSlide" Target="/ppt/notesSlides/notesSlide164.xml" Id="R1ebbb83b4c45402f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c050f107946d9" /><Relationship Type="http://schemas.openxmlformats.org/officeDocument/2006/relationships/notesSlide" Target="/ppt/notesSlides/notesSlide165.xml" Id="R9b999f58350347c7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b8a3cc9b43a8" /><Relationship Type="http://schemas.openxmlformats.org/officeDocument/2006/relationships/notesSlide" Target="/ppt/notesSlides/notesSlide166.xml" Id="R4def6dd9fa0a4f5b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9e844a0a34a43" /><Relationship Type="http://schemas.openxmlformats.org/officeDocument/2006/relationships/notesSlide" Target="/ppt/notesSlides/notesSlide167.xml" Id="R8b085fcc4b6a4af0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53778016e496e" /><Relationship Type="http://schemas.openxmlformats.org/officeDocument/2006/relationships/notesSlide" Target="/ppt/notesSlides/notesSlide168.xml" Id="Rea0d3ced651f4917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5fc40de8644e5" /><Relationship Type="http://schemas.openxmlformats.org/officeDocument/2006/relationships/notesSlide" Target="/ppt/notesSlides/notesSlide169.xml" Id="R1e8ae341a62a48fa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a3906ee14503" /><Relationship Type="http://schemas.openxmlformats.org/officeDocument/2006/relationships/notesSlide" Target="/ppt/notesSlides/notesSlide170.xml" Id="R1d4a308c9e4e497f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440c77c1d4ced" /><Relationship Type="http://schemas.openxmlformats.org/officeDocument/2006/relationships/notesSlide" Target="/ppt/notesSlides/notesSlide171.xml" Id="R3e993b5b01a74ca6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4e1f27ce4ab5" /><Relationship Type="http://schemas.openxmlformats.org/officeDocument/2006/relationships/image" Target="/ppt/media/image18.jpeg" Id="R71fee5f0b7f24382" /><Relationship Type="http://schemas.openxmlformats.org/officeDocument/2006/relationships/notesSlide" Target="/ppt/notesSlides/notesSlide172.xml" Id="R5e23c92dae18426d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dabc03957458c" /><Relationship Type="http://schemas.openxmlformats.org/officeDocument/2006/relationships/image" Target="/ppt/media/image19.jpeg" Id="Rf2acb88184e94ead" /><Relationship Type="http://schemas.openxmlformats.org/officeDocument/2006/relationships/notesSlide" Target="/ppt/notesSlides/notesSlide173.xml" Id="Rd3be6e77e3054563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2316115f4199" /><Relationship Type="http://schemas.openxmlformats.org/officeDocument/2006/relationships/image" Target="/ppt/media/image20.jpeg" Id="Rb49c158d84954fec" /><Relationship Type="http://schemas.openxmlformats.org/officeDocument/2006/relationships/notesSlide" Target="/ppt/notesSlides/notesSlide174.xml" Id="R4174f58caec54687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23d36fce4b3c" /><Relationship Type="http://schemas.openxmlformats.org/officeDocument/2006/relationships/image" Target="/ppt/media/image21.jpeg" Id="R2bd7993fea624aa9" /><Relationship Type="http://schemas.openxmlformats.org/officeDocument/2006/relationships/notesSlide" Target="/ppt/notesSlides/notesSlide175.xml" Id="R511e886f8f784c6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6ee8b09d14980" /><Relationship Type="http://schemas.openxmlformats.org/officeDocument/2006/relationships/notesSlide" Target="/ppt/notesSlides/notesSlide176.xml" Id="R6aed6824832c4ffc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4821a197e4f7a" /><Relationship Type="http://schemas.openxmlformats.org/officeDocument/2006/relationships/notesSlide" Target="/ppt/notesSlides/notesSlide177.xml" Id="R27d6f537e1b84666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b4eb57da9467c" /><Relationship Type="http://schemas.openxmlformats.org/officeDocument/2006/relationships/notesSlide" Target="/ppt/notesSlides/notesSlide178.xml" Id="Rccffe1a629634442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661887e67486d" /><Relationship Type="http://schemas.openxmlformats.org/officeDocument/2006/relationships/notesSlide" Target="/ppt/notesSlides/notesSlide179.xml" Id="R7ebae4a57abc481a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1e62d7ffd4424" /><Relationship Type="http://schemas.openxmlformats.org/officeDocument/2006/relationships/notesSlide" Target="/ppt/notesSlides/notesSlide180.xml" Id="R82a9aa0de5e94ad9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2b395d5146ee" /><Relationship Type="http://schemas.openxmlformats.org/officeDocument/2006/relationships/notesSlide" Target="/ppt/notesSlides/notesSlide181.xml" Id="Rc8701adc2f4847dd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3c701aec41e0" /><Relationship Type="http://schemas.openxmlformats.org/officeDocument/2006/relationships/notesSlide" Target="/ppt/notesSlides/notesSlide182.xml" Id="Rb3c94dba5bc54b06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5f27c522849ba" /><Relationship Type="http://schemas.openxmlformats.org/officeDocument/2006/relationships/notesSlide" Target="/ppt/notesSlides/notesSlide183.xml" Id="R4c41baa683314e48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cc1d521d410c" /><Relationship Type="http://schemas.openxmlformats.org/officeDocument/2006/relationships/notesSlide" Target="/ppt/notesSlides/notesSlide184.xml" Id="Rd7a739b763f14bbe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5df9f3e64de4" /><Relationship Type="http://schemas.openxmlformats.org/officeDocument/2006/relationships/notesSlide" Target="/ppt/notesSlides/notesSlide185.xml" Id="Ra9fc871908bc423d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8842b45fc4dd4" /><Relationship Type="http://schemas.openxmlformats.org/officeDocument/2006/relationships/notesSlide" Target="/ppt/notesSlides/notesSlide186.xml" Id="R2a58347b65dd4f0f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d40b8a945401d" /><Relationship Type="http://schemas.openxmlformats.org/officeDocument/2006/relationships/notesSlide" Target="/ppt/notesSlides/notesSlide187.xml" Id="R20b6c6e261f647e0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0e5a53cc941e5" /><Relationship Type="http://schemas.openxmlformats.org/officeDocument/2006/relationships/notesSlide" Target="/ppt/notesSlides/notesSlide188.xml" Id="R270bd2fc52d2432f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8f1c0a81e4d2a" /><Relationship Type="http://schemas.openxmlformats.org/officeDocument/2006/relationships/notesSlide" Target="/ppt/notesSlides/notesSlide189.xml" Id="R8514f615c8ce4b56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f16b41a8849e7" /><Relationship Type="http://schemas.openxmlformats.org/officeDocument/2006/relationships/notesSlide" Target="/ppt/notesSlides/notesSlide190.xml" Id="R894807d7c62f4fc4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05198b67f450e" /><Relationship Type="http://schemas.openxmlformats.org/officeDocument/2006/relationships/notesSlide" Target="/ppt/notesSlides/notesSlide191.xml" Id="R67af7b768a3542d3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daf07411a4059" /><Relationship Type="http://schemas.openxmlformats.org/officeDocument/2006/relationships/notesSlide" Target="/ppt/notesSlides/notesSlide192.xml" Id="R561c0d77bdbf4a73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1ebc75cb24ca4" /><Relationship Type="http://schemas.openxmlformats.org/officeDocument/2006/relationships/notesSlide" Target="/ppt/notesSlides/notesSlide193.xml" Id="R0b01d5686bef4852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b35c80c3e444d" /><Relationship Type="http://schemas.openxmlformats.org/officeDocument/2006/relationships/notesSlide" Target="/ppt/notesSlides/notesSlide194.xml" Id="R7b2d49b93a93470b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85b58fd274378" /><Relationship Type="http://schemas.openxmlformats.org/officeDocument/2006/relationships/notesSlide" Target="/ppt/notesSlides/notesSlide195.xml" Id="R442f81b3f87a4d6e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c2dc29e7e48e8" /><Relationship Type="http://schemas.openxmlformats.org/officeDocument/2006/relationships/image" Target="/ppt/media/image8.png" Id="R7af87d8cd5574a4b" /><Relationship Type="http://schemas.openxmlformats.org/officeDocument/2006/relationships/image" Target="/ppt/media/image7.svg" Id="R686e978c87594c3c" /><Relationship Type="http://schemas.openxmlformats.org/officeDocument/2006/relationships/notesSlide" Target="/ppt/notesSlides/notesSlide196.xml" Id="R4faeeb305c2643f3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4bf3e2ada4c6b" /><Relationship Type="http://schemas.openxmlformats.org/officeDocument/2006/relationships/notesSlide" Target="/ppt/notesSlides/notesSlide197.xml" Id="R6305c6f373af4d82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901763f64f4e" /><Relationship Type="http://schemas.openxmlformats.org/officeDocument/2006/relationships/notesSlide" Target="/ppt/notesSlides/notesSlide198.xml" Id="R0c8b211a0e88473e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8cf259e0b4c86" /><Relationship Type="http://schemas.openxmlformats.org/officeDocument/2006/relationships/notesSlide" Target="/ppt/notesSlides/notesSlide199.xml" Id="Rbb45a9d63cf243f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1ec72ccf943ee" /><Relationship Type="http://schemas.openxmlformats.org/officeDocument/2006/relationships/notesSlide" Target="/ppt/notesSlides/notesSlide200.xml" Id="Rb609e698dcab43d5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9db0dba5241a3" /><Relationship Type="http://schemas.openxmlformats.org/officeDocument/2006/relationships/notesSlide" Target="/ppt/notesSlides/notesSlide201.xml" Id="R5fe333d6822445ad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60e654402424a" /><Relationship Type="http://schemas.openxmlformats.org/officeDocument/2006/relationships/notesSlide" Target="/ppt/notesSlides/notesSlide202.xml" Id="R89a09ace55ba42a3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16775070845a1" /><Relationship Type="http://schemas.openxmlformats.org/officeDocument/2006/relationships/notesSlide" Target="/ppt/notesSlides/notesSlide203.xml" Id="Rfc2afa16ea9e456c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95d7bb2bb402f" /><Relationship Type="http://schemas.openxmlformats.org/officeDocument/2006/relationships/notesSlide" Target="/ppt/notesSlides/notesSlide204.xml" Id="Rddbba663e9e3498e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45a952034b60" /><Relationship Type="http://schemas.openxmlformats.org/officeDocument/2006/relationships/notesSlide" Target="/ppt/notesSlides/notesSlide205.xml" Id="Rd9daeeb8945b4362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a306788ff4189" /><Relationship Type="http://schemas.openxmlformats.org/officeDocument/2006/relationships/notesSlide" Target="/ppt/notesSlides/notesSlide206.xml" Id="R73530845ce334cae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60c1268f64d37" /><Relationship Type="http://schemas.openxmlformats.org/officeDocument/2006/relationships/notesSlide" Target="/ppt/notesSlides/notesSlide207.xml" Id="Rec91bc0aab6247cb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d44f21fb4ab4" /><Relationship Type="http://schemas.openxmlformats.org/officeDocument/2006/relationships/notesSlide" Target="/ppt/notesSlides/notesSlide208.xml" Id="R3b64232a640f41fc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b3fc0489248e8" /><Relationship Type="http://schemas.openxmlformats.org/officeDocument/2006/relationships/image" Target="/ppt/media/image22.jpeg" Id="R96f47eb6cf8b4684" /><Relationship Type="http://schemas.openxmlformats.org/officeDocument/2006/relationships/notesSlide" Target="/ppt/notesSlides/notesSlide209.xml" Id="Rff936d7f8fbd4dde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6306a730d4fd8" /><Relationship Type="http://schemas.openxmlformats.org/officeDocument/2006/relationships/image" Target="/ppt/media/image23.jpeg" Id="R5d4a4ef84ea84aab" /><Relationship Type="http://schemas.openxmlformats.org/officeDocument/2006/relationships/notesSlide" Target="/ppt/notesSlides/notesSlide210.xml" Id="R6b4eed9ebfd94aae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3ee4b06df4748" /><Relationship Type="http://schemas.openxmlformats.org/officeDocument/2006/relationships/image" Target="/ppt/media/image24.jpeg" Id="R9f2f19cfb2134ecc" /><Relationship Type="http://schemas.openxmlformats.org/officeDocument/2006/relationships/notesSlide" Target="/ppt/notesSlides/notesSlide211.xml" Id="Rd6b38c0b5915434e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9af18dcc64388" /><Relationship Type="http://schemas.openxmlformats.org/officeDocument/2006/relationships/image" Target="/ppt/media/image25.jpeg" Id="R37819dc481fa407e" /><Relationship Type="http://schemas.openxmlformats.org/officeDocument/2006/relationships/notesSlide" Target="/ppt/notesSlides/notesSlide212.xml" Id="R74c04bb018d24ff2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8297da5b4482d" /><Relationship Type="http://schemas.openxmlformats.org/officeDocument/2006/relationships/notesSlide" Target="/ppt/notesSlides/notesSlide213.xml" Id="R50ae247e78144413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c8a666ec449d" /><Relationship Type="http://schemas.openxmlformats.org/officeDocument/2006/relationships/notesSlide" Target="/ppt/notesSlides/notesSlide214.xml" Id="Rc293f4ad795d434d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3c3eb297f46ab" /><Relationship Type="http://schemas.openxmlformats.org/officeDocument/2006/relationships/notesSlide" Target="/ppt/notesSlides/notesSlide215.xml" Id="R4a6b3b34474d49f8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9d65163d481b" /><Relationship Type="http://schemas.openxmlformats.org/officeDocument/2006/relationships/notesSlide" Target="/ppt/notesSlides/notesSlide216.xml" Id="Rdb0a68ac51594772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ab2a2a9784b44" /><Relationship Type="http://schemas.openxmlformats.org/officeDocument/2006/relationships/notesSlide" Target="/ppt/notesSlides/notesSlide217.xml" Id="R8dbcb23763e64659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5062b3224bec" /><Relationship Type="http://schemas.openxmlformats.org/officeDocument/2006/relationships/notesSlide" Target="/ppt/notesSlides/notesSlide218.xml" Id="Rf539a75e93f24856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f376893449a6" /><Relationship Type="http://schemas.openxmlformats.org/officeDocument/2006/relationships/notesSlide" Target="/ppt/notesSlides/notesSlide219.xml" Id="Rd3aecfb0bf194e2b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86697669143ce" /><Relationship Type="http://schemas.openxmlformats.org/officeDocument/2006/relationships/notesSlide" Target="/ppt/notesSlides/notesSlide220.xml" Id="R0b29de5dd4044704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fc243ab0447df" /><Relationship Type="http://schemas.openxmlformats.org/officeDocument/2006/relationships/notesSlide" Target="/ppt/notesSlides/notesSlide221.xml" Id="R1eeedd50b9e542a1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3b28a1ba74037" /><Relationship Type="http://schemas.openxmlformats.org/officeDocument/2006/relationships/notesSlide" Target="/ppt/notesSlides/notesSlide222.xml" Id="Rce76028104ea4329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d15b182e24b45" /><Relationship Type="http://schemas.openxmlformats.org/officeDocument/2006/relationships/notesSlide" Target="/ppt/notesSlides/notesSlide223.xml" Id="Re1bbab6f429a4cf4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3005e6b48489e" /><Relationship Type="http://schemas.openxmlformats.org/officeDocument/2006/relationships/notesSlide" Target="/ppt/notesSlides/notesSlide224.xml" Id="Ra56f900717f24d65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9937256b341d0" /><Relationship Type="http://schemas.openxmlformats.org/officeDocument/2006/relationships/notesSlide" Target="/ppt/notesSlides/notesSlide225.xml" Id="R0f776328c0034f4c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bb44d45d247c9" /><Relationship Type="http://schemas.openxmlformats.org/officeDocument/2006/relationships/notesSlide" Target="/ppt/notesSlides/notesSlide226.xml" Id="Rf26265db7ef140ff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d2f4261f4114" /><Relationship Type="http://schemas.openxmlformats.org/officeDocument/2006/relationships/notesSlide" Target="/ppt/notesSlides/notesSlide227.xml" Id="R0235927711744a9d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617f3fdfb4f5b" /><Relationship Type="http://schemas.openxmlformats.org/officeDocument/2006/relationships/notesSlide" Target="/ppt/notesSlides/notesSlide228.xml" Id="R6a0a5ae6527e4ad6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64d3da8664f8f" /><Relationship Type="http://schemas.openxmlformats.org/officeDocument/2006/relationships/notesSlide" Target="/ppt/notesSlides/notesSlide229.xml" Id="Rf5848bf15b064aaa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459551c4e47d4" /><Relationship Type="http://schemas.openxmlformats.org/officeDocument/2006/relationships/notesSlide" Target="/ppt/notesSlides/notesSlide230.xml" Id="R2563ca5e038d4d6c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b32de41242e7" /><Relationship Type="http://schemas.openxmlformats.org/officeDocument/2006/relationships/notesSlide" Target="/ppt/notesSlides/notesSlide231.xml" Id="R3d6fba5fd64b4b2b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149d132e24930" /><Relationship Type="http://schemas.openxmlformats.org/officeDocument/2006/relationships/notesSlide" Target="/ppt/notesSlides/notesSlide232.xml" Id="R815ce06bc0fc4286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13181c4a44470" /><Relationship Type="http://schemas.openxmlformats.org/officeDocument/2006/relationships/image" Target="/ppt/media/image9.png" Id="R36e5d2e2ea654214" /><Relationship Type="http://schemas.openxmlformats.org/officeDocument/2006/relationships/image" Target="/ppt/media/image8.svg" Id="Re3d85ce929554d47" /><Relationship Type="http://schemas.openxmlformats.org/officeDocument/2006/relationships/notesSlide" Target="/ppt/notesSlides/notesSlide233.xml" Id="Rbd3b3a4e8a124142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38ed66bc14273" /><Relationship Type="http://schemas.openxmlformats.org/officeDocument/2006/relationships/notesSlide" Target="/ppt/notesSlides/notesSlide234.xml" Id="Rc74da54f20ba4c64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47894d914502" /><Relationship Type="http://schemas.openxmlformats.org/officeDocument/2006/relationships/notesSlide" Target="/ppt/notesSlides/notesSlide235.xml" Id="R3948a9d17ba746f7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858dd29f245ad" /><Relationship Type="http://schemas.openxmlformats.org/officeDocument/2006/relationships/notesSlide" Target="/ppt/notesSlides/notesSlide236.xml" Id="R6ace2e5bc8fe49d7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cab5f94f0445d" /><Relationship Type="http://schemas.openxmlformats.org/officeDocument/2006/relationships/image" Target="/ppt/media/image10.png" Id="Recbdef3296a94828" /><Relationship Type="http://schemas.openxmlformats.org/officeDocument/2006/relationships/notesSlide" Target="/ppt/notesSlides/notesSlide237.xml" Id="Rb672bc38a4844af9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d2488a6194e6b" /><Relationship Type="http://schemas.openxmlformats.org/officeDocument/2006/relationships/notesSlide" Target="/ppt/notesSlides/notesSlide238.xml" Id="Rcb139d700b704ea5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bfdb627d44e39" /><Relationship Type="http://schemas.openxmlformats.org/officeDocument/2006/relationships/notesSlide" Target="/ppt/notesSlides/notesSlide239.xml" Id="R457619be0e67466b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6b10626da493f" /><Relationship Type="http://schemas.openxmlformats.org/officeDocument/2006/relationships/notesSlide" Target="/ppt/notesSlides/notesSlide240.xml" Id="R085e8ce7ea484bdf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304a853184080" /><Relationship Type="http://schemas.openxmlformats.org/officeDocument/2006/relationships/notesSlide" Target="/ppt/notesSlides/notesSlide241.xml" Id="R32603631572546db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73517642a4fae" /><Relationship Type="http://schemas.openxmlformats.org/officeDocument/2006/relationships/notesSlide" Target="/ppt/notesSlides/notesSlide242.xml" Id="Rccfe34dabf1b4f6b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860a6574e4f14" /><Relationship Type="http://schemas.openxmlformats.org/officeDocument/2006/relationships/notesSlide" Target="/ppt/notesSlides/notesSlide243.xml" Id="R43bf577ff0e74ee6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1e005c1da4a99" /><Relationship Type="http://schemas.openxmlformats.org/officeDocument/2006/relationships/notesSlide" Target="/ppt/notesSlides/notesSlide244.xml" Id="Ra38e9bf9d8ce4b67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2acf8f13e4108" /><Relationship Type="http://schemas.openxmlformats.org/officeDocument/2006/relationships/notesSlide" Target="/ppt/notesSlides/notesSlide245.xml" Id="R33a0a4aba1344acb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6e643d13d4da2" /><Relationship Type="http://schemas.openxmlformats.org/officeDocument/2006/relationships/image" Target="/ppt/media/image26.jpeg" Id="R4170febb7e34485d" /><Relationship Type="http://schemas.openxmlformats.org/officeDocument/2006/relationships/notesSlide" Target="/ppt/notesSlides/notesSlide246.xml" Id="R13c59d7870be42df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cdbf11ad44ac0" /><Relationship Type="http://schemas.openxmlformats.org/officeDocument/2006/relationships/image" Target="/ppt/media/image27.jpeg" Id="Rd8b650fddb0a4794" /><Relationship Type="http://schemas.openxmlformats.org/officeDocument/2006/relationships/notesSlide" Target="/ppt/notesSlides/notesSlide247.xml" Id="Rf2948a3878e84ab1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14d9ae57b4acd" /><Relationship Type="http://schemas.openxmlformats.org/officeDocument/2006/relationships/image" Target="/ppt/media/image28.jpeg" Id="R10e04a7ce856403b" /><Relationship Type="http://schemas.openxmlformats.org/officeDocument/2006/relationships/notesSlide" Target="/ppt/notesSlides/notesSlide248.xml" Id="Rcfcd0f909ea449d2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6ca46d28451d" /><Relationship Type="http://schemas.openxmlformats.org/officeDocument/2006/relationships/image" Target="/ppt/media/image29.jpeg" Id="R0deee0c9468344af" /><Relationship Type="http://schemas.openxmlformats.org/officeDocument/2006/relationships/notesSlide" Target="/ppt/notesSlides/notesSlide249.xml" Id="R90f5d9dc511c448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7bff779844725" /><Relationship Type="http://schemas.openxmlformats.org/officeDocument/2006/relationships/notesSlide" Target="/ppt/notesSlides/notesSlide250.xml" Id="Rf21cf60f72ac4b6a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cae84afc44d37" /><Relationship Type="http://schemas.openxmlformats.org/officeDocument/2006/relationships/notesSlide" Target="/ppt/notesSlides/notesSlide251.xml" Id="R8009958530414b67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d9f76bdad47ab" /><Relationship Type="http://schemas.openxmlformats.org/officeDocument/2006/relationships/notesSlide" Target="/ppt/notesSlides/notesSlide252.xml" Id="R8864cb4476e04f53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02972fc3b45de" /><Relationship Type="http://schemas.openxmlformats.org/officeDocument/2006/relationships/notesSlide" Target="/ppt/notesSlides/notesSlide253.xml" Id="R8927d511b7c34d23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ac303ffe44538" /><Relationship Type="http://schemas.openxmlformats.org/officeDocument/2006/relationships/notesSlide" Target="/ppt/notesSlides/notesSlide254.xml" Id="R8e5353009d944848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42c50d80f42d1" /><Relationship Type="http://schemas.openxmlformats.org/officeDocument/2006/relationships/notesSlide" Target="/ppt/notesSlides/notesSlide255.xml" Id="R35f130d59f794d09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c8b3d6934e38" /><Relationship Type="http://schemas.openxmlformats.org/officeDocument/2006/relationships/notesSlide" Target="/ppt/notesSlides/notesSlide256.xml" Id="Rcee440359b8d4c11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ccd71d91d44a7" /><Relationship Type="http://schemas.openxmlformats.org/officeDocument/2006/relationships/notesSlide" Target="/ppt/notesSlides/notesSlide257.xml" Id="R40dcb10c1da540ab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72550d024f91" /><Relationship Type="http://schemas.openxmlformats.org/officeDocument/2006/relationships/notesSlide" Target="/ppt/notesSlides/notesSlide258.xml" Id="R83ab790cfd024d16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0830c0f904ea9" /><Relationship Type="http://schemas.openxmlformats.org/officeDocument/2006/relationships/notesSlide" Target="/ppt/notesSlides/notesSlide259.xml" Id="R8d64c85c0ecd43fb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9378a73cc439c" /><Relationship Type="http://schemas.openxmlformats.org/officeDocument/2006/relationships/notesSlide" Target="/ppt/notesSlides/notesSlide260.xml" Id="R6e6023352dd446d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13b9be9654a2d" /><Relationship Type="http://schemas.openxmlformats.org/officeDocument/2006/relationships/notesSlide" Target="/ppt/notesSlides/notesSlide261.xml" Id="Rfaaffccc5dec402d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9251ea44c4209" /><Relationship Type="http://schemas.openxmlformats.org/officeDocument/2006/relationships/notesSlide" Target="/ppt/notesSlides/notesSlide262.xml" Id="R1bf53f9d008d47bc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69bf7d4da4c05" /><Relationship Type="http://schemas.openxmlformats.org/officeDocument/2006/relationships/notesSlide" Target="/ppt/notesSlides/notesSlide263.xml" Id="R978cbd1ecde044fe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3a6f2dd2b4663" /><Relationship Type="http://schemas.openxmlformats.org/officeDocument/2006/relationships/notesSlide" Target="/ppt/notesSlides/notesSlide264.xml" Id="R10e519413b3d45a7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b2f660b34d29" /><Relationship Type="http://schemas.openxmlformats.org/officeDocument/2006/relationships/notesSlide" Target="/ppt/notesSlides/notesSlide265.xml" Id="R770ec0ef76d54a26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426605a14193" /><Relationship Type="http://schemas.openxmlformats.org/officeDocument/2006/relationships/notesSlide" Target="/ppt/notesSlides/notesSlide266.xml" Id="R9a3023856fcf4dad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0fd55133f45e6" /><Relationship Type="http://schemas.openxmlformats.org/officeDocument/2006/relationships/notesSlide" Target="/ppt/notesSlides/notesSlide267.xml" Id="R3798b1e431a94952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62ad3df284049" /><Relationship Type="http://schemas.openxmlformats.org/officeDocument/2006/relationships/notesSlide" Target="/ppt/notesSlides/notesSlide268.xml" Id="Rb813eb5383b04b6f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61eb6e6414a51" /><Relationship Type="http://schemas.openxmlformats.org/officeDocument/2006/relationships/notesSlide" Target="/ppt/notesSlides/notesSlide269.xml" Id="R2e1ede3a2d6d4f16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1e28c20a846ce" /><Relationship Type="http://schemas.openxmlformats.org/officeDocument/2006/relationships/image" Target="/ppt/media/image11.png" Id="R4a2bff232cad4ccc" /><Relationship Type="http://schemas.openxmlformats.org/officeDocument/2006/relationships/image" Target="/ppt/media/image9.svg" Id="R2cf00dccb36b4d2a" /><Relationship Type="http://schemas.openxmlformats.org/officeDocument/2006/relationships/notesSlide" Target="/ppt/notesSlides/notesSlide270.xml" Id="R0f2bb3ef4ee34472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3cd6e96b9443e" /><Relationship Type="http://schemas.openxmlformats.org/officeDocument/2006/relationships/notesSlide" Target="/ppt/notesSlides/notesSlide271.xml" Id="Rd097696b6ed94819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43587a734fe3" /><Relationship Type="http://schemas.openxmlformats.org/officeDocument/2006/relationships/notesSlide" Target="/ppt/notesSlides/notesSlide272.xml" Id="R4c60da634bb44a2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4d6644a3f4d9c" /><Relationship Type="http://schemas.openxmlformats.org/officeDocument/2006/relationships/notesSlide" Target="/ppt/notesSlides/notesSlide273.xml" Id="R17507d77222b4678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952261aed4469" /><Relationship Type="http://schemas.openxmlformats.org/officeDocument/2006/relationships/notesSlide" Target="/ppt/notesSlides/notesSlide274.xml" Id="Ra85e50299d534d97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d3c2288d14a3b" /><Relationship Type="http://schemas.openxmlformats.org/officeDocument/2006/relationships/notesSlide" Target="/ppt/notesSlides/notesSlide275.xml" Id="R610703878d3a45af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19b831e14e29" /><Relationship Type="http://schemas.openxmlformats.org/officeDocument/2006/relationships/notesSlide" Target="/ppt/notesSlides/notesSlide276.xml" Id="R874442bc17be49c0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20020f0e24e3e" /><Relationship Type="http://schemas.openxmlformats.org/officeDocument/2006/relationships/notesSlide" Target="/ppt/notesSlides/notesSlide277.xml" Id="Rb8ef71dcb3814cb7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f6bf092924910" /><Relationship Type="http://schemas.openxmlformats.org/officeDocument/2006/relationships/notesSlide" Target="/ppt/notesSlides/notesSlide278.xml" Id="R994fa51c38c047aa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5fb056e4c4b0d" /><Relationship Type="http://schemas.openxmlformats.org/officeDocument/2006/relationships/notesSlide" Target="/ppt/notesSlides/notesSlide279.xml" Id="Rab704570093c44e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52d80e78641f1" /><Relationship Type="http://schemas.openxmlformats.org/officeDocument/2006/relationships/notesSlide" Target="/ppt/notesSlides/notesSlide280.xml" Id="R1df38dbb6fc64a71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1c416251048c5" /><Relationship Type="http://schemas.openxmlformats.org/officeDocument/2006/relationships/notesSlide" Target="/ppt/notesSlides/notesSlide281.xml" Id="R46df018a6970453f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f61c073914917" /><Relationship Type="http://schemas.openxmlformats.org/officeDocument/2006/relationships/image" Target="/ppt/media/image30.jpeg" Id="R0b9098a6bc454a80" /><Relationship Type="http://schemas.openxmlformats.org/officeDocument/2006/relationships/notesSlide" Target="/ppt/notesSlides/notesSlide282.xml" Id="R45e1bea4ead74489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dfe3ce4c749de" /><Relationship Type="http://schemas.openxmlformats.org/officeDocument/2006/relationships/image" Target="/ppt/media/image31.jpeg" Id="R6685fd7a47184ffb" /><Relationship Type="http://schemas.openxmlformats.org/officeDocument/2006/relationships/notesSlide" Target="/ppt/notesSlides/notesSlide283.xml" Id="R8c16f467e4e34080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7b20e7174320" /><Relationship Type="http://schemas.openxmlformats.org/officeDocument/2006/relationships/image" Target="/ppt/media/image32.jpeg" Id="Rc7c9cc57fe2142dc" /><Relationship Type="http://schemas.openxmlformats.org/officeDocument/2006/relationships/notesSlide" Target="/ppt/notesSlides/notesSlide284.xml" Id="R491f9ddf67364e42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878944f2c455e" /><Relationship Type="http://schemas.openxmlformats.org/officeDocument/2006/relationships/image" Target="/ppt/media/image33.jpeg" Id="Re5eb6860a08a4a79" /><Relationship Type="http://schemas.openxmlformats.org/officeDocument/2006/relationships/notesSlide" Target="/ppt/notesSlides/notesSlide285.xml" Id="Re8e97cc532b84412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c5ef4e9644e7b" /><Relationship Type="http://schemas.openxmlformats.org/officeDocument/2006/relationships/image" Target="/ppt/media/image34.jpeg" Id="R3b83a503ebcf4832" /><Relationship Type="http://schemas.openxmlformats.org/officeDocument/2006/relationships/notesSlide" Target="/ppt/notesSlides/notesSlide286.xml" Id="R96ac93079cfb42aa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1029833ba4d85" /><Relationship Type="http://schemas.openxmlformats.org/officeDocument/2006/relationships/notesSlide" Target="/ppt/notesSlides/notesSlide287.xml" Id="Rd1b80680af024c84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56da7a6a4bb1" /><Relationship Type="http://schemas.openxmlformats.org/officeDocument/2006/relationships/notesSlide" Target="/ppt/notesSlides/notesSlide288.xml" Id="R2749fbbb23d54d26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d014e7ed4209" /><Relationship Type="http://schemas.openxmlformats.org/officeDocument/2006/relationships/notesSlide" Target="/ppt/notesSlides/notesSlide289.xml" Id="R7adad7fd59b34cfb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3dd4e03ab4d62" /><Relationship Type="http://schemas.openxmlformats.org/officeDocument/2006/relationships/notesSlide" Target="/ppt/notesSlides/notesSlide290.xml" Id="R208301950f8f4a0a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779910db4c5b" /><Relationship Type="http://schemas.openxmlformats.org/officeDocument/2006/relationships/notesSlide" Target="/ppt/notesSlides/notesSlide291.xml" Id="Rd7812123f3074129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3d037c41489e" /><Relationship Type="http://schemas.openxmlformats.org/officeDocument/2006/relationships/notesSlide" Target="/ppt/notesSlides/notesSlide292.xml" Id="Rc8047831df964fff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98dc038254f25" /><Relationship Type="http://schemas.openxmlformats.org/officeDocument/2006/relationships/notesSlide" Target="/ppt/notesSlides/notesSlide293.xml" Id="Red0ec658eb0b47fd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fff5ad9c44867" /><Relationship Type="http://schemas.openxmlformats.org/officeDocument/2006/relationships/notesSlide" Target="/ppt/notesSlides/notesSlide294.xml" Id="Rb9acf1f9fe594a2b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08f1af743415c" /><Relationship Type="http://schemas.openxmlformats.org/officeDocument/2006/relationships/notesSlide" Target="/ppt/notesSlides/notesSlide295.xml" Id="R6a035632242c4ce5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360179a3b46a7" /><Relationship Type="http://schemas.openxmlformats.org/officeDocument/2006/relationships/notesSlide" Target="/ppt/notesSlides/notesSlide296.xml" Id="R7a43da3e9d3244f7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a78e33e441d7" /><Relationship Type="http://schemas.openxmlformats.org/officeDocument/2006/relationships/notesSlide" Target="/ppt/notesSlides/notesSlide297.xml" Id="R07445378ba2e4200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02540b0d24e68" /><Relationship Type="http://schemas.openxmlformats.org/officeDocument/2006/relationships/notesSlide" Target="/ppt/notesSlides/notesSlide298.xml" Id="Ra7c746cbdf9447df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a68dee70f4e7e" /><Relationship Type="http://schemas.openxmlformats.org/officeDocument/2006/relationships/notesSlide" Target="/ppt/notesSlides/notesSlide299.xml" Id="Rc71c873ee9ca45d1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b4ac9a6634fc2" /><Relationship Type="http://schemas.openxmlformats.org/officeDocument/2006/relationships/image" Target="/ppt/media/image12.png" Id="R65183a2cd53d4149" /><Relationship Type="http://schemas.openxmlformats.org/officeDocument/2006/relationships/image" Target="/ppt/media/image10.svg" Id="Re28910cb31664e21" /><Relationship Type="http://schemas.openxmlformats.org/officeDocument/2006/relationships/notesSlide" Target="/ppt/notesSlides/notesSlide300.xml" Id="R986af108bffe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2B0F2-6B17-460C-A206-1DD832DF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26E94-C46C-4A62-A7E9-6B9C660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0EC93-C659-4D2F-8E33-4E30A90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7C309-5E85-42F4-99C3-499D4A4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714DB-4476-43A1-A62C-2C01D80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0E64-F1FF-4DAD-8560-B838F17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D063C-D43E-4D0B-B692-A8B08586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324499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4B8FDA-0380-4DE3-88C4-A3748BDD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61CED-3702-4D73-8A45-33A2ABA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첫날만 점심이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ABA44-18C1-4881-BC91-B5D37CC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752FD-53F3-46A5-90E4-9C9A005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992C2-C100-41FF-88D4-58A88B3B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A3188-6DDF-45CA-9E28-F00F6F6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e33a47cc04bab">
            <a:extLst>
              <a:ext uri="{96DAC541-7B7A-43D3-8B79-37D633B846F1}">
                <asvg:svgBlip xmlns:asvg="http://schemas.microsoft.com/office/drawing/2016/SVG/main" r:embed="Racf1334336564c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09117-4B2D-4F4E-BD3D-BB03DBE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 때문에 일반적인 12-13시 점심을 드리지 못하게 되었습니다. 불편을 드려 죄송합니다.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D64E6-F976-47CE-9C13-60CD877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대신 실습 흐름을 끊지 않는 범위에서 1시간당 10분의 휴식을 구간별로 묶어 운영하겠습니다.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A6A1-58FC-4A06-A128-D36B45C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FFF4C-AC7E-47C0-BF92-AC5D0643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FECAE-9754-4422-BF73-AE91960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9BB71-D2B3-41D1-92D8-6647500B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150분 · 휴식 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93DA3-C6B9-42C7-B22A-1F3027F2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10:20-10:35 / 11:45-12:00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5E2F4-06CC-400C-8273-DC32747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38E2E-8289-4018-B324-2013D65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E5E22-99F6-4224-A768-63DFD1D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96D3D-19A6-4E7D-B9AE-A3208A1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6550B-6A75-4794-8C0B-7D66DC12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100분 · 휴식 20분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13E7B-98B1-42D7-BD70-6F916F2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13:20-13:40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6A823-E565-49C8-AF9B-BCDCD9B5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C3D75-C56D-4F52-BC6A-B1A2343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8120A-2941-4EC0-B2A2-B0CB6C5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7AC9F-FC45-41FE-AC31-E435563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24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85E71-AEC3-4715-8CEC-4B9B96D7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3A2FB-C88C-43A9-86B6-7433742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14시 시작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B7A361-E472-450C-A67B-6128B0E2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95D12-7AFF-45ED-B67E-612DB1F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BE1F7-3197-4CBA-9019-5FF01CA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3F99F-D539-47AA-8C3C-43CABBE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6E3FA-9C7D-4DDD-80A3-98DA9DB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120분 · 휴식 30분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D2C7E-F3FC-4144-A145-8C2A5C4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16:15-16:30 / 17:15-17:30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43066-A50C-467B-8422-5772E3E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339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3B6AB8-D75A-409A-B1B3-785CC801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7C52DF-3FD4-47C4-BA8A-04D59E7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5B983-413A-44B6-AEAB-54BBF60D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05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DBA2F-342F-46C0-9E1A-EA709AAD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054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질문·복구·Exit Ticket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3C2BF7-5D1C-40B9-8BEA-B622647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054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남은 이슈를 함께 정리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F5BDD9-4AA2-47D3-BE74-B04B516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3382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5E31A-EE3B-41BD-B7FC-A3AE3E75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Generative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BB968-9BD9-49FB-B0DF-91ECDD5E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2509F-5249-4570-AEBD-0F6C8AF2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7E96-1B5E-4947-A709-837EF3A8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BBFAD-328F-4772-983D-4532A1C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2F34-E968-424C-9486-7D04817B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C8374-6DE9-4151-A6CC-B92B5CA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53B43-09AB-46B1-85C7-9993CEF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D5B0D-6A55-4086-B07E-3564FED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06ED5-3CE6-4E87-9100-5CB34710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2C0E0-FC73-47A9-8D5E-BD9864D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B71F3-0485-4554-A530-667ABDB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4F56E-D08B-498D-8CCA-1BEBAA4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데이터를 분류하는 AI와 달리 초안과 설명을 만들 수 있지만, 사실 확인과 통제가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72129-C118-4137-B464-020C3EF8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E33B8-1E6B-4950-A154-A4268056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8872A-CD6E-4E3F-A768-EF7CF818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F14D3-77E8-4163-BA5E-1353512B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9A363-3F69-476F-8A63-5BF5C11C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9784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BC4DF-9881-408B-9165-20A8C50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Large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2E02-F37C-4353-867B-9C0E118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90DFE-C242-46B5-80D1-99A0C09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836FC-9242-484D-A8FD-599A53E1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29481-51EF-45DE-ACB1-21A0E21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915EB-B2DC-4EEE-8315-C97BF72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4B068-BDD8-4BEA-8D17-72C4F9A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86687-A04E-4CFF-BF83-B89E47C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5CF79-32D3-4A76-B876-B256AFBE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A64A2-8281-4F94-B094-3FD0E12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7A344-81A6-4A08-A9DB-F0179B3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6CC65-FB46-43A7-BC14-C7CD08A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8579F-11E1-4BFC-B815-B3EEC42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문장을 잘 만들지만 회사 규칙이나 최신 사실을 자동으로 보장하지 않는다.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B84FD-BB3C-4F1F-8DF7-70C7CCF7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B8B1E-B17F-4F6A-A214-D9606A5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D1D48-D66A-4FEF-AD34-3B1B498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3B3A8-2B81-4156-9D18-4ED6F4F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F7A72-A6BD-4AE5-9CD8-67916E5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0137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10281-4B6F-42B4-A14E-1C16C9D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Goal + State + Tools +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07F72-8ACC-4B12-9DCE-6C49D949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703D-7B3C-4CE5-894A-9DCD5BD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E7FD-A0A2-4BBC-A4F9-3458F7B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548D9-DEC5-47BC-9560-CB378933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854DC-18F8-4962-8E7A-A1BB842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B6507-47FA-4208-9DFC-E9BC1ED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8AE2F-E9B0-4DE6-AB5F-BB2D93E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9FF75-C6FD-46B2-BF4B-24391006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09E91-6F50-4816-AA87-5B40BA5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2461D-C84D-44CF-92BD-E6BF33D6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CB24B-9BEE-45F7-B28C-469BAFF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3AFC3-A4A2-4578-9B4B-4AFEEB2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번의 답변이 아니라 여러 단계 업무를 안전하게 이어가기 위해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887A2-1CD9-4BA6-B005-3B72C725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0C846-66E4-4127-980A-C90F88E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73EE9-33C7-4B3A-8B5D-2E98C437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7A004-4120-4DF1-A5C3-D325ECB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C6E65-F130-4FD5-B99A-12C7F0F1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7201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B46F0-8932-4F97-BA18-5996281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Instructions + Tools +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46D9F-F0C6-4E45-8BA3-08F1353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43CA9-9E5D-4A49-A17A-B760784D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A5F87-F3F3-4B85-97EB-12742DB4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3D83F-DDC8-464E-A65A-C8A3B79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F2EC7-6ADF-4CB5-B833-46C47D0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5F504-E194-4510-8B27-696C471A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99173-90BE-45BB-B20D-E036600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6AB85-46A2-4BAA-81F6-58E4390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63799-BB00-4383-AAA3-1EE9FE1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3F9AB-AE0B-4AC0-B2F2-06ADEFC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8232C-E8B1-4048-A1DB-C1E8080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AB1B4-4E14-489A-A0B4-4E8F9126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모델도 어떤 실행 환경과 검증 루프에 넣느냐에 따라 업무 신뢰도가 달라집니다.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B7878-91EC-4F93-9458-8CC5CA5F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6DEE7-17ED-4446-84FD-685358CB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7C58C-41FB-427A-BFF4-94BF3B6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032E0-83E6-487E-8130-C56D39A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8F35C-3BFB-473B-9AB0-2E85829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0704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BB0EC-B40F-4050-A0EF-6E45080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3C062-472A-494C-A356-251159D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85F46-F15D-49CC-870A-D07D7434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F7842-FD78-4B48-9776-7C0E657C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A24A-BA33-447D-84BB-70548C6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28D25-092A-43AF-9F3B-9889DE7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8A347-D4D7-4A2C-8340-D687B50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340D4-4AA1-4179-87FE-CEAA49C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 접점 Agent는 모델 데모가 아니라 제품 운영 문제다.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e0ca932e341f1">
            <a:extLst>
              <a:ext uri="{96DAC541-7B7A-43D3-8B79-37D633B846F1}">
                <asvg:svgBlip xmlns:asvg="http://schemas.microsoft.com/office/drawing/2016/SVG/main" r:embed="Rd0d53f3e41054f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59651-D244-4C0E-A953-0179DD2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66EED-3CE6-4F49-BA4C-B1AA54C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AID Chat·쇼핑 탐색·상품정보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45BBF-D4DB-4B82-A491-1F12332E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4E76B-2008-4BF3-B3E2-B0543B9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Voice Agent·AI 해설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29225-FBDF-47BD-9795-30FB785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4E90F-0A78-4148-B455-04D74DB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SEO/GEO·모두의AI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7CF03-BA09-40FF-B460-BD87815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FEAA8-BF6C-42C1-964D-4CA95AF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169465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B3F5E-A878-40CE-85BD-2553208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651DA-EB4B-482E-94C0-29609590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산업 경력 · 모델보다 문제를 따라 이동했다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A8117-5AF3-41C8-8A67-5131B39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23EB4-0274-4367-B299-C622BC1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6F81C-D621-4284-885F-D62D55B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EBB76-A712-4BC2-B577-7E60936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4882C-745A-4B8E-AE18-4561A1F5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금융/ML → 의료/DL → 교육/LLM → 이커머스/Agent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5F160-9AB8-4973-857D-B9EEFBCD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A017E-7143-4EBD-BBEC-F2049D1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 · 금융 AutoML·MLOps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A635C-87B6-4236-BCF7-04583FC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E0DBE-EB91-41EA-B5DD-9EC6C3CE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 · 의료 실시간 영상 CVOps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9A08-8040-4611-B1F8-577C6C6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ED991-B5FF-46D1-BA69-165D9C1D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 · 교육 7만 명 평가 LLMOps·AICC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F899C-48AC-4198-BBCD-FB95249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1D9E2-99C1-406B-B5D3-7B93487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 · 이커머스 Agentic AI 제품</a:t>
            </a:r>
          </a:p>
        </p:txBody>
      </p:sp>
    </p:spTree>
    <p:extLst>
      <p:ext uri="{BB962C8B-B14F-4D97-AF65-F5344CB8AC3E}">
        <p14:creationId xmlns:p14="http://schemas.microsoft.com/office/powerpoint/2010/main" val="842014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9624E-6786-45FE-9601-12A60EF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02E28-EEF3-4510-A19C-0801582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LLMOps · 3-5일을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F932E-F3A9-413B-8AEA-245C172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A5E0-A5E5-400E-84EC-CC629C8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DCFE2-36A9-4480-A1A9-51107B0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28469-7DCA-4D79-A5B9-1DCF3A8C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73D55-2D79-4E72-8BDB-2FBB011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74F94-93A2-4F64-9832-37EC171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4AD7-24D9-4FD9-8ABD-0E8F9EA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4B77B-7569-47EF-B9AB-69E7C273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기준 정렬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D5C73-91D9-4B20-B936-A72040E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36466-1B4B-4B50-A468-BC419423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평가와 품질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8E79E-26C1-4344-B606-6B9F22E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6CCE2-ACC7-4B17-B703-1B3B348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033532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FE387-9B3C-47F9-A7F9-A645086D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72BB1-8FCF-4402-A090-6BE19F4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DF1C0-295C-4C85-95A6-3B784676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439E9-C46A-4C7F-822F-036ECE9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9790C-895E-4917-AF7C-3779CB7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C00AB-05E6-46B9-8B44-8B2423F4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AB8D8-8AA0-4A7B-B94F-98D1723B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FD7E4-4243-4863-BF6E-D324598A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F00C5-9D3F-4383-961D-2BFFA2D7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00A89-A43B-4980-89DA-D7649635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3AEE7-9511-48FE-998C-0C5C92C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79685-D0D5-4239-A64D-308ADA18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012AF-173F-4112-AA42-795468AE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연구 AX·AI Native 멘토링·심사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ED262-2061-485C-B815-639D1FF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15BA6-204F-4225-9155-EAFD733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좋은 문제 정의는 기능 목록보다 금지 행동이 먼저 보인다.</a:t>
            </a:r>
          </a:p>
        </p:txBody>
      </p:sp>
    </p:spTree>
    <p:extLst>
      <p:ext uri="{BB962C8B-B14F-4D97-AF65-F5344CB8AC3E}">
        <p14:creationId xmlns:p14="http://schemas.microsoft.com/office/powerpoint/2010/main" val="1656825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5DF96-DC95-4DED-8682-2F07588B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23C34-2D67-431F-9087-2F692B8B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A44C8-E338-4C77-AEAD-333A6C7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33697-4F0C-43F9-A781-AF22346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2C83F-4C8F-4436-AD70-041CE4C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D663B-9422-498F-87FE-FEAF571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EEF86-D641-4C0D-BD00-2DE16944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D6722-EB7A-4D05-B6CE-646EB389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D973C-6BCC-461E-9762-166B4D6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94B3C-4071-43A5-B544-3926749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561B5-B209-4DBE-8B48-455B51A1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C1BC0-322A-4F27-B0EB-7BE08345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10C70-D279-4109-8ADC-6906554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07990-C454-4B90-966F-B8F13721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2139438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3F144-B332-4358-A2F5-C2954D03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DEVELOPER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495D-515E-4016-A817-B190971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개발자 발표는 화면을 크게, 문장은 짧게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FA8B-3A21-42CC-9C22-6099153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FBAA2-7A7E-4FE8-9168-CA9038A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3D51E-B700-484F-8E63-73A77B5F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A17CC-947A-4B7E-A62D-91E1F7AF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fd7a9bd2244c6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086350" cy="2857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987511ee14785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619250"/>
            <a:ext cx="56959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19B7F-C7D6-43A0-9AE7-9F8A766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9DD82-0CBE-43E6-8EC8-ADB93FA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E64B1-2458-478D-9606-D37FE1A0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장 한 메시지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5479F-428B-49D2-9271-BD0BD87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48ED9-01A3-4826-BB39-C50C86A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화면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E35DE-F8DB-476E-B3E7-5592A946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41AF8-1F33-44C6-B4AB-49AF5BB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출처는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7278937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25586-2705-4BB1-A850-1E51CB90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759E2-D726-4790-8100-972C23F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진도가 빠르면, 더 깊은 반례로 들어갑니다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9AA76-F628-495C-8929-445BE3F9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350F9-ED6F-47AE-9BEC-F216A80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4BB52-02AD-4C14-A8E7-F7C6A17D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832F3-3E84-4FAE-9A03-0395364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542A2-F950-4A9F-97B0-921A944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0C81A-5156-4EE1-8A84-4C4D12D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남는 시간을 줄이지 않고 오류 복구·심화 실험·Q&amp;A로 전환한다.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CED0F-3C1E-49D9-8582-00D8010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4E617-9A9F-4ED7-AEA6-56EBC000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기본: 강사 따라하기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DD1C7-FB3A-4DB2-B20C-64F5949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3A483-D24E-4622-915E-A0975A4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복구: fixture·checkpoint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90D3-1817-4FB0-9EC3-42A0CDA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76AA8-EEC7-4324-B833-084279B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심화: 실패 주입·평가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44C8F-73C7-477B-AB84-CCEEF86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9EDE9-8E52-4BEF-885F-1FE4D58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17:30부터 Q&amp;A</a:t>
            </a:r>
          </a:p>
        </p:txBody>
      </p:sp>
    </p:spTree>
    <p:extLst>
      <p:ext uri="{BB962C8B-B14F-4D97-AF65-F5344CB8AC3E}">
        <p14:creationId xmlns:p14="http://schemas.microsoft.com/office/powerpoint/2010/main" val="13142967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28D10-6958-48C1-82CF-3638928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8B2DC-F989-436B-B82D-616FC4C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22581-6A00-46FD-92A2-40A22464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A12A6-4EF1-4900-9A49-80196F5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D4876-8281-4E59-8807-85EC223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F4E87-CBD4-404A-811B-3B0B9BD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16EB5-0DDB-451A-A020-F4014DBD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C5424-8981-4776-99E2-4FC78A59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938D6-D48F-4865-844A-3AFEC73C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82D4D-D6D5-4C25-9463-475D0A3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656E2-D47F-4D72-A85E-28933C0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8B900-D075-476F-8D90-4265028B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B0E7D-92A9-4AD9-B429-6208060C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5AEB5-DBFA-4E2E-8042-DF8BBDE7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69190-41BA-4124-82F1-E5BB672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13040165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9BD09-8C4F-48EE-A308-CB4091B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E395F-1729-4EE1-B7F9-A740B707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SEE-COPY-BREAK-PROVE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A5C8D-6106-450D-BD27-563D2CBE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CE532-FFB0-49F3-A7A1-C7A0997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2A720-F5CD-4680-9707-3D3F6FBA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7F6BE-4C2A-4788-8FC2-9B6B19F5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BDE81-53B6-4F61-9CBE-AFFDCB3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067D-862E-4A48-8D90-B19AEBF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FD540-7A0A-44F4-B66A-E4D6CD2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86CF1-4D94-4259-9F3D-D98BE02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F408F-F2CF-4809-9AB5-61FE6EC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E8F1D-B811-43D8-ADD4-C48C930A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9FD5-2800-46FD-BE0B-6A8DB7AE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2A039-B20D-44A2-96E8-2600230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48C24-2BF6-4672-90C2-09D22CED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098B1-9A6C-4DD0-897D-B58B26C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D4FB5-7842-4B2A-933A-7F3CC4C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1EDD6-CEF0-476D-BB8F-C434BE4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D6865-8FF3-40FE-9D43-48F51E7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6752A-0A4D-4419-BD14-DC4ABE1A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D00E8-339A-4D2B-8DBD-A24149C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6D07F-403E-4D62-9FBF-58C1F5BD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1946747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758BA-69E5-4246-8B15-8F259B31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0248A-0DD5-417A-842F-397D723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시간의 장표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82EFD-8412-4E56-B8E8-836223A7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AB7B8-C8A2-4E24-8EA3-5F7CA1B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C027C-12DE-4F5F-8F7A-BADDA96B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7B1D-F9E9-4620-ADF3-6AF5196D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39029-2DE1-48F7-8B84-D642CDCB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B853D-9B95-4D28-87E2-BF85065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00D68-C1C0-4DA6-84E5-55B98D0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5EFFE-644C-4520-84D3-2D6650A8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문제와 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D3DB2-E1AC-4694-8270-5769039D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F2784-93B4-4941-8319-D3EFFF9D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54D5D-BFA2-4583-B371-BF35792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2993A-6F59-4EDF-8778-28C734F0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장 한 주장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CAB63-24B1-4564-8E6B-EFC7871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F17A8-B001-4D6F-B20A-1B4FF5A9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7CCB1-414C-4B07-828E-5C2C36F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3CF19-9DE1-4675-B678-E2825736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화면·코드 따라하기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DDA09-46FB-4CA8-850D-31C4227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441FC-140A-4AB7-9F31-ED16333B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B8CAA-CA28-4FEA-980D-EAAFA5A8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D8E52-0BB5-4B16-82D8-B19E88D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15036713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28250-BCC0-489C-898A-74E3BA6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2D596-35F7-4506-9AC7-90EE6856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C42CC-EDCE-45CF-BBCE-D8D5885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49217-839D-435E-88CA-7093E9E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A65AA-B44D-47D2-B5DC-93CF7872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0B101-2B46-4D14-9901-5948CBC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F01A4-D72F-4420-81DA-0AB11E16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EE4AA-3F24-4AEB-B7CC-80C15F3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DBF30-2129-4C8C-970F-3D81ABE6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7458A-B8AB-47E4-8480-D1C4224C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CE333-6080-4235-BECB-64649492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0BF0F-9565-4EE2-BEEE-58B5113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0FF1D-FBD4-49BC-A6D2-11B5F216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0468D-6940-4014-9A84-7B6884F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D9E09-4B4C-4B3F-8FE5-8A803B9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C5755-8430-4D99-B75A-915B940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55634-4DC7-4A97-9E1A-D8CC4E9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0D269-5753-4C77-9200-98D49A0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B188D-793C-4B56-A63D-1BEEFAB2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CAF4E-87C6-4ADA-BCE6-6BBE886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9A734-0326-476F-A794-4DACAD1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68D9E-BD13-49C4-8968-2FDEAE2C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711798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01CAC-DD3E-449E-B43D-A71D1CE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5BD54-3E8F-4109-8CD4-7958B491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5B2D5-D541-4FF0-A3E5-3ADC12B6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ACBB7-83F2-4752-AD19-6CCF368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8137E-DDAC-40CE-820E-0626E182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1FB95-639B-4A8D-8E39-F972F2F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05B78-E7F3-4CD2-8508-A36C07F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3D70B-5D16-4F2B-AC40-EF347898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7A18E-9688-46E1-A7B2-0F797C6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A9735-1BDC-44D8-9500-F291BAF7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F1BB5-FB2B-499B-9F6B-C4EE8AD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B7D15-BB29-4B81-B06C-B12BB72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8E0EC-799F-42D9-AEA9-093E8135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401C7-C571-4D07-BDAB-9062E109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345B4-0877-4B59-B111-7735FD0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51A32-DD5A-4B36-8D62-D6C4D292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F6769-4A70-4239-A389-FEEE206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9B2CE-C3AC-4DB8-8B44-777F7D5B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C1519-EB19-4F49-82F5-451EC33C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814B8-8BBE-4C16-9B08-08ACF5A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5C107-6D79-42AC-B115-4F4BD549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F0871-7815-4776-8418-3B59299B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1369356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E96AF-B30D-41F3-9918-A6E9602B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A3C10-C115-4588-8D75-23D30A18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E011B-1129-410B-AA9D-62731346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BF0D2-4963-49E8-8267-E864D327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19980-4006-4653-985E-77006C6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09C22-0BD8-4F23-A092-3948779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FDB2A-FDF4-46F5-8556-470D2AE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BDF90-F0FE-44B2-918F-4CDF4E9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FDE1-11CB-45A3-ABC2-828B65D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EFC79-67A1-4F4B-BD41-5D1DF62F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091A6-CF29-46A5-9901-E1AECA83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A2232-08DE-4EB4-B04A-EA102AE2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3976E-8083-4240-8A08-A46F9E4E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E73D0-A18D-4A42-9957-C9BD0C1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765E9-5DEE-4E82-B552-FA966DB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58766-A9F4-423D-915D-DD764031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BF725-269F-48F7-85F2-956DC740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47307-43F7-4E1F-BC17-C981521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8A4A6-8BF0-40BF-AE59-477ECA5B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26DD2-F3CF-426A-8599-6E97962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5DAB4-20FF-4991-97AC-F2CA2A72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FD292-45E3-4528-AA3B-49C96B4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12353287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A88C1-FF05-48D7-B4F7-4A22F791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1A6F-24C6-4CF6-B31D-580C6B8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533E3-9826-49EE-9D70-3A034FD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92743-C273-41B9-8430-1F4F607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E357E-BDF7-4E33-AF35-AD33915F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9F62D-4BA7-4D77-AA28-8C08308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A8341-08A9-449B-9650-D68338E4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D0969-C133-40FB-869F-1226068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8853F-C47B-47BF-B706-D784CD2C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D0A52-F280-45E0-9CEE-65EB28FC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범위를 repo 안으로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80A94-A81E-4DB5-BBD9-EE16F53E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spec·diff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2C448-41DE-47CF-B9AE-DC8F810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11F27-3091-489B-B85E-856BD1E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64AC-2FE4-417E-83A6-F0EDA36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8BC8E-D1E7-48E3-B414-3604F9D9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저장소에서 두 번째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7A063-2F0B-4C01-B7DA-8E1D7A0E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변경·test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F4032-DD59-4111-BE3E-D1E7888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D2BC5-753C-4B55-BABC-85CD7EBA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4317B-58D9-4AD1-8F9F-58FB867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3B739-2903-4AA9-9F38-0A394823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폴더의 역할부터 찾기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20968-AC25-4D25-8CA2-D5AF9C60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src·tests·materials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393B0-AD19-4E21-9ED7-06741AF9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B63C9-CCD4-4406-B7AC-A475A04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53111-8C9A-4185-A580-6028EF0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6256E-AB06-4D02-8047-30617D3D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루프의 허용 tool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66C68-0DD0-41AA-BD0A-1C2CB68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read-only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AA478-66EA-4079-BF32-17EF6C3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9714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D6359-0917-4BF7-9FD3-5865DC7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80F96-527B-4FBC-A225-CDAA758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70DAB-2BC1-4C25-83AD-99E905E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D1B9E-1601-4AA9-A9E9-3FD98CF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36817-1F2D-42C3-BC30-7C974422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AA990-F568-4158-B9D4-283A79D1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C359B-DE72-4D7D-9574-A6E13607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E12DF-AC0A-44D5-8403-672C44D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328D7-B7CA-4B28-932F-3839460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98007-9A1F-4A6F-BEA7-F0FE342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6ADD2-30F4-47BB-9155-E880579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9BD10-E59A-4CD1-A673-668673D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0BF6D-33E7-4A8D-9C15-1AE47DF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ECD21-8B9E-4A6B-B078-383923A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4309C-B4B6-464D-BD03-1661C09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ED049-C406-4D7D-80F1-B5D432B2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440acaa154f39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5D89A-B533-46D8-9614-249E9871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7778168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742EE-CE3C-461F-98C9-D037E95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B4AF5-1078-402C-B98E-985247E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2B042-8A73-4114-A00E-A33F3B4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2317E-7DF5-41A7-B48F-057D0DD5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1C0C7-BF00-4E25-8BDC-F96A434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214C3-A18A-4E0D-8F70-497EB90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4CEF0-0497-4342-821A-DE7C18B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AFFD0-A832-4B28-A9D0-08A88D3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3FC48-4F18-405D-8FCC-96B6C2AB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0A254-361A-4703-A8BD-8901311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B4B51-AFFF-49A2-8B42-83E6DE1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4EF73-24CE-437B-944E-CF27095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DB25C-2C54-4D76-BC22-0C75ECF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26E6E-E0A0-49C3-A9E2-90B49866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1EC03-7D94-40F8-84D4-7D9C78C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D1AF7-59C7-4E2B-86DD-3856FFA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c445450e6494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D906E-9ABC-4115-9147-5194D9B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6132235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F6D92-28A4-4FC2-9047-2452511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2F454-1FBF-40F2-8E65-E9CF6D9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F19D1-B857-49D4-B02F-C4AACF47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24F3C-EC1D-4D90-9F6F-E7A28767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018B1-C6E6-407C-B2F1-0CBDF00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79B70-0D2B-41FE-AB4A-6FE7D0F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DE188-F682-45B5-A8AD-3D1F6E6A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1405F-DA04-4093-9263-727AEB09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703B2-5DC9-46B3-8B24-37399F68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8EACF-5526-4B2A-BF7C-D9DC0A57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B2FB7-4EFA-4AD3-B55E-EEB9B74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38B0A-15C5-4444-9CB7-774ECE0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28411-9DB6-4767-8257-322537C6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9138D-D9CD-4C67-AC58-7F77FA22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A9DB-6676-4E66-81E1-E51CD968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EF30D-BE6B-451F-9482-99EE4C6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d6e6ca4b545cd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4E790-1E6D-4F4B-BEA2-93A6262F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1953456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21EFB-513B-4056-8D08-0D834104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F12C9-5194-4DDF-B768-A8CDC5FE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6B875-87CC-4A55-B8C5-AA7E20E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A20C7-B9F9-424A-8E12-A2084003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D669B-E319-4C32-A076-F23BBEA5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5CA74-8CDE-4600-8C0B-A2BC6AF4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B54F8-91AD-44F8-B9DD-59960FDA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0C924-F3F6-4128-8059-936EFA2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4FFA3-3FD6-4464-B21A-E468865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5E723-D102-490E-8836-C902BB26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5F8B4-53D1-4CB2-AF16-093646E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87E4C-0D44-4B36-B8C0-1735B06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76DAA-D216-4B30-8A89-DFB332F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75DEA-A9BD-4394-A53C-33B96B7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26604-ABB7-442E-9455-A3F7A68D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E20AE-4D68-4ED4-B34D-D0A2869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64576dc2e42ae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DE7D5-A4F5-46FF-B16D-B9A6158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2194403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9EE54-CAAC-44A8-A91A-A52FA8D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7CB24-6430-4F31-A131-6E6CEBF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CBF01-3260-4C93-A183-2F08E89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F104D-3B27-4F5D-9E98-9D59580E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8C740-4594-497B-A99D-96CD865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779C4-1BAD-44DC-8CB7-5246DA3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4B223-31E7-46D4-89A8-8C13E1B2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09EAC-575B-4AE9-83DF-4ABFCC1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109F3-16D4-4CEB-AF28-9320451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FB87C-4FCA-45CC-A6EA-64C556F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1C7C3-EB6A-47A2-9617-EA209AB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B124A-C62B-47A7-9FDC-425E53E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C3D43-CC64-48E5-B080-C252A620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9B06B-AC4F-40EC-AB41-6C531CD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6BD3-BAFE-450F-8AA2-CE2F01E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28FCC-C48C-407C-B6BD-6C209B6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F571F-D069-4C7F-8644-A43EFE05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ACC49-F9C4-403C-A550-ACDDAA97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1990114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E7B1A-2EFD-47A2-969C-63F7D0C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23AA5-F655-4054-9E2D-1E7E525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CC4B5-3E9B-46EF-9D4D-14E116A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A707-C187-463E-B3E9-6202070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195B0-1271-47C7-A929-7980578B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06807-6C15-4EF3-95B3-1E39EFC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F246C-2111-4354-9265-0C276B9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B09B7-2D67-4922-82F4-82C9E2A9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E34C5-916C-47A3-BA5A-7A73D48D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DA7FC-9D27-4438-97C4-1BC8A42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84101-E972-4918-8BFA-D2640359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9CC7-E854-4BA8-9D1F-B6D60AD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5D599-AD4D-482F-A34B-2A8B9D04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E7F40-D848-4891-BD9F-B6EAC39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66F9D-3AA5-4594-820F-AFBDBEE2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A3BA4-E855-4C5B-91E2-F8588D2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48832-1AD4-4C36-8E0E-A0A153D5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EA3E3-0433-4332-8E66-1DB5B1F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18944350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3EFA5-5639-4FA3-B7C8-1634985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672A-EA68-4367-983F-C5FEDB6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62AA6-3F8F-4569-A0EF-BEDCCF4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737AA-863D-4BAA-B546-3B7BBC34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20D31-4B67-465C-9999-C02FC84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6E6D2-E996-4A5D-9237-F52518CC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4205A-DEAD-4AF8-8774-CC5019D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C1DB9-FA3A-4BB6-A047-3B2386C3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308BA-6E59-4235-A549-D9C5FF9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54A73-C92E-46C8-BBAB-ACE64F4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D82DD-2A53-4817-B224-ECF58B1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50AF9-2261-4EB5-B555-433CED1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A8428-511D-4A17-88B0-6650DAA8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A80D3-055C-494A-9139-AE5B0B9A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D7E3F-3BE0-46C7-88EA-99709B0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3956E-2A73-4EA7-8260-145012D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DBE74-18D3-4F7A-9B44-D9763190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E07F3-91EF-4F7B-9D6F-DB9E957B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16236494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50D38-46AB-45CF-BC0D-DE486B4B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0531-E672-4CA1-85CB-D142B8C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4839-1AC1-4F3A-8176-D0E8492C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1697D-4EC8-4729-BD26-620DDDF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05CA4-FA2C-4B77-8D96-FEC590E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B24F4-F371-41B6-AB8D-8D76C1C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D37C1-884D-4EAA-AAD9-51B16B5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7A156-ACC0-458D-BE9F-E6F25878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FA0A3-9004-428D-901B-D563C0C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AB63D-1D08-4AB6-ABB8-F937F938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A1CA1-7888-40A6-8B68-C2F1AE4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9A6B0-2D1D-4E61-A320-31A96DF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BF4DC-DB2A-43AA-A593-6C08A64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115B9-75BB-46B2-A530-5864B8CA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2F966-FE24-4B5A-B3F8-237A575B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6053B-701D-4576-8F56-4463863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AC489-7D15-41AF-87EF-BC695EBA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D5D8E-4D9D-4EAD-9733-5E1D83B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18960188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0CF0F-24F6-4A4D-8CF3-0F0A0F3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C4CD5-D11D-4CEC-9152-238CEC5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56139-04D4-4374-8E06-82A23F5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BFFE-A78D-4EB6-A546-B90D72D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F0891-DA21-42A1-8C30-FB2F37B8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9D97-5F4F-4457-9464-A437BAD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3A699-39F4-4445-9B95-BA3EC76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AF296-583A-402C-9057-A37569D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19F26-453C-4B3F-A429-2A8AED8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637C-9CFE-46D0-B517-46E5C396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D93AA-5913-466E-A3DD-95F08425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761F9-5610-4C38-AD6D-9C5C742F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2F94B-3C50-4BE9-A91C-AA2E677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3A5E7-02D9-49E6-B507-99D29ADB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0B5F-24B9-4261-8CC8-B8F01BF4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7024-603C-459B-B5B8-878816FB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3D32D-F7F8-46CC-B568-DC7596E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379A-2D98-446B-85D3-EA7A2762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99584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C6E67-E0C6-4729-B737-319209B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A45A-99B7-463E-9465-0794D04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DCA39-0FE1-44ED-8B4F-8FB1625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839C-7329-444C-8BCB-71BFE3CD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A5EB-C215-40C7-AF39-75C47773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4A11E-5737-4BCC-96FC-E71D9A7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266F4-4323-44D8-AF68-141E0A5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C3116-F548-40F2-8543-5F4435F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ECDA8-2D2D-4921-9514-1A4447D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1C865-E958-4A64-81D7-235B515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9D7E8-D3EB-4D27-A7D2-5B679A1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B5217-9C1F-4A7A-BC48-2D7EE6A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A7774-4DC7-4D14-8702-D67BB45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AA719-8535-416A-A043-6402264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511CA-343A-4839-92CF-163BF05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A25BD-89E3-4F1F-B28B-F6A7AFA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C433C-149C-49B9-92D3-CF1330F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FE5D9-25F4-4CEA-82DB-C21F6984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43B08-4B58-4583-B71C-9014E99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F8D91-88F5-4DAA-BA5E-1D815C9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A0233-DB5D-4CF5-9CEF-E1EAE7E6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044E4-B71F-468E-B5F9-1FDC37B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023F7-8947-4340-99AB-8C9EE57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F4B08-BCEB-4DAA-B1B1-AB477E2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16925589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44A48-D302-4E58-8327-79AA5AF8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8B625-320A-4DB8-A8A8-AD2D696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928EB-CEA3-47BF-84A0-75F5B2D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5F76D-A64F-4103-A598-E6754E3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5E456-4779-41B4-BE51-BF4CB5F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020A3-9CE9-42AA-B997-FFB1650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592B8-022B-40AB-8711-2EDFE50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00D48-6586-4BBC-9563-044C4FA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EA4AB-88D9-4DCA-8636-EF90DDA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489F6-5B41-4E1A-9808-7766A1D6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8F981-4C68-4EC0-8ADF-556ABB9E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695F9-5D36-4062-861E-4CD32C4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AA673-B69F-4170-B8F0-7EDD7790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56FD4-A36B-4DB7-997E-8E9C25EE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8E333-501C-407B-9E48-3AE42607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A0FCE-A163-4B69-B4F5-2028DC0C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DE668-71CF-4CF2-A892-82B643D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87327-B5AB-49B6-9C9E-B144954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16628-D933-4063-8F20-CA0E64C6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309E1-EFB1-4F7E-9405-9404582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9B685-15F8-40BC-B20D-44E427FD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70A56-D285-4705-8D2B-C2409BA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A2502-1B50-4881-9385-7455065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80084-127D-42CF-AC3A-D4A10C38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16985931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403A1-627F-497A-AA5E-44E023B3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AE1D3-BBE3-4E15-8343-7863920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FD17-7DC1-491B-8EE6-E6FAB68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93FD8-CF7F-4F72-B874-706535E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A83F-6983-4B3E-80AE-D589C42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C8A3B-3F72-4ACA-9F98-1916DA8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42D5E-AE24-419F-B52C-121B2C4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ACA55-511D-446D-82E8-DF55D6D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46533-2011-46E6-9475-19CFCBB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0DC74-977D-4033-AC9A-49CF156D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D633E-48DB-4C06-A2A6-CA6BB21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D7AD0-ADDA-40F9-AC11-73A6F59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C9564-D268-4026-AD98-B692D0AE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22F15-5D32-40F0-A182-B78C6D5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E8D5D-4861-474C-B6D3-39C885B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98000-5482-43F2-8D9A-2C1E03B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A7D48-7C7E-495A-9424-1C094B9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F5E6A-4688-43D3-85A8-89932954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58926-6173-45F4-9877-E5734C3B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314ED-96ED-4CC2-933C-D366C51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137D3-5586-4619-B76E-CBB98026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FABFB-B1ED-4B6D-ACC8-5D0706E7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1EF1F-EEC7-4796-B43A-862FAD1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5039A-3004-40B9-9FCD-E604FE35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10688367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E0CDD-5D13-460D-9F94-FF7807C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FD603-3C94-4B56-A058-44BFDC9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90726-E2DF-4F2E-892E-D5703FA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F841-ECE7-4CCD-986D-1EABE2AD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CE4C-A0AB-4692-9C53-2DD1CF0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804F4-AE1B-403E-8292-BCB139E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ACF1-A8AB-4ED8-B22B-4DF5401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F6B66-BCBE-40F7-A280-A816052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CA104-C045-4452-ABC3-A53CDA6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5E966-B9DE-4EFB-B3F8-73154DA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0801E-5DAE-4A02-BB69-34487D2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16EB5-1398-44E1-A76E-C3C8FC98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75EB6-5983-4A75-8EF6-28FE9A38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11585-C7CC-4208-BAC6-BC6C0D7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2C710-CFAF-41C4-A1BD-5B95DE1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7C77-BCEA-4B64-B6D2-6BC0DD3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7EB03-DCF6-44A0-A37F-28F621C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1B027-D56E-4000-B5C7-B692C374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48D43-A18B-4C44-BAE3-F918177B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0E078-1A25-44D1-A41A-DAE95C5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AD72C-BD35-41F6-B5A6-E61D2098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CDFD8-ED53-4CC3-A07A-704202E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ABC58-D396-46AD-8667-2941E9E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0A608-AA1D-4C33-806F-EF1D710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8793250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516DA-E574-4C3D-A49F-A2934A12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42A31-B926-4805-ACCB-2A2BE41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BE87-B739-4288-B68E-9224F3B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B79C0-3F8B-4210-A5BA-AA03D68C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F469F-5CD1-4DCC-86FA-1284FC1A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81757-A6F5-4D4C-9D7F-F67F15B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F946B-C476-4D6D-A52A-5DE63BDC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B62B0-7348-4E7B-8DCB-CEB5B04B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029C9-1035-417D-8354-A3AEF02A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D9651-AC44-4A8E-81A4-2677C2BE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51785-0ECA-4CF7-9737-A02109EC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3E286-E028-4463-8837-1F377D2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22506-AD1F-4516-890F-3ACDF3DA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9B30F-8D13-4888-AC33-ECF89845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7DEAC-AE4C-49A9-91E4-A65A1AD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955B2-D254-4A8F-B895-A78BCB38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56AB2-9DD7-46F7-B95F-12320E6B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AC391-1E86-42E1-976A-7BA6CB6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1D1DA-0B69-4F7F-B445-DB8136A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BC74C-0943-4B12-99D0-A8F2F46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E8435-FB50-45DA-AF73-5638A19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4928A-4F8E-414F-975A-2812ECC2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EEF80-CD87-4B9A-BE6F-58F408E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8213A-285A-429E-B0A4-CC586689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156A6-9973-4866-9EA6-DEDB8904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4286252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A19B4-DB73-4598-A3B6-81567D99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8CFBD-43C2-4A46-BE81-8E88C05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85965-4B91-4BD5-8FAE-E8AEC43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704FF-4C8A-4D0C-8096-9E426F1C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91559-869B-4A34-A328-0F61A8A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4ED40-0846-4538-82BD-2EAC4CC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41FA9-5F85-4877-9270-BB1EAAB2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CFBE3-0DB8-440D-A471-C75514B6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3E0D-ACAB-4BA9-85C3-B5D4C9C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B5AB8-7B07-4B5A-8FA3-A13F867F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2D4A1-6C5E-4B67-8CB3-4159648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F311B-70B4-480D-8D64-869E8F12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C2FDD-7A7B-42BF-B1A9-17AFF0F4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F92F6-4A0A-4572-A728-545BA8FE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AE4B4-40BD-459B-BF67-204C369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58519-3E7F-4210-ABAC-9DD8697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28A7D-5716-45A6-AB87-1333E81B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77632-280E-4C6B-9378-04E3899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88BE3-7F6F-4F0F-9DC8-C7913A9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8010E-9C3A-4988-9568-E81E790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B4178-2D30-427E-847F-007DB202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E97AC-C8FD-4707-B610-B058122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D1276-A30D-4CE2-8C97-DCB5BB3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8624D-09FF-4EAF-A0B1-0F3E6A3D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B688A-4B9C-407E-8DE8-8828693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4456760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F8CC5-F380-44B0-85B7-88164119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E536A-A385-4E5E-9C04-17F4594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91421-BA2F-47C9-9269-F9C34515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20DD8-5CE8-4019-BDE6-F7535974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2E75-2B25-4812-A0A2-B1018CE7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29CB-A232-42BE-89D8-FA04D07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AEB6-3667-4B42-B848-BB54F20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EF487-5B64-4EE9-88F4-E4741D6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02020-7827-417E-A7BB-8A5C9A3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A6F2-338F-4F78-AD70-9D517296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7DC81-7E56-4D46-B42C-C8B03918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6A920-F9EF-4C5D-A38E-DB080A0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15328-775F-449B-BC51-F9A1813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2AD98-AD67-4616-8AF0-26198E6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46189-55D6-4D35-9F83-B4098CB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782D7-41C3-462C-A31E-0C5979B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0B336-DE88-4B8F-9C71-181A4473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FD2BC-726C-4956-BA0A-D38DD2A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EC8F2-44FD-4EE7-856D-49AF5DB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DDD16-15D5-440C-B9DE-E0D2186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95DBD-EC38-4357-AD67-7F2B1522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7309F-2CE1-46A2-8DF6-AF909959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FC411-4704-462A-8828-67873BC9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B811C-CC64-47C2-8BF5-C3F6D571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6572D-CCAA-4DFC-84DD-85BF52AC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6775405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33B83-C4B4-4EB3-BAFA-09F002D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D5208-DF66-49EE-8CA4-F86FE4A8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5EF65-BA1B-47B4-A925-B913B4A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C76E6-8107-4F7B-8679-1BFEE29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7CC53-0808-4D39-A165-6838AF7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26A17-78C9-441A-82C3-B2B6EF3F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6E939-6E70-4C2B-BD89-EBDE3C9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650C-271D-435E-96E2-6DA46CBD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3909B-8B79-4E21-B222-A4FDE693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09040-26E0-4685-BAE0-6D3447E7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1341B-4F2D-4977-8E49-47A12E1F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63234-08F2-435E-B472-765D18C9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96962-E14A-4989-9BC8-F841F939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3DF29-ACA6-4FEA-B845-C48A3DEC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135C5-783E-4F92-843A-FF109B6F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F1A95-ADA5-4608-8560-39EFB988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72A56-FCD6-440B-A9FF-016C4396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8144D-1C8E-435B-8059-90D9E07B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197D3-2A89-4042-BD25-F3C4CE8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A5066-85E2-4ADC-9314-AFD77F2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8E3AE-0F93-44D1-9D0D-4045144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0D5F4-C963-4BC6-B9CA-652856E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9453C-974E-4618-8344-E4DBA9A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50D37-8D17-4EF3-952C-9C328BED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2BD5B-A2D6-4437-ADEF-B9958C1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4409568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98D75-8605-4BC6-A7FB-B0DF5F70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7A03-796A-4010-9C92-52798D07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ABCCE-0546-4CE1-A3AF-52E4B81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60C5-3FCC-4B2D-95C5-4DE1A361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2956B-7CD6-4610-A725-45011E4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11D4B-5D83-4F2D-AA8D-1D85B86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2115F-B032-44C5-8D92-6FDA397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CD9EC-97FA-4143-A573-9414131E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EE699-0674-42B9-AB01-F41F3CA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C54C-7033-45B5-B982-4BC47DF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8A977-48B1-432F-80FD-977D4575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FD5AD-8FE8-4AD7-8F7E-C0FDA2C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E47BC-955B-484F-962F-ED55CD4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1C8D5-2A47-4DD1-8C02-D608C6F4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4CC85-4A2E-44D9-87A0-2D5341B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81AF-89FB-45EA-AA47-0C502F33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3526014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6FD0C-B457-4B73-890A-87C48213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C82F-2A10-4E6A-BA73-9F5EE9D9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91A42-6D0D-4BCB-99AA-784D9BF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B14C-30DC-4AEB-8117-80529BB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DEAC-2430-4E3A-B382-2FC42E8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FE046-898E-4827-95FB-0BE2A3C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9DB30-D331-4A5D-8483-CA5C989C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25F46-E4A7-4FBE-9209-25585C8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5057119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B4089-7798-46A0-AFAF-7D7F7390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6D024-467E-43FC-8270-B8205D3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AE89-5724-4023-961B-E01CD73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AA98-D327-4A97-AAE7-31C472E1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B1342-9C5E-40C2-9940-0539B0F9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2BEC-0750-4A1A-BFC1-498E640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C5EAD-BC2A-4FDA-A346-970191A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EBBAF-CD04-4E1B-AE84-78EE7FA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34510-F242-4FC2-BC64-856C8B36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192EC-0217-4BCB-B3DD-76DBCAC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D8519-B650-42EF-B8B2-5C227F9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367A5-CC49-4EE5-9389-DD3ACBCC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88ED2-E917-4C6C-A158-9DAB85E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2A15B-43F0-4456-A41A-00CD6B1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43AA9-A0DD-42C6-95FD-342801B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BD5A3-9EBC-4157-838A-9AE37B5E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1350E-277B-4050-9AFB-C1EEC58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A2989-393E-48C6-B942-23572736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8325C-C566-468E-8DFA-37CB811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EECE0-0424-4FBC-A385-F18F11B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B61F7-2521-4615-B449-D16D9DC3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C630A-031C-45B2-BDA0-C516CE5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3149865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BE876-6ED5-422F-B549-B9353559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Structured Tool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4C5A7-18EE-4B67-9E93-B03B90C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BCEEA-3904-441E-898E-2C20A46A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AB77C-2B73-4007-BF3F-FC16F66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5B8E-13D7-4064-8927-BD9C7E6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F58E6-C51A-4D01-83E3-9883AD67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FAE3E-56C0-4C61-A286-C1AD145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A3CCC-8EE8-44C0-8E71-E5290131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AB80B-7A42-49FB-BF19-A841FBEC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5E0E5-70F8-4D05-A066-535308B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4AAB7-AD36-4C5E-820F-1952F52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6F610-33C6-420F-AA95-AB96A89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7F520-38E6-416A-B543-4FB899D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파일·API·DB 접근을 허용된 행동으로 제한할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BD630-A99C-4862-8425-E334327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85B69-A8DF-4727-8ACE-9D639F9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CBB91-31EA-4AA6-8718-17C7359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CD86F-AFE2-4231-98A8-7E61B2BB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FC6CE-5440-43D3-AB54-40D4E6C0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8325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14CDB-D016-4CC1-BC07-D6D6E719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ED887-05E9-476F-AEFF-7662BE3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54A9-035D-457E-A99E-8763E24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38CAF-880B-403E-842B-9CC6C71E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9808A-AF25-4460-968B-0347B305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C47CE-89E3-4872-B46C-BE33245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F62C6-9C36-4AC8-996D-BD7FC31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7AE5C-8679-4692-96C2-708F795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12B67-7E6C-481C-B719-5088077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26A2D-8970-4093-AD3F-18BF8B86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9181-BF85-443D-84B0-2C38020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06AC2-F98A-4EE2-8C4C-8ED8AE7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C147F-7A7D-4EE3-8C9C-81C42160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출력이 흔들려도 프로그램이 처리할 수 있는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15539-EF05-4A21-B0C8-143B37DA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B3970-C190-47F0-8187-56D04E5B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7217D-96C7-45A4-8E71-2C583315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F0BCA-F8C7-4506-AF63-3195A235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337DE-6EE3-4042-85C9-5B4BBB6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14530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CBD26-D96C-4382-88C8-7C3DAE4C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Contract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F371C-945E-42A7-B02D-F1F66ABD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C151C-BDE6-42CC-9D01-A9CC8B9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29BE5-39EC-44E0-A0AE-193359D5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BA2F-A551-4BEF-A92D-25A35AA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B5A6-FA86-4AEF-9485-1537EC11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8226C-764D-4D81-BA04-5E45F1F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7BD3-4B05-4554-95B4-F03A1D5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688E9-A0AB-434F-80E2-346BC35C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98BE9-6388-415E-8901-B903CE6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26F7B-0A87-4C1D-B798-E094E76F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56900-24C4-49FD-8C1C-AD8F280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2A9CF-9CA7-4A86-908E-0CC79CE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잘못된 경로·누락 필드·허용되지 않은 도구를 실제 실행 전에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008E4-2719-4DB7-BCA8-71D4EA40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492B6-748C-466E-8AA8-E2E7BE25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D24C2-E4C0-4444-99EA-7C1EBFC6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2D7F3-A679-4534-9862-0291540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3E116-2552-45E5-84E2-45030749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449287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163A8-84E4-421A-A75A-E63A663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External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E8519-2FA6-40E6-8961-71C7CB8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D1C09-3927-4BC8-BD77-67760F1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19E89-87AE-4F85-80D7-BA7316F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E75D-4CEB-4287-8547-A1ADA38A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13F04-8753-4F8D-A493-4C1C465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B9625-E793-4DEB-9141-449ACE94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5E933-4E36-4A11-BDEC-6BA17C4F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92338-6E83-450E-BF79-674BC23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948DC-40B4-4914-A2EB-7B88054E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85359-9D19-4827-BA68-822EBBA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54C33-B7B1-4D8D-B37F-2452B7D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2231A-8CD3-4162-B319-B27CB32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후 재시도하면 중복 실행될 수 있어 승인과 중복 방지가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011F4-70E7-4EB7-9DAE-3C4C60E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967D3-B88E-46AF-AC69-62076E4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6F435-B190-4665-8555-4A69EC5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3F4BF-0AB8-430B-BA9A-B54A8172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14766-65A6-4754-8F6F-01AABBB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602351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40A24-5785-463C-9426-235E86F6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3E0B3-E017-43DC-811B-6D59794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4F8FC-BDC5-4D1C-8BED-29AA8334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139C-1937-42E3-BD89-AE99C0E1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1CB03-2139-49DE-B498-5F93AED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B23D3-D895-4F23-BAA8-4AB77B37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BFBE-AC8E-4B68-BEEC-55F24816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1D719-AC1C-4B9F-96CB-4C1483B2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3bc4eb37a49bf">
            <a:extLst>
              <a:ext uri="{96DAC541-7B7A-43D3-8B79-37D633B846F1}">
                <asvg:svgBlip xmlns:asvg="http://schemas.microsoft.com/office/drawing/2016/SVG/main" r:embed="Rea3150c8d9984f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AB2E0-6329-46E9-9577-9103BC6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9EA4A-316B-4843-9635-F0C7C57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6ED4F-B233-4702-97E5-262BAEB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12D46-E050-4F5D-9F29-26531A6A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9EC80-7AD4-4878-AAC2-D95CD8E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10CDA-612B-4015-A7FD-B5726E0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3C389-F847-44CA-82FF-269C90DA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42CE1-8809-4F09-816F-6A70181D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20072567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26DD3-5D4F-4DA4-923D-4841A5C5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699D1-B2E0-4318-BC7B-92133279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96359-FB78-40B9-8BF1-B80E719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60BC-1B4A-4492-BC32-9331021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7D7E6-223F-4884-B197-68C9F5F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1FE8-26A2-4900-895A-CDF2AC0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8E6E-8295-45F2-A611-A2BAAC5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C8FF-DA1A-404A-B809-1766EAA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C57C1-5863-4BFF-B080-2EE9DE39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6925-4600-445C-8BBC-5E8337E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C28B3-C296-4939-AE95-E73B062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5543C-4039-48FA-B384-E0C6BA28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5E510-D900-45F6-9C0C-1AA73235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28904688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2DC7F-FE22-43F5-9641-CA309E02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B3412-85D4-4458-8736-80F94D2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A36B4-109C-4DDC-BD6F-455DF83F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D668-75B0-4FDA-8B6E-409E9482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E09A3-B4BE-4964-9BB3-6BF3930F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E7E99-4D64-48DF-BD2E-18E47CB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43676-15D6-4925-9B31-3B8550C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8075B-1879-4841-86BC-AB34DDC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4D054-238D-4A7D-9367-A446B5E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C0290-ECB1-4D4D-8043-B48531C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45733-1C84-4589-BDCF-E8BFF583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11957-09BA-4A03-AD0E-96E04450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D1216-4E90-48DB-8037-114D3AB3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69898-FA89-42BA-886F-7144738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3888376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6A480-CF60-41C8-8DA3-A5C8CE7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40375-B21D-4EDA-B119-D6A9251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BBCE8-A4B3-4013-8EEA-96525C4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F57AE-725B-437C-88EF-7799F43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6A9BE-5B9B-46CB-9826-B7C1C394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F7291-9515-4355-946C-AEDBDF79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EA3A9-4AD9-4D64-9BF1-A9D84DA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3A9BD-C484-40E4-9650-EBFB100C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84372-9279-4AC8-971B-A177CC4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944B3-8051-43CA-BDE3-EBF1BBA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6E1D9-BEDA-4F88-9F8C-1F4AC73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398A3-DFAD-4465-B5BF-F5FD52E3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D2BB3-E352-47E5-953A-C95CD7B5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92B09-09F1-4882-83C1-0B184016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1BA32-DCEE-44EC-88BC-1271E0F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12300237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CEC74-9B44-44FD-B8D5-21845F8A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A1F64-1F4A-4689-814E-79DF48E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2868-E320-48F7-B8C0-B451E02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9B6B0-4CC4-4ADA-A9D0-987565EB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BABDE-4014-4C8A-A526-0527952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04E43-028F-4CB6-AE6D-1E5F0C9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39204-7413-434E-A026-11592FCA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EBEAD-CA95-4114-9D1B-1DC996D4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A4B5F-5503-4FE8-BFFA-06972A5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141EC-8538-486E-B445-4C5C30CD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02888-67A8-40C2-8F5A-23DD45C9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6BD47-5806-4621-8F7F-007F9253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F154C-68B1-4698-8B8A-ACAE420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E0F30-BF33-4DAD-B3E8-73B1709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1522730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5C31D-07A9-4F24-A1BD-AF86CCC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DB5C5-6AE1-4E73-9D2A-60055F6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4F5D2-137E-4861-BC07-2EFE065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B880D-3BF0-4D87-9386-7C2358A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3210-47BC-468A-94A1-42108C2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CA61-4EBC-4910-93D4-96DAC578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217DE-AA4D-4511-AFC1-56CED71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C1501-F31C-44D7-A2FF-6E05FA1B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8DEA7-2A41-42F4-AB99-D0FD0D1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4B2E-31D7-4772-9738-C681478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7430D-8E39-4F8C-BE10-F9E3FA7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FD0B1-0E1D-4D69-A5F3-1E3F9870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3844A-36A1-4773-8EED-841B6C5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5254D-96A7-4634-B9BB-4B1D9DC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17CC7-86FD-4884-8896-1F57492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60423455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3855A-0439-4E96-BC45-D24AEF2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DDBB8-AC4B-42C2-AAAB-3F46D3DF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3A23C-E9E3-47EC-AE35-E810CF0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51374-5264-4C0A-A971-8BC9F7F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1E9B5-1E58-420F-8CC3-90F619F3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D87FF-E66F-405B-A721-B6635AD2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C5741-C973-4331-8AA1-79C58F99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0314C-6C1C-45D4-8475-89A4FBA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B72C-79F4-41D0-B530-96A1DD4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C5E7B-4201-4C4C-BFE7-041510B2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89827-86FD-4D74-BE6C-7364B26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5FB28-6812-49C3-8317-1169FD7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37954-5C25-49B2-9D30-DFACDEA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36EA6-2850-490C-B851-C8203F4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46998631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AC9D6-16F3-47FC-B768-DEBB51F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EA1A3-799D-495E-B645-258AA4C1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A954D-CA44-4697-B1B1-244D1797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EF1BA-EFC3-41E5-B0DD-38B39649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7F2E-28E0-43FE-83E9-8875605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BE7E3-78A0-4CFA-86E7-26BFA5C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2DB3-25CA-41B5-9015-988FCCB0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2543D-FF91-4B4A-A6EF-1249F74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AC3D2-F8D9-4005-BC7F-2BE8AC5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2A4AA-0EE7-4894-B842-F16526E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55840-02BB-4045-B8B9-25F0754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828D6-E522-4542-A9D4-693CA75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C349D-7BDD-448B-AAF1-3A1D7563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74282-F7C0-4331-A5E3-5CAC860C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31747-DE0C-42A0-ABD7-D16C8ACF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ECDC8-0482-46D9-A5DC-6595D0E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F6C44-666A-4183-8351-8B6D5AD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54777773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2ED29-DFAD-45E3-A156-9E51DEAB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6FE51-77F3-4A6A-A958-8FF43D6A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EC370-A4B3-4819-92B5-CEBC77BB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B2517-41B6-4267-9226-D262DD0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0EF46-3167-4855-A5A8-F0FB387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ECEF5-8AAE-4DAE-B91D-44B0BA3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15D1F-E304-4F9F-A648-F161108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72AB6-642F-4D36-80BA-F72DC1E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62BCC-CDAF-4A3E-9A87-E64B297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7E9B5-8298-46D6-B8CD-53DF46C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7B5DB-19CF-4CE5-BC70-5145D1E2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FA337-13DA-4FCD-AE1F-AF61442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B80E-24A9-41FC-AA40-AEA6056A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C7CA3-E269-48E8-B38B-50E23A91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095B9-E97D-4574-A0CE-7A6CBDB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4041A-7D0B-4706-AB34-813EA82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0F7CA-9DA6-4E81-963E-9A9B07D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15969-8E06-4736-B2D5-E6EC68B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6F935-E167-4C5A-AE93-456C6F1D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34491-2A36-472B-B4C2-80BEF73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7C5B2-9F2B-4188-9078-1DA689B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1E53D-535B-4F54-9B59-134EDAD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207388609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CD429-2484-44D9-8967-D457D87F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31A01-FA67-4612-9068-0509DE43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0DFCF-DD41-4217-AD4F-6E1BED8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B4FA0-72AC-4EE3-A444-338975D6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8350E-B82D-4264-91F1-CA1AD3F9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D6125-0BEE-4E7D-B0C0-6C83652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3A967-2D6C-4ED6-9D09-8182DE73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43FEB-CA16-4C7A-9089-4FCC6BF0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D2D40-AD4A-48C9-84BA-71C34D05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06033-19B2-4094-A450-B438A9B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27862-5928-4B99-93C5-CE6414B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4C5CE-EF38-4711-B911-F155C48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A87ED-827D-4014-A6D6-B738470B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20894-A255-4D30-8B2B-0F8DFF29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89FA7-BDF0-493B-B0CF-41EFB9E5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30AEA-A053-417B-8295-98EC414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2B803-FA8C-42FC-8D65-F01697E3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405EE-9EB9-4652-9B02-5005791D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3E48E-9839-4F0E-8EF1-24109434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F1428-F028-4B5F-995B-DD8F302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FB2D7-D190-4671-9AE2-01987E4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CD2B9-A954-408E-854B-12A1572B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5486148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F51BE-E746-4F25-89C4-74C7596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60F8C-C773-4F0A-B55A-3A284715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3ABD3-0B6A-4ED6-97D0-5376C9B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842FF-4000-43C9-86ED-6BADE8A0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A43C5-CF93-41E8-9C93-F211BDB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644BD-AAAE-4663-A14D-A6F3A639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E555B-95CA-427A-B428-AEE6EF3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1213A-C0DF-4C6F-BE7E-D400C7A5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817EA-FFCF-441E-8440-23D5A10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ACC06-E9DC-49B4-8AB6-CEB06E1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6AA88-7ED3-485F-9F4E-6588BD2A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C92FE-8ADA-44E0-80F1-166DFB7B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008D7-1760-4223-A15B-AB0C0744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D51A7-C417-4768-B9BA-8B4C95E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1F96D-176F-4CDD-90F4-D213DDC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69698-9162-424C-90ED-D42E111F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EB3F8-7335-4E46-89F7-3500728D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9845C-CB52-47E3-9DEF-BB51141D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E93EF-5217-459C-9757-B5571E8E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35891-7B0E-4B6F-B2E6-6EA95620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AF7CB-190A-4A90-A2F6-2155ED5D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3752E-8577-4FA1-8E58-30943C25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59392801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EA9FB-8C60-43AA-81EE-3FC4BB1F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EB3C5-EA5C-4780-B923-1DD89199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9F7F7-5172-44AB-9620-F6B9065E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874B5-6C10-4EFB-96A8-1B651C0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F6BB-657F-421C-A74A-F09E893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819A0-9CA0-4ADC-A382-FD20BAD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0CFC2-C1AD-45BE-8717-99B000F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4FB9-0267-44B1-8139-62AA14E8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F9B53-5A2E-484E-BC3F-C071EC58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29F06-62C1-48D5-B4BC-406A3C7F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927D3-56D4-41F2-817B-88D2F71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6DA6A-2767-4526-A9A1-943ECBC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04EA8-B8C5-4CCC-BF14-DCCC791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49072-26D8-486D-B1B0-BE7A601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5AD76-C6E4-4931-9DE0-9B6417E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03645-6EA0-4BBE-9F86-855A00A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1E06B-F69F-4ADB-95E7-7874095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724A4-FA99-4300-929A-E2B96A2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C2616-3118-498E-929F-4E944569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88969-162B-4707-8C79-5ACBCF05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30814-22C8-48BC-A1C9-00560CD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B454A-91E0-4F43-B699-3B61BF8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25174225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F4268-3ED0-4E2B-AB41-B16ADE31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44414-91D6-4084-9C3B-C3CC41EA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976F6-BA6D-4F4D-92FA-7209A3B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09CE6-7945-4EB8-BF6B-147C8C3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DED7F-1F00-45EB-8897-846F73F3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AED49-42F6-4CE0-ABC1-30DB709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D93DF-498A-41D0-9ACF-570446CE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D3F47-C339-417D-909A-754DD865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D7FEB-A46C-49BB-83A0-FD99C42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6377E-634D-47F7-AF8F-238C776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DCEAB-548B-4BA7-86FD-7EBB588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B7B8B-733C-448F-8BCB-81CF18E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C7E88-134A-4AC1-A303-53C571E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01FE1-A095-49CA-A85C-BDDF479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DC862-DA61-4C87-B267-5D2FE506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17954-169B-4D74-B584-12BA3C3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ABA20-9B30-447E-BE3B-FD55DED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EA15D-59B1-42F8-969A-1055B73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EC375-0F0A-494E-83A5-EEF2F73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DC8B3-1BC9-40ED-BA95-0DF9C23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DFDCA-C10E-4B80-B64F-5B1618E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F6B27-1062-446E-A6B6-BEAE534F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45161459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A4E25-66B6-4D19-8319-F965D789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DEB8F-2443-4AD3-9063-1DEDE71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CAB4-30D5-4663-BBCB-CDE4E84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CA7BE-5488-4832-85E5-9E2EC2E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DBF70-90B2-4CE3-8856-25040C68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5D4D7-8711-4A3D-BAD1-EF686244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FFD5F-58D6-4F1C-9B53-4CE2912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BC9E0-0D66-463C-ADB2-ACAFF32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53E5C-2454-4C11-84B0-E12B044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0692C-9E2D-4401-B748-0F2C758B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58750-ACCF-4C13-989B-D5E9DE63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2968D-142A-42BE-9D23-9142CBC5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CA29F-D64B-45C4-B3F8-5C519ED6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C74F5-1D63-4840-96CC-A000B822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B4FC8-327B-40DD-A137-32C3C6C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C6B48-B11B-4051-9849-8F09D4B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4D699-7C89-412E-BD6D-5845F9B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F1217-04CB-465F-8279-E97013F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CC3D3-3E52-40FA-A3EF-377B612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30274-5AF8-4FF0-8CCB-41788B0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9EDB5-201B-4802-82D6-6AEF728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0D7B5-7D32-4CED-B7E2-A4EB964B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2A0EA-0F84-490C-A3B6-952DCF1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08D92-C171-4D1B-84D7-847B324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85695-1944-4EFF-81F9-22EC973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A2E27-4D74-4E26-A971-0AC8691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04F89-887D-45A2-A253-67C42B0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643863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5EB2E-1E0C-4A20-9C29-ACF5317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B4C5-6BE8-461E-9990-07415C7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90292-762B-4399-9E2F-0814840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61BC0-9E98-4ADD-B274-C26DE32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0431-5AD6-40FF-9B6B-9EE505E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C5D96-DE0B-42F1-B7D1-C73F6CF2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DC320-5FE1-4FC7-ABF0-065208D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F117-B18D-4743-AB85-AF0A8F1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9F80D-B89E-4E6E-8417-62368DB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8F3EF-CA2C-4FB4-B27B-F1B90F7D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9A285-14CE-483E-95BA-44462744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E6F5C-AFE1-42D2-8FB5-4977EF2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9FD9E-D6B4-4CFF-9144-391DFA77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28F5A-EE93-4091-A611-2AC98E5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091CD-D9EE-45BE-88D1-94343D8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63BA2-5FA7-4948-9136-01C0BED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d58bd583d420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A2BE5-E445-4F62-B50D-7A7948C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0276686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4ED5C-561D-4AC2-9841-4DB8B476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15754-3D2D-4265-A0DB-FEC0ED7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D3AB4-E448-4FA7-9C35-D084BCA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1024B-FB7B-4DBC-8BAB-D53EE12F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2BCC3-F5D3-46D6-B6E9-56A30BF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E7F78-4538-4013-9FFA-B9FE7A7A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1B40C-C909-4D4A-A0EE-3341CA04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E9CDB-C6B3-4FDA-B456-09BA8070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3F1D4-9D03-4CA4-9143-B5EC9FC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F17F-95C5-47BD-987D-38D60DB2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1DC0C-EBD5-46A7-A9A4-68CE49EE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EC5B9-6554-48EB-B765-562E3A5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7D281-69B9-4AF9-B34C-497832FA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9F83F-DB20-4906-9BF8-A779C635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12C37-F8A8-44D0-9A32-428B577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D3A25-0267-4F61-9340-E5B2DB3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2380c5b104a2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D362E-3AFC-4F3F-8239-ABB30E7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9353687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510B2-4B5F-414C-8F62-523D4DC7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7B5-D531-450A-B75C-1527C89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6CB00-0F7E-4D83-8A17-3FA20952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D4F8A-07B2-48FE-B575-6DE2742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C68FE-417F-4275-8862-ACE8DE4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9A615-6689-435E-B8D7-74D65478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0D907-AB3A-4A5D-9F89-5FB4F15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C5685-0D96-4C67-B905-35DD0E81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DC44-B9C5-4B07-AA7C-DF1B574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F961C-003E-4BC0-B0C1-98511A6A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518C-5EC5-447A-A806-E309035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4FE69-568C-4E92-8AAA-04DA257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49A3D-0ACA-49E0-AEF7-7834D0BA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A5C12-9E14-4BB7-AF8A-23223AD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47CBC-611B-4F4A-912B-8C33C1DD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F80DB-A909-4FE5-A5BD-F3E6C35A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614017bb949f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998D0-3012-4A15-9435-9889E61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2720213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FE8BB-511F-400A-9E60-CCF91BC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27673-78D8-4544-A811-D203006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74D58-EC97-413F-AB77-AF98301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C6D04-8011-4606-8C12-2D610AC3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ACA77-E6E0-4A56-9D66-E059241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5FBD9-124E-4644-920D-0508EE4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644FF-4DB0-4061-B0F0-FF16F21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7032E-F6FE-40DF-BD89-055AB7F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07990-E405-45B0-93F0-739B7A3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638A7-9197-488B-8063-EA5816F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4F7DB-39D0-4E8D-A4ED-AEE73BA0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FE4ED-C94C-45FE-A586-2C17C758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19E20-8FE8-485D-8564-6291CCB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0ACAD-7816-4EE2-BFBA-B60BFD2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23CDD-2C91-412F-A723-9160A7A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D58AB-12FE-4C9D-8453-4934FFB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386c27c534c0e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2BE31-18D3-4B52-97DF-F42E800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3974686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B8B39-9A94-4D78-87E9-0F8F645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EC706-451C-4966-BF7F-4C5CC81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E3602-D227-4377-A580-C894784A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02EFC-3196-4F32-A92C-C5F2794E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80C84-3730-4297-88E2-8DBFDB33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C1EDC-ECA0-4C5D-9DC5-C2C5ADE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242E7-935A-48A9-8EF7-50F54A1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F564E-4568-4D86-BF47-4D8412A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E7CBE-65AA-450C-9A2F-B14BD2C8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79C73-0AF0-4DAF-8D34-FC082994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91D88-D616-4F47-B58E-A6282017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C8B3A-96A7-43C1-B52D-D4577B27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5BC4-9E45-484B-8862-A1F2E72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5C981-A59E-4111-B31B-8D54BF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077F-E032-4472-9D5B-50A49A31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A9E6A-266F-474F-A94F-D3934D7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E9F2D-E8C3-492F-8CDA-C59E86D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56F8A-9D84-4F47-AD57-B2FE99BD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559036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045E4-820E-4E82-80AA-33930BD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F48BB-73B4-4007-8F81-9E0E501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9ACF5-D3CF-49D4-8159-23509B2E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D34BF-ABDC-4E3F-B4E8-C1849EB4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CDEC-C77F-4C4E-A38A-E44B974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3E648-E3BD-4823-8882-E764DEF7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BF6C9-906B-40CE-AEF9-57063D5D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DADE0-4554-4BB3-A6FB-3177D9C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C2949-D913-4AA4-AA57-F094B8F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890D5-EC7D-4092-A114-AF2CEC44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CA77D-5469-48EB-A478-33814530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7B6E-6F60-45BB-9A44-E13E2FC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5658A-7E6B-475E-9F8C-B30B889E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50364-55B6-4C7F-A5AB-E1914A8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C42E3-0041-4FCA-8EDC-8A794C77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F861C-DDE6-493E-A8F5-558D75C4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2A322-95A3-44F7-AEF8-62270BC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C0446-901A-41AD-AB0E-6B83276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68901028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C4699-EE6C-4E6C-A9EA-97DB558E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A9BE5-3F99-44A4-A45A-53910B7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B6BB0-D7D3-465C-BA93-66C7537D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26F2B-7031-47B5-9DE6-389072F4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1C3F8-4654-4D39-BACE-372B709C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4FA90-32D2-4DC1-9970-9F71FC8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6FCE0-C6EB-40C7-BAAC-361D61C7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2692C-EEE8-4C89-9038-26ABEC7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D4EE9-98B5-4996-9483-D33A89C4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F88DA-F2EC-4C43-B0A1-D8C81E7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21C38-87F3-4D09-B5C0-C753C4F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5136E-B3D1-4D0A-8413-9F410FA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C4CD5-6B55-4C90-80BE-27BAB35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3B58F-1609-4AE7-B79D-7093F00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4F3CD-DB7D-42DF-8601-1EAC724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D2AC-8763-4C4E-A91F-01F1144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5CA79-D119-425E-B610-225C06F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71F0C-C617-4DE3-860F-B0FA3ECF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80493561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A5A96-B2D2-496C-A87A-B730B2E6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8F068-6BF8-400B-BD3F-D9B4510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1497E-AF5B-4EAE-89FF-9C5E08E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85C4-5F13-44E9-9E4E-B51DE9B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A761-4584-4C0B-AB13-659C495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035A-F4E4-4F8B-95EF-4D49F8B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27934-C343-49E7-B425-A69DF73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C8B61-8F8F-433B-8491-87A2B092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E939E-D0AA-4E01-BAA4-170D9A2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8B8A0-3D96-4428-A6C0-688935E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3EAC5-0A43-4ED5-BFCB-890AAA8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BB499-C201-428D-9221-4DE2F3C2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F36C5-EBC9-4D36-B978-791E73A2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9D0FA-9A36-47CE-BF8E-B9A541E5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722B7-2A20-4003-87F7-172EF0B6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8E9CD-5137-4876-97B3-2B8B87C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2A9B6-EC78-4D95-A896-5E131B8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3231B-189C-4CBC-927B-D2C0EC0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016839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7A7E3-A211-491A-8B66-532105E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3B367-6E81-46A0-8FDF-8F0BCC53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5F54F-8BF8-4122-AEDA-E91B9FC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A0778-792C-400C-BD2A-DAA06F9D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6AA40-8A27-48DA-A5EC-BA933EC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C63D-C274-4260-A1C4-7CCF49FC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A4B04-555D-47E6-B324-4BF6278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8FAA6-3A7C-453E-8DD2-265F4E8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48F20-F7B9-400E-9A6B-85F7B6A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3E5D3-E086-427B-AE00-8CA0435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0142A-281E-46AC-ADC9-22C214B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94254-5F11-4596-AF63-158288DD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25014-5A7C-448D-A2AB-B6CF9E7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CBF37-7388-4EB5-A646-B5F65CB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E9A3A-7222-4FF1-A6D7-E4E6DB0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9D434-61C7-4186-A523-95451BA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ADFF4-EAC6-4AD2-B448-EE63F58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5D956-D5B4-41A3-8087-E199A63B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55330006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135F2-5502-4F97-8769-EF6AB3D5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BC72-3F28-4002-8297-2049FFE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7EA04-81EF-45A8-BCAA-368B2EC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46967-95A4-4DEC-BDE1-01694FF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3F6B8-CB42-4DF1-B73A-A05A5B1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F7CC8-F694-4947-B804-6F0AE28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80D44-2438-42B5-AF28-3315C06A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3DC8A-1A5D-4210-8186-534A1B6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D2910-0789-430C-B1AD-C9B8E95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C5057-2437-4EAD-AF22-F40DFADF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A7CBE-2119-4CAE-A1EA-C479C10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42729-887B-431B-969D-BE70952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9396C-917C-4A2F-9A51-C60AE98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C95F7-A613-40B2-9EBB-795E32D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19ED3-AD7C-4F68-B331-B31D6FF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849C3-07B4-48F0-AA5A-FC2E4A44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8F7F2-7EB4-473E-A669-FF046B4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F56EC-A573-489C-AFEE-AA37F5F6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54B13-6394-4C6D-A5EB-7CB3E67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94280-1BD9-4015-8673-10DE342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2C5D8-FE58-410C-83ED-917BE990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16973-84E3-4A13-98E4-1B6F0E3B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0F28-D25C-4934-90D5-F993E73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F1DCF-5865-48B1-97B7-CB0B185D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9921961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CB520-CC2D-4D8D-9FFF-6CB20D63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3FA5C-2B85-43F4-A19A-185E87DD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F0F4B-58AF-4ED8-9F37-456E590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AD40F-FC45-4FBF-B5DC-B5E3A38B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A62EB-EF66-4531-9D6B-F23671A8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75B5A-AA49-494B-927F-473973AA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44A38-04C8-4944-ADF1-67A1F52F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58C64-55DA-4B17-B97E-C972520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1ECC9-489D-4B97-BF20-AB23F974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1A6BD-617B-4E4D-8269-AE7FAD8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0100E-A6E5-4E60-BA82-2BF6C7E1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D042B-588A-4A95-9ACB-8F86042E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D16EF-F9B7-48FA-8BEF-AB3D92D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E7BDE-9B1D-4D55-8643-35D4CE9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0CF76-9874-4D42-8C74-A3BA3880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6090E-1748-4188-9D75-EDE951E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3880F-4C67-4F56-9469-AD35CA76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ADBF0-AFCD-440A-8580-CD3E8A2C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773EA-3FC4-42CC-98A6-061E4D6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91007-98F0-4F32-B62A-5065771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7C24E-C69F-447F-A700-29D6D1F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5D045-D007-4EF2-949F-029F429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3C9A4-0E10-4363-914D-DC656A1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2C0B0-B3AB-45B1-8C19-42912A9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13384212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3468E-7DE8-4596-9D6E-FB026710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CBBA8-AEC4-474A-8D6A-0CB2031E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8CD45-0DE4-4D79-933B-C9EEF2F8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D7F58-3D59-4220-B00D-6D95E83F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1DBFA-D132-460F-8207-C31A3670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5B2CF-FCDC-49CB-99B0-AC3AF56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9D0C5-7825-4F8E-BE07-88E451D4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A3016-C498-46F8-A86A-25CBE72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248DF-7F27-4656-86D3-AF07144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EAC2B-B28E-401D-ACD4-EC60D2CF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D6FBD-CD0F-4625-8EFF-C0DA05BE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BF2F5-F99D-40CE-94FC-CFF3A0F0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48F9B-5D6B-46AA-8346-C19E3301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043CC-B0B8-463E-B03B-DAE12D7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98959-5DA2-4AE4-B570-B2140B91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CD8BD-8CE3-4E7B-AC7D-757E20B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7E6BF-2896-418F-81FB-D610F83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C44AD-CFEA-456E-9797-C68E254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B7F38-8A8C-4458-AEAB-D2095CED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36001-F89F-460C-9E55-54706D2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5AE94-FAED-456F-B783-B9E4D909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73225-6BA5-4695-B264-FEB6135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29516-2FA9-40B4-AD14-17DE016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0BED8-39A9-411C-BB86-A4DE154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92080600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6C70A-2F62-483C-873B-1683D05B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71FD2-14EF-427B-9182-CEBAA94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CE0D0-CE74-4229-BEE4-CE411C08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86071-8C3A-4B40-879A-B2470A97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A0510-1081-457A-8B58-3BB5A7C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8BAE3-BDDF-4233-B55F-5A7CF8C6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0BA1-061C-4159-B529-E3E1625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B4362-49DF-48ED-83D5-C46940B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E45CB-E533-458E-AFCC-BC23F004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0CC7A-DB3A-408C-A3B8-6923BC5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EF66A-8C2A-4B61-8665-549835B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7250E-8475-4D2E-B54A-656B90D9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8E98E-CFCD-4024-BCC6-5D09C69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83754-50CD-4ACD-B364-7E8C816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4B3D8-4224-4583-8537-FEE15E08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EC639-6C1A-4ABA-88CA-EC0B825E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80510-F1C1-4362-A39C-2EAA315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CA32B-4710-449D-88F8-EE077B2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E7FBD-6643-43C2-B336-42BAD4B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68486-0AB7-4BE7-8368-70930F56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14755-5EF6-4181-A24E-94274836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ED025-BC35-4F7B-99B0-EA2B6AA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1025D-1990-4A8A-B411-B1BFD69D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BCA5E-F6A8-4C6E-8105-D6BA22D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66396190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4826A-05D7-459D-A644-38A7265B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D090F-0273-4C5F-946D-14CDF2CB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55EDD-B340-40D5-BC0A-1AEDF08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DED87-5FCA-41CC-9B28-EB868DF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5D74D-7125-483B-AFE5-742FBE66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E8360-EDFD-4A12-8297-CB3B204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35CD8-2D07-4FBE-9345-4291598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86D04-B942-48F1-BA40-789FF7FF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8AAA9-2D87-41BC-AC62-5036EBB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E2E5E-9D42-4A36-8916-7F0F1926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09FB0-0073-4CAF-81D3-0C5F3A9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23C92-F0AD-49D5-8AF8-790713CF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C7229-3D72-46F0-9D4E-917F04CF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668A0-9C75-4FD4-9DC2-BB883E4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F9EA9-731B-42EE-8F5F-AC9179A6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90993-7722-4043-9D16-BC6033AF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27DA1-334B-4596-949B-C1AC5D2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0383F-3978-4F2F-9BD5-2A2536E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E66D2-1637-4411-9D48-EFE362BC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8786-F7A6-4E42-AA6F-32E2AD53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BDA84-8B6F-44FA-98E0-E3759B1D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B3F3B-C2C1-474F-8163-33CFF01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8CB44-EB94-43F1-8FC5-ACAE3D0C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2A1C2-ADE4-4464-8C37-64C0C515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E04D6-2FFA-4AD5-A4EE-236D74C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77792677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BCE8A-174C-40FF-9107-5BA257C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C437-BF95-4597-ACFA-186467B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67198-E48F-4666-B75A-5F61774F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3E7A-F21B-4268-BA18-8E50CF2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67CAA-267A-4D43-8981-E46A2F2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D81DE-81F7-479E-8487-7096B8C2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97981-6144-4C3F-9AF0-5515966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D66F2-A0E9-4BB8-BDA1-3CD5BAC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890A5-4C78-4AAC-A155-6E739F9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9B41D-0AE5-45BF-AA4B-AF444A64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D5BE8-1DA4-4603-8175-3CBAF43E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E3205-0D88-463D-B38C-01786E4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06B54-07F4-42BF-8292-FE8EB21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F5708-D530-4F1D-9985-6B39347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438CA-A91B-462A-ABE9-3A32817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194E8-C55F-4C40-93F1-1D80537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75EEC-0BA8-421F-9651-65C8EDCD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90EA0-79E0-4686-A215-597D9C6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0E2A7-5AF3-4227-BF4B-F1FE61E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C07F4-C93A-43CD-8465-434CC5D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97D29-5134-47CE-8D80-E205D83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672B6-C63D-4374-85CF-D31E146C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69DB9-6245-4C22-A2DD-5BD66D65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63AAD-521B-49A6-84CD-0072B18D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50964-BAFB-41A5-8F85-EB1BD06E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203260017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39B42-A924-45B9-AD28-3DE096FD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98C2D-26BB-4DBD-8F86-C6B5F9C4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8F75-6D07-462D-87F6-42BC69B3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9CE2C-490C-436F-9345-0758692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1AA08-C2A7-4129-BBDB-35E8583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86A7-8CB9-4671-9941-8901068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2C444-2DCC-495A-85FA-C78B8025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1466F-492D-4629-B79B-C6857414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AFE34-CCE4-4A64-933B-1B961B7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FF0EC-FB18-4E78-8618-2DCD2E5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4E4F6-ABDE-4229-9EA6-975B74E0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DD19-D33A-4B41-B117-BC2525B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F652F-2D2B-471F-9F6D-B589B3A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64D2A-FCDE-434B-9400-1855DB0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4953C-F202-4D68-8D99-D31BDC6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5F3FE-9FE6-43E1-B441-F906B770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862A2-5B81-4A1B-8DDC-777515A9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25D2D-E6CE-41EE-85CE-BBD51B8A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26C8B-DF5D-4046-ABB6-C142C28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45003-224C-4AA6-B6B7-D3239D73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71B6D-B3CB-4CB2-ABA5-21D58DF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9E47F-7FC0-4F22-9A54-621D82F1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16636-88DC-4374-9264-19F87F3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7847C-B540-461D-88C5-7417614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F7A20-2CED-47F9-B733-BAE1D27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21329886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19490-6CB6-42A4-A175-FC61051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460E-5808-49DB-95B4-DB9D00CF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40AE3-47B3-4DB0-B334-6875C79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F0395-A790-4628-B580-C8E168F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E93AC-C954-4ECA-AE41-20D519BB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242EA-45C8-46EE-931B-3AE689B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1C81A-9E0D-4F65-BEF7-67A3F6F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D15B4-AEA4-4DF6-9D5D-E6D2187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6A2D8-7230-4053-AF1C-5455B81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473AF-AFAD-4315-A98D-6801925B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09573-152C-4CDF-83C8-BE467FA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33DCC-B04B-4194-95B4-DEB4E9E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D0A9D-486B-43D0-9CC6-98244AF9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4FC23-5FCC-4660-B595-5094723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0C4C1-D1EB-4B98-9365-853E480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077DB-F4ED-47E7-8C05-852D061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01AD2-F1C8-44F4-8963-48FBD82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A9C4A-EBC7-4B7C-A089-9405A80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5B555-EA90-40DD-B033-E5DFB95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5F91D-38C0-4636-882B-7F5EA70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A3E92-CFE7-45AB-B01D-72E37AC3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B5706-F2B4-4928-8CDF-FE6C32C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36452-048D-4331-A3F9-0E88627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3412B-4789-48CA-A122-6798F7D6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AE96F-25C9-41E0-A40D-57847AF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59554823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B0C70-3A31-461A-8499-3E124AB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59C92-39A1-4200-96AE-9F6A1DB5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0BB7F-C125-4337-86CF-B5E3D246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DAEA0-68CE-4730-A3C4-0566ECF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3C35-5596-451D-A2F2-86DBE3BA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68EC1-FF6A-4B36-BC9F-EAEC74A3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7B1B-A63B-44A6-8F16-7973586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1C5FE-B8EE-437C-BD82-8F4D33D1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66197-6B7D-4166-819F-764F46C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BB94-132E-47C6-AF47-32321720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49ED1-73FC-4743-970A-3035EE9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EA7E8-6A34-4109-8689-3FEF248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72E46-6374-46B4-8CCF-474C661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DB6CC-93C8-47B8-AB21-2209EBDE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06F41-4E72-4AEB-A8D8-E309A773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50226-616E-4358-8754-3E95766A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130943030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00022-6CF6-4433-A64D-FB3C7A0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4AFFE-F430-4A44-8441-190ACAD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C885-AF5F-41CD-B0C6-C3394DC2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FBF6-B081-4790-AE2A-9C519F16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49B55-4C94-4350-91BA-AA20E47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6B49C-C64D-496E-8373-35A5A9F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6C053-3C65-44AE-BE6A-9667D1FF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3E7C6-B306-41A1-A12D-309D6C7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48494921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D4B27-C703-4DDB-82F5-D9FDC92F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32775-45CD-4CDC-926A-679032B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65FD-31AC-42A9-972E-6C76066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93DE2-9ABD-40A2-A24F-48E7ACA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7DD5F-5C23-4D6F-A1F0-A8C3AE0F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9E563-AAA4-4151-A97A-C96954FF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E04C7-0963-436F-9B48-0AC95269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09A85-2D09-4E87-A279-6EC0431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1DF6-1037-453B-9336-A7FCCD18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D17BC-62FE-4DA0-83A5-B1399CE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31645-EBCB-4F06-9C63-D80AB8FE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6606B-0792-45D9-B79A-5D99DC9C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AD518-EE0A-4132-B104-9E08252E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055EA-3CE2-4220-9205-67DAF96C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7607-E9EA-4B1F-8377-A2A59E8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BC9F2-C7F1-4BD5-A79C-E1E25D22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0A8C4-6B0E-4F4E-831B-066169D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0A92D-5610-44C8-9BF4-A39C8BE2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B20AC-8FD7-4D97-A733-9B5F255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C3B20-DCA9-4FB5-8281-C1DA88D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02A8A-E7E9-403F-9C1F-091A6FA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F5538-E0B3-461B-BD6E-B15E91E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87307361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5DD59-E495-44F2-A71A-822DC9EC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as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D2B0C-6C99-482B-9E48-286680C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92E54-C2C4-4848-BBAA-DAB01B3B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77C43-1828-4B34-A33A-621456C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95A1D-1AC1-4BFD-93AA-139A74E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BDF18-27E6-4B2C-8468-8A705EF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DB58-D519-4F08-86C9-FEE36A4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76941-09B3-4856-8AA1-0F20E94C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1CBEE-7D91-4B1B-833F-BCA19F24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50CD5-8246-41EF-9049-28A4BF33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59CC-CF62-4667-BD77-515EC522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EB8B2-5635-4009-9199-7614787F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8C904-719F-4FAE-8C62-9064BA1F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요약보다 먼저 원문 근거를 보존해야 잘못된 결정을 추적할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BD836-26F7-48FD-97C2-88F94A0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0748A-3BBC-43DE-B6E4-8E199F10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9DA69-329B-4BE0-9FE8-FBA2A7F3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365C7-061F-4D1D-A716-5E56614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DA7B3-EDB8-4DCD-9167-37D61C65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250566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AFC51-0BAA-43AC-B13C-E10E13E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Timed Utterance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FE453-C057-410D-AE8A-2FEF73F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6C5E4-F133-4DCA-BF10-E6E2170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25BCD-B4B3-4E01-8EE5-D71FC41B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C796A-DBF6-4FAF-8C74-29AA36D3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C863F-42BD-46D5-9E95-84C3ECE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0FC76-2582-49BA-88A8-1FB9D0B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147BB-E65F-4F8A-BDDF-095842A6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3C83D-7CC2-4D25-AC6A-DB95286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20159-6AA9-41C2-B058-603235F9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EB0E7-9DEC-44D2-AB01-9B0D677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0FF68-A447-4678-A3C8-51BAADF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E2E81-5BAD-45F6-9EAB-BF6EA11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회의를 자르고 특정 주장에 근거 시각을 연결할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7D653-6B11-4A8C-93DB-84E61357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EC524-0C2B-4F01-8AF4-A298FC9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DEF9D-F167-4A4C-B0F2-4C6E496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38055-F7FB-4AC4-8A6D-73388A6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86BC5-9678-450B-A8C8-F98FC49E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799557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A31CD-EBB3-4086-965F-9FCE8A4E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Reference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9F665-F7F5-4B89-B1FC-C47E8EC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82F42-1D0F-4B98-ADC7-4A802F9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A4505-F9EB-4872-9EBB-87D6CB0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D8E0-31B7-4FB8-9F58-29FF459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F9AAB-F3AC-4ECB-8D14-9ACAD6E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B91CE-49BE-456A-B1E1-84FA068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5A104-FDAE-46FE-B3D6-DDF80144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ED38-6E41-45A1-A310-F68D7E02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34A1B-9F2A-469B-93B7-ED48D4D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C1CF8-145E-4CD1-A81F-ECC1B2B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D1827-D6FB-43ED-8A4B-96F840A1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0442E-1627-47F5-AB0C-557CC62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프롬프트·모델을 바꿀 때 좋아졌는지 같은 입력으로 비교할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0F746-5945-478E-A905-A64B48B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9DF88-A583-4D5F-BFB5-3AC32753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572A-520E-49A2-8EF6-C96D74B5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AF613-92C8-4C32-9B15-13ECD51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583A3-1D1F-4504-93C3-DF08D7D1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262440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3E7D1-FCB4-4B60-99D4-B860791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Source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9D4BA-C731-4BE1-9AF4-EFF4205F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4571C-88E2-4628-A31C-410DCBD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4E2CF-8A91-4E89-A94E-07196967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B416B-CA2F-49A5-8F30-C30DA295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EF2F5-F335-4160-9103-ED39066B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4D71D-35DB-4D51-B41F-50F42F5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ED849-E8FD-4F9A-8307-446FD8C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FCEAA-DDC3-4FA6-B8AC-A77255B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57F18-A090-4D48-B4A0-4C92804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E1BED-E95C-4F01-9260-14998134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0F262-0179-44F4-807B-954E6A3B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DBA35-2CE3-4426-AB92-505D8182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자연스러워도 원문과 다르면 업무 사고로 이어질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2D8F3-A507-4F9C-AB53-B0733570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7C696-5983-4FBB-AA7A-83FCB46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B702C-3AA3-429C-900A-083D76A8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27B8B-B3D2-4EFE-B975-B388ED3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952F7-113A-49A6-946E-6A25C05C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229560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E62B3-6AEC-42C4-AC2F-5DAFDA6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5DF9-48A8-4DC9-A70C-425C4E7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86A20-FF87-429B-8005-E8261E1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B4D2B-F526-44B9-B83C-883107E0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80E15-3DA1-4891-B3E4-443DC54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58374-6FB1-490B-8C94-77926E9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7B960-EBA7-4333-BC9D-F3A904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D35FC-C945-40FD-9C9D-B2B463E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37fb624d74365">
            <a:extLst>
              <a:ext uri="{96DAC541-7B7A-43D3-8B79-37D633B846F1}">
                <asvg:svgBlip xmlns:asvg="http://schemas.microsoft.com/office/drawing/2016/SVG/main" r:embed="R6a062f7cf8fa43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39F90-769A-4603-9EC1-5FFEC68C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72A71-0DFD-460A-9D1D-540AB96A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A5BAB-A032-4ADD-9977-A1F6BEB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EF4D5-4EF9-4659-AC2C-4328FF38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6F944-ABDF-4CE8-BE60-5FA09F2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6CDF7-6481-4E94-AF16-F84E7D1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B7133-03BE-4945-A3E0-81B47F1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668F9-2FEB-4895-B9D4-539844C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139146298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751FA-0395-4391-B7AC-DFBA36B7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22208-AC73-46E2-BF8A-DC9C53E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CA4CE-B23A-4E21-9A4C-0355C1E9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4D343-0289-4524-9502-D285076D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80873-4313-488D-8586-9705185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1DC33-339A-4FCD-B7E5-32E0E945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D1CE4-5330-4553-88D2-320EEFD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420A3-9381-44F1-9B09-24720CF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37450-4E1F-4314-8267-881A641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BD2AA-5EFF-4293-AA9F-9A5DA77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51E45-DFC5-4B96-9581-1D92C84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94C61-1937-4CE5-8C96-02BC7316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3AF8D-ACCD-4FA6-BC09-82B437F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38363679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68332-4D90-4EB7-A706-3AB2EFA0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8D2A5-C28E-4F92-8348-02976ED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B7514-BE3E-4C7A-B489-C562179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82511-0544-4DC0-ABEF-6CDF13B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2DBD0-A554-4958-BF7D-B4BE489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45DB-4EDA-4F80-89CA-9837D6C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D057A-FC9A-49E1-AAE8-8748BB8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BEF12-108B-4A72-8D59-6B9788FA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B72B8-27D8-466D-ADC5-CB8AB738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E602B-3663-4A79-8EBC-36DEF16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657B3-4F70-42EC-9481-306FED9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1FCC5-9594-4AA4-9634-271ABEA1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BC8F-4AFD-4D26-AF5F-8233967E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5E061-69B6-4079-91C6-06EEB912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1D301-7397-4BB5-8841-ECB34BD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E3BB5-CAAC-4820-B7DE-652DE7A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28260573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7028B-BB89-44D8-A20C-D2605D6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AA05B-35D7-4913-B9F4-81F15F8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E6718-3B8B-4032-B8F8-821A9041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A7595-F9C8-4731-998B-BB89DE23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5F0EF-00AA-42D3-93CA-96DDEEE6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88A06-E761-4952-8D4E-DCDD91D2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E5431-744A-4B06-8AC7-0EF4EF63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6894C-B67C-4876-ACB9-214E912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DFD65-9281-41BD-A3E1-26B672A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4DA20-A387-4EDC-90D4-E31FD57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144B3-1587-4E31-ACC6-CE7AAF0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C2A2B-0723-4376-A39F-6E77B3C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7F9C0-3CFB-4702-B080-9A11DF8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0C65D-F9AD-424F-A518-E949894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02DB9-ABC9-4932-B1B7-1F6DEC3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5E2AF-6401-4050-9DCE-CDB808AD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79AA7-6055-4F12-BA46-6BE96D9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46172882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C4F04-F19B-4CFA-AEFE-5C099EA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5EAF3-6C9B-4CEC-8973-A5562F8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F489C-0EFC-4931-B952-7C544331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C975E-09E6-4C98-A19D-406A7A95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7027C-BB72-4FFE-A17E-26F5939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32797-0BDE-49DE-B4BE-103D9167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CDC7A-0CBE-4808-981D-C28857F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EF3DF-91E0-40B7-9FFE-D759AF82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34965-275F-4D75-8D2A-964F819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BB92D-EC31-41CE-97D4-46C4E46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FDD1D-AF9B-4583-9B32-1664C6D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8AAAE-B313-46E3-A8FE-8C18E28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3B7FD-95E9-4603-8B07-FA57728C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8B449-0DE7-44F8-9D78-42AB31FE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1CCC9-7C54-4793-8029-AEC39AE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BF5D0-6F04-4E43-A9AD-C7748C56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81894335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CF70E-B590-4BF1-BD7F-6F8D7F6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60C4C-BCBF-4116-9AE7-6D72BAD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C8DF6-645F-404E-BBAC-14DB720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D47A-EF83-4276-880F-3E1F496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0A77B-A1B9-4933-A4E9-FA295668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E3A6-18C5-40BD-9F8D-8A65490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B3F89-DFF9-4FCF-96CC-408324E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FEC1D-1D27-4375-A565-F6FA612B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BA636-12D8-4CC4-BB83-1670B3C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4C65D-57FD-4AA3-A006-45E45E6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82EF8-9C08-4952-B5D4-97056787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92EBA-E01D-428C-8EEE-3EB1CAC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6AD3A-F799-48AD-B2D9-94FD7046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CA710-06BE-454D-823E-47285FD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AD5C2-1E75-4B25-BEFA-4BE620B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70895667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6E1A6-0FE6-4445-A5F3-DC76F0D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95C1-1479-4C88-BD87-E37C533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9D983-3DEB-44EF-B713-7692830A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D9A2-3E56-48C2-9E42-CF5CD5A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0EAF3-3031-4D4F-A5D5-7463E58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738C4-BF77-467B-862F-4A01FF4C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BE73E-35FD-479F-B888-A3EDB05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3A3FB-4685-42E1-BA7D-8840B0A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A175-058E-47A7-AB52-6742D418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4BF94-4D17-433A-8A53-FCEA16C6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11979-9C74-4897-8312-07CB646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AB5E4-FFB2-4D10-AB57-2415AA21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0B9EB-E79D-4900-82ED-1857942A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A7910-AA6F-4D9D-A714-E5B421C3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A64A5-7342-49C1-A93B-C850A0F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21CC1-8E6B-4DF9-B843-88D702F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45769702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2028A-F6EC-4FFA-831F-C5B4D4C3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4C48-21BA-47D2-848A-9306E85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A7CAD-0021-4563-A316-24E56572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4FCA4-BD0B-4E53-93EE-A39ECB0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4942E-C68D-4827-989C-10290E09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A7092-EE62-4DB8-AE0C-223B754E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9B7A-5B9D-44D5-B957-A4472F8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8BD91-27A8-41AB-84F4-B646E942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F0E9B-BC62-4800-98C0-D605A55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E9BA1-1CFA-41D3-8714-9352F24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D41EB-9CB3-44B3-AEDA-5173CD0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AAB9E-8B25-4191-B83F-1ADD09B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22DF9-9FEA-43FF-B4F9-223E3002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F2C4C-16AB-4F8C-8B91-6AA2C4C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4612D-AC57-4969-AC47-0BB6BDF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683C3-F521-4729-A736-ACE21F0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C2031-FCBE-442C-9675-7E89FCE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170205277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AB421-2CC4-429D-AABA-89B9E09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CD6C-4067-4BBA-9515-5200C236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690F3-3628-4156-B889-E6AE973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8001B-8E49-41A4-B535-973AEB9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980B6-4A40-44BF-AF0F-7843D36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6AE17-B232-4D34-9560-E8502FA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DB73D-0A4A-42A2-9073-2E19814D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EBAE8-629E-4831-B5A1-EEE7C9D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42536-CC44-42A7-82A7-6BE8F7C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BD52E-3699-48CD-847A-12F3FD60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A5FF3-AD1E-4FD6-837A-2FF8B5B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F9486-6A9C-46E8-85BC-5E49917E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7246E-5759-4D46-AF7F-A30112A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35544-BC1F-44E4-9A7B-2481DDB3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3DE99-75DF-4058-961B-BD414E69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7C62F-F832-48B5-BB1A-503E1E84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415F4-8BBE-49D6-9C32-9BD8DF98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CC396-4238-45B1-B9C8-82F09F0E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47FC3-3987-40DE-85D7-D002F127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132BD-EFC9-444E-B9EF-1BB548A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FF00F-8118-4CB3-A8BD-433CD8B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E8655-8992-4E20-867E-98DFCB9A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37334088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9DBEB-FE48-43AB-8683-89CE6AA0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70242-264B-4085-9C67-670B8BC3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27712-E5F5-43B1-80C9-F00A919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D495D-F749-4E7E-A09B-81F31C1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BA5CF-6C84-4A8A-B21F-C9ADD0A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78F1E-BB3D-4DD1-8C57-CDD19AF8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712CB-552E-48AE-B120-5342A0C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BCA53-B6C2-453F-9454-C82944F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A1D8C-4947-4BAD-B68E-580F6AEA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10C9-5754-49A9-ABF6-4883BED0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2A754-9025-4802-BC01-E738466D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2F9EC-90A7-424F-99C3-F152FEEA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2C4E-302E-4B83-8B0E-199C5FC9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E2963-FA61-463F-849D-168AAC9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AF780-33DF-40EB-B845-9C9E05E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97A05-D50C-4992-9424-CAAE053E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A879B-F60E-4D05-B4AE-E1D1692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9D14F-E653-4D35-B43E-D3EB37CC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18B3D-3E3B-4623-AF6A-9CDBC60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95E01-055F-405F-945E-62ADFB33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B6AEA-08F5-4C00-A740-81870042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33922-65D7-48D6-9EB4-3FD8F65D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3997720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3CAE7-0EF4-497F-8D92-B804876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B6ABD-8902-4EC7-893A-E9F5F5C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7482F-D2D4-4C0F-8C11-DBE85244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BCA2F-DAF5-4516-8ED0-3B4B692C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A560-9CD0-4D8C-A50E-0B29101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6A30-7B55-441D-90C8-088E851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EAC07-CA1E-4D8C-997C-4A192B9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FB2C7-7494-4202-A97B-47DCC26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A63CD-38C9-4FFA-A19E-11296638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DA084-F7B8-4E3B-B75F-4D5E8C3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C61DE-E852-4898-B0D2-7CDE610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1E3F1-1D8C-4288-8C17-42274A5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307B5-054A-4F47-B252-8A88B20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787AF-6084-4B1B-BBB5-448B29D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52327-5BE4-43D7-9A8B-A0F58B8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874AA-B42F-4C10-B9EF-38212FF7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F1660-B456-4ACC-825B-4FEEF1F4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56872-A614-4DAE-AA8B-E9A84FE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C88B7-6812-4DA1-9D61-B992A579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28F33-BD93-4E3D-8394-1A673889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7BE18-AFB4-4F6A-A90F-90292053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6B5DC-5C84-4FF9-8FFA-553C065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34711798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2B468-3156-44CE-B1B0-4258F7D0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CF129-6740-4C50-8C3F-986F051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BF745-C8B5-4CF8-B80C-A53C0DE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F847-8A02-4B17-88C8-13D4B7B3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B135F-C2FC-4ABC-9338-076EEDD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235EE-9595-4677-A5C1-4107074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CF2FE-E5CA-4A98-A82B-197BB208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64D7-7B83-431C-B24F-6486E882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F5F4-255A-4179-B1C2-35F63B9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3E4C9-F786-4CC2-A33C-8AF4350D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2049B-FDCA-4D26-AA8C-4A6DC60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2DA26-2CFE-4F03-8D33-41B6EF8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6A15D-218D-43A2-AA0F-782CCF2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EE359-663E-4C54-A727-82D6544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4EB3F-33CC-4B50-9A8D-641EC2B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B60E8-C575-4BBF-B47A-C770BEA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C6DA5-47BF-40AF-8099-527C27E9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87834-367C-43DD-926D-7023CE26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8FD08-1FEA-415A-9896-BEB31D09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4B210-362F-4E02-BF88-5C7CEAD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F0E98-0351-49D9-A679-1EB626CA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4D08F-2A5B-494E-B549-4C9015DD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26390750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14724-FD15-492C-BACF-5F16C49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45BAF-775A-42C5-862D-DEB55784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E6735-428D-4400-B784-115965D3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3E4AA-9653-475E-80D5-BB434F9F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DC569-0444-4C52-AB39-9C78176A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25E94-C0F1-4FAD-8DD9-997495A2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29C58-3E05-406C-8579-18AE564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6A9F5-C81D-44C4-970F-1DE894E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0A815-5E83-4B19-8405-3EAAF1EC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01422-F12A-4462-A674-6060FA1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DF1DC-64E3-4AB6-8C58-6F013BC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B3741-C742-436E-B77E-5EA9583A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FA39-E956-48F6-B888-B1A0BE33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04311-1CD6-492D-97C5-1D949953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8355C-6BD4-47CE-999A-0E5F0466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A78E6-8EA0-4D1C-A10B-1B940E5D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4C24F-BF37-4246-BE49-BD4A975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EA1DE-70FE-4C91-92FE-7A3243A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E63F8-A2B9-410E-97AD-72E093C2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4678D-6790-4760-BDA4-98E8F109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F29C3-1DCA-4F10-A84F-2297FF8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01693-E4C5-4909-A960-47B6E75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50814016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2C950-7BB6-4A1E-904B-E478D4E0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18D2B-37D7-47CB-B4E7-B5B02CBE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5360-3D70-4AF3-B1D6-944B4C4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DD15B-14F7-40D8-AA6A-1B4E7E7F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94D12-91FF-4832-AF58-10A2391C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326E8-4090-45E5-9594-DF3457F9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BAE47-A9ED-4DFE-92F3-8E848E4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000EC-6DD4-4656-9626-94086BE3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5AD4D-B476-4323-AD0A-19791DF1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4266A-D664-4A16-BC95-D06B00F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metadata와 갱신 주기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62791-8A79-40D0-BBAC-3E5FF68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출처·이용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D19B5-0155-45B8-8DE7-E873A38A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F0942-2346-4A9B-A303-4E80409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313BA-E49E-4920-8841-CED03E3A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32B1A-CEC2-44FD-9E48-861A683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08AD6-992E-4BDC-A69B-BC42216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말뭉치 유형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7F88B-5CE3-4E75-B2CC-28DB299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3AB41-8DF2-46B8-9EFB-92330063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50332-01F4-4EBE-98C0-1E16E10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0ED5F-10A5-49CD-9C86-DC83F7A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발화와 회의 구조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3F328-750A-4191-AE8B-6789AB69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화자·안건·시각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FB078-7355-4690-8B60-150BC6F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1CF4A-5EA2-4845-ABB0-6DBAB8B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99B33-7DC3-4B91-96CC-4F2F847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A45D7-1AD0-44F2-81E8-C00D2EE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기능의 지원 경계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73AAB-7711-4BA9-9FF7-A9568FA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계정·edition·보존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6B19C-EA78-4A21-A55A-6BD4C3A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020814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0DAA5-B957-45F5-B8ED-80F1392D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FD39-E2CD-4111-B011-212F46D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BB8CC-483B-4B5F-8595-BFFE324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7F314-53D1-419C-B7C7-FF95D3B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72EB2-11CE-4E9E-8D6B-24642A99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270B8-EF92-4F72-B52A-FA28CFC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D3836-43C5-411C-B023-1C3619D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95BF6-174C-403E-B849-43EBB95E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439F9-E2F6-4397-83AB-CF896074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23FD7-3FDE-4329-98CF-E470606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13811-F64B-41F8-81EE-525A4D17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B2C57-28DB-400D-9659-41ED7690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AD7F9-9789-41D8-A68A-C1A7F02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704C8-7C8C-48A5-815B-A8FD6E7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52CB3-4433-4D46-B49D-5AB62EB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6553C-E8C4-4E27-ABED-7225581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e175833c04a14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D1DB0-948B-48E5-A417-413AC65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74726946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BB058-B984-451B-9017-93FDEDA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F1799-6B6E-4DC5-8E2C-A609A4CD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6622B-2DE2-4E7B-84DC-BFB5AA2B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16579-91D3-495A-86FE-3D3C4BCF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8D278-8B62-4EA6-A7E4-F49B8A0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ADA32-C21A-4C32-B4B6-43C91DF5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9BCF6-CAF3-4DDF-8052-DB5214E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476AF-6EE3-4D32-93D4-7687486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8D750-F089-449B-A225-4E3E50A0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7BB2-6EC7-434F-98DF-0A511D4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34EB-590D-4464-AE33-52A6F40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D979B-3A05-4191-9AE5-82C8AB0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992A7-D8F6-4F22-A02C-4E96DE0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67C74-A237-470B-8CF5-41EB427F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D5F5A-84A6-4ACA-97A2-B77B34D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E54F7-5EA7-4685-A70D-1087683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94e7d3dce41a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41C8F-E2FC-4D8F-813E-DC96EA2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64346768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CBDB-A0A4-4E10-AAF7-3DDF191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73867-81AF-4EA0-AE3E-AB707AEA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29CC8-4FAC-4205-B712-0FE77939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C35A2-0D0E-4269-B372-2710E79F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EA1F2-5AC7-41AB-931B-348FDC43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1C957-08C1-4A38-BE80-7AF5554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A97FC-C457-4355-A06A-EADA1EE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67EA3-EC0C-407B-B58C-E79C1152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7D662-CF8E-47FE-9E9C-B1EBB377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ECB5A-091F-4783-8A8C-C7B2E8D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0412D-47DF-441D-AE52-16D1C4C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DE557-6E8D-4FB6-9B6B-DB1233B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4ECED-C4F6-4FE3-9F5F-5C042E84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F87E-E911-429A-8AE8-F6582E78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78386-3862-4667-AA5F-17842E4B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58427-7F95-4646-9E6A-0801C133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a1b76bce34779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3034B-4362-487A-A094-E9DA082F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60205098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1DB85-21D7-4882-9D0A-7033978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87517-A51C-4ACB-BE7A-9DDD383A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E39C6-D5E4-4C6D-9525-F770DE9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B7ADF-6989-40D4-AD02-1FC8171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BE1A1-997F-43F0-92A8-B8B7B4AB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725E4-A6A7-47C8-B7AB-F510DFB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B3E0D-C88C-4197-A4D3-6D3464AA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CBD79-95E8-439C-9811-68D931B9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2E83F-8500-47F3-B061-F7A40D5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27ED-CD2E-4B82-BB99-02EB0AB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10837-A5A1-42DF-92D9-6FE80D1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39651-9B18-4E37-A1D1-70743EBC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7BDA5-64FA-4009-A2D5-D509C58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9FF32-B84F-4DDE-94EE-6B70C0FB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503FB-969C-440B-95B9-B5108E86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25CA3-4291-44D7-A973-02AE56CC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3a6b3a5e446d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95EE2-41B2-4108-B688-E75CF242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81533328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B9115-48A5-4878-821A-CC6BC942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F95A6-8F2A-4DFA-BEB4-34E3463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DFE0-8712-4D98-B671-9D9F5F9F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5D072-E464-4FE7-A8F2-9607346E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5A038-386F-4469-A195-DBD4A48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1DBD5-A975-4674-8D32-FA2B884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682CC-2AC0-41BF-ACF5-74C6856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77AAA-C5BF-491C-BDC2-CF759598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1784C-B3DD-496D-B3A1-30BE8A0A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D9167-D2BB-407B-B5B1-E50F10A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0852-D437-4DD6-A498-6197B19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C4E62-5F25-471F-A894-3AAD7CA1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41578-40CE-4CC7-AB53-C2DC6A81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163D1-0E05-40A8-B583-37AEF978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B9B21-D879-4C54-A60F-31A710D3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B4106-F1DD-4703-AF44-057B816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35921-1F3D-4D35-97AF-37FC4A3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44C19-00D7-4FF9-8D1A-B1537AE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402886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F36CD-8DF8-4AC5-9B33-7B226F63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4818-1EBA-4B8B-8157-B355E81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EB424-BBC2-4A6D-9A7B-27FAC50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9C42-DCFC-4C2D-9258-A61BCD2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D24AC-9C91-445E-9C4B-58644393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71ECF-4BD3-4653-91DF-478D8FF9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A025-A44E-4E0D-B8C2-90F027F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03C1C-591E-4D8D-86BD-F478C49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6B861-0D56-4900-95ED-91AB2CE0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904DE-5CD0-4FBD-A580-868F735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6ABB6-475C-4EBF-AF6E-320495F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569E7-3DCA-4CDD-9253-6E86D65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1A3C5-205D-4959-91ED-7B6F63BC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FF4C3-7993-4209-9FB9-3E41397D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75411-4007-47A8-A015-9BECD71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B7702-7B56-4DDE-A20D-6342C24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B811C-7115-4A01-95BE-6EBC4A08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0C02-347E-4C57-9082-AFBC813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268948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C92C0-4675-4B39-9320-17B3906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513EB-5359-4F49-B850-2A8FD6A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0F1CC-E901-4F40-B3DE-799CC7B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6244F-CFA2-4C2A-B99D-D6FFDA40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3E395-E70F-4487-80D5-75CE8FD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4F85D-617A-421C-8BDA-9822ECDD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9E2E-CACD-42B1-8D7F-78772083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D0F8-33CD-41B2-A930-16B22D4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C8A15-8419-4E69-98A9-761E6BB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D6A66-9E85-4AFA-8897-40BCE9E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3DDCD-3A74-41C9-95B9-DE287EC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4CBAC-4B16-40E0-8934-12E36A5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40C33-CC91-4BEA-A0DE-43EAF6D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9E79F-7461-475D-B004-518C58DF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AB061-6925-4D9F-8A3A-47CFC58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09984-6DB1-4D22-9073-DBA0BAF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90BD3-63B7-4735-B9F1-263A591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923DF-088A-412F-871F-B1995204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98861618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2B950-C5FB-4972-8E6E-C1B4504E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214C-94F9-474F-A09E-410FA98B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FFBB5-B2AF-4E37-9715-80722C5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F3831-C552-4228-ACFC-3C9ADDC3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F1A2C-A4D8-48F4-B260-560B5CB0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5D9C2-0EC9-43C0-B6FC-C4DEF83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A6DB5-FD8F-461C-9A04-400B33D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C1949-4306-4E36-B596-3FB226FF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2996D-CD72-4475-954D-2E801254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C746-691B-4CC5-B519-D2B0EC66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0ABF1-0223-46AE-A17C-6821BD2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F79C-726B-47D6-85C0-89ED7B8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C3BAA-2926-4ECF-875B-2204CF79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DDD90-9586-4B4F-93C2-D8662C3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47C24-A1FF-49A7-B011-9F6A1A2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CD400-7C97-42CC-A1DA-13BBFC8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2E26D-5345-4457-AEC8-F69A0667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D82DC-020E-4BA1-9694-7BEE1B3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76191825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B85BC-7F04-4EB5-99DF-BD01FB86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8AA4D-E752-46AE-AD02-CB2A53E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77ABD-B54C-473F-97DA-2930A47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E804E-8447-4AC8-9CDD-CD8C9C8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95E9-E327-45F2-804C-12FF2A68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D8D40-AB65-4314-B12B-4B3B08D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A2DFD-6368-4F98-A1A6-8C9E3D68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AF1B7-D23B-4542-BF2D-6225578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6FFAC-A786-491B-B0A3-87E941C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5767-5444-4B2C-AF60-719591C0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F46BB-C79B-4CA4-9F0D-DE9AF371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CA902-5CC3-4DDC-A9FB-102AAE6E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07508-7682-4FCC-9B51-2660EADD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5D777-4F76-471B-9CBB-D1F7D888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97599-9E3F-4382-A8BF-BFD2E1A3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797D7-03C4-4680-8A33-56327FD5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0AA1A-FA10-45B5-A636-1E1499F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4A7E1-39C9-4807-ABE0-A68903E8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515274713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302BB-F9AE-49D0-A918-4D6C5E12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86C6F-B99B-49C9-BE24-C27ED1A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25670-6B79-4C82-9B25-071DC633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9157-1296-4720-8F2F-659A776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85A44-CE41-41C4-A7D8-D872CFF6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79F4D-C0B2-4628-B2CE-2757745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8A4F5-61A4-445E-97F4-A9877F8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C0CC9-9A88-4FE5-A320-4D684472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9E734-4600-4DC5-B911-A1225EF3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FB940-D2FD-412B-B54E-C5CC397D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42385-5B4B-4ABC-9E18-B96292C6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2CB96-C102-4835-B70E-DC49CF1C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B26F6-C8BC-4881-BEE0-9A3135F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4F4B9-50BA-4BC4-AF04-51B74F6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FC352-7347-4324-A42A-53A4D10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CCF0E-66C2-4BE5-95DF-7D726B82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D6434-2945-4DAB-B867-765D461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92EEF-C479-425B-B32A-9F65DDD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4D0A7-EE21-4A2C-9D61-6723C1B3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14E44-D78A-4ED7-9F1D-7D0AAEB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BD679-6A3C-4F34-AE6A-82B52B8B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C799F-2C6B-4D9A-8CF9-DE211C0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C8EC6-2873-43FF-8547-A271AD0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8E3D8-515C-42EE-B8E0-EE4718B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50155239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74B38-1212-4FF8-90C1-10724355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8B75-F9BA-4419-B4B8-02976CA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C234B-0C9F-4B95-8B92-DA51977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E51C8-E6B3-4124-B2E6-7CBF11D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45BFB-5A41-4BB6-A0EA-24514FE6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2DAB2-CB1C-4B3F-ABFF-708AC88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9B26C-9846-4374-A6EE-08189EA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21747-792D-45CC-AA88-8C463FC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77202-93D8-4104-8A11-2465A3BB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C76E7-1642-4300-AA94-9245BB0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125EE-DAA1-4389-AB7C-A489323E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60D2B-6F5B-4557-A455-8B37FEF9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1AEF3-A3F9-4426-9B34-6EBE3C3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51240-ADF2-46BB-92CA-8C57DE0B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51595-566C-46FA-87EF-CE8E58B8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7C820-DF1C-4219-ACE0-6A4BDF2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A5BAD-2EFD-49C0-963F-7F5BAFA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B10D7-01D9-43B2-BEC7-20AA516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2B699-1ABA-46B2-9138-BB33D39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7924F-7FCE-4BA7-81A0-B289AC81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FF9E9-58D5-4A12-A946-CDDE4805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84E51-A8FC-442D-8099-EA52BDE3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D9C26-B56F-42F9-B60E-0A1D1966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701A2-AD44-404C-A90B-2FB413B0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41602283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8398A-148D-43E9-8722-6C25683A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CCA24-A4C6-44C4-BFBA-83C210C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6F2CA-4E17-4C2E-9832-4C2C244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3AF4B-1F96-433A-8294-BFD75D8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1855C-A495-47E7-A30C-C78DC1E9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95B43-EFC8-4DB5-9799-1F3B285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38A17-1C1D-485D-AFBA-2BCA8DF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90F5-925C-476E-967D-DFDB001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82956-1597-42E3-8628-2E3826E3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A0730-D248-4336-B38F-A22A2CB0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D94DE-B6E8-466B-B1FF-D4DAF0D4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E86D2-A92A-4E7A-91B7-D641E84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992C6-D8FD-4AC6-8F1A-1FB404D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697AB-5BA3-48A5-9A2C-D299FF69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D993F-60C9-48A2-BDB2-5DA1C116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49DCC-22BB-460B-8524-6A292D0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6E8EF-368A-47FC-B381-02FD09C3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4B7FC-23F4-4A99-BF73-34A5F2A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BE340-0C12-49A1-8B36-2D6ECB48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E7303-6389-46F6-9ED6-E9000E28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5F1AE-899D-42B4-9C4E-8A2F343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5CAFB-FA5A-4A07-858D-DB4DAF50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A5D81-36D5-46FE-A777-B768F41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3D2FF-2F09-4FC7-B9FC-2F43576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83224161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66C49-28BF-4BDB-8690-BCAD627E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D673D-AB8D-458A-8878-F7FD93AA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8E17D-655D-4FA8-BECE-841258B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F7247-FA6B-46B5-B1A0-4DFC8B9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8AB26-8895-4AF6-BFD5-4F94AC9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3DE2B-638C-4204-B6F6-1C3A5B14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9DBF-8FB0-4553-B673-FDE1C45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ACE78-7F32-4D32-9432-B90681AE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CFA3-856D-4EE7-9803-32E1434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B1DA7-8AF5-4366-8F80-751DAA2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8EC2-8EE9-4FA3-B12F-F0E8EDF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CE4EA-E33E-4FBF-AB0C-9014071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AA32B-0D33-4FAC-8FF3-2B12752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59AAE-96AC-4AFE-9CF3-F7447B7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77763-A574-49A7-BD51-D25EAEA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26419-6129-4477-8E80-E145929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08787-C528-4223-BD3C-35CE869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B6F30-451B-4B7A-BE13-AE411C8B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BC9A2-FDFB-49E0-BF49-C1D98FA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0E2E9-A701-46FB-99EF-EBC2D04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37F24-B8A8-4AD5-9FDB-B97EAA7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86146-E200-48FF-8273-7CF80B3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F9DEC-E5CE-4D00-A7BD-2EA5C07D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8E45F-BA66-4026-9E61-DA86396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68384669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9E218-3AEF-4260-941D-2CCD78C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284A0-C078-4D0B-9426-99FDA4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AF59E-EF1D-402D-A65E-D52858A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D896E-AA83-4B44-8FF2-DF397F8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6AF8-DB18-4695-A941-9FF2D23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1626F-8215-4A5E-9193-3B54729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4357D-0326-4025-BE51-EFFFE433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54E5B-DFB0-4015-B812-07A9B52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7F9B4-EF1D-4822-B9B4-EE7DB70A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427A2-46AC-43BB-BB5D-7BDDF50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31007-04EB-4F3B-875D-68182220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F82BB-81D1-46B5-951C-AAB1CFC7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CB136-A34A-4D3C-9A90-25687A3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6C372-6108-45AA-BBFC-E2566C6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C9898-9A72-4012-A525-DF4AB1F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64F9C-BA46-4AF9-8960-D2FAB5E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8D307-7A30-4A71-A673-FE45AABE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C1E0F-A645-43D9-8799-DF88963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0115E-67AD-4837-B87F-AD47105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F752E-47FE-49BA-AA03-ECB8E8F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1DCBB-BAA3-4481-9670-EF8D4400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A28F7-EBB0-4DB4-AA7B-73E28105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8A4AB-15FB-40CA-9AB2-F82A0118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44877-17CF-43CB-AFFC-2555E7A6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35EBF-A478-41C1-A8AA-AAD2A6E0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80445268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511F4-F045-4349-94CE-848DB5B2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9CF32-968E-4403-966F-EE3FCB67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9D62A-ACE0-4A8B-8DF2-F2BF85CE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8983A-FC60-4EDF-8F0D-17336591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4C14D-C28F-498D-8504-CF7DE6CB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CC20D-D3E8-440A-BC8B-74CFF127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FBFE-31A9-45A4-9DA5-956A98EC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C4236-F142-4E16-BDDA-9D94F07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A03E6-E076-40EF-8FA6-EC56AAF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CCB6-4E8B-49CC-90F6-26995176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1EA15-6732-47D6-86D1-DD5EF087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D4E42-A43C-47F4-8670-5E9A1292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DEE2C-0CFF-4747-93D4-55639F8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73C09-126C-48A8-ABAE-5FE303CA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E5B4C-589B-4D65-AF3C-25F7B16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1E972-E938-4772-B477-07077788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47A59-2B52-4025-9BB9-5C1483DA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3F6EC-4AA2-46BB-BC5B-11187B2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66237-1913-4D04-B5E5-7F0D3CD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5F991-0EF1-4032-9CCC-F8AD0B4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359CA-D607-4714-9267-27B42C72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DAF36-1B07-4CAE-9EBD-5F675A1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DFF15-0894-4919-837B-2D0BD44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2229F-44EC-4466-B108-4366DF12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1F97F-FEEF-41F4-8CDF-94A11C3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141989458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00123-2D72-40AA-A0FE-338AAA08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A0786-0B2E-4D7B-B292-56CC9E6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DC7A-C93F-4D2B-B683-F0F47AE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61FFE-E82B-4CDF-8B55-FE38BAD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5AB1E-2B51-4EDC-8DA8-2AAB25F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2F51C-559E-4620-A9C7-C0EBD64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EBC93-D33E-46B8-BD68-62037416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1F83D-DD28-4D1B-A2B6-BD1E950D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9CD79-A1E2-455B-8587-F332397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AB53-F70D-4C39-A9E6-BC5976CB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C1F6-CA0B-4657-AB77-7FC1D495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624D1-6530-4776-92A2-E998FD8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C87C-644C-48B9-99DC-D0C5841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D693E-A1EA-4091-85C7-125FCF39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7DB89-6885-440C-B71E-7FD95F0A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C3740-BF00-417B-AF75-BE3E639E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9BDEF-709A-4CD6-8919-C3F7E7C6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CE9D4-72FF-4256-BA6A-0BE4C8B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3DF54-FE96-4F35-A58C-0B70530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0E338-DA42-4CF1-97F7-C394649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3A8A4-5BF2-4FA8-B948-98D0A37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A9A8D-1D72-4C93-8212-0FD557CD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C9F97-7E8A-44BC-A896-4B3894F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2C0CF-E2F7-492E-BA3A-3412E89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7BD7E-1F50-4C20-81C9-2AAE18B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365828691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109C1-BE60-4CB1-B0E1-02C4B09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C85C4-1D32-4EF9-B778-4C2D91A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A105F-934D-401D-84D0-92625B3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6ADD5-C817-4DEB-8E9D-737DC09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5A370-D5F4-4CFE-BA89-B545774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3E864-34F6-408B-9938-0F1FF92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32B4D-309A-4BA3-82B9-7E43090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F49DA-C628-4C3D-A97A-887D8AC2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8B2EE-3215-4713-ADED-63A9205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E98D-5E8B-4978-8BC4-B45DAF1D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B1306-1C23-4BDC-9392-BF7D1994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7EF35-AC1F-4E1F-AB89-44A38A1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35ECE-EAE6-48D4-B0A7-9B10E4B6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43769-7B32-4E06-BA28-B09B03F9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AA87A-917A-4301-89C6-92AC21B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22A5A-DB22-41F4-8786-6EDC8F4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AE3C6-9CAF-434E-995D-F08D94B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9DA3B-7144-4341-9207-88ED8F9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D0D8C-ADEC-409F-93A9-9D02A44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2570A-64A3-4C3B-97E7-248B754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C2E4F-D3DF-4E93-8FD7-CBCC04FF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B6B76-0C39-4FAE-91BB-A467CBB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65ED0-FE93-47F6-863F-40E631FF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3E3EF-892A-4F9C-8BDD-6F4F96E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E05D0-AFB1-4A34-A3B2-8A49E33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40495505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7B8DF-B935-4B94-846A-8243E8A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BB9A9-19B9-49CC-980D-90A00D3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73855-A94E-437D-8E84-BF686E2B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EC398-EE8D-43D2-A14B-8BE2838C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58AC7-084F-4271-BD2A-CD94B4C9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279CC-FC5C-461E-AA35-DC0152B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B006B-7957-44CD-9276-E06AFAB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8EE16-A32C-495D-B01B-F2A933E2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78158-0EB0-4A72-AC7F-3105378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33E5D-1EC6-40DA-8E82-53DEAB9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B1AB2-9488-40D4-98D6-DDE2BEEE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93E19-BFE8-4665-8888-E86A07AE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8841D-F453-41C2-9540-92973C00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467E6-7C3F-4CFE-A304-BE5884C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53326-3D05-4F4C-8EC4-AA996F4F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B12D6-38AD-466A-A066-80A87C7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39800566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AE05E-9D0D-4E84-9D13-C74EAA25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D94D0-97ED-4EB4-9A39-6E610088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B99F3-7342-4C6D-BA04-0B1FBDE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674E5-51FE-4E83-9421-F6A586C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9C363-BE28-426C-9396-6BDF6B0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0A4BB-F1E9-4C0A-8669-8A3E8EE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CD265-046E-446C-83B1-F36D2F4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BDFC1-D4A8-4BFA-AC9B-CDE164E3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1080866176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ADA4B-B699-4509-89E3-5C5AEB8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04DAA-B065-4101-8794-C73B23B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2C11D-5E26-4562-BBC3-48C9AE02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F1BC7-B3B1-4D74-AB1B-4BEC339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C55B3-81A6-48E6-AC82-CBDE2228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EDD78-45F4-4EE8-8AF9-1B5E9BE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20CB3-B9C0-4A1C-AD23-9BECBF6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E59AF-DAEC-49AF-BFBC-B3458F1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C7D88-9CBB-41DB-B7A2-5995941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7526-A50C-416C-BF4E-2FEFA43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C94E3-6EDB-48F9-AA68-56A6163E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6B2D7-8F5C-41A2-9CDE-69CEE68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A8E4E-6CE2-449F-9C62-8B70E842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7D5EC-5B26-4E60-BFFA-841501F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E87FC-40D5-4036-8B3B-E71E45DF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FF6F3-1D3C-4422-B54C-3EEC5817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7DEAA-8A7E-4CCD-B6CF-C6B4ACDC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90D76-01F9-4EA9-A37C-32F9CA6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9C8CA-6834-46C7-9FCD-05435D0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D89BD-F28C-4E8D-B0F9-DEB03BF0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2BF0D-FC09-456F-808A-EFEEE1C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8E738-1BBC-454B-AE47-31950E6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130648031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BCFA0-B037-497A-BCA0-548C34D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Execution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C3C87-4BEE-440C-9141-2B5C7EF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EFDA-DC76-4B87-A322-C0AB919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9B573-28F6-43BA-B346-CE064F4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0C192-6938-4118-8E07-647ADEF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7360F-9AD6-423C-8A97-890BFF52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EB3A9-4145-4DE8-BFE0-D3E6343D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B1C52-0D79-4FAE-9000-4D96BDE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A0A2F-B5C4-4C39-B779-7C1B4EA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DCBD0-3EA4-4A78-BCC5-A892703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3D437-3130-408A-BC24-7781338A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8A0FE-FFBC-4F7D-AD49-DCDB639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9C800-5C0B-423D-BBDF-3713925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코드도 Runtime이 다르면 import와 경로 오류가 발생할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F751D-93FA-41E5-8BC7-794068F8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57F9B-A5D7-4DDB-9092-9F2F5CFA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40D99-5D0A-45FC-9ADB-477260D6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B4EF3-0DB9-4E88-9223-22AE5E7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2BE8E-ADF9-41D3-8DF8-5E91FBD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1001935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B6C75-0320-4A09-9F7E-98E34A7B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Selected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E0E18-BCCF-4A3D-8938-5C6BC68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84508-F9DB-4CF0-926C-B3C81DE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19043-38AE-42C3-90BB-613E3067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7A228-48F4-4572-A51A-BB73EB6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A6963-3AB3-42CB-8C46-89CA8C6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3F6D7-6976-48EF-933F-5B7E2AE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DF46A-4F85-4FC6-B42D-F80AEFAA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290E-F153-4352-88A5-37C27BC9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56764-AEA5-466A-9157-92CD148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A745A-F535-4F8A-BA39-9591AEB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369F9-18D3-4A63-B675-7126F580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FB821-1EAC-4ED1-8439-47E54D2A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Notebook이 다른 Python을 쓰면 설치한 패키지를 찾지 못한다.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F0ABE-A570-4A49-AAF8-0D38436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11266-8693-4F2C-9907-EA12A18E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D014C-9620-4AB3-AE5D-D3CE639D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88E27-689E-4BBE-9F5C-37C3F8A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D6786-21FB-4F21-824C-230C686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646440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42CB8-E4A9-4A23-A02E-E284F2B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Isolated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C09E9-B0B0-4CA4-8D97-1DF3C11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6CA53-15F8-405A-ACA9-8773B61B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CF1B9-6930-4A53-B8F4-40882DE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52B6B-9779-4FD3-B380-8C86097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5A797-88BF-42B9-AFCB-DF8C8A9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849F-917A-47B2-9C54-5E28DF91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B7019-1745-4233-84BF-0946A5D5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F2C5-B8AE-4FF8-8E96-0777898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C0696-96C0-447A-8AB4-837CB84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D13E2-8B50-4DEA-A36F-F8F2A726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34B37-B1DB-4F50-9D57-769F5242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6A9A5-B372-4798-B44C-29C73BE4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패키지가 다른 프로젝트와 충돌하지 않고 재현성을 높이다.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13FA8-E06A-4FA0-907A-A51B3DF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AD1B9-FAE9-42BF-8A61-4D52D63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F7F52-F553-4AB3-91EE-059EF561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66B78-0651-43D3-A6BE-00986B4F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F6BAA-8C5B-4859-880F-78A277D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706788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425DC-705B-4BF9-A0CE-15AA845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Versioned Project Folder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55BF0-E992-43D9-A4B2-71DA6A09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A5F6-A1CD-4F97-8CDE-9DBE48E5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173F-0A22-4E87-94EC-A0C3E34C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517A0-6BF6-4573-817C-E1F73B7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73B9B-A745-4988-96AF-61C4D07E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32E11-EE13-44A5-AF3A-1CD3C481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9675E-A102-42F4-834A-00868DA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40CEF-602A-42EA-9E68-D14C72A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99A9-1735-47D2-9D01-5ADFD20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263C7-1B79-4A1F-83A9-BC8143C7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7E721-0C47-4011-A2D7-F5191E4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30FC2-9757-4A0D-97FD-2472CCCC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무엇을 바꿨고 언제 동작했는지 Git으로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6CDD5-34FC-4F23-9B1B-FA9E65B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04F8F-3D2D-4482-8C8C-D4F6D00B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D0265-6AE5-4520-97E9-7F8E650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D15EF-BFB1-4DFC-8068-F2FB45C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F62F8-4CDD-4F6D-82BA-3AB65D2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9145834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52657-8F83-4F81-B185-FE46F13B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EE28C-757F-441B-ABD7-AEDD6AF3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BF240-5A7C-4C14-90F8-19B54CB4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6380D-5616-4036-8E4D-4A8A2104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6F31C-4373-460B-9A28-3F4E80E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11A63-4BB2-4701-A6DD-E8D08D5D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1D1F1-F12F-4EA7-85C3-9EC91828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98FC8-9215-4248-AD87-8665704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765e11a1b4546">
            <a:extLst>
              <a:ext uri="{96DAC541-7B7A-43D3-8B79-37D633B846F1}">
                <asvg:svgBlip xmlns:asvg="http://schemas.microsoft.com/office/drawing/2016/SVG/main" r:embed="Rc8cd6cbdcd2346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9CCFE-0A1E-4C38-91BC-0ED79991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3DF8F-01B1-4C32-B4ED-8FC004E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90ADF-D0D5-4FBD-B642-EBF12F28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106AB-57DA-4A14-803E-ADBE70C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D7820-E814-4F24-824D-2742F56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C4AF7-C8C9-41C8-8E63-ABE331C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C2208-CB14-41E0-B6E8-69773D85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821BD-9A93-4147-BDB9-FFC7932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139842011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0839-9360-45F5-9289-B8EE3719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1FC83-18F1-44A6-99A0-16891466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89496-87FE-4AF4-AF75-5AD10B2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8D465-713C-4960-8116-EE9044E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106DB-B8A0-4707-98FC-39583215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D8F48-BB31-48A0-A6E3-3FAD2604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5EF79-2C80-42A0-AC68-E8AABE21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679DC-EEF0-4A65-AD91-941722C9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97747-181C-4369-AE35-F5295AE4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88DA0-A196-4F77-8936-893D0B4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DF924-A040-4908-92C6-7DAB966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FBF21-652E-44A4-B841-0B8D5982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87958-13B2-43CD-8052-DF5E0AB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160332372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1963A-AA8F-4E96-81DA-2BE604A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682C2-908E-45E1-BC0C-05B9ED6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F323E-1BD4-44B8-B05D-0FF3D58E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0DBBA-D1EF-4FFB-89CB-12FAB51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34BC7-D2AD-48BE-830D-E3A97F6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00DAB-A8A4-46F4-93A9-7FEE29A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8B5F7-48F6-42E2-B222-3D765859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56F7E-4AE3-4EB8-AC7B-CFD84D6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23FEC-9946-4A50-902B-0D5C325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8173C-E707-4F5A-8641-37D6FE74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3369D-107C-4BA1-9639-6E9BE86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4E221-6819-423B-8F47-ED82959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10E38-B89F-416A-84B1-365B3EB6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3A00-305E-47B2-B8B2-408F10BA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40289683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65C06-43D0-419A-B0B8-4B23C05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B4428-0A5F-4385-82E2-DF4D1E2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C43B2-8A70-4D9D-ADF4-1062A0EE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1F361-04A3-4387-974A-041B501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791F9-3F84-46C9-9FD0-8758BD9A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1F2-44AB-4D6C-AAA6-92DD769A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E2E64-C9D7-4E0D-920B-BAF88EE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9FC6F-9EB5-4D5E-97B6-F819E61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1299D-D53B-4CAA-BFFB-63B9329C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41A79-3528-43E0-A3C4-7B519EF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AD5AE-BD91-46C6-BF19-FFC3CCB2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DC433-A584-430C-8155-19787B71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B24F-42ED-43D9-A418-C4F9EB6C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B58E7-F6E7-4B73-8AB7-0EDBF858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0EEF5-A8E9-41EE-9FA0-985A100E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196202852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BA4C4-6AE1-4560-90C5-95B24BB1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EFE39-3484-4A38-9751-3DED3304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0534-0772-4EC6-80C2-B2DA4761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785B3-8225-4B66-A583-9B09EE74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F56B8-36DB-429F-B495-889B26B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0CD43-32C3-4619-9A01-37F04B21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7E702-FA5D-47F4-803B-50EE727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D25B0-AB5E-442D-8C4D-53A87036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BF2A1-318F-4976-BE9A-A668101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4F3CA-19B3-4E3F-9106-FDFB30E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24064-F97C-4375-BBC8-677C27C1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5E5C3-0E91-4CFC-80A5-244E65C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B0561-0DCA-4B8E-81AB-ABC1321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A96FA-2C36-429F-91A4-6421107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C2FD5-3B26-4B0B-B6EF-2B32307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2C722-EB55-4E6A-9519-41A8EF5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23634645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DB387-E45C-4FA6-9D4B-E884829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E6101-236B-4D32-BF41-20B58C34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3C5EB-75C9-41F6-AFE6-E5373307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18222-CF49-4825-9B5D-7633DE8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E10E-FAB0-4EF5-95C9-58473F6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EBC2E-7997-42CA-9CC3-B7AE987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9C7FA-6374-4C6E-8A22-A72264B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08D5D-0B00-400B-B570-B11813D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E594B-6620-4997-AC6B-991CDE8A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C460-2B81-4630-AD9E-C21A5EE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69C4F-0B55-4D71-B535-0E821823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2D132-7D09-4F28-A8ED-05F4F44F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40E04-E28C-4EB0-886A-9EE215E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9DF09-E239-487A-88B3-D2D9C751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0B4FE-3650-45F8-8DC6-A9AC86F7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393458515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2BC63-AFBF-4B62-BFE3-F3C75B8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DB53D-3356-498D-B3CA-3478D43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36DB9-C9D3-483B-9C8A-EC85CA9D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14AB7-9469-45E1-AF75-D5FE7892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0B347-4FD8-4686-8507-7E9D676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C776E-A891-431E-8506-050E626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55977-EEE0-4BB0-936D-0BC5C57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824AA-9E73-4304-8F09-FB1AD0F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E7AC2-0A7D-4E90-A52E-2E8F2134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B3307-E82B-47F4-A34F-C701AA0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F975C-CE35-4FC7-AF0B-5A628DD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16833-2A4B-48DF-BB32-C9A1080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023F1-47D2-47A3-BF38-0FB11BBE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F1130-8B94-43E4-A424-00264519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1672959100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28BB6-DCC7-4AB2-94A9-5ECAC484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5FB98-93E4-4745-B729-74CDAE2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98C78-614F-4AA3-84DA-6A57517A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9F3C1-87C5-40A6-A5CE-596E918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0D2C-9193-4D27-BE21-925A8640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C1E2B-D71F-47BD-AFB9-FAD4883A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03FF7-4F9D-46EC-AF06-72AD259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C92F8-9009-4762-8830-E627D4A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D0FB4-B10D-4DAB-A4CB-943AD98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75A30-E296-4F74-A866-B5D1EB63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86167-0E89-42FF-B892-E51C9BA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7249B-2A61-457E-85B8-DA9489AE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7D634-6D9E-4492-8737-32B9774B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4245F-F1D7-4914-A110-6F3C2861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02CB6-56E9-443C-A527-4FF694D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42370-65E3-4C5E-9F50-A96FD6C7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96134-C50B-49E1-87F6-51D2F33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788884287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67A74-F394-44A1-9C3C-1038760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F1FF0-5FA1-411B-9089-C29BCB5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5FA21-2076-46D8-8255-2C72F119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1AE2F-7794-4EBF-9BF7-D716C126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2B2A2-8F1F-4173-A95E-B508453B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CD52C-B357-40F7-81FB-07C74DC6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2CB9C-9901-4EAD-B81F-D7F258F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49D2E-5C8C-4894-BCF0-254A1E9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37C0A-BB48-43A8-ADB7-16BAFC9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F5088-6DB0-418D-935D-54ABF443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D436C-98DA-45FB-86C9-95364AD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29F8E-B8C8-41B9-8EA5-12D7529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32747-7C90-46A6-A1E8-AD8651D5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DBD67-867C-4A9C-9EB5-D8AF471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62343-19D8-4D6B-A626-4D9027F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B2C95-9FF8-4451-B8DA-902ACB10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EF2D0-884D-49A9-ACF1-E08AA796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A6C0D-9BF1-4501-9015-40E2A50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DE433-515A-4A37-9DD9-E576809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DD3A3-0CA9-4169-9CF5-DF83A278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4C560-6854-4A29-9161-9F8B9A0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3E889-2B4B-4059-88F7-008B397A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852783612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3AF02-A6C5-4B5E-9EFF-6740346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D1D0-2411-495F-92D0-DD482E2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30B03-DF6B-4D20-B918-C61FBF0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733E7-55D9-4CE8-BF6D-1FF3CE06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96DF6-0CF0-400F-866C-5439E9BD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E1148-291D-4ED5-8D55-93C3AC9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6DB6E-191B-4F6F-B2FC-B60989B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1249-6AD1-4E18-9876-1447738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5B559-6A1A-4594-AB19-4AF1A6F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E38D4-4C26-433F-87CA-5E6EA52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B94CF-A631-40C5-9DFD-FFB3B4C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93AF6-C53B-4AB8-9423-9127D42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9FF3-EFA3-480C-8747-9507E30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93026-F32C-4DFF-98E5-FB9F158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BA414-C9C4-4BEA-A83B-014EA34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EE48A-EE19-49A7-9CF6-9C127BC2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607E6-1F61-47CD-B2A6-B3572DD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21215-F6EF-499F-8FC2-6A1B1823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402C3-B1D4-4131-9C9E-8C30C73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2D573-2970-43CD-BF81-4FE5A7B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45041-E63B-4D52-BCE3-AF05CD18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E7A2C-9F37-45E1-B711-495AF518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013260610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8184B-9948-4044-BBC8-B8456B2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FA6CE-5A4E-484C-8215-F7CA141B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A7556-86D0-4E93-BE6C-5B9656A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2C02A-65C1-40AF-8384-A4A3114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53A15-1EEC-4B10-9AA1-9A6304E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0CEAD-3890-4A13-B4DE-B683A64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CE9EE-D3BC-4188-AA1A-1BFDF21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F7F4B-B834-4D5F-8C93-39885E8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0C3FE-DB50-4602-99F6-DF7C79E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697A6-3750-4D47-BB9F-C1B797C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18E6E-C6DF-46AC-989F-E43CD6F2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863A6-1AE8-4C4C-995A-04D6FD5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FB0A3-5EC9-4D7F-8EA3-FAD50D1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AACD1-AB61-4847-B07D-9D4960F2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09F6E-377C-4EC8-99F8-2AB741A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71B96-4D14-4E47-AB6A-F0A5F9D1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D0ABE-49D4-418A-A528-EBE8AC97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315D6-EFA2-4A33-9295-9ACBBAA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A1893-0CE3-4548-9B51-86FEDC0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236D6-9447-4865-B715-2031B84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28942-E137-420F-B2C3-5EED5495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9E8B8-0695-47FD-B2ED-B2B8FDB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674116684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D679D-6B9E-46B0-8700-7127E62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85466-FB76-4786-A006-3436995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79942-9848-4FF2-87B3-DFAFBC61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3C8F2-171A-43F9-89D7-6A421094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D837-D0DF-4EC7-97AD-9BF47E77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A2944-390B-44BD-A3EA-26A5D70B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55A5C-CFC9-4AB5-BB6B-E7CFC4E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827B9-255C-42A9-A208-D225C85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4B5EE-C3DB-40F9-961B-5B4C71A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35D01-2228-4CE7-A3D3-0CFED56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F6CA6-EACD-4E8F-80D2-4DACE13B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F7008-DBF3-43A1-B9D9-03B0EC7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81FC6-CAC2-440C-B404-33CA03F0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D6EA8-7CCB-46AB-9B65-A7BBC88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F85E1-41A1-4061-AC5C-C4766BC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6CC16-4634-4765-B4D0-B78D05F6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88253-C22C-4620-BCB3-78C3992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A0B5D-25F0-4B0F-9DA6-FD6EF3A3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BCD1D-1B94-4356-B040-15064F1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693F2-7D4A-4A00-ADC8-C17B77D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B6BAE-0128-4E63-B33A-D5CA0E6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8C333-C6B7-4317-AEEA-D4A3374E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44893980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25497-ED3C-44B7-9D04-D9759F7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A0610-CFE1-433F-95AE-5404A98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CB01C-B01A-40AA-8F0A-365A4AA0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17EDD-CD01-4E95-B9F5-7931521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88BB3-E283-4A73-BC8B-08D4B0FD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BE00F-6E57-4BB5-87A3-79281517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ED217-D1D2-4084-B768-059E687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4AC89-79F3-4C97-A1CD-E0CC8454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EBD57-0D48-4B2F-A584-33BF4B9B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FD91B-EA95-42BF-AC5B-FAE8515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BDE39-C379-4773-8093-04AEAAD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787D7-0258-4EC3-8BFC-9D27DC8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25C18-14E2-471A-ADB0-0004EB2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8D06B-677D-42EF-B420-DAE16BE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537ED-3ABF-463E-A0A5-7D53664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949AF-F655-4F41-8781-0499B34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393B0-9D7B-4A86-A6FE-B68EA2D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AD844-C3B9-4A01-80BE-90D76A4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B40B6-1368-40B1-9F7D-7C2B2F0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3E74A-5EAE-456C-8CFE-79DE24C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F688D-2F2C-4BF3-8B39-A6CAD9F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D5525-F3F6-48AE-912B-16DC978E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78458992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E1C5B-8729-4889-A722-2F81B020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94F9C-3C67-43AA-B48E-1EE58627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46A4-886E-4D3D-BA8A-60A0221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58F02-833E-44BE-B3DF-C36C40C8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85829-CDCD-40E7-B286-06E1FCD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7A210-EC8E-41AB-994F-78FBC0C8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153A5-6AA8-4505-A188-A3B9BF0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F782-1F18-4463-A13B-2BC3779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EBB50-B811-4B58-B0A1-8AE545B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161F7-D0B6-4CF5-B037-223BD52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B78D2-C041-4E73-B5CF-FAE6474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7FD8C-D177-4658-A60F-A176870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63064-A240-4748-B991-82A69A7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A9E95-A47E-427A-B074-0923276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05819-80C3-4DC8-BD97-762AC8F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AC297-FA4C-4D6B-AE35-71AA27A2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8517F-F249-4208-986C-24CC0B1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DFFE9-A499-4AC1-8F56-F53F9431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E161F-64EF-4DDC-899D-6391FB6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9D37E-1A69-4269-A16D-BC0CD93F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DB584-479B-4A26-BB10-5A3396A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0BEC1-EA74-4F4D-B78C-1E693AA8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09C3E-0113-45A9-8B23-830FA03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29A07-3234-474C-86FB-51B06D3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7DAAF-BB64-49E3-B03C-1239F37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C0EEC-EFBA-4ADF-A137-7CB09F7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873D8-6D17-40B6-9856-308CDE9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297203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19D4C-23B6-4EAB-870A-0B99632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B8F27-A7E8-4745-A2DB-49D3DDA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69053-4727-40B4-93E6-B476B8D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B878C-CA04-4C7A-9B02-4C8015F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D5687-D0F5-41B4-8BFC-3A520881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0D32B-C212-45B0-999F-605B29D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CB2ED-85E0-4FA6-82DA-28D03E8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7E725-8F55-4389-AE47-E569FFD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046B1-46D2-4D4E-BBDE-1C9A49B3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21AD2-444E-4F93-B35C-26C7BB6C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10F95-556D-4E06-A2E6-28BBFCF6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26B9F-8F67-405D-849E-E2CA058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BD1DC-7EDA-41EE-904F-35A73B2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9D252-5651-4AD2-A724-7538D9A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CF23D-E3CE-4644-A011-D952E1F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8C3A9-BDBF-4B6D-86E3-950FE93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6f3525a00493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7269C-E919-497F-88A1-716E62B9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85069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63747-8C54-4438-8946-37FD5A15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5CDD4-3A98-4703-B033-6D2808D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B700E-2D77-4004-B6BC-5DE22EF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E7DE5-77E4-4224-A6F4-812F2F13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AABD4-B0B6-4561-A10D-AC54CCC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D24E8-B79D-484D-9D41-AF3DA43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82961-D0DD-4B19-872A-DF037D8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1686C-E690-4B68-8E64-FCE8116F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0766B-91F2-4F32-A99A-F8B526AE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45794-1F72-4184-952A-C42D1BC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CDD19-A547-4D22-A928-B69940E1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B5A3F-DF13-48B0-A40E-54726DD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AF916-5F7E-4E09-9616-D45464D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349D4-E331-427B-A20A-DD779B0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50F49-3ED8-4DEA-ACA2-27FADAA0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06573-C84A-4A19-8866-2055001F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349edde9f4c0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8E5ED-2030-4656-906C-60F6DE99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987161138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695D9-4D48-49D3-B8D4-9ED76C9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F62EE-0998-4C0C-833B-FDE00FB7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F77F0-B7E0-4431-BECA-6041863A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88DFC-A247-4F32-ACE0-7D8A16E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41A9F-89B9-4244-B4CB-B550EC9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C256-2597-49EA-86CC-B62FB12A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8EF85-DE81-44CE-A8C2-4A5126E4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1B3AE-610D-4E95-8D01-CD0394B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297B0-30D3-45CE-8B99-EA9E0A7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E6D2E-343E-4A66-B917-D6E681AE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DDDF6-5110-4C00-B48A-810585D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1C39-A1D7-46CF-9524-EAA9C74A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5BFFA-0607-42D2-A323-85D71EBA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85005-BEEB-45CA-A48B-EAD918E1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78313-8883-44C8-88CB-E8331B8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D69C2-020F-405E-B662-FB8DCC34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698b1105441c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E8151-FC55-49C3-925E-B713699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102991707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56D53-7D40-4393-92EB-E2632C59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CCAF-756F-4B5F-B1BA-8E01AEAD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481E-48A0-4E5C-B27F-3AFF0EC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C9FD6-0731-4913-9798-F1D6880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B9CCC-4F24-47C7-9D5C-38E62E2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409D-F577-4C1D-A4A9-89BA9C4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D9695-81C3-484C-B7E9-7A185D98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D9E88-8C06-4407-B360-FA674064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85D22-EEE6-4018-B641-0CBBC27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2B7FB-CD05-4D67-A9BF-8F3BE17D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ADF05-7F2C-4095-930A-18A8B1C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47735-2C52-4B03-8617-2E43A370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58877-2666-4833-ACB0-A1C7C14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A24EA-1CAA-4D78-850D-B864535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C838E-835A-41B7-B1DC-C4DB2089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B8B69-BD29-42D8-BE7E-1B14049F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9c963d8cf42c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06D04-8DF4-4983-B8CA-D80973D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5342627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55DCC-F4F8-487C-A840-95D6D04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076D-D8D1-412E-A5ED-32431DEA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7535F-9AF3-4172-A686-7E19A1F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43FFB-95ED-4952-96AF-0A66BFF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93FEE-4B9C-4871-80AC-F833401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8FC7A-B1C3-42FA-A52B-B62A25FE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2755D-17D2-4F25-A7FF-E2B0225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1C297-8CC9-4345-B107-51BAC1C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D8BC1-3312-4623-9D82-3EAC2CC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7CBDF-FE88-4139-9455-116FAD9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6B24C-C663-4695-89EB-8A6DB4DA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C88F0-ACB9-4DDD-AD63-A7D69FB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5294A-9E4F-41C9-9F25-0B5A503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C952F-8444-48CA-9168-E282C9BD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78914-50B0-4398-8907-67F1467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58AFF-E189-47C6-A428-986DE8A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9966B-1941-444C-B7CF-DF7C3C39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95163-4FCC-40ED-9272-89C6CD3C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610241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52FBD-D827-477E-85CB-B6CA646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3180D-2E3D-4061-BB1E-1F8AB0A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3D3DF-335E-4F0D-81B4-85294D22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C24F5-332E-4FC6-9562-5CF8098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2F265-6CE7-486C-B0D2-FF111BD1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2E0A6-AEC3-4310-90DA-78D4BBB2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535CD-B6B6-4352-8539-1B35F5D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3DDC-BC98-47CD-90BA-D31B6A2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F03D7-81E7-482D-9CEB-6E30330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CFB10-2947-4355-9208-5868832A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1F401-41FD-40CB-9932-098BCBDC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0078C-875C-4E6D-9710-607D0553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A1EC0-8CB3-4136-9FE6-CF290C8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FFE01-F14A-4F51-9FCA-E3C9E67C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78077-E651-45C4-8FC6-ED1AE43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CB5CF-1778-4E97-83B1-59B3B625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E1DC6-2D66-4D93-9400-AD10824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1013A-9CD8-4124-9F06-050B3BDC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516048073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A6F4A-C8EA-4CDB-A088-E0C8CFEA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07653-795F-4213-8502-B0FE304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7EBBD-1A30-4DE8-8D97-68A06F3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7EB3C-2E1C-4AD6-9C50-4062349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F316-96EB-4E97-9C48-C68CDA9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7E0FC-B906-4A0C-A44B-5DD2920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65ED-99FC-461A-BF24-75E7130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4050B-BBEF-4F88-A52A-1613694F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DDEA3-5C61-405B-8ED6-A9C86F6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B7962-1FD5-4773-AD56-C32208B4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D8F0-2577-45B7-996A-B19AC00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4E81C-73FD-4C23-A1A8-D59C4E10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DB68F-CF42-415A-810F-33220607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9A056-7873-49B1-8F1D-8CD2BF2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86935-D02B-45EA-9D9E-2706E918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17987-F103-4571-B2C2-020E873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218BA-6DA1-4329-AEEB-DBC2331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2238C-6539-46BB-89AB-395FB80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37271260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F7796-60D4-4E42-B00C-488BA59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2E552-232A-413C-B7A5-B8C8740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FA1B-0917-4BE6-B150-71179727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AC665-BDA1-48A0-9D5E-4C6AF8AE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D696-0956-4011-8D4A-355A8E0D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F065B-C58C-4F8B-AAD4-7CB4301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996EF-C882-4120-AAB8-CC881F20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37305-0317-49CA-826F-B6FAD89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79F66-0F10-40F4-BF80-F7C7A57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85EAE-A66E-43AE-ADF3-607FD87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CC558-05A4-4ABB-A50B-D41A463F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4D438-480A-40C2-B848-4FFE216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AE31E-A6AB-493D-BA86-CC15CC8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7A8A8-AD53-4417-86EF-4BF5CEC5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AE06D-AD73-4C2C-94CD-ED10F5A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4DFF4-87DB-456C-B17E-DE4C1E5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ACA0E-9812-4184-BE35-704F3F39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BBBD0-F01B-4845-9F05-EF41B842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128791808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9F543-F9D8-44F9-84C2-80415509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16A99-60BF-4879-916E-79564A1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1CF13-D522-43BA-B245-A5F4783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49AEB-4D94-4981-BDB7-356192C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71C82-5DC0-447B-AEB2-D27EAF65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D16DF-B0F6-4B41-BCD5-4692EE5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C19B3-83A4-4405-ACAB-A432F43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E9DF4-E7B5-4EDC-B138-9C2F954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4B042-443F-40FE-8E87-512F5BE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C065-0506-42E3-A38F-9CF067E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06073-D924-483C-BF6B-F31EB7F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7205E-0CC8-4B15-B5B7-17551D4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2DACC-2CE8-40B9-BEE2-7979614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84031-F70C-460A-B6C2-6FFC7C46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AFA6D-4477-4FC7-A8D2-33110F3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61398-7DCD-4E0E-A016-67D6622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D98BA-C2C1-4B9F-B7A7-17F9723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0E663-7280-45A4-A356-04493012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20151273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2B267-2C1B-4B01-BD26-C3E9EC0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E11C1-6CA4-4F22-B9D6-D2DE05C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1D1FF-B172-48C7-BB98-109DE7E9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19972-3812-4C21-9040-FA077D4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9E7BA-06D3-41E1-A28C-B5881A7C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CFAD7-3DC7-4C19-AFD0-EE2F8DB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6EDAE-996A-4DE5-9170-1B5B4EE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8FEDA-40AF-4626-B226-C9388975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77D57-5FEC-46EE-8F9E-A4F3155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7C72A-D2F7-47AB-B6AD-C93CC2B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01876-C260-4B20-9A05-98088D3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3D58F-3B90-4F15-A515-DB5BEF2D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F1F48-FCCF-4413-85B2-9E4AF48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7291E-879F-40A3-B6EA-37E3175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643CF-8805-43B9-86DF-C5B9BA8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16C65-83BB-496F-832E-8D2EC32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AA902-676B-4EC7-9634-F363F204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16AC2-9D7C-40D1-81FB-D49958AC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14C0B-9133-495E-8FF9-46A9AD5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D715E-2304-47B9-BE45-7BF7FD1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E4639-9EEE-42AD-A389-905BC84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BF3AC-6330-4D5C-829E-89A9B02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5E233-8693-4F5D-9106-5EFD1E75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76AC1-1377-4CC0-8EDC-8C3E6D2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035324513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22A70E-F661-49BF-BA45-1A9A770B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FA26C-60FA-4992-A212-2838010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B234-A8A9-43D3-84CC-69DEF34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C1FAF-9780-43B5-8C6F-0231CCA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4A914-4C94-4A24-A9A8-B50026C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E6A43-7428-4D54-B5F5-EE7C7E79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7D6A4-BCC2-4E52-9672-8C9B949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B38C6-86B4-4C10-9832-D443843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AD48A-FB36-4CFA-897A-353A615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E7C09-2912-4F25-8C3A-FEE79B1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781E3-49C3-4787-BB03-DDF545DF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E25F4-BCF2-4C3B-8EDB-D1B59F7C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17422-E5F5-4C1C-A9CF-B2617A2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8BB0C-DDA5-4483-AEF4-B59D315B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E63EE-F4DE-4734-B22A-E979C00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4455C-1E17-4258-A78A-3667F43D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59A05-E63F-406D-A4D0-5FCFFCE0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F2116-B1C4-495C-BE19-549A515C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FAD6B-C379-4C47-94FD-9C0FC4F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E6C6F-7795-42D0-BA05-DECB802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6CFF-2B4D-4568-AC87-0E012AB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2C173-620E-42D1-BB30-1B5BE64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22583-729D-4E41-872D-C87D7871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176FF-B78F-4136-B829-1DF6BF6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669389774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866C4-691E-4087-BFE1-7705117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EA97E-6A6A-4E64-8144-01957EE4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6E9DF-76C5-457F-8AC5-18B6E523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335BF-145C-4E98-82E5-2DEC242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9CB10-AF55-40F3-8864-4B39600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0BB15-D9FE-47C6-9EDE-B54DE89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EFE8B-0945-4F50-8F80-AD82550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4B158-C45C-45F9-8A08-39B00751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4DDEE-1212-4A1A-9991-68F33408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3D955-2B42-4D2C-B9FA-E907FC5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32367-5A2F-4D5F-A308-623CB5B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86D51-1C64-4AC5-BB7D-5CF7C57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06062-8E0F-4902-A8CA-691220A0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701F8-EBF7-4ACE-A369-C2D901B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EFACC-6E04-4DE5-830F-8BEA4CD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A4A39-2017-463F-99CD-7F968B19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DDDEE-4069-4193-9F43-225DC57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EB259-1A0F-498C-9AD4-051957F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0B9D2-B8BC-42F8-8084-5694C94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60A00-2083-4769-ABE6-198B635C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35DA0-9CF7-4258-93DE-3AB28D9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9B14D-4ACB-494A-983B-81DD1C04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108E6-1D39-4D7E-A73E-9AA3A4A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08D1D-6887-42E6-88E6-CD97877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28489243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CC575-A5E1-49CD-BC29-F4122841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5A68-5D95-42F8-948E-DB921BD6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5E4EF-55DB-43D8-97DD-C39FCAF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9ACE1-EA19-4D18-97A9-B07F6AC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5F30E-D870-4F78-AFEC-178A72E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0DB77-2205-4A30-838D-52A9956D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E33CD-887B-48F4-A919-29CD0C9B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0E8D-2C51-49D3-B8AE-EABEC237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C39A-87E0-4AB7-893B-DB630C7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B66B-47D6-4937-8A1B-79E4EAE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ED286-9376-48DE-9BB7-AC8D41CF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63E91-8434-499C-8FAE-BD873EA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6F9DE-C313-4789-AA6C-1E58EA7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1F272-B73D-4435-852F-2E64CEBA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B5FD0-B24B-4D8F-98E9-7468C655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164E0-E391-4E8B-ADC1-E86BFD2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7A91C-B2F1-41FC-9384-705BFF3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18325-652B-4B7C-8B8D-DEFEA6CB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2135E-28B5-4160-BA1C-DF1C25E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AD697-5031-4108-9746-C5D4ED7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C811C-59C0-405A-9409-16F829FE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38FCA-332A-4BED-8401-E1D9123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D9B76-DB29-44BA-AFE1-90B13A7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F6E3B-164A-4D0D-AFF7-3A14E43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1075269101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634A9-90C3-4219-AB97-EF7937E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40375-96BA-46AB-8561-2740196F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46A8A-278F-4AF9-93E4-90C1337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5011-E993-4E9D-BD27-961ACFA5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F62B5-3012-4D12-9EF0-B7FEB72F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9B76F-5526-4AE9-9BF7-D5872387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AB8F3-D1FB-4A92-B8F7-676A9F7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70634-995D-4D08-B1C6-5496A5AB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74DB9-2CB4-4114-8AA8-27BEE3D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258F8-A192-4055-A798-79F7D43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FDA65-74EC-4B51-A192-4AAE1397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BB660-B39D-4711-81FC-79C1A49C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AE8E9-8881-40A0-A2BF-AC589D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64A5D-A860-42EF-B6FB-F28CD8E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E6E38-0CBB-49BB-B542-E87D581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12D78-68D5-40D9-BF90-AAE5E81D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D2F25-4844-4907-9261-A4BC2A1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F37B8-3883-41EB-9CBA-8F31E64B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67915-7453-4983-B173-520B211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21BBA-AB23-4B5A-B2A4-8E8FCF19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8B42F-B069-4AD2-A1BD-E7A0C6AA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442C3-4F46-47CA-8A2B-106B6EF8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DFA5C-8DF6-4F5F-8BA6-B1AB79A0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8A42-2FB3-4BFA-BE12-648CB64F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DD6B8-3567-4AA1-9106-E31FA18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2085486936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B1893-C8CB-44DE-BC1D-E4658D86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0787-7144-426F-BC72-CA90B97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B40C-9BE6-4241-8602-4C59E350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2F2F5-3D16-4DED-886C-C7F05B0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4081F-01C7-4FD5-B282-45A7CF6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67A4-FD57-48BA-BCF0-0E61DEB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0D8BD-0478-4B65-B369-1E13394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B867E-652B-4DDF-B542-5E4FC7C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F0A99-13D5-44FE-B44C-8745133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AECF9-F18A-4E34-9209-BB369891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44A8C-7FE6-4B55-8D2D-EB387226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1CD7A-5662-47A4-B9A8-7C67E9C5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93B39-BC03-4B84-A01C-9C1DA57C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A8B11-B130-4F49-8012-84B96B15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AACC7-BA57-465E-9503-F5351EF0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C948E-0503-48BF-93B4-EA066E3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1DBAE-32C7-455A-ACBB-2E2A667C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AEC0C-DD9F-4D57-A1A7-C672BCC4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5D9D8-830D-4D77-B05C-B48F7ED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07029-4CA3-44EE-88CA-A0763AAE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E31CF-90D7-4A90-AD6E-EEE8B42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F89AF-36CB-4D5E-AE38-5BD8422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2EA42-48B9-4381-ACDB-7A8D9B16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B2F12-46BA-4DBC-B09C-A5BEFDC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9894F-316B-49C2-8257-86D2ADB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26495614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425E4-1B20-47EB-A03C-24EB6C4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305F3-5BF0-44AE-A1DF-4A79B01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1F6E7-F740-4AF0-93C8-B17D112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ADAD2-B928-4693-A89F-7B0B1E92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0CFFD-2415-4823-A737-D182FB8B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EF089-A984-4FC1-B9C8-451693A0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96136-8926-49C0-854E-F1A8E07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B019-637E-406E-BB25-67E18C02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E4D0-54E1-4D8F-9E7D-4E418704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FCF3B-FE74-4CE3-B6D6-D9B8BC5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B6DA5-A03A-48B3-8B16-164EB90D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FAEF4-C47C-431C-96B6-97CCEBF6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22C58-15DB-4AB1-B74C-AF8AF27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10C47-3527-4415-9081-EEE8122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E1D5A-061D-49AF-9447-1EF182D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6FB3D-7F2B-4488-90B4-7D5038A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42391-B247-4CA8-AD6D-0EAA8CA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0DF53-F7FA-4F34-909E-92DEBF93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B3C7D-01E9-4156-BAE5-C96965E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4DAD0-BA32-4E7B-AFE7-A225E42D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772DF-DC80-480F-AD54-617E7AF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46A4B-63E7-4799-8CBE-6169FAB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5F28A-CA62-48A9-82BE-D23165A9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6709D-94A3-4828-93A0-E000AF2B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0AD55-577A-4271-8427-3455EA20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35118331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48EB5-40E6-40F9-B360-E7FA89C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73C42-C513-486A-90DF-E35D918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72862-227B-4114-836A-8B86E145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47150-E4DA-4906-9E98-791403B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9AC45-0CB8-443C-BFFB-AC289C66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591CD-135A-400A-B22A-AF50271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3B5A1-7CAD-4CF4-BC76-E6376D9E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70D3A-2AC9-4039-B307-2E1F9F4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C3BA3-2710-4E99-933C-124B8B8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B31BF-D477-46AC-8FD1-0C999B29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296DA-DCD1-4592-81C8-F4302303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77D01-2025-43C1-A027-E020B88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7FE34-6DB7-478F-AB5A-491DBBB9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4845C-D644-43C2-82C4-F4326F2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6A7E4-030B-4819-8D6B-20574CF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9F794-2F0D-4DC2-8E23-7A394315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C561B-B891-47FF-96ED-C8B8139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5D362-CB0A-4E43-B805-F8F3066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343AC-AD7A-4486-A6D9-CA0E653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CD558-8BCA-4D04-9773-C46E7034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B9372-8C16-47A7-9C5B-703F0536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3D979-08F3-441C-9E40-FE590354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F8CC8-D4B0-4319-A068-3AD4CFDA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DDEFA-0EBE-43C5-A4DF-EAFB1082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A07F6-03A4-4EAE-A8A2-E7C50D9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658743537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4A093-8430-4F65-ABF0-B04A6309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3603E-FF49-40EE-BA15-0572EC5A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옆자리 PC에서 다시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C2433-8039-4F67-855C-147759FF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5FE6C-206A-4742-885E-44C670C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92AE5-93BA-4E3A-8629-5A98AB0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2BE64-3FDC-40F7-B5E2-4A13EBF4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9D1AA-838B-4630-B8BD-3F7763D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71B49-7A10-466E-A839-00E04D6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EF305-BE75-478E-9AA3-DCDD2D4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1C8F5-683A-4F23-BC92-F9254C28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C3D85-7371-4B19-AF2E-A6222DC4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8991D-478E-41CB-82A3-004C601E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30138-0BEB-4C8A-814D-72CAD57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B61E2-2802-4243-8276-A2861C5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3E405-4072-4C37-AED3-B7DA41F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FFB0A-C99E-49B8-915A-300F2693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042434840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9E88D-0BCA-431A-B943-C0525E68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ABE53-9BCD-4EDD-A3C8-23B9823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8247E-05D5-4804-BD6E-E26D9AE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41616-4EC7-4B78-A13E-8BE13B3B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AF6B6-A560-4644-A449-93F83CB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AAC5C-4B1E-4AE1-AB06-348501D3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6F2E-C711-4F76-85E7-6BC442F8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43EA6-9524-4D1F-BA78-69854864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39370012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912B4-7F75-470F-AA25-7F4A00B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3D625-9EE3-4533-8A6C-F5D2F49D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B1517-E977-43D2-AB96-6D40D31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E6815-CACB-462A-8E55-60582C7E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4370C-C9F3-42D7-A246-F24CC26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A3A97-E0CC-4C78-AE96-3552261F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E152-F3A1-4587-9E8B-0180CEA1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57A1E-D8FE-4BA3-B564-CBE3165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02AE7-AFDE-4E09-89DA-E32494F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7FAE-37C2-4E12-B5F9-26FA297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2B5C5-794B-4E7B-9820-B10575E2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D341B-FA4A-46FA-96CA-EA340C3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37944-BC75-49CC-AFAC-4552BBAB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24EB5-F0D0-4848-B3A5-CC3EF0D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69F34-3726-4F11-B51C-B4082C5D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F970E-1488-4EF5-A961-F91CF2CB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AB5B8-6FB6-4092-9626-73902C35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44ED9-E1C2-4D38-8135-016C36E8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94D2A-EFB4-4411-98F5-D310350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0FCDD-FC19-4FE6-BB8D-660AD5A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905EE-3C09-4CEA-9C6A-70948BA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8BE48-F523-4D68-8502-A53FD4B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126587041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FC2D0-2824-4CC7-982E-86B8B76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Next-action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4C075-4237-4413-A250-4F949D0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8DA5-1F82-44E6-886C-4A24080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13D24-D273-4111-856A-C50ADF10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D39B-F247-457D-9B2E-8630B27B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AE835-29A4-4737-B5E6-27E2067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47024-29AC-4160-83B0-D804BC8F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2F00F-3A40-4946-B4E7-E780099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D1A2C-1B7D-475B-A770-3346466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6A3D0-172E-4BC8-89F6-97B3EAF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C5A48-B1C3-4A1A-B543-CBBB0F7B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C4F6A-D498-4856-9308-9643F468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EEF1A-69E9-4562-96D7-4E0B9F9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규칙 기반 Planner로 실행 구조를 먼저 검증할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D8FB3-E800-4AD7-95C2-6487E67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5EFD8-4DC8-4BB9-89E4-812CFF4F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1952C-106A-4CE6-9280-FCA976A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3D74D-A198-48FB-8033-7333501A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9C5B5-9694-4C25-BCD4-ED7BB5DD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736592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9B81A-D28C-43AC-85CC-421917BE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Validated Runner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78879-7EC0-4F6A-9378-70F897C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DB710-62B9-41C3-9E1F-741EE4EC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92160-7E66-45D0-8AF9-9AE0C7EC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595A9-5D30-4E50-B21E-900ACB58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D8CD-3469-4B72-BE15-A5167F46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2ED46-7F79-4100-B132-20C0F3AC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13EFF-8599-49AB-9BB4-1F8272B9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955E6-0CBD-45AE-BC82-940F24C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7B3A2-5800-4810-A63D-DE5AD24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EC4AA-99CD-4542-8526-D8B2AF3A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1F2AA-EF1C-4AD9-8FED-EADCA904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037F1-9D57-476D-8F88-4B666ACF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권한을 분리해 안전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0047-6D1E-450E-95BD-E721B64F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81EE4-1C5B-450D-9BE9-57BAB99E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CC7C2-4629-451F-B314-B64FE4E4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86DA4-0DE2-4EAF-848C-ED7EBBE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50F10-2EF2-4F20-9C4A-1716C20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783758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2CF5D-4D9D-4995-BB14-BD779298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Maximum Wait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75DEF-3070-43DF-9FA2-F9F4D70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CEC34-0964-4E0D-907A-E0464EC4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1053D-93C9-4061-824D-1775B81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DAFBA-786C-4D43-9C22-9F51496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02AFF-19A1-4A98-9AA1-569A8E2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E8029-CA83-44B9-8877-0F3DA6DF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7F679-2137-451B-B727-5A9C472C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BC2F-7858-4E6A-B060-20DE252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9CF30-DDB5-4E81-9168-0B3E60FB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16532-7CD1-43E9-B416-063ECAF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053D4-E57E-40B5-B7DA-895829AC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5F2D4-9797-423C-BB82-3C7405D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대기 때문에 수업과 서비스 전체가 멈추는 것을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DB4BB-26FD-4BE6-A933-09658F1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E01DE-2356-4679-B091-00803E2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F5E51-C641-4132-8C5A-56DFEF2A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64A09-987B-4FA3-8C22-C4B82C90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576B4-C1DF-4C2A-B509-F0A0EFF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0166345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6167A-DE36-4041-9637-EAEF092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Same Request, One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80CF9-5A11-4B87-B790-AB2F224A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A276E-FF71-4734-B48C-71FDFDA0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2A384-5C8E-489D-8430-F9ACD3E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56858-5457-4339-8B87-F89FECD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53951-61EC-467B-9106-6AD4041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C990A-2B46-48A7-9592-D0D17E1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9EBD-7538-417A-AB79-721BD8E8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D1174-BA61-4525-820F-E2E434F5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3D0A9-64EC-4DBF-869E-77A6859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1761-E535-46F4-90F2-4C4C324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258B5-8D45-4424-81FE-27CB0EE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BC78C-D23A-46FE-9747-6810459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재시도·중단 후 재개에서 메일·게시글·결제가 중복되는 것을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EE75B-704C-476C-A486-ABC81F38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67E14-8552-41F4-866F-B38D69FC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15D95-F2E4-4615-8992-493E600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47E1-A564-4B1A-9F8F-552245C5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D1611-938F-4987-B6F8-F178093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2022819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3249C-BA1D-4FFC-9949-529CCAE9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3D99D-C8FF-4D5F-B357-1D51DA5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70602-6029-44ED-8BC9-7FFA096C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7C33E-6EDF-4C3C-B748-A41C5C1C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F6EF-9380-41C7-8562-4E6E2125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C46AE-1530-4656-A8C8-AECBA78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F086-9B10-472E-B6C0-38A0BBF8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6EBE5-32E2-40B1-B8AB-88678809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9e5a731974812">
            <a:extLst>
              <a:ext uri="{96DAC541-7B7A-43D3-8B79-37D633B846F1}">
                <asvg:svgBlip xmlns:asvg="http://schemas.microsoft.com/office/drawing/2016/SVG/main" r:embed="R6d592eee524e4d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29A2C-EEF8-4439-AF86-4B5D9C2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5D294-5C4A-464F-BE5C-ABC0C3E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ECCE7-FECB-4973-9971-8666434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8E137-A799-4075-9365-32ED696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A98BA-9089-41C8-B4A4-ADA5CDEA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E3D90-7CA9-4523-AEE3-478239F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EA70D-B2B4-4C85-BD66-9C6020A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9A18E-7F5A-4674-BA59-CAFB87CE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780761581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D9106-3CC5-4F85-AB28-0B45AFF4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3DF93-13FC-406F-BE6B-A965F16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F36E-50F1-4A6F-B66E-6D7D787A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19970-B084-449E-B5F6-E3CDD55C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149F6-4EAA-431B-B985-62FE149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8634C-6741-4C6B-9572-32B53A70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737FF-D0A9-4296-AE17-60EB8F7E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25EE5-1E68-485D-BD42-DD9CDD1A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FD8D7-8EDB-40E2-AB42-A172F9D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C9BAF-41A7-4C48-9F66-7C179448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BEA0C-3950-4B89-B08D-567F0D7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03AE1-215F-4049-86E0-6C275974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0C0C1-5313-4E49-A7A2-B948D01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486719889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ABF16-C91A-460E-94AC-742F72B0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C9917-CFBC-4A6A-B7A6-6668FD0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7B511-D004-40D5-859A-09553708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64FA3-DC02-48D7-A683-EEA4A6D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BCCD6-4247-4573-BA0F-B858C0B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6105C-FD82-4409-9119-BCF9476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8569D-269D-4F06-8882-ED65BDEF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379A6-9EB9-4F07-AC65-6E826799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C806C-C457-4C37-8A38-53C2B77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2C2D-9103-4243-8E1D-03FC64F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C83EB-3847-4196-A297-5ADED27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33313-68B7-44E7-A86A-668C0CEE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F8043-A6C4-4B97-8FE0-EEC4E95F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AFF74-3A9C-4116-B002-C601C255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7B9D1-D683-46D6-A7B3-E013C0BF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F8767-1959-4EED-9924-9DA5D7DE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15322277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47ECA-FC58-4BF5-A610-9CF2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04C0B-D1F5-4AB0-AEE8-2262F1C0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BAF98-2CF0-4471-B133-E1AAA79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B433-B2D3-4749-B614-4AF081A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B78C1-0E40-4E19-B801-A5EFB6C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B606-764C-43A1-AE9C-CEB42816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4D899-D14F-46C8-ACEA-E0E74DB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1329-F27E-4437-BDA7-FD70E36C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4559D-7B24-457C-89EB-10FAE3E0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4C972-0E51-4FB7-9787-6970FD3F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A56F7-514D-43FE-BF9C-8BF008E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757D3-6010-4C72-8F3D-1CB27D9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D6886-8914-41A3-A7DE-4A5A7B7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159B9-C236-40BA-8ED9-C1A8AA0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9BE96-391E-480E-B771-0A6B0E2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3943229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F8D20-CA30-4021-B51C-5BB4C2F3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EFC62-7FF0-4977-A7E2-D343139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F04F5-B0BA-42EE-AF05-03E0C6D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7B882-4D03-44C7-87A2-D5D65EF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F7BE0-9737-4B3C-9FE3-C6B96D5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CC808-B49D-4E41-8CB1-871CFBE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005C9-D202-49FB-BC0F-D41CC748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9A08A-3A60-4191-BE13-69CC700C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751DE-AEEE-4814-9143-9F11070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12474-65F1-442C-90FA-2219A15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DC332-245C-4658-8056-DCA33291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38AC4-E666-4B86-87AA-DE63ED2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C186C-44F2-4C07-8BDA-F0EFBC41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7BB70-5E0C-4A20-89AF-2ECE887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F15D9-0BDD-4001-AAD4-257C496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D1BBD-6C3D-4C67-996E-929A1061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237048909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42DC-4A07-4506-B67A-5F36459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E166E-8315-42DA-AB24-7B30D0E2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F0E7D-3FD3-45AB-9199-92AD9E4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A3A68-FCF2-41F2-8928-044702DB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29F99-EB76-4CED-A3AA-E385580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BEA7D-112D-439E-A983-F1B08CF9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2A622-10A6-4E39-A359-08ECBEB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6DE24-DD23-4549-A820-C5601413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33807-0C1E-4DDE-9DC1-5C10965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B529E-FF27-4111-AC95-ED90A84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EABDD-CC19-4691-A97E-E9B4355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FB4D1-D432-4377-A873-2EE7DA9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E184A-E74F-461D-93AC-864ACDA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464107371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D2CA0-D455-4397-98CE-26AE654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F3B4-A430-4B7C-8640-5EA784D5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A825-2BA3-4AB0-B452-7727590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D12FB-B07E-4AAD-80BA-A9FC9250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F31BD-7BFB-4E81-8CBB-49A71F4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BAD1-774E-4710-A7F3-2E88890C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61CA7-DCAF-47F8-88D7-117E6864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711C3-760C-4E5A-940F-D89AA81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10AFE-F213-47F6-8F1D-89F8A566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BCCEE-ECFB-4F44-8F9E-4406705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0C857-AB63-4EB4-BF31-8FE1E6A3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DB3F3-893E-44A4-A320-5723786C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916D3-97C8-4AB5-A8A7-B62CC14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5D3E2-0DC3-4B64-B48C-964C01AA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53FD4-3006-498A-B63E-6DF9D1E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9E3F2-1136-4BC0-84A7-F36BAE84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207473451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94A85-9F97-4D01-BEFA-932E8ACB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E53F3-FF69-40B5-A013-EFC6AA3A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33D7-C5A2-41D5-9CD4-13BFD2A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AD199-FC79-413D-A302-E244ABE3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F80B1-9A97-41FF-BD32-88C258E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8BFEC-07DB-4C0F-860E-F401D7B5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A4931-910C-4785-9635-61BAD6B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CC9BE-494D-4FBC-9C88-E7CBEC3C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07FE4-560A-49DD-937D-97E2A1A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A7C34-144D-4863-8F65-B01ED73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5CDE6-6996-4AFF-9CBC-8F8EF005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BA05A-FB88-4AC9-BB9C-AD52676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A81A2-4AB9-4E50-9BE9-7D3205D9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1D38D-B7CC-48F6-9888-6EB9848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B0235-D2CB-4453-A769-616623A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B0AFB-AD02-484E-91E0-E9085AC7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764A-6EC6-41EB-895E-93DED38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4C0F8-857A-43D5-AB8A-0FD0487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3033A-D223-493C-8E93-9F88C21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5A49F-BE69-4B14-A882-F9F3C56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80052-80AB-40AB-AFB0-D055405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F59EA-3B0C-441F-A101-678F3BD2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553093881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B3BA8-01BE-477B-AAA5-46DB078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92DF8-72F9-4A95-AEC6-B8D206A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F1887-4BE6-4934-9871-AF34E8E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ADBE0-3E99-47B0-8BC9-1C35C39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C65C-2F68-4AE2-AAE1-45E470A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7DBDB-C5D5-4F7A-898D-9AB4302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89D6B-F536-4363-A8C7-99E78B1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BA37F-D597-438D-86C4-3B1FFAE9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C29B-73BF-4DCC-A455-AFFF0AA3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999C3-BFF1-4326-A577-DF80EA25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38DEF-133C-4CF8-B21B-B35F471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DDCE0-8CD2-4AA9-8E43-FC5552E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75AC2-6E22-492C-82A7-84C2BE9B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33964-E83A-4D15-81D5-14B01E56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6C25E-4A24-4B03-8715-4DA45A3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992A1-3184-44BC-A09D-ADDC6868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4E6B5-C94F-4ECA-ADE2-16411B8B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E1AF6-0C9F-4F4E-9118-3D5A7E1F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2B308-1898-4662-96C9-7A2750B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8CD3A-4748-42A6-B473-1BCC862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ED0FD-26A0-4B37-B7E0-4AD2B172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9658F-6B74-4360-94FB-74E7069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10959311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39E42-B05F-4F15-8CD4-9CCE22BC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2AEB4-FEFE-483A-83FB-AC62BC83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F1BF8-9157-4CB6-BBF4-260F5B1C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39532-E7BE-4189-B705-9954A5F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05F5D-2E03-4ECC-B8BC-47115C9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14F71-D89A-47ED-8251-1EFEA58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83EB0-32BE-4CB6-BE24-ED3F0E5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D9AB5-3645-4143-BB2A-9AC715C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743D5-BB91-48C3-A1A4-2C7E0C0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1ED31-25DA-4F37-9077-CD3BB98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DE356-6C6C-4EB6-82F3-DD93C14F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53CB9-DD85-4FEE-A00A-C91CE15F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FEF95-D2CA-42F5-9B85-46404297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E4FDD-9BA2-478D-A2E0-71481DB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18AE2-D265-4EC1-88F9-C316A621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2301C-E0C0-4AAB-997B-882A096C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9FB72-B8AC-4D10-85C7-21D96F5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705DE-7419-4E71-AE26-FDA2C15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85415-1629-4D16-AF89-8D80495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F1D7C-23EA-4E65-B381-BF43B89C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9EAA4-A793-47AA-9473-684C546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5DBED-89C4-4FD0-94E2-C8074A9E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984286891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E71C6-56CD-48F6-A30D-53D1581B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095E5-9487-453B-A2E1-B014534D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DD9C5-11BA-4E9D-BFF0-B6B95E8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A1AB5-ACE0-4754-A80C-46EF32B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B5C1B-E7E3-4DE9-A858-97CACDC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6D21-1910-44C9-AEE6-38AF69A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FFD31-362B-4B0D-92B3-7D71B356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57574-2AF3-4B5E-B1E4-66B6AC47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E1DA6-7F51-4EF1-BA59-4CCD565B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B5B6E-A172-4E42-A428-2153345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B0313-6047-42F0-B753-ECAC2947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41F39-F22E-4D66-9193-47F3F1E4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299B2-2BB1-4AF9-BDF4-D5AC420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1C038-D12D-40B8-872E-6E524A8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5A562-D1C1-40AA-919C-357612D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D9B61-DE18-41A8-A03E-D17B3B3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56EF5-E58B-4887-B8DD-E2E5321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DAEA3-D367-4739-AB3A-DC97C295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FE463-C548-4996-8AD9-445DDC0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3FF4A-95C8-4938-BE59-0361C049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799E5-24DC-43D7-8C1E-2C371B6B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77AEE-3C19-4F71-B9E9-489B35C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46351509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71AFA-87CA-4FD3-AEFA-30253A91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FE0A-7B5F-48D6-9D5D-A8859C71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39EDA-0EAC-4052-9873-36F36CA7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456E4-92FC-42B2-B580-BE50915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1B87A-91BE-495B-946F-79981419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809B5-AA21-442F-8D48-DC2582F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73E3D-6892-4CA7-AEC3-6F7FF052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852DA-73A0-40B9-A4A6-524533E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09E88-1500-4D45-A633-6801009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AA9FE-558F-4769-AAA8-DFA1998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986D4-CED8-4E4E-962B-EC42035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BC271-91D1-41DF-A990-CF149DE6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0DD00-ADF1-450D-A800-D6641816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A2372-11C4-4EEF-8EBA-3DA34E4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B4C88-BCBB-4816-B6DA-749CA3B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67369-98D6-4AA6-9925-A0EAA09D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1747-B65B-489D-8B78-7F39922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DBA07-8000-429D-8858-57753745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821BD-1521-4958-95D4-3826691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5F5B3-3AD1-4466-94D0-E97AE458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151E0-B827-41FE-8F0A-B01B55F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484DB-4027-410D-8367-35F4A289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518410981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F6578-7366-45D4-8AC5-1DB407D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B989-68DD-4683-BA88-0E3A6BE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4801C-CC1C-49DB-B8CB-E7F41E5E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4DDF4-DA3D-4188-B5A8-1DC4301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1E41-18FB-4F74-897C-68BFF4C5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62095-B771-41D1-8480-1B911997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4D6F3-6B77-4760-A8B7-8FE98BC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1E459-1758-4D25-A495-321018F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7EDCF-F6CF-4DC8-8FA7-5922FE9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3C390-B8B2-46E0-8DD8-02B87402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39148-0E69-4292-95AE-5E623E2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7EE60-C8EA-4564-A719-122D5946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34471-A3CD-4979-B87A-D9F16561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315B4-5279-44F0-B772-0AFF704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315A5-DC1A-4EBC-8D47-A96A7C63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F5175-C53D-4E36-97EF-1A72A6FB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B5E64-077F-40F5-841B-7FDE558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741DF-2E2F-41AA-94CC-D6C60820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ECBCB-F9B4-4EED-8207-E97419E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33615-5B92-44DB-A6F8-E7FD79A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D72F1-65AD-4E55-A512-28F3DD6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58D53-1D1D-4558-8F66-1DA4CD6D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5A7E4-B655-4A48-A346-E4E1BFF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597B9-8B0D-46EB-9743-28CA914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12019-C623-43CF-98A3-3C9ACBD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61723-AB41-44A2-B49B-0DD485E0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DC3BB-E326-4015-ACFF-FD820BA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7414115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70970-76F3-42DE-9857-94E3E039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CD12A-1A3D-4BC0-93C8-E896283D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1925B-A1C9-475F-82C1-EDA8091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8E12-2581-402E-A1A8-8C4E8317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1D418-735C-4C07-BF04-E1799F5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2B1EE-52E2-433D-967B-E65A9237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61951-35B1-48DA-BDA3-11BB8E3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49E09-519E-40F7-8C13-E0B2042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4621D-CFA5-4FDF-9F2C-E0417F52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78135-F254-4003-BC42-E9401C1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71C19-1479-4DCA-8B96-53A6814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74627-BF85-40B0-9E80-C228922C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05408-C4F6-47F2-8029-D90BEA5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E9AD1-9C8E-46F9-A5F0-63FA8B3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21998-C7AB-4588-BD6B-D7937D70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F12D7-A828-4FA0-84EB-25D0BD7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ee5f0b7f2438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518F0-33E6-40F2-9AA1-CBA58687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69338863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ACEFA-D16E-4F87-ACD7-138C700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14E7A-4842-42D8-B2E7-17CF7FE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5A083-92F3-4CFF-94C0-5553642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BBD45-0694-4802-B1D7-2D452C4E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F5EA7-56F5-4252-AF5C-B792B0D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061E4-4A1C-44E4-B77F-9D04B653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CB4D6-399F-4C03-9FBB-0F220104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2B677-16E2-44F6-BD73-E4C9E1F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07548-F243-46E5-934B-93EDB9FA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0EB1-6A5A-4341-9ACA-FA7354FB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493A-E6C4-48D9-959E-F69F449E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D118D-0FD5-41B4-BEC9-4D4D254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2AF56-0C3B-4313-8451-F2957FEA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75CBB-59C3-4856-915E-943E2A6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D7F1D-56F0-4F68-9F7A-87C1E00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EB172-33F6-440A-8557-4306C4C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cb88184e94ea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24C6E-F916-45DB-90B9-BAE66CE0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303778537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8CDFA-89D4-4551-A7ED-6D46423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5E09C-527E-4E36-B28D-3B3648A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CB109-C6DE-4174-9B39-1C3A837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9B0E5-5728-4CAE-8BC8-52438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52D3D-51BE-4D45-92D8-69450F0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736E2-0744-4C48-8510-E7B12610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54221-7BBC-4DBF-B2AE-4A7B89A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4E2A-0505-4601-A6B8-08A548F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5869F-6938-4158-925C-6B90DB4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A967D-3A03-4697-BBAE-2E5A4012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F8541-DB7F-447F-BC3C-E9838FC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2736F-FC43-4F89-A0B5-8FFAFAF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B21E7-DC00-440D-B7C1-A5CE415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CCFEE-9140-4E5D-B202-5F184C07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72D6F-2BCE-4AD2-930F-7ECD7B15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86F14-87B8-488A-8DA8-0132A9E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c158d84954fe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32913-96C7-4712-95CA-A3ADB56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02994900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1C93D-023B-449F-A6E4-77AD3365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FC308-47D3-45F6-9AFF-4B14502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DFAF7-83BC-4367-8416-D8484D9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8EC41-3C6A-4774-AAB4-ADBFA43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48068-4CF0-4159-9300-D9F5267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9072C-C65C-45EC-A042-8F4A8465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0ADE6-DB3A-4C47-B71C-5AD2B911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55B2B-704C-4183-87E6-A7F381F0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202AA-17AD-43ED-A638-4D36DE6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FE78A-C344-44AD-AE05-F006F37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37194-3E92-4F78-864D-5D37524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35D55-8434-4A5D-9C28-15BAF08A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78647-9B16-428E-9CCD-CB0D55A9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F2304-837E-4CD4-AE1D-88EC7C97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FE805-5236-437C-B795-13BC46A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BB3ED-0823-4F22-B3B9-A7820EB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7993fea624aa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7945C-8544-4692-B168-0EBC07CE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2061720449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6FCD7-897A-4BDF-A339-B62D96C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7FFA-FB58-420F-89F8-0BB29DA2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891EF-37A6-473A-ADAA-6A3CC24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FD37F-DA89-4A1B-9C35-F64829C0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73A8-4837-419E-82B1-A20ABEEE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CE50A-F8F0-4C7D-A0FD-C0384EB4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CB599-6DFE-44E2-96A3-EEE282C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D32F2-0A14-482A-B2C5-2291869E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847FA-779A-4473-80E8-EBE704F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F5C94-C6B3-45A2-9B29-834F21E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662FA-7DB3-4190-834C-C5AE324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A3430-48A6-4BDE-A62A-6E1FDE2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03B35-97EC-473C-90A3-AFBF2174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0AB83-615A-43E6-AA12-9598E59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3FCDC-3D8E-4D12-8A95-0C1152AB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05041-DAF3-40C9-9287-1003EAB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CA552-2FE5-4CBE-A340-168E212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A99D1-D266-4EB5-B976-CE576515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2096457310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C772C-E493-410F-B78F-ACA87AD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770AF-75E9-49AD-BA53-6E13480F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9A6AC-4A25-4AD8-B12C-86D953D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23A3C-6DB0-4D4A-A42E-41D9684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757C4-CA85-4E26-9F42-6FF48B2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83C75-AA1E-4A7C-A434-208ABE6A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7F5C2-62BB-4C02-B9AC-A5A566F0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F4646-AF6C-481C-AF77-B6DE558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D6E4B-85E1-4AF3-BC13-F879311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61D1C-99F7-47B1-A3A2-862ED49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531E1-460C-4826-B183-A680A744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3DE1B-1D06-4BC7-BA8D-221BF9DB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A2CED-FFE8-466A-A8D2-3F39E109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6DB76-F64E-4564-81AB-48770D73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DD6E-97E2-44CD-A424-4D01EB6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9ACF6-E07C-4386-B50C-E481A9B3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A4D66-4CFD-4477-8022-7AA6373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104B5-836D-4C34-99F8-796B83A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1468905634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62B11-132A-4BE0-984C-D11D51EA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37EC9-DE26-4FA7-BB2A-C1EB82C9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015DC-FBCE-403C-98D5-27D0EEC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9873C-B011-4B8F-A355-8075889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EF132-F44A-4432-B183-2BDA2B74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BA8D2-70B2-413E-B70E-6D074CD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29869-F916-443A-A894-7B05122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9FEFE-8118-4143-A72D-23D7756D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E894-EE64-44D9-B3F1-3FEA337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96B32-7304-4077-87DD-18DC759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E4243-F152-4641-8B7A-830CCBC1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5C55F-6101-47D3-98DA-D2D8300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B8B2-2542-4F3F-AAF1-6DF2DFAD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824B0-03DC-4CA2-BDD2-DDD2EF4F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C52E4-709C-4C31-B3F2-8257996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48B86-E1CD-41BD-BFFC-EA9B4EEF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C81ED-8964-4BF6-824D-693A42D5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9D8B7-1F7A-4F2D-A666-758C079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580606185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CD00D-1E51-48BD-AC26-572C174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8062B-0893-45FB-8162-8529411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00F23-3E56-4208-9C79-CF7BDD8C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833E3-FC6E-439A-A0A9-0E9083D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1488C-7ECC-49BC-9D8B-2F495E20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8B413-3B18-4D49-A5E4-B7FFA0CB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05EE4-0F00-446E-9397-CFC7A5E9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F53E-6D6D-498E-86C4-0EDD59BB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A62FC-8062-4565-A74E-85D92749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261DC-5ECA-480A-94EE-52078DA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09E56-94F4-4620-BB62-397BA5B9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C10D0-D883-484C-B20F-5BAE656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E2EC-4314-45B5-9CC5-B1BFF80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90862-A14A-4E93-9396-8CA28A1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5233C-88DB-4F0F-A50F-61217AE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220F8-6BF0-466F-8105-D82CDEB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88219-9190-499C-A837-F86E7D2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801E7-4322-41AD-B34C-766AB48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190256484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9982-E2FC-4F11-8F56-E763C40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2E11D-6B27-4E19-A192-DBDEEF66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495E5-F342-4D2E-B59C-386CA32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66B92-1775-4B2F-9D25-7630F85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C65EC-8109-4884-A4B6-4062747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2E9A9-2BEA-4927-8A21-A25F9BE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956D3-CB40-4CA3-8492-1E62830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7B60D-28E5-4012-9B6A-409A527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FFE8E-3BC2-4F76-A124-3CB1FBC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9C396-1468-4614-9F39-C0D2022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5D629-1FCB-4CC5-8902-B6A0FE91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932F-8727-4A6A-A72C-2D5481D6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0CBEF-43B8-407F-9838-D257B58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1783D-E738-4759-AC84-6758281A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12F99-CDF5-408E-9E6E-8CA7D37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8E278-231F-429B-BBAC-818F795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37D2F-FFCB-4774-B326-D66FE38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6F8B3-200E-4F38-B715-0925AEC7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0990622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38231-B4AD-4BAA-B118-6BF21C0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F74EE-1947-4DF6-A282-34C204B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95572-4BC5-4572-9F15-09C86692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EDE19-C9D7-46E1-89AE-F794431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BC824-D7DF-4332-A6F1-60BD49D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7C69C-89FC-493A-B42B-2AE0310E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0CB5-45B3-4237-8B30-BE4F451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14E65-6999-4ECF-BD0E-74B38A6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7E198-F112-425E-8376-3E6F4A0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0A97F-35EA-4117-B888-31798EC6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8BD37-9AE9-4A3C-ADCA-B19F317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E7A30-D3F3-41ED-9C37-C43901E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AD5BD-AA73-41CD-94F5-5F7EF60E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65C14-A4D1-4A91-9B6D-F602FE6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00128-9A3D-4A02-96AC-27E2956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B87A5-8533-434E-911A-8768249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56AFB-8592-402B-8FBC-C0EFF9B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8E90A-412C-4ACA-B9CE-2F1BC20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D3F4-5577-42D6-8760-8882D190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3EB0C-2D94-4F6E-88FB-4217678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6C974-06C0-4D44-9712-3C3EB61E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A83C8-1406-43C9-89BD-8A930E3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566DC-3393-448D-9D35-B25CDBA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0C658-02F4-4D50-88F2-1143DC65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45365991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97E35-81FD-4420-A468-F086602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65D09-F532-4B5C-AC53-FE30A04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72525-87B7-4DED-9AB8-CED50A6D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31B92-9998-470D-83D5-C7289CD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C0043-EECD-4747-9DC1-EE9D49A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0055A-A461-406C-8EC0-A8737DDF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926C0-4EA2-4EE1-9FF2-4D7C491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F6A4-FFAC-4FC4-A9E0-A65AB5EE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53EAB-4EBF-42BA-8CCF-6365E6E8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10D67-8BFA-4C1E-BF8D-39D2431F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EF228-A30A-4BF8-A3CE-8525B84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37EC4-5C0B-4C27-957B-892BF340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9B542-3D77-472D-8F1D-A46DD09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357A7-633B-424C-9EBA-03FCDF9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0ADA1-41FE-4C63-9087-6F2E652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60263-91EA-471E-B206-FF3087B1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AB924-BB00-4124-AC09-B1BAD1FF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62FD0-6C96-4D0A-BAE3-79C5FD8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B806E-C2AB-466F-B3E5-5FD129C5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8FE4C-D3B3-4ED8-A5D6-002A1D1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9E6D3-5AD7-407A-80ED-8702895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37D9D-AA92-4160-B2BB-1AFAB8F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A7372-24A6-4D2B-8FA8-537A997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651EC-E87F-4509-BEA5-1AD031A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819187251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04C7B-3638-4003-9272-0610F908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C3190-D837-4CE8-A7F8-84973E68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9ECA0-0060-4C93-B469-2CC859E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E6072-53AD-49B8-8615-89301089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DFDFA-9723-4EF4-9762-7C26EB23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B3D63-EA2B-4BC0-A92F-4D9C3FA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BF018-1673-4505-A887-B839300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AB122-B2A3-4F21-8E23-E34D1558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C1A79-8A7A-4B8C-8D50-7B5DB932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DDCA0-F192-4514-8365-F20253A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3DE2C-B711-46A8-8010-7AA82FA1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993A4-5693-4FAA-BEEF-07E82E5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3E045-D12A-45AD-BD02-72D4EEE0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3CEC3-9622-4490-A421-4BA5C76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54789-91B7-4469-87DC-721E98C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B5EFC-FB03-4A64-A6E1-406F5F5B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A2148-6C6E-4AFB-B8E3-34D50085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8A6DE-8ED2-4AC2-ADE4-B9542D8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3158A-1DD7-4695-9FD5-EAA71EDC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F12CD-5530-4253-B512-3B5C45C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5DA55-18CD-4532-A528-AFB8BE2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20AA1-52D6-41A6-8422-1476B88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16053-3A22-49D5-A6DB-CA75611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727D8-7D14-4EC7-93EB-84E09428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52570068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BF043-48F0-456A-AD5E-B4C9D50A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3DA9B-B986-45B4-8D0F-77CCDA75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9F1F2-B6C1-48E1-8D64-D32C785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B7137-7A35-4988-A121-17F1AF1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2F3BB-CC7F-4702-8671-43CDFC6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8EC7-53F1-465D-BFAF-6487C4D1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91D5A-6B94-41EC-9B83-AE10B5BB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12B28-41C0-4C3C-9607-DFB1098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8D7C4-4E19-4783-9A8F-CEC57A55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6B626-BDB7-477D-949F-21CC7A1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11373-D8F0-4C55-A1E7-89A0C33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E288F-12F5-4AC5-A9CC-1E6D8A8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BC750-47CC-4526-BBB0-7EABBA9C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71F88-D444-46C5-ABEB-9E24D9C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795A8-D1E4-4E2E-B117-81A23910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0D1E1-FF69-4F1F-B9F6-6C832F3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2BADF-5C74-436D-ADC0-7A3D1098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1C5D5-BDED-4423-809F-B0F8E8F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FFC11-E08B-4F1F-B9AF-EB15E1E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9C5ED-F311-47D2-AA0A-617D52B4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570B3-B225-49C4-A93D-0CA54C26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6B37D-7B42-420C-B78F-DD9FC2D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ABE2F-2111-490A-A885-C922C7F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6E66C-3592-463B-A2F9-BC6C4E2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1325153402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A6226-BF84-46A0-BA69-81DB7EFB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FBB6E-C774-4955-B99F-E4B6020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A393C-A82E-4BCB-8F23-FF85165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45D6F-C102-41C1-949B-9403B406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1D3A4-2320-4355-9349-FB012F6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DEB93-DCD3-40FE-B6ED-FDF13197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7BB1E-FCA1-463C-A856-89AC7CB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5CBCF-C640-4D72-AFAF-1E45476E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66ECD-06B9-4520-9423-7E2EC36E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7E191-EDD6-4194-BF80-9C61A3D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F3B7F-4D4A-4128-9782-452B2A2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7E48-4A44-40BC-84B2-BEEE95F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19353-B369-4308-BCDE-CEE4A01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ACAE-6B8E-40F8-9CB6-9735DF3F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2344B-DF47-4A2E-8015-77A4A90A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5C0B4-0822-4EBF-A828-9152959F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F858B-640D-4AD6-BADD-6358C31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668EF-1818-4B3D-B133-C4EF428D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40109-FEB4-413A-A3A2-E4FF579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BA356-73FE-4BF3-A6CA-DCFE384E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B7A94-C071-4624-A9A9-CE5FEBE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54985-722D-435D-B25C-2B7B4E2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2B284-F361-480E-8E73-4BB4C46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156E4-37AD-4BC8-98B1-B41A9A6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022FE-B977-4229-B17B-ED17AC8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567076120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BFCDA-0604-472D-B390-55DC081D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9D0A0-D90A-4D62-8500-653A8B34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87E86-AA43-499D-82E3-2BB103CE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47FD2-E38C-4702-996C-BA38F6D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2798D-825F-4E44-832A-E5D196A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47864-040B-4D77-8400-8275A4D7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0AA2-6513-48C8-A14A-E3951EF9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5C8E4-2362-4E8A-A6B2-02C3A2DC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7D705-43E8-49F0-BE9D-83D8E691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557D-E30C-470A-B125-BE8E3C9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4CD10-7FCA-4A3A-8B16-5EA8079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027E3-1E25-476E-BA64-943B8997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2B7E5-A650-446D-948A-4BA80F4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2F9C7-FC1E-4941-91E6-DC2EDA1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C7107-B0F8-4599-84BC-89A3ABE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7CBFD-931F-4FC6-BA38-A72B53F1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3C00B-8A8B-456C-BBAB-D703A946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5ABDF-870D-4445-A147-6628A34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1B108-052C-40EF-BE65-EF2D58BA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47545-984A-4858-B716-2841ED37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AADDC-23F0-4FC8-A1EB-3627E3C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FB930-E264-4518-B08A-959C6967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8AD78-6B7F-48E4-971A-EB37987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F9A48-2C5E-4874-953D-615F4FD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C72D9-327D-4D13-ABE5-E36DA3D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383043338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7BF47-CF19-4B26-8A5B-D6415AEE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BAA6B-63D2-4301-82B9-081F9E8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89ED8-8EE7-40EC-9C90-1D33D28B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C273D-6058-449F-9A76-8FC324D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FB6FF-8FC6-4494-AC43-0E6D42C1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4B0B-549F-47F1-ACC7-87BA575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09736-8692-4ADE-A16B-0B562CB5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26A27-F8AE-42E6-B79C-8939B2F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544E4-A772-4FE1-9E46-D0FBD876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DD300-E548-4F41-A622-28769AF0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2570B-9995-4678-923D-5320C6C1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4EDF2-1F27-4255-929F-684D46D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7A77E-DFEE-463C-9F2D-E4F12BD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0C806-9D6A-4925-9053-FA4B517C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C8A3A-CABE-4DA9-B310-887087E1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19812-2223-4F30-9AF4-D0641B3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DFA6D-71E1-4360-AF0C-B7A877F1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2EBCE-618C-4CED-958D-A796E38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818AB-D1BD-4639-8DE2-71198656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EEF8D-2CF1-4C72-92C7-7347119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753A5-4222-4B30-B6FD-AFFECC22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B7C72-DCF8-4CE9-AFAA-BE56697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C54CA-0AEA-45A7-944E-1D09EC88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EB33A-040E-4B4C-988E-18F7FBCD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FB224-A06C-4B5F-9E63-63CEC80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27792555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5FA36-C8D7-43BD-84DE-7307897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D5608-BF49-4E78-A64A-C941BB4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D16A1-F6BF-48DB-A8B6-4C87C36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8BDB-C932-40DF-97E1-91B57CE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57A3-DE37-4B63-AFDD-FF577B8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306DD-9BBB-481A-B9EA-EC999CED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A21B1-D685-4A82-BA91-0992189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B90F9-A8C2-4DD0-A1D2-FDA6D8C7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24480-8286-48B8-B8E3-2715703F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35A8E-2929-4BA6-A2D7-F7784F42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4AB3F-8BCB-4D0D-8409-C4D6476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6B24A-938F-4667-AF12-96B468C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268A2-4C10-491D-A321-F5F0DFB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62ED9-460D-4D38-B728-17806F6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AD137-8D88-4C2D-995B-AF14480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9EFB1-3583-4E3B-A100-80FF636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A4C2F-AE61-4B4A-A063-ED8FEA6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EFAF-0A2B-44B8-A38E-CF1F9043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10C9C-F379-491B-AC9F-0778386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32306-2533-43E1-AB87-741B76A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56FB2-061B-48B1-97B3-A4E8C86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AD30D-590E-46B2-8E65-0B2130F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80550-7BDD-4759-A7BC-9A795B2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F5BBA-5981-4EC9-9F30-0586131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E8871-895A-4F77-881F-19DB9D6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451103545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1B75C-AB9B-4E1D-8D7B-B5F6911B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C9E0F-21FF-4170-906D-9077E4D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31930-BD2D-4198-BDBE-ECE34B8B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A6DEC-F38C-480E-B5E3-317924B2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BEB76-6628-49E5-A5FB-C5B5EAA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35BDD-CAB4-44A4-8459-5DB4019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3CF85-4964-4EF9-ACC3-C080CC5F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45D16-7C31-4F4B-BD5D-9603896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0FAF-69AC-4A46-9600-D2088A4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7D7D9-D279-4415-A693-4F406DD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47B76-F753-4527-8E11-4ABB9CC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EE304-B22E-42A7-A3D1-BA150D65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DEDD2-48BA-43AC-929A-232AB66A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5C614-5292-47BD-B295-4E3E38A4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BB8CC-530E-4B7C-AB84-611D63F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3BB76-629A-4285-B2FD-C4405F8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42870545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7483E-4E44-4323-A3A9-27F6CC5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8334-FE32-445C-A2EA-6E7A10EF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2B3D6-5B05-484C-9C76-0360A05B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CD529-66D6-46F5-BDE8-C4A30130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10EA9-07C3-4A63-BACB-C2A47F35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A040-7054-44D3-89BD-9B1DA00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8897B-2797-4218-A805-44DEB44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547F4-9B34-4483-8433-7EBC166D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871802198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10CAB-E04F-46F4-8497-4D7B11F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5C54-CB24-4F95-B7EA-C2FB1569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5C36B-3BA0-4146-82DF-43775A0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F1B25-919F-4A16-9143-23F8C38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017CF-F837-4401-8E6F-1B3677BA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570BA-9758-4EF1-B85A-80FD131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166A9-7A58-47D0-801B-C30FBFBC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D0A78-1CF0-418C-90B9-2034800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4781B-8BA8-404D-89FE-DC18A02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514C0-0DF6-4103-9241-5C4E3441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1694-E968-49DD-BE69-7D8F302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BDD7-1DFC-4830-8D0C-5A9A83F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1E445-F7F6-447F-87B3-B96121A7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368BB-A4B3-425F-92B8-770C9455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D9EE9-2007-4134-A822-56E174A1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E4C2C-8318-4309-ADBE-5A8E28B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1D2AC-FBE3-4084-94BB-40FB3EC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91BD5-7328-45F5-AA8F-F064A1E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BD31F-BB29-46AC-B6F8-D93D909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E4B2F-8C8B-411C-A457-9EAA30F6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7D358-36BF-4246-ACD1-89C3521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7E006-FAAD-4C6D-ABB4-DA2BAE30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616223019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CDBCB-85DC-4838-BF85-0196C9A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Model on My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75885-FC80-4A36-9675-28D7559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D8A37-4B46-4C88-A8FF-A7D68E16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F09A3-8262-4CB7-95F3-88C0998D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8935E-7F61-4A47-A165-594FE19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7226B-BC09-4B79-999F-8B42638C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8FE65-913E-4F89-9D12-4A2CDD0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3F55D-92DB-44BA-8F3F-F18D36D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7B7F2-6964-481B-AFB0-D3113878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48B97-D4CF-4E0E-B25E-0D44B456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42AF8-497F-41D6-9218-2333114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E0C1D-B140-4238-8FCA-8E5B68F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882CA-D015-46D1-8C48-A3140BE9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실습과 데이터 통제에 유리하지만 설치·메모리·속도 제약이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FCB64-C706-4CD6-849E-B2AA043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B05B5-2FA7-48F3-83A0-BCF13C0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3A51C-3563-4A7E-B070-D3CC7A7B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5401C-2596-4CD7-B744-566723A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9D0ED-97FB-4376-B845-B8A3A85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1613449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3AC4D-8FE5-44A3-8F44-955B7474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Model Access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F0821-4E67-4589-BE3B-E58BB2C6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5C8F1-E1BA-4BB0-A5D6-DF9CBA46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49A52-B068-4800-AF1F-EB3DC1B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D2E15-0AF3-41F4-9911-397641F9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CB4AC-69B9-45E3-8420-4DA90B8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E5E45-6BB3-4A97-A2D4-72526D57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1D931-102B-45A8-8D87-F0664C77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64FE7-3A34-4068-81AA-D54F1BA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DAA12-9253-468D-8B5E-C4F0DBA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0514A-1AD7-4EF5-B906-A5C69A2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A7A72-C873-4864-BFC9-8E62366A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16D36-C653-4961-A6D3-92FBE630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Provider마다 URL·인증·응답 형식이 달라 코드 결합을 줄여야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831D5-8845-46F8-9735-AE8F227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FF0CF-8637-4F81-992A-3A79B27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B8D1B-E4FF-4C82-B275-1844040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49882-6FE1-454C-93F8-7E304EF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1993F-D3F2-4F79-AB7B-905E898C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1079316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EDF8E-72E7-4CF3-B465-B39F64D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Common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5ADC1-8BAA-43E7-AC3F-27657E55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4FAA-4167-4BCF-9E0B-AB7F534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4FA97-372E-40A3-927F-340E9DB4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92F90-6CDA-4C1B-8D61-DD997D9A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3709D-5EBA-404B-9AD8-70A99F03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24D41-53EF-4281-864A-4BF1776A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4E898-33EA-4A9C-B348-317AB3F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0C59D-A1EA-401B-9C1B-3531D178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5BFBE-7602-4D5D-A0B0-84A432CC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B6DCF-5322-4267-9B94-1C076DDD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C297B-E891-496D-A133-1F52CC0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78C71-E649-4CDC-9C0C-7A0E8BD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교체해도 나머지 Workflow를 바꾸지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DAD6C-A6FE-4303-B99B-7089A242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C5574-E4BB-466C-AEF8-A3BEA8B4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887AB-6C05-4773-A8BD-4F5C2C64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44A99-EEA2-456A-9D47-DED4C35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4F253-16B9-423C-A2B8-7D7EDD19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9997266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5378F-EA66-454B-96E4-9C2AB421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Alternative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A1294-A13C-479C-BB09-81268E3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DE38B-04E6-4AD8-8AA9-E1BD3E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6835B-4EA8-4D80-B0B8-37AEF18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F1303-54B5-40B9-868A-B443E61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DE887-087C-4C91-BDA8-9AEA716A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0DE37-6F5E-4F1F-AA26-76F98682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2DEC2-2B95-4B9D-B48B-DD43816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50211-1867-432A-80B1-F8FA389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EF049-951A-44A2-9DB9-44541FC1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8C081-4AB8-43D6-9128-CB1C90E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AA227-BF23-4CA3-9379-BD6D4BA8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A1B70-8BC5-4066-9E60-2478F90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설치와 네트워크 문제 때문에 전체 실습이 멈추지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0077-6CDF-438F-B473-6BDCC7A8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FD575-BF82-40C1-94BB-6C488832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02C09-426A-46D5-BEA4-7D89C89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931F3-4AB5-4A1F-9CEC-240CEF81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453DA-C33E-4C22-8D2D-3AA7D0AA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1706953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1494B-805E-46C4-982C-B64D6469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1BBA3-5E98-4DA7-89B8-013FA159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0E1AC-31F2-46D8-BC4F-AB8E31B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6FE32-F6AD-4C6A-A152-D4DF7E49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E9277-0A22-400F-ADA6-FB57C5B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F5E90-0799-4D93-AB82-A6AB45EA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A6C48-7319-4043-B8C6-9C3883B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3D679-3AD4-490C-8EAD-79C670D4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87d8cd5574a4b">
            <a:extLst>
              <a:ext uri="{96DAC541-7B7A-43D3-8B79-37D633B846F1}">
                <asvg:svgBlip xmlns:asvg="http://schemas.microsoft.com/office/drawing/2016/SVG/main" r:embed="R686e978c87594c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D7A23-7687-43E9-875C-DD459F6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6F3CD-8627-4A1D-A327-98B33625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2B189-B058-41C0-93BD-64C61156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04167-53B8-477D-A3F3-6057034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17AEE-DEC8-4CA0-AA86-C1886A2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397A8-97AC-4D87-BEB4-B65FF98D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9D25D-0B52-4BCF-A66B-7E61D7F6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7143-DEC0-408C-A949-67773538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1134895285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D919B-0B1C-4932-93CC-D0A9A45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E0BD1-22B3-4B60-86D5-9A790443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C6F3-8172-46BE-8B0D-54515A31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ADB44-B441-42F0-A9AB-5DA4E8C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FC1B-943F-4A10-B8E0-10584FF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63671-EBB6-4A2F-973F-5163F860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159AD-BD00-40E8-9AB2-B8E9B6B1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B6414-8904-424D-974D-D771B16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1C6A9-1965-4407-9B11-58C35E7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CA63B-A6BF-4BF6-AFA5-4EDBAC3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57730-AD60-45D6-86AD-702890D8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7B29F-C517-4551-BF70-AD83970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2AE40-BB7F-4AC1-9241-B4178D24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16387499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72329-C365-4EEE-8516-7D9E713F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9D186-20FB-4AD8-8A7B-EF1A6F78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F2210-A018-4D26-BA20-8B0EEE90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FF8CF-97BC-4AB6-B27E-0813D92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7337B-BD10-45CC-A299-C20B536A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C5E40-1667-4D4A-8FFE-AAAEB76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5B2AC-0B7D-44A9-9604-2D280AC9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E3BBC-CF9E-4D92-8A0F-58441FFD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20212-F46D-4CB8-BD77-94292AC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9608-806E-459C-BF2E-6246898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D3EE7-E7BB-41C7-B0F5-EB154C7E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7F96A-748F-4C98-AC74-EE13D4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3BA2B-8BEF-437F-AF37-1DD7ED0E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536B1-695E-4D4D-8FA8-A455A21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1484148924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7D20D-2A03-4501-99F8-443FD628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05FF6-C085-4562-A1F8-A35775C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8D6B-5E1D-41BB-AAD4-89198666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A7F70-804F-4BFA-8125-DC1B9493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025C6-01C3-45AD-B0A2-D8F3E40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3FFBC-1006-4194-A2D5-DDA5CA3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68B74-7423-4778-8D45-CCB8DF67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B4A1E-4E53-4145-A1E0-FC90F6F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631DF-8D05-4306-B3D2-91361C9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FDD8-E8E3-4424-A089-DD3C58F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1B317-7A18-4783-8582-4221DAD3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6581A-E9B9-40A6-A3AD-3E8061E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85B3C-017F-4291-8952-3DA42B1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A3C96-6233-4920-8628-1A351AF6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9B505-44F3-43D9-ADD7-BFBE4D4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862969180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1F614-4DFF-47E2-B3B6-757E50D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C057E-94EF-41EE-8CAF-E6FBA1D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6CB99-EA9B-471A-BCD7-FFFBFA19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3E2EF-DF11-4A35-BCE3-BA36F83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4FEC6-E82E-4A9B-8F0C-AE3A3F11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EF597-C1A8-466B-87DA-AA5D5600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0AA78-05A8-4D28-9DF4-BE1814C8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B6EF6-F7CB-4DC8-99E5-BD64284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702C8-65E7-45AF-A1E7-D887314F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87ED5-5517-453B-8779-2B30696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452D5-D69F-4CD6-BFBF-EAC64F4D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91B53-2FDC-494B-8AF1-21B6106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23DEE-8976-4909-95EA-3B589328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D99A2-703E-4D08-B3B0-D68F8D33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067199400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5B6-CBD3-4942-BAAC-1AE4501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48D28-2AEE-47B9-B138-46DACAE9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848DD-72F5-401B-876C-F7EBA457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DA2FF-864C-456D-85BE-A354511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AFAB7-E989-4C65-B192-924C6CB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0ECE4-7697-46F8-8DFB-83009F0C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20876-9EA1-43D7-9DD6-A7BB98C2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B0026-59D6-4FF4-A8CC-A8739F78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7CDD9-C6D1-4468-8B84-EA9384B5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52D3B-6314-48AC-8A1B-CA17906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5657A-A36E-4BD4-BA61-603E0BC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3679-3414-4DEC-A700-C801268E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F3BBF-37DA-47B6-987F-4AE14F13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58873355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3C7DF-FB99-4BD0-B911-F4842DB7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9B4C9-63B5-43CA-88AF-305DFDA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1246-DC13-4B86-890E-0FE39C7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7F535-6846-4D9C-8EB0-7AB61EA5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96F15-3F02-457C-A792-6A36420E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9D634-EEBB-4227-BB6A-9369FA8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7511F-0C28-49A7-8EFF-8B575F9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7784D-32A5-41C7-8053-277E426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A9EE1-4A16-4CDF-9F68-B0B0661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11D55-5ADC-44F2-B089-FB046B3B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62D92-0F25-418C-87BC-7F6AAB03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E5158-81C1-4D1F-955F-98B7DA7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C2CC4-89EE-43DE-AF2E-08D42F7C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602B0-32CB-48F4-8068-0FB72E3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59004-0B4D-4793-A0E3-27B7B211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F830A-F361-4ACF-AB3B-E9CFF12C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8EAC6-3411-4DB1-804C-858EFF0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6C032-E38B-4ABA-8CC9-E8531EAE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1196941794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4E47C-7BB7-4BF1-BDD6-C492A77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F748E-A519-460A-8AA7-94DF7ED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1670-A787-4CBA-A4EB-2280486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407B-BE62-46D9-8E97-769A184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B2C85-1DFE-4DAC-BF18-BE1CBD9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6C4C5-5CFF-4BD4-9484-3C858F1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5E28D-E0C3-4C45-870D-354D562F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8299A-54BE-4BDE-A558-6DF1610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D108A-CC74-4C06-90DA-242D8A54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49B6C-E80C-47EB-A513-C7C7425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1228F-932E-45A0-AFDD-A0506CC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7FDCB-12D5-46AF-9D40-3C07BD85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4A889-5439-4300-9CFA-DF7B7FBF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45C78-9257-4082-A8B7-311BB272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A5791-89E7-4B3E-BCC1-935A2A06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2EDD9-25DA-4F5F-A0F1-F6250CA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69B26-C6C0-4079-9738-1C9E0B68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70EF3-B9A1-4D71-883F-98915525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95AA5-5602-43B3-BA0D-04E3DD0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F5F41-8AD2-4103-9E81-A8E2BB1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5D437-FEF8-4DDE-86D0-10F16883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60DEE-48EC-48E1-9254-D1C961C4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810211324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6B0FB-B638-4382-B2E2-9EB99B6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2CCD7-3F2C-4685-8A2A-7D61E1D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14048-9466-45E4-B496-6CD0F2E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15C02-E28D-485D-BE50-32CF4C3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3846-5D83-47D1-8B21-450698C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CD77B-2199-4EC6-93CE-F7E875F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CB560-D509-4A5C-8F19-26408FC4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CE4E2-B3F9-4096-816A-C691022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C86F0-CE7F-48DF-B29D-2A48561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7220B-40FB-4AC0-A4B8-AD698BF1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DE6CB-632D-448B-9021-E7A791C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EA23A-DDAB-4CBC-9B6C-5DC20678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614EA-44D3-4805-9B19-6AE409D9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F85C7-C605-40E6-9C30-B30892B9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81F29-72AF-4A04-8B0E-994BE4F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52CD8-A3F0-422E-91FA-B2349C1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5B699-A821-4CF7-A8DB-3E76ACDD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721E9-D5E0-4A76-9ADC-D0C0EC8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456B7-6DF4-4965-93AA-1183D82B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58DEE-9220-4E9A-A906-8EA9FFD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C1244-0657-4DF0-BAD3-B8E1A90A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F780B-507F-4630-8579-79FD263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890250766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E0A2A-40DA-4C1D-93CD-290FD82A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79E21-7B59-47C7-8397-875D9A8F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8D5E3-0169-4FDE-9E32-D8E58BDD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33C59-7187-4433-83C3-05EC448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AB17-0903-4D18-81F4-10BCA1C1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6C5A3-5535-4F05-9E9D-650F2B5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EE1A0-B495-46C3-9B6F-1C209B91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8C439-B183-4000-BE97-0EBD7B40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4CF1-E3A5-4930-83E5-8C0A855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AD982-E27E-4C0C-8FED-78C27230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15378-3162-4344-B243-2EE65300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162F-1617-42F0-9464-9FC80E7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CDAE-9FF5-4DA7-9512-5C28360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BA3D-F7BF-4733-98B3-87CD859E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0FF13-65F1-4B93-B636-97C96BA8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D9797-E16D-4422-A21E-AA19218B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2A58C-FAC8-4B14-87A6-6E5C343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A6D80-E137-4AAB-82F7-3DA24357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2C968-A8AE-4134-A770-F3EA68C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32E31-C399-4CCD-8537-FD12047E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632A3-F8EA-4488-8765-CFBDF18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03EA8-CAEE-4CBA-8CE1-6D71638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1042843133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39F6F-4E8C-42A4-86ED-650763B5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7CE0E-242A-4039-A39E-66F245F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7ED4C-2CBF-494B-9429-480B5B6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A22A1-ED4C-4ACB-B5EA-DEFFD7E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67814-E286-4B0F-8DEC-FFC6CDEB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A745D-664B-4CB9-9A04-DCFE9C2E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39D1E-EE37-4B21-AD58-02397B7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7A05-3972-4720-803E-C3325B80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F2CDD-4B2A-46C2-A7CF-0F17744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2B393-40E3-4591-A7CE-5BC6BBC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BB3B6-79B7-42F4-8522-59EF760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20929-6F2D-4162-B26A-7B519ED0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544E6-C500-4BD4-9187-C3151042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981A9-2978-4312-8B17-7D0EEE70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4D62C-B250-4CFE-9F70-D54787B8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F244D-F76E-418F-95C6-4575D77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B4787-09D4-4D22-B2DE-F7D98F45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04A20-2B32-4F5B-9EE8-8E07154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1B662-8CBC-4EA2-B716-0087E61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311A0-DA4C-405C-B02B-44E1ADF4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1A48F-8FE3-45F5-9801-D9A576C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5FD6D-B1D4-4F56-A6C9-720BA2F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02134243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C8E3A-3F66-4941-8340-CA71805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2EB4-39DA-4202-BCB3-F2E3A890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0D49E-9C1D-41C4-B820-5FC35F25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68A5F-03C3-4382-A5E4-BAF71FCD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12A1E-2FCA-4E6C-8AE2-5592869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5EB03-0CD8-48E2-94AB-73359CE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108C2-2B85-4FE4-BC49-E04EE5D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34815-D068-417E-A2F6-AFA1C40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44714-80AA-4C9F-9233-3EE720D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7037C-7296-48E0-AFD9-E39D2E1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50B49-7DDB-4EA1-ABDD-7F3FEBA7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BEC38-6ADF-4181-A34C-5CEEBD7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73BBC-A5AA-4830-96FF-6A49E47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81F21-6B74-4241-9BE2-69167627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7A084-A0E9-4346-8EBC-5105157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B1944-1A4F-4B18-A322-1543FC8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6CAD2-9E73-4BFA-B756-070212C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0FC7D-3995-4BAB-BB01-D5FD6CBB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8E7A2-0560-436E-88EB-C73539B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79DAD-D4BF-4917-8378-00070AD2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FC6C0-14EB-4B02-BF18-DB18BEF8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71CA2-6529-44C5-9DB5-CC1F1B1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241622160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F124-8639-4E82-903C-00313E84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1E06B-6FA8-4F5F-B6F9-81A45DD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D9C3D-CEDC-4AAB-BADB-D1ADF0D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FE962-37C7-4F4F-918F-BA58215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F077D-2D6B-48A6-A8AB-A2E5FEB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8EF0E-36AD-414E-99BA-756A8CC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170B9-2803-43AA-8CB1-9EA02D0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DB5CF-3CDF-49DB-8B0D-DF6BD1D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9B5F0-49E8-4335-8D10-205F6F6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192FA-2422-4595-9C8C-E4336AB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OS별 local runner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2AFA-839F-4D2B-B9F7-FEA4F28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localhost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09977-AAB6-4067-B4AF-AB72D727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F79B1-8095-4ED4-B129-11A52BA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CFE3B-5D0D-4C02-B35D-88F731F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051D7-4021-49D3-8710-7D5EECC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model tag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54092-41B8-4182-B996-034CD9F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메모리·용량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A8B12-1A6B-475C-BF0B-0574216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BB952-C89F-451B-8D7E-9FDD379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629AF-B9C5-408F-83C0-F9E03BEA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8D443-2CC6-435A-BA9E-2163A5B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GUI에서 API server 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4070C-87D8-41BC-8792-43184BB5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F5999-DB25-491B-811A-04402FC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C93E6-A08A-4561-AB01-AC670BB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22106-AE1C-4CDA-903F-ABC4541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15138-9EDA-4F82-91F5-D4F95CB1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desktop server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04279-FFC1-482A-8809-025A7D24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같은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59BB0-D366-4296-A5D9-32FDA6C3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4050681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EDC23-2F01-4659-85B9-44F2D47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B9CE5-DFF0-49FE-9913-B662E53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CF551-CF33-4DB1-A252-FCA05C13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18EEF-F637-4FB4-8009-E46FCAC3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E2157-5393-427A-A2B1-FDECF25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C9C91-520E-4884-8D29-3745229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CD4EE-A172-45FB-8BE1-2E9515A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FDD3F-6454-4DCC-A21D-6936654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B890B-654F-4EAA-B474-42724A8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22B68-3B32-4C51-A9ED-BFF3C0D8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9F02B-7297-4926-890A-CC96A421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2F92E-8C46-46B4-8B10-73FF46C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D64DB-0C97-4E8D-8480-B11B4220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B572D-72D2-49CE-BFB7-8CA64BAA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9F160-6FF6-407D-AEB2-0F7C1B09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0ADF9-AA5B-424A-9645-334B4A9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47eb6cf8b468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FB3BF-9CB3-4525-98E4-CE10CC39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44752218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A4C32-5FF3-43E3-8F8C-20D3928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80F4-1802-4D19-905E-B75A265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70E43-6361-4523-B247-54C00D0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948E-4059-4448-8A26-4EC7C302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5272-4DD5-4DF3-BE5A-3FB1A476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DA664-6558-495E-BE56-A9FE5A3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F70CD-2FEB-4452-B2C0-DD606E2C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119CC-CD55-415F-8C31-2A86F03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8252-F932-49A1-AC1F-5BA4DAA3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67BF1-460C-44A0-8AAB-47DB960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2F4D6-9852-4C12-973A-B4DEAE6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9BC7-C9B2-4064-B2C8-C56DF2F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F3AD2-3E18-408A-888B-02677D8F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C7366-6140-44BC-A36F-E0B618D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5D26-1139-4578-A921-2EE285C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B815C-160F-4718-827F-75E96F20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a4ef84ea84aa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49351-69E3-41B8-B84C-805E2145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1330842546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C8EEE-E326-4284-AF94-FF4716D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05F26-5BAD-4E7A-88A3-20049EAA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DF4A3-7272-47E5-A61A-EEA82620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60AFE-3BCC-434F-AE30-381A3376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1D9E5-DBB1-4455-85DC-682BA3C9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E474B-A068-4844-91AF-417030A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3587F-D8B1-4695-ACD4-C32A318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14643-BC85-4F7F-96C5-5682D7C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7C530-2B30-45BE-BCA4-45CD1F4F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18952-D8DD-4B63-8FED-13F82A0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C6087-493C-470D-B5CF-D49E356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64847-BD51-47D7-9784-308761D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D1A7B-2481-43B0-BB51-B50C5FA3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E0965-D87B-48A5-8056-1D1403B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8752-39AA-4F43-830C-B458DB3A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C9A4D-453B-4335-B57B-4D88E2C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19cfb2134ec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985BA-8EB7-4E0C-BDF1-578BB88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22286495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E87BF-4801-402F-8EA2-B68A6995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89375-2EA3-4079-8D23-B372B21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CD7E1-DBD0-4C4F-B3C0-562B823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21A13-09C5-461D-8ADC-F55B283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9250D-151B-4B5F-A2BB-181F8FC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D6793-809D-45E2-8458-4764384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BE41E-E446-4938-A7F8-01A11FA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A62DF-A598-44F3-94E3-F6663F1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FF693-E586-43B6-AD0B-56EA6CA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971A9-80ED-4967-BA94-D9BB2BE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A37CF-FDFC-46CB-9668-1DE15BB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1D2E7-978B-48A3-9941-9657E89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CE5D9-8E71-4C55-875D-F3129B6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6C548-436B-4A58-AB00-031524A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45982-E1C0-4A83-85B8-44E8694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D225-FF6D-4A92-BED9-87DD4239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19dc481fa407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9E3A2-BC2A-46E2-88F2-A08FC98A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818898201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794F6-8242-40F8-BEFC-86A67C2E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59654-EBF7-4FC9-9DE4-F6291A0D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E613-AD8B-4A27-9756-870929D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057D8-D69C-4C8B-B12D-9A44FFC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DDE6F-5934-4C4A-83F7-A394138F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71DAB-05AF-42B3-94CD-71577267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82E82-DF49-473D-B9F2-6CF8B4AF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C8AF-8C80-4FF9-8712-09180582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4517E-16AE-4483-9609-75C33C23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E3C20-B9D0-4232-8434-890A078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584F6-5C45-48C7-A737-941A78E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91265-3375-477E-B95E-A9C2D0A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905C0-7B0D-4C69-AF22-3C9DB67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0E646-2329-41A4-8032-33786EAD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91E9F-CE16-41B0-B963-D926E76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0E016-63C5-4E38-B07B-2E5F1D81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E14E-A14E-4AFC-9DF9-B5FE0B6D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404F9-DC6C-4A5D-AC43-0B90BE0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570263750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B8B93-3E97-48AC-816D-26A3A90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8388D-B6BE-4B55-BD77-D7DAAB37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C44AD-101C-43CD-98FD-006A8C8A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C1B65-1B3D-43BE-9A8D-B62298E7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E2123-7140-4294-B45B-4261EB3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9CEC4-327F-4794-9454-76B7EE8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572C7-F682-44D8-B7E0-D6243829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5F4FA-598B-42E9-B4E3-F7E748D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69806-B0B3-48B1-9230-A1AC7E2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772A4-4D8A-4729-B7F3-99F20F5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B0F32-6BE7-480C-81D3-13426EC5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6D7D6-C0B9-4344-AAAA-0BF2AB9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857BB-927C-41B9-ADE9-B97739B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7F576-43EC-49CE-8CA5-CE079AC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A18EB-BBF5-4AD1-8F80-59AAA61D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8C3F7-16B4-4F52-8DD5-889224A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318A0-6E20-4ED8-AC7F-D37E7CC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B93C5-33E2-4C2C-8810-55729028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680260073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A6CDD-6562-4835-80FF-EE05FA82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EC449-6A83-4C0B-962D-0154E93C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41C22-113E-4B9F-B412-3A2C1D4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E44E2-00E6-4FF4-843E-8BC5F142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441C1-8A6A-4644-849A-A8053E3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91FF1-5706-4808-B537-B07C0958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C44C-FA29-4E17-A4EE-CA1FB909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78199-9441-49C3-8968-CC0CD86E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8C9F8-1B44-4335-B310-CEAD6FD0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8E869-C325-4409-B341-DB7B8B61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D6065-3F5A-409F-9B23-9B87734B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44F35-E712-47C5-AA0C-436784AF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D001C-9278-44EF-B47A-A8ABB02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171F9-F180-4532-817A-CA369DB6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2EA17-BEBA-4198-9F87-0BCFCA6F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E09E2-6617-44A5-922D-81383963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D1904-B86E-4319-8D6B-D34F9C1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45CD5-CBF3-4336-BB25-4BADEE9F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0082598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D7CEF-3D24-4362-A1C8-C928C6F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DD287-E9E2-4293-87D0-65EB745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D8079-BC34-48C0-B532-CA8CB41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52167-A837-4894-AD5C-4946C4B7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02D2-A41F-467A-94B7-5269E958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155ED-F9BE-4403-B0B0-076ABE62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9DF4C-649E-4040-BD5C-AC3ED046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FCF7F-D582-4708-A971-EA9720D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244E6-C3A9-4C93-9B10-9B9DE3CC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BD10B-095D-415B-A044-5B96231B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F1581-E939-484B-B173-7B167AE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A710-226F-41FE-9763-9B0995DA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521F8-3FEA-4F8A-9CC8-8F92A1DB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140C1-763E-4E42-AA31-0F48D32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C5B3C-8FEF-4CE9-8B77-4198848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2F379-6C4B-4D77-9530-6D475CB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897F9-C43A-4574-BD4D-124E56D7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F7976-BB05-4389-83A3-A985EC2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797145265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ABF36-C1F6-4385-9C54-848A1A4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94296-9942-4F2F-946B-7A683864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8ED4F-EF72-44CE-A950-B89591B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36E0-9FA3-4C2A-8DE7-5ACD526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25D52-12DB-45C9-A967-C7B4736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185D-8D66-4DA6-83FE-D802C01A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8BF8D-538E-4160-83AD-53BF431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18091-7849-4660-827C-7D2B82C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260BC-2A5B-4485-9BFB-CCA32092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08A30-6276-48AE-A9C1-9C46289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310C9-6A2F-4838-8369-EED115B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0271B-75DC-4FAE-88EC-47593FE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F00A2-8541-4020-B3CC-2E0C4D8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89AAB-D888-4C00-B48D-511AEBC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632E4-1782-4C68-BB3C-4755152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C9058-8F1A-4829-A14C-216D8BCC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C0D4A-F831-407B-9CD1-C017CE7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5825C-04B5-4DFD-8690-61BA8BC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943884553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A7539-C177-496E-A0A4-E37C613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47A67-4461-4D12-BA35-C198316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3FFA1-DEC0-4196-BAB3-BC195A98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4DF3D-6C37-4A01-8EC7-6B98CFB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D6A2C-50D8-4245-A656-2B41F271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933A8-2DAE-4DA7-978E-D7501AB2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2D065-3421-40E7-BDD2-977B2302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95D35-2CE2-4050-B835-B077ADF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355AD-CF83-4350-9E59-5688B94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2F1E7-BBF0-4B9A-AF07-6F31698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5003F-4CD8-4278-829B-0ADB560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C4DA1-918A-44D1-8CCC-AD6AF20E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8D900-A8EE-4D79-A744-17A94B5C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E9980-01CB-4343-BBA7-C0B71EF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C57AC-2616-4009-BE5D-FF57084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CBC4B-D438-4775-A1DB-E9AB64E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7C720-8BCE-49C7-A98B-06BF5E9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81744-B3C9-4F19-84C7-65239F0A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942C8-A1C4-42FA-8051-B4561506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9CD6F-89E6-44F2-8C2E-8C4E369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C7E6F-5670-4F71-A438-18FBC9FA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8EA3E-FD29-4ECF-AD76-BA832E53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6A540-1CEC-43D7-9219-84699C0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9CF9E-1ED9-4B59-9C4B-F5D0AB41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663131744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426A3-293A-48AA-95E2-5E1D16A2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81DA-CA01-44C7-9AE6-04930FB0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64746-4C48-48CF-8DB9-0D2269B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8F581-F7B0-4F25-AFBB-9FC1096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F3B9-06F5-4D2F-92A6-DD84A1E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B09FC-58C0-4713-A806-09F6A97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A75BE-D1E7-4048-BEDD-F902D168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4871-DD5C-4737-8CEE-EB01703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66B9D-338E-4F17-AC86-41E916E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9E3B5-B029-41A7-8131-72D92A6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C3EE8-65AA-4294-B79D-8F8B4C15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BCE0F-08B9-4594-9BDB-FC6AB7E6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2CA94-CA15-4205-B09F-571AEE28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FD727-E7D9-4349-9FC9-7D9B8A1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AD5E-4D8A-4287-9A98-0DF540AB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AEEFB-5FAA-469F-81FA-94701C81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9F80D-533C-4616-A401-5C8B206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20577-3856-4738-B726-CB0A80EC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D7609-D3E6-4964-B2F2-E2ED478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427C7-298F-4ED4-A197-DA5066D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54336-052A-4091-A755-E58ADB11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5EEC3-F2F0-488D-8246-69EE7312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B7C5C-36F9-45E8-9DCB-5EB42059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52947-74C7-4D3A-B498-45955AC6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755860582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2E9EB-AD3C-4121-87D4-0F9E486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410FC-3A94-49BC-9347-FF0D34E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DE8B7-9D11-4965-A175-AB4F3B1D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C6A7A-7BAA-4D36-ADC6-24F7193C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9F0F3-8E3B-45B7-BEFB-50E09DF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6F3BA-0F23-4B77-A4E4-3FD1F179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22E54-08D6-475D-92B5-DA0F6BA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2CA15-DF68-4CB3-88B0-87BAB1EC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49CA-E32D-4C7B-96BA-90D4D58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EA1B6-6F3D-472A-8EF8-66036F0C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F863A-4C88-4F54-B0B7-4A65FD7B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55FCC-778B-4E4F-9EF3-C8A6F6C4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3D62A-D027-4FE3-9333-C3D2FCC5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7B2A3-BDF2-406A-9E2A-4DD4C2D4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F5841-F2DE-4C51-8139-ED050AC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42BBF-185D-4237-9BB6-026404A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750A3-37A1-4454-9AC8-9287B461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EC40A-AABA-4E98-8D9B-CECD352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6A31A-314A-42DB-A254-E0DE038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17B45-9065-439D-91FA-3119213F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49626-4053-4133-80AB-100803F8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FA54D-1417-4CE0-8961-95ACB423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63F67-8A0C-4067-81D7-BE8B0DC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CAEAF-B633-4523-BEF0-C89F155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432116413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F0FF3-18B8-4F06-BD17-68C05A45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04D84-E122-4902-91DB-08AAD12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2DB8A-BB54-4EC0-B8D0-117F56B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EAB3A-D9DA-4CC9-B06E-3A66347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3F540-04FD-49DD-AF18-A707069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DBA8-C188-4558-AE91-005789D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CD310-1831-4319-80C7-F7BA0C47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A591-E284-4B2C-8ECA-8EA0072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0745-86A9-44C2-9F10-643F980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2BF7C-286A-496E-9590-E518402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622BB-06C1-436C-B428-BB91E7E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7AE6E-C2F5-49C2-9AB1-2E5ACA27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7629C-534F-4D8D-AC8B-C336467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1E49D-85FD-4757-A3EF-D6EFC0D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6D2D-9744-4ED3-8908-93D6C39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2E591-3B6D-4BC0-B368-5605214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4F14A-E5DA-4C1C-B9E8-60BF879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3EFC3-B7EC-441C-B66E-9F3514F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E4431-38CA-4653-BBD7-46BDCD1D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70C44-07D9-496C-9750-5DCCBDB8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70B0D-DCB9-4E4F-926C-13B40554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ACAA-AB6A-414F-AF4A-4331E318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BB42F-3065-4D05-8286-EE459C52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D2F86-B281-47C9-9AA6-D6926FF3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556521273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DE64B-5A43-48C8-95CB-19ADE3E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ED6EF-FD40-40B1-ABA2-2203A22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16411-5673-484C-B590-3DC19026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1044E-9560-4BA4-BBA8-15F865C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44F17-4C7F-4980-A760-7D974A9C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DF56B-9C8D-4C2F-9389-81A9A22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19C0B-3878-49C7-AD22-C34F2A7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230BA-19FA-4414-8538-12B33DBF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CDBD5-3651-4C90-8754-5297DDF5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029E6-60FF-4673-86ED-A2132C5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F7818-E03E-4581-A842-9B0A16D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849CF-AFCF-4D5F-A572-7345C3CF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14CA4-162F-4158-9A3E-0EC3EAB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88185-117C-41FA-ABC5-AD21E3B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E19E8-A4F6-4AAC-8616-6295875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E616D-BD0D-483C-A711-043F45D1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E48B4-0990-4A64-82F4-CF456D52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D73BF-EA21-482C-8BC5-9AFF9C4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22174-EDDB-422D-8F9E-25D4F2B5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DE3FC-37E4-4C14-9B9F-0C4F6837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872DB-2B7E-4F9C-B8B7-6F7EF0AF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E3C45-258A-4538-A2FE-2415B38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05B0A-0F38-4301-8D93-4D4E107E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B6B14-07B0-4695-992D-D194213A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829B4-51BE-43E3-9947-E3EAB586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412355289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A722C-97AD-4C40-9AF8-7F16DA59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BD9E7-E322-4061-AC30-A25B7548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1088F-BE53-440E-982B-583E5A8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75443-B116-4608-B3BE-965BE00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CD0ED-12C3-4CBC-97AF-2EEC5703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17536-5D0B-4F53-A23D-F529AC16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ACE60-1624-4D15-BA4F-0C1842F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0F139-F89D-4D39-B700-417ED08F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E7F1D-4032-4816-993B-719818F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F7180-83E0-42C4-BDC4-1F05FB4A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50E7-FA36-46E0-9BB2-1E5D670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0255-5721-441B-B2F4-A52ADF2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0169C-0000-4BD2-80A9-6484B96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D1A59-8A09-4E19-B2DD-86D689A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C76D5-68B4-4728-9B56-8DBDCC1E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F7199-7A34-4EC4-A46A-8130A44F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9FD7C-073F-467E-9B46-113F71AE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2F708-32A3-4440-B53B-6312246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A4D50-AC15-4A05-B037-22930014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E226A-1763-4185-B04B-2A950AE7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58426-0667-49BF-9FD8-350389E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58CC9-FC6A-4A11-9767-966E393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67DC7-4C8B-4339-91E2-7417F3B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C08C6-F19B-498D-BD56-F16435BC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8B99F-7775-42F7-8AB2-A0A3589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236940911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FC70D-F89B-44BE-AF46-E1EE28FE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272FF-4388-48A0-83C9-9EE706F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AC96C-7F76-497D-ADCA-168D800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BEE2-0DA5-465F-8254-9342AAB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40B7C-A88D-40F7-B6F9-7747A37C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6D927-1C0E-41F0-81F6-8A1E6EE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F1FBE-F21E-44B7-8B7A-89301ACB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F1F3D-2957-4CB9-A3AC-620864AD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E416B-F46A-4257-BC76-233C8BC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46CD5-DF15-4C8C-926F-068B29C3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0733E-1A7D-4C7F-B572-67CF5FAA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5F9F7-29CD-4EBD-A211-0DFB515F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32597-E9D0-469E-91DF-A896321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74A39-30D1-45ED-8446-511B5CC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E5C6F-236E-4F31-AF3D-74985B3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3A666-DEC0-41E6-8CEE-8462B2FD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CCEF1-9D94-40AF-A1F5-57D9920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BDC51-6D80-4BF7-B668-69C4DCC2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030EB-BD6E-4781-9926-665F865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83814-5991-427B-A291-071B030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63F70-786F-466F-9D48-CC2D9C34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6BE1B-411C-432A-94B2-06A8394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CFA4B-3B23-46A3-848B-C67C777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9FC25-3DF2-4613-8EAB-62949844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53D6F-1092-44B6-9FA0-D35AF05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4581226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F9447-51BD-42E7-A30E-805B0CE9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B0EA9-F2CD-4954-AC95-188B23F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19CD-5CE9-4237-B637-836F38B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ECCBB-319E-4CAA-B6FF-E5B95523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7C090-CAA0-4B1B-8FD4-E0C63C5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F0749-895D-46B0-9971-DF55DBC6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D3AE-F042-45C4-8999-7650B2D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1071B-8DA8-4386-98A0-9F37A8E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CFAB9-D934-4ABB-B9AC-B711CD6F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BD409-5C3F-4EA5-8D91-EBC2C98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E9FD-5A29-4F48-BEFF-B85AA07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95A1B-738C-491C-8BCF-58047F12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A1A33-1876-480A-A002-FE2E598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FE100-B188-4494-AEF4-E33FB13C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B0007-2BD1-4E1B-8CFB-DA79F73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9235A-C45A-4CCA-85C5-9A65B324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4353D-15F0-4F3B-A28B-E6307CD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32492-AF40-4C55-8A40-B5301EE2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EBBAC-262A-400E-9930-522063F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A84A9-2AA0-41FF-B891-53DA7ADD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DBF77-5845-40B2-87C7-66957BA2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B8DCD-81BD-4A54-BFD4-BE9BB591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70215-C2B2-4918-8CF9-50CFF1A1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D7A52-5922-499A-839F-72BFAF6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13BE3-DAEC-475E-BB27-016E8D05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41161592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4537B-7C2E-40CE-934D-E679591F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32EC0-7EDA-42C6-9B01-C935DA2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473B9-0E29-4624-9D64-AA5BD421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27D18-3F1D-49B1-911D-2E31B06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4762E-4F80-49BE-8D48-A7DD5337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D78B4-9C1A-4556-B2DF-D0CD019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A9202-3268-4F45-9A89-E9DF639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E3F8C-CFD3-4713-A9CE-EB17891B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9F36-0518-4A53-B841-AC2D0E5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46E49-E2F4-4A46-B75D-01B3B0D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648A7-1831-4673-ADF0-FC8E763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5F1A6-8AE5-4711-AB4B-1FACA5E4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6DF53-3E5C-49A9-86FD-39874E45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3CE80-7F6F-441C-8040-29CD841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CAA0A-854A-445F-82F8-191D5CA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58E6-5B26-4030-BA28-E22B64E0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166133029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51895-EFFE-4BB5-9745-F63D6579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F4B44-8B34-4327-880F-3937F21B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9B59C-B26A-4752-B546-BF6A204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E169C-9D1A-420F-8F18-3F5C0CE8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58DA6-1E65-4248-B9BC-B953F5A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A273D-1C0E-4C27-B17D-17E4998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10E66-AD18-4467-A4E1-418A7050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581FA-0DD0-47D5-8C57-0E9075B0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113011246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24B28-4C22-4931-9333-0699157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B9ABD-2683-4DD5-B2C5-428BC3F4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5FDB-9C08-4394-B5E4-443C9A70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26D2A-4CB1-4405-B287-EE6A94E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28EBB-00D7-4601-A7EC-DF66CB0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89B93-CBD3-4421-B7A5-3338A75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041EA-7D2B-429C-AFB6-724688E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35A65-B8D6-40A7-9A30-2D025D0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778D9-5B23-4990-A31F-916A86D6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B2ED5-6F43-4291-9054-2FA2110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384C6-C450-45E5-AAA3-CA3A262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615C9-340E-484A-9D30-14C05D3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84701-90EA-4E21-8C29-27FF0B6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8E72-78AA-4DF5-AC38-42E0FB3E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8809E-ACCE-4ED2-8624-30B9553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0359D-B9A2-4E93-91AE-1E8E53A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327A-A873-4608-959C-E6696A3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F0763-4A90-45F7-B696-02023205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AF71B-3AFE-4E7E-A772-588ED73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38E0F-8710-41FF-B92C-4A73EE5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599E5-BA6E-4BFA-A745-08A71C9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82447-318E-4125-AEC6-A392D95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54584980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85AF9-BE5D-4B66-984F-29222E48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Workflow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AACC-F898-43AF-8EF2-2681C9C3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5A44C-44D8-4F0B-83D5-E5849476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18C30-8C1A-4B34-82C3-7CC335E2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4451-60E9-4218-A19D-AA434A11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82C86-23D4-44AF-B99B-07E9E6A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86452-3AC6-45F9-BEBA-06E016F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54A13-EAE9-4555-AB8E-3946C3C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C80EB-9197-4B92-8546-16735270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7E29A-B3D8-459B-BF21-DC3B06C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56F2D-B230-4811-A38B-74C995CE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1085-A11C-4A92-BD5D-262B23D6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3EE15-2C3D-4866-ABCA-88862D4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전체를 저장하는 대신 다음 단계에 필요한 값만 명시적으로 전달한다.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D5FB4-29D6-416A-A497-A3D4F2C3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2B40C-1299-4FFA-9E72-B2D89AA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B730D-221D-4E80-B574-930BC714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7AEB7-677B-45C4-97A5-6E0B9CD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B5001-723D-44F5-8901-322BBCA7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2734136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B795D-2BE1-471A-914B-53B787B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Step /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24AEE-DAC4-473F-8028-52A2BAE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71565-D37F-45D5-BD03-EF3EFA2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325B2-55B1-49C6-B102-212FC9A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E596-2047-4647-915E-71CE935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FC32F-3490-451E-9D28-D770AC9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0D3DB-91E3-4E9C-AD99-99FBC9B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7B2E1-D287-48E3-9E9E-8504B229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1289E-15A5-465C-B4AD-75793E3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B165-5BC1-4791-B119-4F324582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7AEF2-F5E8-4D93-AFCE-BEC83E6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96B40-D3F5-4A4F-922D-223C766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FBEE0-FCFD-41FC-873C-52F4EAA7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업무를 작은 단계와 명시적인 분기로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1956F-32BB-4F98-B345-0B056DF6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B1AB2-B5F0-4D2F-8D15-8A3EFDDD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8ED7F-6AEF-48E2-B04D-A34211B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0D35B-4F08-45EA-824D-0CB132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96368-F798-4D7E-A7A3-437DB73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2301906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DAFAF-55F5-48A9-9980-0704E108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Saved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9C9F5-269F-4EA2-86FE-396A6DD6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1F720-84FA-4D12-BB29-F5D6976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6CC90-6155-4392-997A-A5C4A83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AB3EC-24A8-4335-B887-4847C2C3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7875C-2331-4AB2-965A-8A8703F6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55E66-28B6-4A3F-ACC7-9B004DF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F0E50-1A0A-4A90-9BF4-F2DD833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E8D9-DE57-49A2-9CBF-3BE06A4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7C387-0ED0-4093-A986-306B106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D1D95-BDA0-4BF0-9A79-6666CA6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B3EFA-19B6-4C17-B1D5-ED61D65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AD7B2-9A40-445B-B9CE-EFD7521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작업·사람 승인·오류 복구를 처음부터 다시 하지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42403-A226-40F7-8CEC-9A06001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4C346-F9B6-478A-8BE6-0AC91351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5C50B-DBCD-4F9D-9E9F-CF07661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DB321-9C63-406E-A9DE-BD3F989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03149-58B1-49AF-9242-0B89A93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9891518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18124-289B-4A07-A7E1-6456FCD1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Human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3B392-F561-4B59-BF18-D62D3F9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A85E9-D171-44CF-B8CA-3577709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2EEDB-B666-405F-B85F-020772FC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83D6E-E3E6-4EAC-8935-A81BE2A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9587-A4D2-4979-8A5D-AAF639A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3F11F-1033-4A0D-ADB9-960E9AE5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687F6-A593-4414-8C73-B1BD960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8C7E-D673-4CD2-ABDD-A795A6D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AF24D-CD9F-4556-9F91-6C993586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C5BAA-2C79-4129-AD2F-F3F8DBD6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BA1B1-32C1-4C74-81FB-52985AB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2F612-3D46-4DE0-A5EB-4DD1D6D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불확실성과 조직 책임을 사람의 판단으로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F9338-B20E-4CCA-9FE5-CF5909A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8B4DE-94F8-42CB-A40A-CBCA20B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25A6-A3FF-405D-981C-AF3D5C7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FC685-FEED-439E-A526-D72EAEB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62384-1B38-4911-8B66-27CC2470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1621831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55DCC-6F4F-4A6B-921C-EEC20159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EE284-45C4-4B32-AD5D-2E5A7176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48EC2-8C99-4DC3-9FCF-C0634E38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216D1-5837-471A-A111-0069A91A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90FAF-BDB4-405D-B007-B52A73DF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FC20B-0D8C-41C9-A006-3E73804F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94CE8-28F4-4E08-A4DA-1977970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B8ED7-3848-4AF8-87D3-8AE3DC6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5d2e2ea654214">
            <a:extLst>
              <a:ext uri="{96DAC541-7B7A-43D3-8B79-37D633B846F1}">
                <asvg:svgBlip xmlns:asvg="http://schemas.microsoft.com/office/drawing/2016/SVG/main" r:embed="Re3d85ce929554d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0E9E6-5D7E-41F8-81F6-ED2E9B8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680FE-B734-49DB-B06E-1E1D7361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F6E34-CD94-438D-9BD2-8CBA724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85D32-6EA8-4B59-B1A7-AD3BD45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1436-503A-48BA-A49A-79201B8F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B74E3-7813-4BBA-A976-8FAF58A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54BDF-0F8A-48FA-9E3C-FBA2905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0D325-9609-4995-9119-5274EC50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429672733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384B9-4E81-483A-907E-C22CA63C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8F133-1EA6-48B1-8C2C-B36E634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CFC7D-382D-4B30-B927-36499FB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1C56E-6291-47E5-904E-1B7A93FD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9C0C-3DE6-49E2-93FE-A35BC1D8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7F203-DF14-4FCC-909A-B9A7A68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57F15-6548-4BA0-9432-45F320F4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831A5-021E-4EE7-89CA-20D23E5F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A4EC1-DB83-441D-9E43-B135375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5A945-404D-4A05-9F57-EFA86FBC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8854-305C-4AE3-BF2C-9825DF0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FC05C-CBDE-4594-A6A7-396D4314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B654B-B65C-4544-B9C5-C6CD50BB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E924F-5276-4317-AC37-3D4D70FC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62DDF-4B74-4B9F-9EC9-C31F425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45778621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21CBD-D28D-4500-9848-973F1A3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9C40-8DEA-4DA6-9F1C-8F9B628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B843E-77B7-440B-87E1-3E60307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F4090-5E97-474D-BC06-D12B815A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442F6-670A-4A89-9468-A15D505B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CB422-5534-4B0E-8262-6CE30920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F6FD-D1D5-439D-8AAE-D22CFC8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6E25C-A3C2-4C90-AB93-021DDD3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9A44-60DA-4ED9-995C-92E6653D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D63B5-1C73-4E2E-851C-017D3E4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FE665-96E9-4451-B045-73040DFF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7BACA-D58E-4301-A82C-F83E2C7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DBDC2-DED9-4DC6-BECD-7C69746E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FC8DB-3252-4008-9DDA-57FBE59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1414088774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A84DC-3A89-42B1-A749-40AED3C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4595F-0885-4F60-AFB5-C1DF105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12676-83D6-4B0E-86FB-2B71232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8A553-B1A2-4CB4-B9B7-8E1CCD6A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B2A56-3969-4B7E-B64E-0E6E4D4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2EAF8-A124-4A84-AE73-70AD735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F715-1496-4065-96CF-FDD3E8C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88048-D765-4013-90E1-F55ECA8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50BCB-B1D4-4D42-8ADB-C7B4AA1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F0FFE-3F1B-46C9-BAE7-53A3D84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C3595-2155-47F1-BBD1-B621890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07FD9-801A-4001-8E86-5EDF4534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F854-E8E3-48A8-95C7-712DEFB9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AF093-D4F3-427A-8F55-36089E6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49584-F4F1-4305-8495-609BF67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870589458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F94DD-3E3B-4AF4-B748-0403746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REFERENCE · IBM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AB5A-E52C-4E54-9FAA-057DA7F3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B09E3-4D8B-4DE6-AF67-4824E5B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C402F-C445-450C-B463-0BBFDAC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C669E-3011-4903-B375-447A3BF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7A13B-5A86-4995-9E29-C90447F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0CEF6-DEE5-48D2-B11F-0B8AA2C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F74A2-0D48-49DC-9B76-3182239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90B6B-B148-43A3-A6B7-5F10F5EB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8617-9F6E-40EF-8573-16B9A893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844A-6E98-4DEA-AA54-E800BFA5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6A172-64DA-45C7-9D60-F650439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def3296a94828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38799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DF722-8069-4F0F-9631-1C3B96F9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97542-932B-4458-AB16-032509CF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55870-F61E-4E41-8AB6-9F1EFDE6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DBB40-2C52-4A2C-8073-F41358D1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A6C7B-30D0-4D63-AC9A-F51AC5F6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038EB-4526-46D2-859A-7BECB09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123B8-DA56-4734-9C11-C00A4653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18FC-A870-4E33-8D7E-8879721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385D4-2C63-4596-BA9E-737B261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C44C2-C71E-4348-B55E-02E2A0D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9CD3D-E35F-4288-9B60-2B53F53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3F44B-0664-4C5F-BEB4-135D02D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3AB83-2F50-4EE5-9B94-CD0C4AC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DCBEB-45A7-4FF6-B510-17C48B34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F2D6A-6E98-42FB-8138-8DDA0D11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1531237457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AF97E-44DD-4B28-83EC-05AC3A57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9B29E-435D-4DF8-B283-7C38F757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814D8-7305-402B-B7C2-ECE30A5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96D0-3405-4DB5-9A0D-8B187E2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520F7-AC96-4DD3-BAC4-E01C0032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5C007-6D4E-40B1-A660-C144ADB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6F79-C0D4-465D-AAC2-5CE8696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57ADC-E71A-4EE8-97D7-7F66119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19D52-FA8B-48B2-939C-23DE4A13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7F793-CAAF-4C80-BD8B-597BA3E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C68C0-5581-4FC4-B505-999D3E6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3C50-A9B6-41EA-9E2D-C832DCC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7D4DE-BCD2-46BA-9A9D-84FBEC8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D5570-D4CC-4849-A298-BB0D31B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521DC-D71D-40AF-B678-3EFCC03E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C5AA1-284F-4DB4-AE6A-C0E689E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C685D-5C1A-49B2-AC94-BD320EF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548EE-93EC-4CF6-A67A-AC1871C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1169491644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84A0-5829-43F6-B39C-268AA04D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B4F2C-79A8-4286-B60C-822740D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0243B-A7C2-40D6-8C00-0D5A4212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FD225-5D40-49B8-AB17-DEF1FCF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FF22C-2DEA-477C-A1EC-47BBEA8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78931-4867-4372-A13A-41A3DB00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00FD3-C78D-470C-BB1B-62835294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32C42-0C1A-4C30-8FD4-F0AE18E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B98A9-F666-4F23-982C-B4A6E52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F9FF4-69CA-4761-B4B9-FAD31A8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4A977-52BC-4DF7-A29B-FA785155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4D9B4-20CE-4F2D-9554-A329BF2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23EAA-ACD5-4452-B925-E4180BB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D3069-6E41-4FEB-9B33-AB923EC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4E8ED-D557-4294-A4ED-95F2A4F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6DF24-9A85-4AD5-A39A-87E774D8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43C61-EB64-4F02-AF10-A113B1C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81246-71FC-4674-87EF-48DC8B7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DEF9F-5FA4-49A2-BD03-9719490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C8A0B-59DC-4E52-915D-7A50F1D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C342B-D95A-4083-BE6C-4E167C9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BE29E-DFF5-4505-A4C7-F30A65B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1876642529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C6D70-FC68-4060-8FF5-F98DD45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03F11-51BE-4092-BAB4-9E2B2E4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6D18-612A-4992-9DB4-90398DEE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5145A-B17D-4DD9-876D-56DAB0D3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0254A-AD9F-45F3-BCEF-9A8FFBC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90D8E-A99C-4B13-A61C-01D97B3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BDF78-5082-4D5A-BC32-156FA360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0E2FA-D913-452A-934C-D2CD4B0D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5841E-D58E-4475-9A6A-135B13AA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DC214-482A-43C8-84DB-9DC04DE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22830-DF56-4743-BF55-3879563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831AF-CA24-4EBE-9030-9294DFDF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BDAD5-7959-4371-9951-7BFE89BA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DE670-AC68-45B6-8F59-E10C3011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F8351-9D47-4FBE-BF40-4091BAD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94CA0-0104-4030-B3B9-726C494C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7E6B1-1D8F-4E18-88DB-A076716C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FEF33-CA30-49FF-A512-A36D43DF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C529C-DBC4-4732-AD34-E071DF1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7562A-73F2-46ED-A427-8E875B2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E551C-845E-4A0B-B2FB-BB08CA2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7F357-A987-4B54-BBC3-109C224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752889219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1F9EE-CA9E-471F-91F4-F63B2CA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74504-37B9-420D-BCEF-610DACAB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69C35-0F2B-4FB7-8236-20D2FD5E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26510-4679-4799-BDFC-2053C66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93DFA-0BEE-4276-A699-7999D36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C5515-3CD2-48C3-AF93-3DE6D3A3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8FD0B-18F7-4A66-9EC0-18C8248B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11ABA-E955-47D2-9ABA-7E0D3F0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348C0-3D6B-4009-995D-09C0F21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4A647-128E-4C35-B9AE-3EC53332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B25CE-F367-45D0-B8F2-64751B85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B2D43-67B9-4F77-87AC-92FD466B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FF115-32AB-4A56-9D66-B6AE9F50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D96FA-2302-434E-A1AB-DB599751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3534E-866A-4927-AA62-E7AF8D1D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0047E-CF98-4FFA-A966-01A7D69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20738-D909-4AA7-8B21-92315F78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0617F-609E-486E-BC72-AB989B9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B7EC-7C2D-419B-A22E-E50E05A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CBBC0-64BB-44BC-8E82-7D89470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6CA69-A57C-4F89-849B-C14E1DD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7D0B2-9A66-4E61-BE49-0EB5F0D8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984344802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079EA-6C12-4717-8487-3A3FA64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1E043-C3F5-4847-84B3-920E4F3A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883E7-17A4-42B6-8688-AD14E264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6175-295D-4EE8-8331-021C7E3F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33C9A-BBE9-4EC4-87E8-A4306D96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0A10-AFF2-47DF-98EC-603051F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6D711-D398-4E79-89FE-632FB3E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C6AAF-107B-46C4-8BF5-699D7E1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0EF11-82AC-45F9-A073-25E5E9B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DE12A-A7BC-4B32-8699-16E406A5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061A6-B2EB-4A3E-B612-C1255D6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44DE5-2149-4D7A-B0DA-6069BF66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C88F0-A992-4050-A972-6642C0E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C362F-9226-4CDF-9C63-9B74D35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F93AA-A9CF-444E-8DB8-232A05C1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D080E-24BD-4444-B81D-B9A5E543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47BA9-ABFA-4C32-A889-1A5C74A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8F0B1-3C64-4312-909D-6D01AD9F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4DAB7-4315-48F9-BE48-E758176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D2B04-BBA5-4906-A9CC-2717DA10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837E1-6825-4A40-A043-9E13CA7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20A84-2317-4436-931F-0FDD344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410983827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9DD44-4D59-4C33-81C9-FA65A59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37B70-42C2-4F7F-AF47-0EE4573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86DD8-CF72-4ABB-887A-4B74773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9C204-2669-492B-88BA-C752E978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5B91B-E8EC-4859-8F29-0F867EA5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ACF06-4A08-42F0-B5BF-CBE34E69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CC491-9888-4260-BE51-A78038A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12ED1-7CF0-4BF1-8616-B6B99DA5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9B26E-7A84-45F0-8EA3-E4888C57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5D5FB-7F6A-41D6-A16B-FEC4C49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E592A-5720-4088-98DA-E4389DA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1FEA0-7832-43D6-915E-18B8C55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00617-1970-4556-AAC3-14F91557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7DE5-229A-4AF4-8D93-C126ECC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5F091-8F4D-45B3-8E34-BF1D887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A080C-2FBD-429B-AC9B-6FACC93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6C9E5-A525-4181-AD32-C06EA79F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216EA-D24D-44AE-B804-9CF47020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B61E-1605-40BC-ACAC-7470DD6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764C3-F699-4BF9-8844-C7199A3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3B4BC-444D-4586-A841-7814BD6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3C580-5D2E-430F-913E-FDCFA1AD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02591048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3AD44-722D-4A80-837C-FA4D8F7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D5269-9FCF-4CA0-B7EF-FF6DF8F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5A07C-C888-44A9-B797-8BAF76B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37B13-C27E-44C3-B62B-6960334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A4BDA-DA44-4BC3-926D-B39CBA6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A29D1-8B07-4654-96BF-5C3A5D9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B9FBA-4724-49F4-A52D-91F5953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9D5A1-74FC-469B-8A4E-938C634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59EFD-134E-4A69-810C-11D460C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3775B-E6EE-4D8D-BD60-4E50829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model·tool 조합 계층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D39E7-B359-41A1-A1C7-5D02E425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역할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ED43E-628C-443C-B7F6-782A78F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1A667-64A1-4BFD-98E4-FE2FD409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744ED-07C8-42CA-BBFE-E2FEFE3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99EB9-4A9F-4AB6-B303-B8BDC3E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State와 route를 graph로 표현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DF4CD-0BBA-49FD-9038-746D3566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node·edge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65116-E796-4532-9892-E7BFF92C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59C04-11E1-47C3-95F0-46B3F73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56C00-A1F4-45B9-BAA5-EE540BC9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D00E2-BC18-4B80-A2FF-4C11CC2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입력 전에 안전하게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9EC80-3253-4348-BE75-30E9296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1565C-4F18-40BC-B0FA-4BE2291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54388-689D-4F37-8212-DF2DA4D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A888E-1028-4C8D-90BD-8B7BD1A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5C1A9-E12B-408F-A925-2C3AE8C9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이어가기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71371-67FB-4D4C-8587-E453F8A2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checkpoint·resume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EDC9C-0036-47EF-9BA3-F3D5EE3E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0981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004B4-9C25-4017-87DC-9C39525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07285-374B-4B82-BD0B-FC860A5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B12CD-19AA-4B97-ACE6-7BB72DE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C455-26FF-4429-8A80-E1AEB63B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65852-B7E7-4474-9824-43082CF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01F2A-A6FF-4920-B74A-A9714469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631BD-BD43-4613-AE94-290B76F3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1E6AE-E90E-44B7-9D48-38F32E0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55031-3E45-4D12-8FF8-977C7E15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ED17D-7E3D-4359-84E2-6C20C27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D9C5E-B12D-47AC-99DD-8F78B92A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6204-3473-4E31-9FA4-84F3D3C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A771C-3B66-4E1C-B070-78207D3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60F98-6C30-4568-825F-85C541F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2DDE3-E79B-45F3-A8D0-92413C11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1D6BA-1F57-4DDC-AC2D-380C6D1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0febb7e34485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5E14C-122B-4D2C-9D60-27B80C7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51452035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7E47B-1501-4AC5-9793-26A08871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63D78-F0D2-4B7E-877F-CDB63C0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619B1-4303-4F62-BFF1-0A3FD193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16C9E-AF20-4D99-B8FE-A121737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65C3C-37BD-446B-9977-F4C2C1D3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FDCE1-D0AD-469C-A070-1AC250A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812AC-3BF4-4C3B-BE93-47627F58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BD1D3-420B-470B-9EF9-45B8B942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17D0B-B6CA-4C5E-91F6-8C7F694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38F73-5DEF-41B5-A24D-46E5201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DC718-BBD3-4451-B0ED-436C7FD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BEC0C-56C1-42A1-8CD4-E301EEAD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688DC-5C73-4526-BF44-2FDC970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4087A-CA1D-4B16-B466-FE58A07A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1FB4A-B0EF-4014-8AA4-E0C3E14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20EFA-0CC7-4E85-A354-62DECBFD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650fddb0a479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1E3A4-4FAF-41CB-8821-8DB46E7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11793932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552D8-78E9-4E8B-80B9-666B0E4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2DD8D-393E-4513-AC0D-D94B91C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450CA-C043-408F-9EE9-0B41B99C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6B16E-950D-4101-9F56-17FE36CA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A1B91-AE22-43F4-8A2A-FEF4CBCC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D5E04-CE5E-4B7C-94A2-86BDE784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F28CF-78D1-4399-91E4-ED374B7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52E0C-EAA9-4A03-A1E6-4CA10F13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F2AC0-BD35-48A1-AF34-6F0B214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1193E-2C3B-4218-AD48-F837DCD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0D824-778D-4670-9B30-052358A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AD60E-9A46-4234-B302-3057A7C4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80429-56AB-4158-ADDA-37BD524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90A75-4E46-472C-B785-140E2AD2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DD87B-F98A-4D9B-8096-8BC40942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7B42A-29BC-47E3-A119-5771992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04a7ce856403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D01CF-DFFE-4FCE-A331-B280EB23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884589924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7D82F-39A7-46C0-909A-07F8A7F1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637AF-36DC-4003-9B1D-58D3089F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22389-EEC6-44B3-8242-40FA507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914C8-72B1-44F1-B2DF-8F5F1120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1B36-F5B4-4AEB-8CA5-FE18BA09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E65C3-C599-481A-840D-3F85C9E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E423D-8915-4A78-94C1-D8AED6AB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AC595-AD8A-4615-905A-BC99278E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5897B-576A-4E07-9BC2-2830C157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17275-D187-4E6F-9BFF-81682D5E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C4851-A147-4E59-A404-EA674DBF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305A4-7459-4277-A315-F7E6EF7A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31BC8-A16B-45F2-BC4B-1BAB07A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8A2E6-8E0E-44C7-8730-9AF6CB9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629EC-693C-4B00-ABD7-DA5C9CF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7CAE0-D2D4-4F0B-BF5C-B168428E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ee0c9468344a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8647F-4093-454A-915A-2C0EAA5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3656727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53C5F-8124-4EC4-A74A-DF3A26F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3C283-B1E1-4A4A-B6CE-55DEBDA8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1BB89-DAC8-46AB-B579-9FE8951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61D2-D941-47C1-8018-7F02559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39347-C424-4BEC-B0B5-47E184BC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EEDBC-884C-467F-81F0-9ADA004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334ED-EDD9-47CC-8255-3BE7AF4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0DBA8-5754-4734-90C8-FF29F1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AE84E-D4F2-4024-9F66-837D539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CFB06-7281-4213-BFE8-5ADEB41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386B-E063-4522-A8AF-AFBFA86A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DB894-00AF-4911-85D7-80759D8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EBC99-AFD0-45FF-8DC1-E34104F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489E5-109D-4D6D-BF08-A3749D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B9386-4C39-48B5-B252-395F807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0BB3B-CA9B-486A-B4DC-6AF3CE63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1872D-BFD1-4D56-AB3E-9AFF6E2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4EA1C-53F4-4AD4-B526-2513E7B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367528774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BA5D0-5DC3-4075-A24A-1E69843D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AEE80-2B58-4AA0-A5EC-3A9B902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671C3-DB26-4C19-A41C-9B6EBA0A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8E1BB-6DEC-420B-98CF-638B27B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327C-6EBB-4720-8159-11CD0E8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F7B94-801F-4378-9CFA-E05BA3A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E44AD-48EB-4F7F-9B7C-C065499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B4357-1CB5-4C2E-AF4A-5F93A41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4F87C-7179-4039-895F-D42CB62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19DDA-8CF8-48C0-BF61-A6A007A1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73F31-9461-4C62-9D2E-36A6F44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03381-5449-4388-974C-2D7578E4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6A009-4937-41C6-B24E-AD3B38D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5C208-82A3-413D-B040-FC84209C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298F1-FA71-4608-AC44-5B5168A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FBD47-D62C-4BC7-96EB-4AFDC2B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B847E-F8AA-4DD7-9436-18DCB381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7339F-9E2C-4250-A741-636E10E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632250724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B6475-0F67-4C08-8D06-74AFB97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90E5B-7680-47F0-A454-9A21F7A1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ECBCD-B75B-492A-88C0-55FB72F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D0B45-3DAA-423D-8C47-FBA2D93A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967F6-DFA0-462D-B26D-A21E686E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D1929-0A8E-4FD0-89A2-9B6449FD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F1F42-54D1-4442-AF80-1D12959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3598-DBD4-40E7-B271-8ED94542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8150F-A85D-4ACB-9CAD-3456953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4C509-B52B-43AB-9FDA-61FE7A67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3E48C-C7EA-462D-A2C8-FCB1FE9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62E69-3ECC-42B7-A55F-42B7676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966EA-25AC-4FA8-AAC8-8474E88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879C1-563D-471F-A25C-B63F0BAE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13F30-8E08-4247-8EB5-34A6B56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A2DCD-D9D8-4FF4-AE89-25B23795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55B0F-78BE-436A-B487-C7BE8499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2320B-3D9F-4308-BDE1-2EB2919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798990006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B194C-3C8D-4D6A-B9A0-3694FD8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A9225-4EA6-49AB-927A-E96D76C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FD94A-6D41-4F64-BC71-E6F6362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12F5-5A5A-4FE1-9455-67211E8D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53350-94A2-45F9-A161-DBBBFEE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751C9-72D3-4E22-8215-5634ACBA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E8C26-9102-4AD4-AA0F-BAAA7E5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EB7B9-D63E-4150-A8A8-B9099A9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27EDF-AA94-4B3A-8892-89451C8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F9C4-5FAF-424F-AC28-A5F940C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6B131-5316-4B00-BD58-F3E50F6A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827B5-5959-460C-8A0A-E873B794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63287-3DFE-41E1-826B-A1A8EBE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C9E2C-4B26-48CC-A607-FFF0E7C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6611F-328E-4FB5-9C7D-FB7423EF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935C4-B0DA-4025-A3E9-CED3DD7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FF270-8161-4009-9E3E-5B8ED0B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BEFC8-7377-43E0-AF64-055AC74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52273307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E9B9D-4B01-46AA-BAE3-D7EB9AE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DB53D-EA19-4160-AA49-3D99DE2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513FD-D924-47E3-A5C5-A64DD4E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7D7A-FBDB-4AE8-AFD7-F77B804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370C1-E365-4D92-9346-F334BB75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5A32C-BFFA-4F47-BEC4-2B7E9A04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88C4F-EBC4-4394-9507-C9C2BBD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71092-88C3-4BE1-9D66-66A7CFFD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94AD-8098-4765-BA11-DBFF1B7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2B81C-DC0E-4240-AFC6-14BD258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1C95D-E17A-475D-B3B4-8C1EBDB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A7C07-97DF-43F9-B7C2-6723483A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F2DA2-9FE6-4A99-AA08-21C3924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19933-6B69-4C36-A733-D002F7AC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F9442-5A1E-4EE7-B47F-2FEE3E9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6D61C-05AB-40F3-B9E0-0D64DD5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28DE7-23E6-43BC-8A3B-3A69CD1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23DC5-F278-41E0-AFDD-BCC9EC2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6829501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4AAF1-9F31-443E-A462-8B9111B0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8926F-9DC6-4A46-81E0-1BDB445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3B225-CEF3-41BF-AD07-78AA6FF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228F-4B51-4DE2-9611-814BA25D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8A6B7-8AE6-4E3A-B255-7F2C4C2E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C182B-0E6A-4FB9-ABBA-3E4CEDD5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FF3DC-D582-4F68-84E7-C8B492F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E6E9C-D136-4401-8789-52CE5A83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EE9F9-3A91-4388-82D5-74058482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391E3-10A1-4DEE-8F6E-ADC165D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853CC-AE92-41E6-8BE4-D8A45A5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7A063-29D8-4B3A-85D6-E16B4B2B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B5E9B-8641-4B9C-B6DF-DD1F283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48120-8F84-4C6C-82BC-6730EF84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D8194-D9E8-4BC7-A2EB-87851A31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CC015-355B-4B84-95F3-120F166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42F6D-725C-4631-90E9-1CB1D352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3FC50-D3FF-431E-815F-2499611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99424-C9E3-41AF-9D39-59E7A38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EC5B9-37C5-410F-877B-F27905D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7B49A-FABF-4A5A-A3FF-5DAE7B0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CA21D-5726-42BD-85FE-A9D9D7A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0E119-81DB-43AA-AB91-4D746161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0DEF8-0777-4C2F-B594-5A0E52FB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155640826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96827-49FA-43B5-9C41-46F79109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6A7BF-2090-4D82-AB84-F692B71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EEFA7-E1CB-4462-985F-EB493A1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12AEF-ECAA-486F-8B1F-8CCE59C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1583-BDCE-4F11-98DF-DCF01E3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CDC4C-913D-4DE9-895A-6BECD563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1F9C3-67D2-4431-A86E-90D4CCE8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02926-1337-4302-8833-EB46F5C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F98C4-8A61-4392-8E18-B59D6E8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BDAE0-31E7-420C-A8EE-71E12B4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72BE8-61F9-4ED2-89FC-8B8D2D4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D95B3-B032-45B9-B07E-04D01809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2C44A-A6CF-4BEA-93D3-2EDA883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82138-0F01-486E-82AC-EB21579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6009E-0AA8-4173-8671-5B82119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B8294-DA7F-4B0A-9C66-8EB816C0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0A01-34EE-464E-9CA4-50FE4C20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4A2CE-44E6-4838-BA43-CB064BD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ADD19-4A6A-4CB0-AA78-2F0508B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263C4-4A43-4EB2-B2B4-A80C77D2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1C397-221B-49B5-8352-543CC326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A29AC-A594-488B-BFB8-FC2D555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DB769-FBC2-4223-81E8-3CA15BEB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8A965-CCB0-4487-9C65-D42CB2C3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2128252672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E0AD1-D974-4E6A-A251-178E496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890C-7B8B-44D8-9E38-33D126CF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155F6-B1D6-42B7-BECA-BA73DA45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255AC-E84B-4F3E-AB78-25646FB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DDADA-D43A-43C9-BF81-EBFBF88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C58A3-9D01-41F9-AE36-E5561BE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D0CD4-26DE-4D5D-B4E4-FF35A0C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19842-DCD0-41D7-842F-FF5E9B33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921B-79ED-4D60-B9BE-4EA3DEB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7280D-5C76-4DD2-9EFB-188A9DE3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0660D-1CB9-42A9-9CA6-CAE3364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40BA5-A256-4E42-AACF-DE5BE68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FE379-5060-481C-904F-4CA93C9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5270E-736B-4A59-8790-C914E7B2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3C629-C93B-4F44-9FD4-FC06FE2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20FCC-817D-4A29-A073-643FCAD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2C797-8759-4B5E-9988-52D9BCA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AD62E-57B0-4261-80C5-C2B20B2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2EE5B-D624-4D6C-8642-182FAF5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3BD14-910F-4F42-A7BB-24C1CC9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1C65C-4CA5-4862-A9B5-2D744864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FD301-C5BF-4C9D-9F84-035F21D6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C24F-E3A3-4C63-8CDD-216B737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119B8-7966-43D1-A60F-2CCAC36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81962726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14263-DF88-4EFD-8C06-8EF44FF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CA2B7-8C8A-49DD-9CD2-271C91DB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4C6CD-3139-4A41-BE41-D5D3A18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1E05E-BD9E-4234-BAC9-4092C53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AAD0-5EBB-4C89-8F09-87C5223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DC562-9EA6-41B7-B52D-715C97D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7C615-BE8E-4FFE-9AF1-0D66913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4E57-A89E-40E9-A3DB-93F4F4CC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6CB3-5C2E-4F1D-9CC9-1BC77BE7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18884-2510-456E-BEE2-61089B72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30B18-773B-483B-BD39-F700A1F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D969E-F157-4C81-B8D5-48DC25C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C5973-45F4-40AC-808B-0375C448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82ED7-55D0-4CEB-B523-E8C7A6B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188A1-F170-4510-A67B-7CCFBF37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52733-E8A3-43A7-89E6-9C299BF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C0F27-7C40-4C4F-AB36-8572DD75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1C00F-C7D0-4C70-BBF6-4C65EBF5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56ADD-AB07-490D-88E8-B391885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00F5A-22D9-4A78-9ACC-EB0F587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44A90-91E5-4B3D-AC97-D0C55E13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77F16-A657-49D8-84C4-3BBD49D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613AC-9358-4DCE-97D5-B9CA1EF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7C1D2-B0FF-4219-A683-62C14370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601255859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22CC3-11EC-482B-B440-0AB3BF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4A0F-9670-4751-917D-C1BAD5F6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3D371-9900-4519-8FD2-A8BF3C0E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F532F-E3A9-48F5-BE03-9D5991D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474A9-684E-47FE-9B60-14C0CD5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1B2EC-A47F-4CA7-B48F-F9308E7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8A2BC-9DDB-4D52-8AA3-617C504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88E72-B90C-4D8C-8667-1EB2DA24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C8545-B22B-4DA8-B19F-D9303DF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CA5E5-6AC4-4DE5-93A3-EA1AB784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680FD-A476-40F8-BFF2-8DF4E61B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F6F1A-7411-4B8E-AE47-E8AD843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74816-5DAC-48BD-8BB4-B23BEBA2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F397C-2D7A-472A-827E-EBCF0F48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85070-33B8-4C41-A68A-ED827D23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B1926-FA02-48C9-9637-436928D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096B5-BF9A-4D65-9FDE-3733F67F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C3219-53B0-4407-8C3E-B31B2775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36EAA-9C87-4B4D-BCCD-8D35FC51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513ED-3F49-4F5C-9D5A-D5490CAA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F4628-4D84-4528-BC9B-19BA52F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15608-ABAA-4408-A4FA-DF37E47B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AE209-0BDF-4712-9992-C587375E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A3460-FC25-438A-A97E-A528F52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2015F-0C16-43DD-B93E-0520F1AD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68791130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B5387-F211-4DA3-B7CB-EE76B1A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79273-980D-4155-B9A8-1256C3CF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6C210-8B1C-4574-968E-7064373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67C22-CF98-42CD-81D6-6FF068B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A31B0-CF68-4FFB-8D4A-A732D7B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1D591-A4A0-4B39-9BE2-C8679D18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7C35C-9681-49B5-8445-7B46F3D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9FDBD-8616-4B8C-A5B1-3DB201F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48AAD-4E3F-487F-8913-7A2D49A2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812D4-FD3C-439E-9664-FF1F37FB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548F9-160A-492A-8362-FE590114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8DAA-B6D2-406C-AF18-C76D604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320AD-BD24-42AA-BF9F-B0D3D2E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E6D79-5A1D-4150-95F2-864B736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680AA-8409-4CAE-B8F4-FE33D4F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73C4D-F3E4-4909-82E0-7A66D1E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68763-FFD1-443C-BF97-72564AF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77B47-9286-4EB1-BA4D-53E3C1E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5EF42-3DA0-4931-83BF-0D817EC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22754-1BD3-49A6-9638-BEADFECD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98CBC-09A7-462E-BBAF-BE00B7CC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4580B-FA98-48DC-8D7A-83DAFAF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D1E29-742D-40C1-A287-E0C118B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05073-596A-4B12-AF4F-64324E57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C1404-40B9-4EA4-A936-4C4F217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2141702827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6C717-DDE1-4675-9597-F15D3618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86430-2F6F-46D4-8DF4-288AC07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C87F3-0CC1-4814-BAB4-5A826DE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B8287-B558-4828-8F8A-C4BF1903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6C5CA-AA7D-42DC-A657-097425BF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D2E8F-3BBA-4981-824F-78F9544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CA2D7-A3EB-4442-9867-4F3A2C9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38E87-1139-4C7A-91EC-E300741D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99A3D-ECBC-4B06-8914-AD2BD76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0B269-63C1-4C66-A609-244FEF2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909E1-6FD8-407A-822C-68AE5F9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D60D3-3334-46FB-AD63-F5EA6BE6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C3C87-68D3-4925-922B-D857EEE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E38F9-DC5B-42A9-9D4D-67217B98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7C8BD-EAF2-4AC9-9620-48D782C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9CC4E-E975-4BAB-98F1-EFBDD54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29D28-9161-4D73-BD75-319D8170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821E2-9E17-4809-8BFB-BDDD68A6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813FB-AA39-4C7C-AD17-F89B285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D976A-DB82-4ABF-8831-FC3CD3CF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15043-BE13-40DC-9123-30EB93A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3CD53-500C-491E-B218-0A3CB3D1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1EA4C-9D87-4211-80D3-F5570C91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7D98E-AA72-4DED-A5CC-E147AEF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89FEA-0FF5-483B-8DCB-03C196E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897849096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EF7F8-AC1E-4150-95BF-AA653BE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69C91-E5EC-4014-B97E-5C6ACC7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F37CB-EB82-4676-BD29-D5EEE39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326A-B434-4431-8F5B-C2C0DF3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4E961-6628-406F-85CF-4D77E81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A483C-A470-49E2-A383-E3188AEC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53203-0A8D-4266-B9E7-19F3CA0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1924D-9FE1-4420-BB66-E773F5BB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F08B7-9CDA-4240-B458-39614DBE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B5907-9AF6-40CD-88DD-9DFF1B95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8B5F9-C3AA-46CB-B206-FB2FF1C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97AC8-EDC3-4D5A-86F5-93C020C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8730-07B1-4953-9882-D23F98D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8BA22-1FE8-47BC-AD83-740DB87B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BF4A6-0106-4737-AD95-32BD609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8F3BF-C16B-47D4-ABD7-4E36A31D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9CD9-2547-42FD-A6A5-BC591B89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EB741-B3E5-4892-90CF-72E6130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CACE3-A9C8-41C9-A77F-839634BD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C68CF-0235-46E8-BCE0-BA1179DD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866B8-9A56-4728-BDC2-3BA8102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8B179-D6B5-4DB6-9F85-4DC7BE4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02BD3-D701-4B81-B6F5-A8E7109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4110D-5373-4C14-8877-FF5B44C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5089D-EAA7-4B3E-B23A-35135C96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85723147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4A4DD-C145-4F49-9660-45A12F1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D619A-A4BE-4FEF-92B1-2ED436F7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F96A-FDC1-4473-A173-742CF3F6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5AAC9-A373-4E3B-BD23-D5D2F9A2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CA749-8F11-4863-A03F-8EC0C7F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F1EE4-6969-4CBF-8C88-3238B5E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0DF6A-01CE-4449-84B3-4A86EAB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A92DA-4435-4715-B1CC-C6EEA47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160D4-AE90-4BDF-9A44-7ED5061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85226-B325-4CFF-901E-EAEA086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CCAD3-3BBE-4742-8C1D-952DA49D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B1AA4-7AA3-490A-BD28-21D1EA55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813A4-039B-4D9F-8164-5C38AA5A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9889F-961A-468C-A78F-8CF8B4A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D3AAC-C79F-4C75-A55E-C1CA583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CB1FB-BB32-40B5-9400-3629123E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1750241571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0E98F-C8E8-4279-BAEC-E75F4CF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320A8-0FFC-4792-8425-C15BA9D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B5E68-7821-40F1-85E2-8600ED3E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CB55E-DC1F-4A8D-AC4D-67F127E0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56020-BB15-451C-8A7E-69EF2A7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247C-BA74-4B56-BB93-BF0A328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E29DE-5293-4F7F-8B7F-CC94EA06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E8A2-9BD7-43FF-884A-1CF1B4F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1452547947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7DA19-9B73-4BDF-83D5-A1D6BB9A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825CB-E76E-467D-A723-4A1CB851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05BBB-E803-453A-AC81-1885AA9D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202BF-B8B0-452C-BF37-F3EA2E2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B85C1-D6C5-4AED-9B1A-0FEEE098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B8B67-6B6E-4E68-A203-27A14782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CAB7D-710E-4D64-A070-6FC06B68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D2F3B-CBDA-4997-8A24-502033FA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ADEA9-DCF3-4DBC-AEE5-906C892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D451E-31D3-4A96-9060-05463093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20B67-805F-4787-9BE9-BBD2246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C27AF-D9F3-4857-9F12-005E6A18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A56EC-DF95-43EC-AEBB-83AEC22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9DBDE-5781-403C-A193-0D5CD8FA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10C6D-BEA6-4BD9-9174-D099002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3B50E-2C2C-4012-818F-B707FE6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74160-7C91-448E-9112-0437903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9051C-FEF9-4542-A11B-AE7320C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184ED-DF95-4369-8E4D-69CEB52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E961D-C933-412F-866B-42E69A9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C1C7B-EFFB-4F77-8C83-3A5FB75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1011A-D691-4182-9126-4D31D8A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93916790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1BC12-8116-41A1-9BE2-C498B96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to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1EEF-9F60-4816-87F0-A8CFF2E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1D51D-A110-4626-A27E-CEB642AA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498D5-4A05-4D53-87BB-E538F15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47BEE-2403-4A84-BBB1-00C3F71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6E9C5-BC29-4993-95D0-ECA26CB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CFA8F-936A-48B1-8FD9-8BD6527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C6110-082B-41F4-8669-F1E0593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82640-7490-44BC-84F0-D1D2FCC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13843-6562-47AF-B859-25503F2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D8F86-C65D-4B03-84C0-A877C43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98696-E22D-487E-BEFE-E21E989E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2B16A-8AEA-4C8F-8774-2DD708D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내용을 검색·요약·평가하려면 먼저 검토 가능한 텍스트가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9381A-DB64-4EC5-84E8-01CE8D3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BD9C6-6A3B-4899-BE59-81E9E70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466A5-244C-4EE9-9B43-323B33C1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0DA45-77B8-4220-A794-64A9DE39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D9E05-8192-48AC-8DEE-947AF161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116061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78376-FF1E-417C-BCC5-251DF0D5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Execution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57DFF-6B42-4623-8D1A-025E14F0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5B6B4-BEAE-4DCD-A59B-A2D5D19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01F8C-98D8-4F77-8629-F1324297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DEF32-68CE-4296-BFF9-CB038CA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D1F5D-0FEA-4BB1-B069-5133795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3AC27-AE19-40EF-BA40-2F2B66C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842A9-BDBF-4E31-9BF1-B0BC88EA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AB0E1-D329-4C11-B746-3D7578B6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A2E83-C833-47D1-A8FB-428D3A4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A18E9-4239-4A46-847D-37E53F8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8329-D5BD-4697-8DC9-2BEFB0D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A9209-2737-4272-9730-BC8670F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단계·실패 원인·사람 수정량을 실제 실행 단위로 찾을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71DC0-11C4-4167-AF7D-D22D1F86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149BC-F14D-4628-853D-E97F9EFF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DD314-DC01-49AA-A5E3-8C745C3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6977B-1DF3-46AC-B95F-E23B3CB4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42DAE-B03F-40B0-87D8-2441E78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5387988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86807-B04A-47D8-A7E3-4EF086E4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Fixed Inputs / Compared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7B09C-1DB9-4A70-A53F-0F74795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BF0F4-2693-47BC-8673-23D2AB66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6062-A221-4535-BEBB-F61454A1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0E96D-4216-4F10-B1BC-324AF988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483E2-FDFC-406E-90B2-134B9D0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2BFF3-ED33-4ED5-9E6A-2997B45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50B5-21CB-48C3-BD25-AB8825B1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56743-C352-43A7-A3ED-8D96E06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A2FD2-D10A-4440-A9EC-DB21902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E0132-013C-478F-94AD-80A606D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FFC0D-48BE-4EE6-AC1B-A0E7E349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2C7C5-8EBA-4FFF-A1A3-A74A8AB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프롬프트·모델·Graph 변경 전후를 재현 가능하게 비교한다.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7342E-F95E-461C-A948-304EDEC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D3BD1-0F2B-457A-96A4-8D8BAA36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87E0-BC74-4791-BF28-0319ABC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6060-79CA-4D1F-BABB-EB28E177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E3ADB-70E0-493B-A4A2-D94E3483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9570713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540D1-9662-4BE2-A3FF-48AF81AF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Ship or Hold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D75B8-BFED-4F44-A00B-48F353E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A2B03-3065-4FA6-B897-C41E336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55DC-6A2F-4453-8A5A-249C0D4E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599A0-13B1-46DA-9356-02343353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D69E-A1DB-498C-8AE3-2EF4C553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C067F-4B44-4AB7-8891-3924E1F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F9008-0ACD-48FA-A57A-281E340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74BED-AA63-4F44-BCB7-B044DBEC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E2D63-DE5E-484F-A32E-57617A9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7AD21-858E-43E0-8567-7AEC4C4F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FB4CF-9046-4D10-AC7E-B47C385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7C684-1D44-49F1-8BE4-7F282E9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점수를 실제 운영 결정인 READY 또는 HOLD로 바꿉니다.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57F88-AA1B-49EA-84A8-D2B39D0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D905F-E12F-4335-8D75-B1B434C5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205E1-D318-4B8A-9211-B9D4E1C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E117C-4F5B-44FA-9688-B019924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9C6D3-FDF0-4D17-801C-773B43E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3467605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55117-3DC1-4BBA-A169-0C942681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C0D6-4A61-468D-99F0-53137F3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CC7B8-A7A5-41CD-8942-5C22FC9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05415-819C-48E3-B588-59B4421E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20F1C-CFE0-4589-AC14-4A753C1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DE6C9-EB54-4A89-9173-DE9313C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AEE3F-082C-4C76-BD1F-E5B8B4C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FECD-5186-41C8-A545-EA1901FE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bff232cad4ccc">
            <a:extLst>
              <a:ext uri="{96DAC541-7B7A-43D3-8B79-37D633B846F1}">
                <asvg:svgBlip xmlns:asvg="http://schemas.microsoft.com/office/drawing/2016/SVG/main" r:embed="R2cf00dccb36b4d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EEE0F-89C6-4537-B186-4941519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972E6-B99C-48CA-AD59-84B9EC37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31A0B-08AC-45A1-9BEC-274E264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923A9-F1C3-4DF9-8FA4-EBC532CB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2BFC-91C1-4CBF-942C-476F472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184D6-AAD1-4A9E-BFE5-761C964C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551B6-AA27-4ADB-90DA-4A12A54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AA61C-E600-49A6-B624-61C3C0DF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1908169490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EDF27-C87B-4706-8E3E-46A2FAB5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F7301-DF09-42CC-8862-F0B077A7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9D66F-A016-43C3-8AA1-01CB0BFC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ED9A3-DCE6-4C70-B833-E72EC454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90F52-3BEB-4716-BFCB-FDE1B70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E360-6D9F-4EBD-8B23-EB356CBE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131A-7F9C-432F-B03A-B84AEC5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F62B8-F916-4768-8681-482A6D8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6D63A-FFDF-41D4-9EDE-46047F5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24FEF-3B35-4991-BA3B-A54588CB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AD03B-B789-46BE-B70C-419C045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179EC-6206-498F-9B31-6E0D17E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A5FE6-765D-47C0-A569-1AA986C5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2100993836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3D328-7F29-4822-8CA9-098F3A2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471CF-4B64-4829-AFB9-AA5434A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A687-6495-4FF9-841D-D0871201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D8946-F51A-44DF-BFF4-18FB64D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34011-6EDD-4200-AD16-175BC24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716A6-97D9-4A62-B02F-6EAC787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70B20-0BD8-4532-A17D-7EDA9866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A4BA-E29E-485A-A65F-A96F2A7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DFD54-84F6-43E4-BA3A-2F92ACF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DA201-BE54-42F5-B36B-A44A3FA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86DC3-9571-4933-B681-E56C624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2C48D-A124-4E80-84FC-359EFF3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82F75-B70A-4474-9D79-501F80E4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47C42-14F7-40ED-BDB3-0A70514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62126-235F-41CD-8881-23D8121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04AD9-2A93-4FAE-A9D4-24B567A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1F3F7-3E48-464B-93EF-549CD15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B33CE-75B8-4BDA-827F-E155D9C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1435251714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AB3D0-A7E9-425B-98D5-9C5569B2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FD22-9BDA-45AD-92C1-C3BFCD3F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320F0-9ED5-48E3-A349-1306F516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0487C-434A-4E59-B766-545840E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FC094-4166-4266-B917-B279E96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823DD-2F33-420F-B759-9140A48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C3974-58DC-47B5-8FDD-FAD6248F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273A8-40A5-4743-8678-B55B7776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0F599-0CD6-4434-B8E2-442F2E02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1A4B5-A4D7-4AB4-9EEA-348370F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93D60-D8F8-4F67-B370-C07A1EFB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D9D55-6C61-4128-B341-04800B35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AEBB9-EFAD-40F1-9F26-6CA6E9A8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B85C0-8D06-4092-B42D-6A2E026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588D4-73FA-492A-8786-B456D544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638679540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BDA3E-B066-43D6-B290-E7F8C87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FFA49-ECC4-452D-8140-8C177BF2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0BD83-F4AA-4626-9039-584ABA2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289B3-ACAA-440E-9550-676A699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1F988-F619-4BB4-A8D4-CF4E9F6F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00100-8716-4C52-AC2F-8E5C3A13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F22AA-B6D3-4A2A-BD0E-1443DC8F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815E2-3E1F-4B6B-94B6-1A442CB9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C2B77-470B-4B63-9BAA-6B468BE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E2BC4-B030-4657-A72D-2FE38BC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BE796-7D86-4461-A67D-DA3DA78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8C4B4-3041-4792-800F-1E8B12A2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6578-2823-4895-A36B-1FC8C7A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92B45-9F0D-4880-956A-92AA10CF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8E81D-0E79-4A1E-A79A-C7C091A0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E5E77-266B-43E7-9DDE-F4B9D28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270006639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DFAA4-58A2-48E3-9C9C-499F877B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0F1B7-D3C0-4453-9E93-D80B667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AC886-DC93-494E-97B4-240D6213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97AB8-3DFF-4B1B-8070-AD7DB1CD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EFB39-F4E4-42B7-BED6-8B9D5B18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9018B-C0B1-4C4E-9BA9-653FFEA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B8867-3BFD-406B-BFFE-560307B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86F5C-F581-4123-9F99-56D4B10A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8DCD-F29C-4DD1-AB5B-4D410E6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F193E-901C-4E19-BC8E-E0B0F79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E196E-1760-491A-9FB3-9F93A96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BFBA1-1FB6-4478-B29C-A73C0F5D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C9825-74BE-464B-9802-BFCFF94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672D0-C434-4AE0-AB0E-BACDCB8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AE2D1-5EE9-4C6B-8C69-E401D750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4C301-216A-4C49-9D01-67F5C05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7EB7E-643C-498D-AB83-59F3C87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2041829159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AC88B-08BC-408E-8108-D8A8252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2FD8F-F07B-48A0-A5DF-AF4DAA3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B90BE-417C-45DF-A70D-29E78F2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AC7C0-49CE-4A97-BE32-B3303051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45AFA-CBB7-4B39-96EF-3A420E65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D56C8-5B99-47B5-BCAD-D601114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3CC31-1682-414E-8272-8839621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E2B7C-6306-4665-86D8-F6AA564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CA8DE-049B-40B3-8F2C-A491F6E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D8BEF-9B14-4D64-8BE8-C375869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D7D55-B414-4E6B-8DD0-1F3AEA8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941E1-8023-40E9-BF17-8CE20EEB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E3BCA-9B17-4630-AF2D-765CC1D7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DC8FD-FBF5-42A5-9E6F-26496D7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8C537-697C-47B9-BE82-A440695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7AFBD-7480-4144-B02F-EDEEA3C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9705A-BA23-4C94-9E70-A63C00FE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0F384-00A8-4F47-B49B-48C9A65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9F7B3-0A0D-45E3-97D7-B1D9E2B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3CC1D-6215-468E-8E59-DC571EA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79F8D-00D5-4DC6-B842-18478ADC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63E8D-039B-47A0-86AE-7BE56FED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638298663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7168B-9FB4-495C-9D06-F834F54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C1520-704E-4E4A-AEBE-CF15C9C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D61D3-C6A7-436E-8E55-78728A6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C821-9FE7-4F0D-9EA4-C251C5B0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265D6-2490-412F-94DE-68B5F9E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5AF51-0A30-428C-BA31-5B5A3822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02708-6692-4028-8782-E03188D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7E2A1-56FB-404A-A1DD-504BE89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04591-38C4-4F52-8841-8C53C14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FAE21-A60D-4232-84A4-EDA3E6B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71090-2432-4ADA-88F8-0263B88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10563-7267-4383-9ACB-99661706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E2A57-CC19-43C7-BFA1-9033A65D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B1A86-44ED-47F1-AAD6-BD0FF805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1AD79-E72B-4D2A-94F6-BEF782D3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CDE7E-504E-4941-8C4B-8D572A4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13BF5-DB58-4E8D-9BF5-D2C4AA2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E8EA7-37DF-41E6-A298-2D613306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B8D9C-3774-429A-872A-4612282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074C4-D2C2-4AB5-BE93-4C43750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6AC6E-BA18-40C2-8649-47B31D5E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D4CDA-4A37-40FE-A270-831BB61A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615321333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C60BD-1699-49D9-8DD6-E54D562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F7C52-1727-4B8B-A0FA-5F130E4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EDE09-6B69-4828-BFDA-FDE76BA5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D2F68-E57D-4323-8DCD-53568B3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13171-AE4F-492B-94EF-F3F281B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DB086-013B-434A-8A56-1A69782A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2B353-9DDF-4E1E-AAE3-7810DCB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B8420-7370-4BF5-9F53-E42D2B9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4A43A-C4AA-4ACC-BB80-BCDCCC16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75DF4-9EFC-4822-BB93-2DDE47B0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1F7CE-B591-4F80-8BD0-87B4BB3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2FEED-868F-466D-960D-7395CDF7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5BC89-86B2-45BE-B568-E3F46C0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9FF89-5378-4CD8-99AC-BDB0CBE8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39AAF-B485-4A4C-B4DF-C0209CDE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23922-738F-4949-897C-510D984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CB023-036D-42B9-955D-CD2B0090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B6AC8-DE8F-42A7-A943-D079A1F9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87E31-6806-4590-8461-40543AB1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DD6AA-2F03-4F3A-8872-E47A58C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80DE8-D8E0-4445-9E6E-9716FC85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FB6A4-1DEB-4F03-BF1B-FC027F9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28564998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E3B60-9DF4-47EA-B80B-D600A02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4563-88BC-4F5E-BE01-723EEF89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C90A9-66B2-46BB-9411-A6C7C45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82EFE-9B69-4A86-824C-37466F7A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E1191-2B50-475A-AB45-DE1A9BC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3CD0-0884-4878-8DED-DE1D02F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0B342-6818-4933-9DC5-905B044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5712D-A43E-468C-920B-817FA4E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5E18B-1437-41BE-9B89-273D5F1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62BBA-8476-4156-ABAE-0839CBA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55212-375F-4274-931D-728AF2F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C66F8-2931-42D5-8B9E-76203A3F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AAAD4-E9C2-456B-B1CF-D5F587B3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825AE-837F-4A76-9E81-5D29E6A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510A4-4087-487D-AE4B-741B11E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72FAF-6C1B-4BFF-87FD-2AB34F2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E57BD-5EC2-46C9-93F4-83160F1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F4A93-5B57-48AF-B24E-4D39FD9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F9A2C-26CD-413A-AF01-92F1055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1CCEF-D856-42CF-91B3-30B3437B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084BE-C8B5-4003-B16E-B094F7D0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27717-50A7-49D4-ADD5-81CED36D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1269195228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0FF58-9DE3-4F26-8F89-E9383F3D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F7397-509E-463A-96E3-D8BD56C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60139-C46F-42FF-9F93-94BF1584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093DF-4009-4A55-AD6C-8EFD641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9BBF2-E332-4805-841A-48266B1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50D98-913D-45E3-B9D7-D5398BED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D080E-0A88-4AD2-9A26-6EF6B6A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FC49F-25A1-49FA-B0B2-B6A3AFE9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3D96-3454-4406-86FC-61511A98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D0175-EF1C-49AF-8C08-CBA2B45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19840-7059-4082-BF14-DD5DADB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DC072-EC92-4387-A567-0EA0869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5FBE0-D4B9-4558-9987-B040E56A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C0BF3-B3A7-47A9-AA14-68966BA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9DFA0-DC34-46D6-AB04-24F9A18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ECC5F-5C56-49F3-84A9-5B277E7E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117E-C6E8-4E4B-9031-BFABE4A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FCC0C-5343-4B26-8074-119CD721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759E5-6AB7-4245-ABC5-31CEB4D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A7034-8F36-440F-9979-8961431F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97DA8-856F-4335-B84E-CCD2B85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1880A-56BC-4C24-9F29-48BAA15A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234976262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A0057-6B2A-42E4-A22B-91D052B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D2B61-9F9F-466D-AC4D-D04EEAA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1BF26-1B54-4986-A88F-7E69A21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2E2C3-66DA-4ED5-8383-7DF65449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53D11-AEE2-4D93-9148-A36984A8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CE524-D4EA-4F9D-96C3-5DE7D3C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23D58-EA30-4550-A1C0-B25A8EE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7643E-0F89-4906-B872-9F519A7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2E466-E98B-4526-8A25-50474EC9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B1AB6-56D6-4502-87A7-50549558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전사 경로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5C695-1458-4372-BD67-A86C846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segment·timestamp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B8DFC-593A-4949-9380-0E6DE99A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88F9-407C-46FB-9A7E-E854458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DB88A-8A9F-483B-BDB3-62EDD27F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65CBD-4678-40A3-8A21-9310C24D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대안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D9A7B-08FE-4639-BD9E-F2C57CD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file·device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9CAF9-252B-43C1-AD2F-B01274A7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48209-8236-4E30-B125-12640AD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22503-BF8C-4AA7-9173-35AEC0E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B5C09-4480-421A-B473-F83747CE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회의 노트 기능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FC695-B43F-4D75-98FC-AA82A69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관리자·보존 정책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6B5F0-4137-4544-8EC0-E135ED2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1BD3B-6BC2-404E-8D49-5570DB4D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F55DF-20B5-4ACA-8040-4B277980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57D40-45C4-4F20-A2C3-5EC0D68B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node와 실패 계보 찾기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0A5FA-826F-4993-AFFB-A9EBE32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B5BB6-4095-4A8B-AE38-0A252E5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4FD20-5A63-4F5B-8C14-A08A917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7B474-6B6F-435F-A717-FDCF3234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BFEE9-8F2D-437D-8D6A-D6F6BE0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버전 비교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2AE5E-1C00-451A-8FE7-1182D17C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baseline·candidate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3401C-0725-4C10-8826-F5E5B6E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3493817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B8DA2-6DB8-4968-B585-B2DA1F4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85071-730E-40E1-950F-0E5906D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F447D-278D-4FC7-AE51-7B2EA3B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02720-8224-4BF1-8FFB-06FB58A1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5057F-3DC9-4FFE-8C27-91220D4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F97BE-6D93-4B42-9853-02CAE95F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A8650-08A9-4C26-8CED-7A8A3D4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E2A37-BAC3-46CA-B618-696C224C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D9095-46E0-4AC2-81C4-F5AC679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B359C-89BE-4AD5-9CA4-D5BD642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0685F-BF71-435F-AF82-632A04A6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187A5-B321-49E0-9890-3BBF17B8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E0481-32E4-4083-A835-C5A6736C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01F3F-F0D8-406C-9571-9340042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05860-C25D-4FD2-B68D-2CD58DA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DC123-B51A-4A65-823C-EE0359B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098a6bc454a8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3AA49-BD33-4614-8D5C-ED709BF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721796706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8BF8A-5873-49A6-9212-D335809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E4A54-B306-4752-B85B-4411535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D4320-29D6-44E7-A0D6-54E7920B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0609E-F7E8-401F-8220-07C5DDD6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DAA05-20A4-4FB0-A04E-806F4732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BF0F-0E6D-457D-956C-4032590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F329-43EB-44CF-A63B-07AF40BF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90318-51C6-40EC-B7B4-18D91024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3D3E9-2C5E-4BEE-A38D-73CFD88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1CFCB-5260-4C1F-87DB-6306B76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96F38-3FC1-44F9-8A35-B228AB5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C8A6D-DC1D-46A9-A1E7-D30B944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83A4B-310F-4FF7-B1F9-55357CB4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D0C0C-5F68-487F-85A1-65417FB8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1CCEA-955C-4B4C-8627-E11E8FDF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0AEC8-16E6-4966-91F1-33CBAB4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5fd7a47184ff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16AD2-008B-4778-B26E-F7C7A85B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4482161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8F185-03E4-49AC-9DE1-6274387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007E0-E204-4716-8D59-ED1512FC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181AB-26A8-403A-9A1E-049F17C5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71629-F1E8-4961-8B5F-5AF2A19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BEBA2-5E66-40EB-B384-CFF01340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65F6A-8DE4-41B5-8FEE-2C9AC959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4BB9B-3A9E-4E6E-AE1A-86AA403F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1C446-5431-47EB-8E19-CBB426F3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82AE1-0C15-43A5-B7C6-67FCFCA1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EDF7F-CB66-43E1-8EFC-8372D9CC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C0663-8853-402C-9395-593C6530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EB7D0-60E1-414A-8CB7-7C68A8C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247ED-0A65-4F7B-96DE-52262A5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57FF-F869-4DF4-AB2E-2AA3400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4E274-5196-4955-A6D6-041AE66D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F81C2-144A-49B1-9573-D77B1BA0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9cc57fe2142d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CF6D9-9411-47E2-A77B-7894BC29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916711073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E8A89-FADE-4393-A13D-784E86A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92167-0123-4272-834A-C28D875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7869A-01B8-4374-B6A7-53F331D7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C27CF-FDD2-4AEE-8F47-F9C0AAF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25999-96CF-49E3-AEEA-F8CB153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C37D0-2D85-46F0-BB43-EE0820EA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E1A6-C331-4E6E-913A-8A1FB18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6DD0B-A9A8-412A-BA99-0356181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2E776-1719-4CBC-A928-E691DB9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60EB0-5E63-4A4D-8736-CFE5514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7E59B-7256-4CB2-ABE6-93D434EF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ACBC9-785B-4109-A4B1-EB93BA8D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374AF-F285-4C85-B173-3DCB49D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3E614-49BF-45E4-BA60-D1EE8C3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749D4-C9E6-46E3-A587-E0734F4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E0DB1-FDF5-4735-ACA4-5C8C3FE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6860a08a4a7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A6524-8B45-4D09-A2D9-562CAC5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02174337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42B9F-4F47-408C-B7D0-D1E6819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5/5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BD94C-C726-4C16-9585-E7395C5D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62D6-06AF-484C-A496-E731595D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3E4ED-69A3-4827-A3F7-B6C8622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40994-0313-4D05-9B1A-89E4C44C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E59D2-41A9-40B4-AB81-5C838C9C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73EE6-3DD0-40B7-8783-DDA7B01E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D3C61-725D-49DD-A85F-DCF5D97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8260B-A927-4F4D-8C5C-77E879EA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DABF1-4254-49D6-B27F-C22751A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08FEE-7048-4A6D-BD47-76BF5138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63112-0659-47D7-A3D5-CF2962A0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DFBE-D00D-40A1-9C38-FE392ADB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091BC-4DEA-49E6-B7EE-8B6A9545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AD016-0188-4470-B177-5D8F482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C50A1-E8A9-42F0-A08A-22B03C7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3a503ebcf483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469BC-B983-4520-B467-E6721B05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515130678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746CD-D4A9-4ADC-8C43-B00A3FA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C8D1D-83AB-4982-9309-F3D50243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14199-1023-472B-8DE8-585F0AC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F9157-66BF-4A80-90CB-B5BE201A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0CE47-47CF-4692-AC92-87F6945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0AFE4-452F-453A-8A4D-CE48643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DDBCF-4E97-450E-9019-3B106318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10F23-03C5-4B3C-9AB7-7881EA5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535C0-686C-4E8B-9FF9-913BEFD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57C9D-BA65-425B-889A-206B806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23C95-651B-4A88-ACF9-CCC3065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FCA8B-5C4F-4F2C-9D43-15D2DF9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45E89-9001-4BEB-A22B-67AB657C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51180-6F15-47A0-9A0E-917990B5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209BA-07D6-4479-AFCB-68299A3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AD609-7D60-4713-942A-DE6D167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6E1B0-C71A-405F-8D6A-4770B8D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6DF36-DC83-4B0D-9DC8-368CD6C1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724057100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056CD-096C-4DAC-9C48-EA3A881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1E38-472E-472D-9AAF-B0F9E51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24074-EDCD-428C-A147-A7DB3B6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65B3E-E186-4E39-8F5B-89B86B1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B07D5-2DF4-4871-8532-D6BDE2DE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B4B5E-9357-4EE9-9BA3-A0A46AF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83921-0967-457D-8EA1-FED47A8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D13D0-6264-44DD-92FF-7D94CD8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D4E0-54D6-4C22-ADDD-B829C82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15DF9-C04B-4540-A61A-B19C21B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A3790-F546-466B-A030-EB70F7B4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03AD5-B97F-4951-A361-096B655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36BF3-94CF-444F-B64F-3C3212F6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BA55A-DBFA-4F89-9754-3B94B2C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1AA5C-9951-4688-82C2-B95B95B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AF7F2-0160-48C2-A63C-C82A5815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F0958-8F0E-4036-97A1-7A318EA9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7C0D8-EBC4-48D4-90F8-08C7107B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408581700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3022D-155F-4576-9F3E-C26D6324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8E7F6-AE28-48FA-A812-FA48F41D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599C2-B258-477A-AF52-FDCA9FF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9F1DA-C397-4963-A308-6308F0D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E6DAA-2FD7-4A7C-8754-A806A8E3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004E-C4CA-476D-8005-0CE7C653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FE944-82DF-44C1-8675-532FBCD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DEB0F-3882-4FE3-896C-78D6CE5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E3871-9E95-4372-AA60-816B435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06703-A32A-47CE-9630-D69AA6A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DE9D2-B9E2-4717-8DA0-EBB3288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4E5EF-D4DE-4104-8238-1991F09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054EE-0C41-496B-A18C-225B8E23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6ADE6-6242-4E54-96C0-78C77157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AC83E-1605-4910-9869-3DC1B88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99017-3A56-49FC-A11D-54EF5B5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0B2E4-C24F-4E8F-A163-25363A7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D0291-DE96-4646-881C-77B66384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952664344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334A0-5415-49F9-AB45-251731F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131D1-A8C4-460B-B20A-14B6F17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4FACB-B087-449C-89F9-FDCF6A5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C44FD-C07E-49FB-841B-96634298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6A20C-1F51-42BA-B9F3-20C93CA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EE6BD-E690-4811-89A2-A066BBE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6F565-86C2-463A-8E35-1584D4A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072B5-6A45-4D8D-B720-D6064A1E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17B87-37E7-4AEB-895B-F0D2602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AEEE8-08DA-45D1-8AC4-CB08F44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8DD97-E402-491A-B882-C05ACF2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A7241-7860-48AC-924E-4A43DAF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39696-6515-454F-A25D-05475ED4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50FFE-A2F3-4CF4-9681-81034C4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DB666-A043-40B1-B4D3-AE2F330F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A1F7E-8CA2-4F38-8054-FF54DED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FA6AD-D916-4B91-A12D-78886978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DBF95-E5A6-4A8A-AE63-1522DA6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4582166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A9FD6-8B96-4E77-B250-A6BF6B7F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21426-FA67-4FCD-99D6-9A5853FB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7F815-7D62-4D9F-A387-24A0C362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C2D40-6F37-4864-99F1-8E106418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DF5AC-3C23-4400-B54B-423EBA0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E3F4B-C51E-469F-97C0-BB6CD966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C48D7-4645-4C4E-B7EB-F0E3DC6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B81AC-83BC-4D84-936C-41BAD1C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66C70-83DC-44EE-89E0-DD3ED8A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CABCB-F1C3-4801-B67A-C8A224CE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60EC5-4102-4B2E-9C34-A0E200E2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C5458-DF69-444E-AAE0-76FF1F1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CD35E-AEA4-44E2-8B26-63DD9CC2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B6EF8-5613-4FBF-9BA9-B07AA75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6876F-CADD-4B9C-B833-883325A5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6E13B-73F9-4D04-88BB-60C3F65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11ADE-EA7D-4F84-A705-3A904688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93BDF-7BCF-48E9-BDD5-34247D84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926132436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C9C80-4E59-47FD-B710-6383AC56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5E43A-34B3-45B0-89C7-6BDC4057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B5C36-494D-4E5E-A3DB-92D8B1F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D659F-0D96-4493-85D3-C6BA9FD1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92753-BB1E-4F8E-8611-E66D84B6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3E827-0C41-48F1-BAAE-E6CB7527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C1B9D-9291-462A-8C57-D47FAA8A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F1FDF-825E-486A-B229-A7A2C97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8EEF7-BFF7-4EF8-81AF-70008A1B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DE57D-2E5D-4209-9679-E4DC622D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7B471-D5BE-4AC6-882C-3305178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CC81E-9E9A-4A90-B76E-767A1353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0771C-C701-402C-B560-0E6F99BD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043D8-A367-4370-9CB0-844976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21F3F-51FA-43A5-9FE7-D84366FF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AC65D-D53C-416D-9102-E4B2CD6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05B73-E8B7-4789-98F0-C2DDC0C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84C70-53B7-4382-8BAD-4C86AC2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6D46B-30B0-42AD-B644-4293CFE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6470A-6AB8-411F-B929-98B1528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1750C-0AD5-4F77-871D-50A52755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79A97-101B-4E2B-8649-05A0240F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C35C7-CA02-4777-92C0-5BBAD0F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16C50-0549-4BA2-86B9-9EC373A4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593012347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A361B-F3FF-4A23-8165-E6A219E7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109EA-8E9D-4C55-A8DF-EC875F0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071F-AE17-4CB8-93B4-3AB8EE59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D533F-48B1-4EB2-8833-AA4149A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7FEB-A3A5-4F84-95DF-17937D9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317DC-FDB9-4D58-9F94-513D625E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C89FC-8AAD-4708-9789-E8FCF8D7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CE98-B5F4-4B7A-AD29-68A2892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A5CFF-7995-4C2F-83C3-B8792D20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B1146-462F-4F30-831B-5F5789EB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39C58-BFD3-4F69-AB43-93EB7B7F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59899-36E3-4CF5-B7E1-E2EC53B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9822D-A07E-432B-862E-F8453834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A23AB-FC03-40D9-8F66-36099A5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D0D4E-A507-4617-9C87-D396D1E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3BDA3-42CB-4FAC-AEA0-CE3C0D8D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82971-77B6-4BB5-B7E0-0C8E0C95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EC968-5809-42A1-B029-E199FF0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DB1E1-D549-484E-AA83-95CE0C2A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83193-71C1-46FA-A706-4E5CACE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AB7F8-BC27-4674-815F-643B19B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CC928-9B06-40A2-A908-AA51289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845D4-FEED-4630-A658-731F790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0A61B-BBC1-4885-8E58-4D61D02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581197286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03315-07F0-47A0-BA96-08020FB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34044-A8FE-4508-AE05-F9B44BF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626FE-22B3-4803-A0A7-1FD8103E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85F9-4C80-419C-9D14-F8B7F46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D3E8-00BE-4598-B860-A42D74C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43801-D519-455F-A311-23638C5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DDBA9-FC1C-4545-921E-60116FC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58EEB-CD0D-44C5-AAC5-FA130A6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0473B-BA5F-42B4-ADD6-EDE2C9D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B726B-4DBC-40C7-AC61-CBDB53F7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05838-D13A-483D-8FC2-9D98914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36677-C0C9-474C-BB82-8CCE328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BECEA-22C3-4ACF-BCEC-A228A8F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C53DC-A79C-4348-A6A6-B6EB9342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81CF6-281F-4200-82D8-CAEAD2FD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99528-4857-4452-98B1-FE26B19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826E5-F00A-4D32-98E9-4C2BE14E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81F4A-45D0-422C-BC72-E22374F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B2775-4AD9-4DF8-BD09-A576ED2B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948BB-2D01-4701-847E-900E2C7E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19298-FDF1-4789-A450-EEC4F818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17295-85E4-4392-8FB9-F028940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E7860-BB87-455E-930B-AFB7B7B7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1FFE4-9757-4EB6-A719-0BD94C2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2103985144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7A97D-FEBF-4C1F-A0A3-6E40073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CC630-DB6E-4845-953C-BBADD34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04FB1-A2D6-4EDB-9AD0-F8A42C0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8914A-3DED-466D-9156-01AB0B2D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CE36-ED2C-458F-99AE-E29FAB64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D56D-5EFA-4E52-A137-B58B609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EB35F-72DB-410A-87F2-3DB9602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B411B-EA85-47F0-AF3D-A3ACC9A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FB6A1-2618-4E99-A85A-8118EC13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B1A6B-F5F7-47E0-B916-59259C1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FA779-F054-4AEE-B1B5-3D26D563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8397B-4C99-4930-8991-7C10369C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0A9F8-EEDA-474A-89A2-99105E60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8DDE6-88C6-4C14-85B7-ACF657A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FDE49-5269-447F-B9AC-0DC718D9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2FC9C-4D42-40A0-991E-6DDA5002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0EB72-F4F5-4F1B-ADA3-522EB396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D4903-F649-4B45-9949-CE63D96D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92455-15EF-4FAE-A246-5E06C25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DE5DC-10AD-4B0C-8D68-FBC1401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C74F1-C556-40FB-AE85-00F39F2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C9279-1471-448F-843F-02098CF0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A4B7A-BE06-4B52-83BF-0E1C8C84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F5E20-30B8-4DD2-9E30-74BDDD6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1579972867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0BEC0-C56D-48F5-8FC3-E1E84BB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099AD-79C8-4AE7-B4C2-7EAB5DE3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3AC4F-0166-4F7B-BE64-DA75900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EE999-92DA-4494-BC87-80AF7FF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ED933-612A-439B-8364-DC41E965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9E8EE-0F4A-4DF8-AC17-F588434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DFDAF-DFFF-43F9-B424-4A59ADFB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48402-7A21-4FFF-9B92-64D7B82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55D67-F103-491E-A490-CEA0D27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F845D-B790-4E21-A8B7-83074523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E60FF-3118-492B-95EF-3FF7A67E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28138-8AA5-4F75-9236-37CB5E3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935A9-3490-41D0-B2BA-4F3F738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E3908-43C6-43FC-AADA-F06F508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96907-3935-4049-BAD5-88446A6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2CF62-DCA8-4F44-B27C-4A0279F2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226F1-DD3F-4AF4-8D0C-4A30BE3D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54CF6-015C-4B39-873F-8CB5DB5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96753-03AB-405E-B57A-9FA525D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11CCE-AE23-4471-834E-102B03D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3851B-8B72-45DD-B49F-EF69ACB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53E93-58CD-4E5D-B609-D89A0EF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128B3-1EAA-4856-9197-8740DC18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26579-4FC8-4E94-88A2-5F427ED3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2293A-494F-4A3A-AC8C-2E294B3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1102923717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F1FF2-16D2-45F4-9C15-296001D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7F27-9E44-4C08-AA4A-151E9DBE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856C2-9BFC-40B9-9229-3B9D59EE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0F009-D034-4D55-A8AD-A9AEC5A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3771C-56C9-439F-9461-1368C21C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73F16-932C-4115-96F3-909E4332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D5349-2474-48B5-BDEF-FD0AD694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658AD-2676-4B2E-807D-6061E10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29E47-CFF6-400A-BA22-6D06F026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00206-36CA-48E5-98F0-630EB64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95278-9689-4299-9FDF-590A96D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DDEA5-11B6-4A69-A2A9-8276115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06E65-CDAC-40AC-8E54-0610E34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11407-3E1C-49E3-8D2C-7EF45CE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6F715-B785-4B32-8BC5-6AF96E81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60844-A34D-49BE-823A-22D115B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FAA60-9F9C-4BAA-B29A-10394C1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EEB10-0CE0-4051-A077-EF88E944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A8BD3-7A2C-49EE-B1C8-6C78F15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A5044-CECF-410B-9E33-AF63E9EE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BD52C-B217-4D87-A9E2-75B7775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9993C-860A-49D0-97D6-15B6D65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C9FEB-E4F7-4F9D-ABB8-432E4CD1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49415-3EE3-4DD3-8A89-35644C6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EC434-0EFD-4844-A319-4971BCD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62650936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05A17-C488-4E8E-96BE-E79142B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FEAB7-610A-480C-85C8-3506C47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EFD77-9BCC-45C1-8749-D4EA2C89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EC8F9-022F-4E15-B46E-37141EE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22E2-854C-4713-A607-4B63DDD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CB7CC-AB8A-4F00-B13D-DA97C1CB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041C2-BB3D-47D8-A5A1-C4AB8B24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BEC15-A701-4490-985D-C93D8675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2C10-76BA-4E60-91C0-C0D0F736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73ACC-1D25-4CAA-BD60-A6237213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57DB-ED81-4F66-9B6D-9E961197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C4F6A-31C7-43BC-86DD-6D9EBA4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5562F-E8B8-45E2-B32C-F8E0EC3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B1EA1-A419-46EC-8A5A-615F57E8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AEE87-6474-4710-8C55-B23EAB3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46BD2-A9DC-4BB7-AB44-7E6ADD3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E4487-15D5-4C0A-97C1-3602DDD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54295-C6E1-4DF6-94E3-1BD90BF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9528B-7B90-4FF6-A478-778948C3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C9E9B-B330-4F04-BDDE-1FDF28D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C9C2A-E029-4C7A-99FB-AB3E1804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87414-BBBF-4CE8-BB8D-E10A3012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35FB5-BFF9-4480-AA45-B6C1372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C6E54-7BD4-41C5-870D-C9428E73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2F603-4B24-4D67-9749-C4A1BC7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41769620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D38F6-87F5-436E-9704-5A29181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C3E5-514A-4FBF-9BB3-1C2206B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5949C-B293-4CAC-B851-9FCF71E5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38B8D-1403-4648-B034-34C380E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816B9-A270-4190-B675-3293B06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85A86-C5BD-4EDC-A278-A9B69BF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8E4E8-7A2E-4D00-B733-6BC48E05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E9150-75E0-4E8A-A69A-B9BD83D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FACD-1D68-43BF-9F68-85FB9E8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82A2B-AE3E-405C-8642-81D9EF9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C6063-05EF-4FCE-BCC5-E43AB24F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3263-C9CD-485D-A734-3B91E8CC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B2736-CDD4-4730-AF1B-5A5A734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00093-79E5-4999-A1C7-5C9E6F3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B4256-6D9B-4D33-82EB-5AB5FC6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76F2D-C6C4-4586-BFF6-5D0ABEF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1B72F-A58C-4910-9B29-EC5803D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09133-23F4-43DC-BE96-A3B358B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041A2-C891-4D91-8064-A010B1B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DE84F-BEDA-448A-B7C9-EB101AD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B9D53-5D74-4869-8BEF-A0A461F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B4756-02C4-4BB9-BE8E-309DFCC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87C60-FD1C-44C3-9194-50A18F3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0A949-9187-46CF-B777-96D9E05B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03181-F005-4035-A21C-E0112129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1776180675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43977-8CE8-4D6A-ABCE-9C0DCF53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FINAL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D96AA-7207-4C55-B5EB-0F4EF62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B8B6E-3EBE-4ABE-90C4-A9149C2B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3D30-C935-45FE-BF2C-2F03272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16996-542A-4024-ABEE-C264C5D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22667-2E03-4519-97A9-B6F1675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300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83a2cd53d4149">
            <a:extLst>
              <a:ext uri="{96DAC541-7B7A-43D3-8B79-37D633B846F1}">
                <asvg:svgBlip xmlns:asvg="http://schemas.microsoft.com/office/drawing/2016/SVG/main" r:embed="Re28910cb31664e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E8581-56DD-4D66-8859-FA6FD2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3DBF8-8A2B-4758-87EF-595E48B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5EBF1-58FB-4509-832A-62469BB3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860AF-5810-47D2-A8D8-15CE769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9C79B-3EC7-4624-ACB0-5C9BB11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06CA3-6579-425B-81A5-C6EAEDA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73C40-CEFD-4BC8-AB16-F17C660A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4860F-AFB8-407C-84FF-B6D8A35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CFA4-B44D-42AF-B189-7F11B46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5A5FA-11A6-4E78-AEB1-4E7CC133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45515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2026-08-22T09:21:41.1010000Z</dcterms:created>
  <dcterms:modified xsi:type="dcterms:W3CDTF">2026-08-22T09:21:41.1010000Z</dcterms:modified>
</coreProperties>
</file>