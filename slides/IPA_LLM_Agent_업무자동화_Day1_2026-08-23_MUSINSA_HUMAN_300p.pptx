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  <Override PartName="/ppt/slides/slide292.xml" ContentType="application/vnd.openxmlformats-officedocument.presentationml.slide+xml"/>
  <Override PartName="/ppt/notesSlides/notesSlide292.xml" ContentType="application/vnd.openxmlformats-officedocument.presentationml.notesSlide+xml"/>
  <Override PartName="/ppt/slides/slide293.xml" ContentType="application/vnd.openxmlformats-officedocument.presentationml.slide+xml"/>
  <Override PartName="/ppt/notesSlides/notesSlide293.xml" ContentType="application/vnd.openxmlformats-officedocument.presentationml.notesSlide+xml"/>
  <Override PartName="/ppt/slides/slide294.xml" ContentType="application/vnd.openxmlformats-officedocument.presentationml.slide+xml"/>
  <Override PartName="/ppt/notesSlides/notesSlide294.xml" ContentType="application/vnd.openxmlformats-officedocument.presentationml.notesSlide+xml"/>
  <Override PartName="/ppt/slides/slide295.xml" ContentType="application/vnd.openxmlformats-officedocument.presentationml.slide+xml"/>
  <Override PartName="/ppt/notesSlides/notesSlide295.xml" ContentType="application/vnd.openxmlformats-officedocument.presentationml.notesSlide+xml"/>
  <Override PartName="/ppt/slides/slide296.xml" ContentType="application/vnd.openxmlformats-officedocument.presentationml.slide+xml"/>
  <Override PartName="/ppt/notesSlides/notesSlide296.xml" ContentType="application/vnd.openxmlformats-officedocument.presentationml.notesSlide+xml"/>
  <Override PartName="/ppt/slides/slide297.xml" ContentType="application/vnd.openxmlformats-officedocument.presentationml.slide+xml"/>
  <Override PartName="/ppt/notesSlides/notesSlide297.xml" ContentType="application/vnd.openxmlformats-officedocument.presentationml.notesSlide+xml"/>
  <Override PartName="/ppt/slides/slide298.xml" ContentType="application/vnd.openxmlformats-officedocument.presentationml.slide+xml"/>
  <Override PartName="/ppt/notesSlides/notesSlide298.xml" ContentType="application/vnd.openxmlformats-officedocument.presentationml.notesSlide+xml"/>
  <Override PartName="/ppt/slides/slide299.xml" ContentType="application/vnd.openxmlformats-officedocument.presentationml.slide+xml"/>
  <Override PartName="/ppt/notesSlides/notesSlide299.xml" ContentType="application/vnd.openxmlformats-officedocument.presentationml.notesSlide+xml"/>
  <Override PartName="/ppt/slides/slide300.xml" ContentType="application/vnd.openxmlformats-officedocument.presentationml.slide+xml"/>
  <Override PartName="/ppt/notesSlides/notesSlide30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3bde98b01c4c93" /><Relationship Type="http://schemas.openxmlformats.org/officeDocument/2006/relationships/extended-properties" Target="/docProps/app.xml" Id="Rb39860fb699c4017" /><Relationship Type="http://schemas.openxmlformats.org/officeDocument/2006/relationships/officeDocument" Target="/ppt/presentation.xml" Id="R5864414192c341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cbd57640243f8"/>
  </p:sldMasterIdLst>
  <p:notesMasterIdLst>
    <p:notesMasterId xmlns:r="http://schemas.openxmlformats.org/officeDocument/2006/relationships" r:id="Raa899a22d1bf4e86"/>
  </p:notesMasterIdLst>
  <p:sldIdLst>
    <p:sldId xmlns:r="http://schemas.openxmlformats.org/officeDocument/2006/relationships" id="256" r:id="R89b95c0ea64a4a5d"/>
    <p:sldId xmlns:r="http://schemas.openxmlformats.org/officeDocument/2006/relationships" id="257" r:id="Rd6ee4278854c4461"/>
    <p:sldId xmlns:r="http://schemas.openxmlformats.org/officeDocument/2006/relationships" id="258" r:id="Rc3d546d1d6534b6b"/>
    <p:sldId xmlns:r="http://schemas.openxmlformats.org/officeDocument/2006/relationships" id="259" r:id="R0b628709e3bd408e"/>
    <p:sldId xmlns:r="http://schemas.openxmlformats.org/officeDocument/2006/relationships" id="260" r:id="R9b47101911e745fd"/>
    <p:sldId xmlns:r="http://schemas.openxmlformats.org/officeDocument/2006/relationships" id="261" r:id="Rdbb8e7756abf402c"/>
    <p:sldId xmlns:r="http://schemas.openxmlformats.org/officeDocument/2006/relationships" id="262" r:id="R4e75c51c68b34214"/>
    <p:sldId xmlns:r="http://schemas.openxmlformats.org/officeDocument/2006/relationships" id="263" r:id="R07964ecf5d314910"/>
    <p:sldId xmlns:r="http://schemas.openxmlformats.org/officeDocument/2006/relationships" id="264" r:id="R8d983d4bcfe444fd"/>
    <p:sldId xmlns:r="http://schemas.openxmlformats.org/officeDocument/2006/relationships" id="265" r:id="Redf4187156b24c26"/>
    <p:sldId xmlns:r="http://schemas.openxmlformats.org/officeDocument/2006/relationships" id="266" r:id="R0edafb6542264a52"/>
    <p:sldId xmlns:r="http://schemas.openxmlformats.org/officeDocument/2006/relationships" id="267" r:id="R46b0336ab4f2496f"/>
    <p:sldId xmlns:r="http://schemas.openxmlformats.org/officeDocument/2006/relationships" id="268" r:id="Rfa9b2dfdb7104397"/>
    <p:sldId xmlns:r="http://schemas.openxmlformats.org/officeDocument/2006/relationships" id="269" r:id="R2c9a0df6dd004afd"/>
    <p:sldId xmlns:r="http://schemas.openxmlformats.org/officeDocument/2006/relationships" id="270" r:id="Rc5800b1d109f413a"/>
    <p:sldId xmlns:r="http://schemas.openxmlformats.org/officeDocument/2006/relationships" id="271" r:id="Ra51f98a855fe466d"/>
    <p:sldId xmlns:r="http://schemas.openxmlformats.org/officeDocument/2006/relationships" id="272" r:id="Rc04a09a5044648c2"/>
    <p:sldId xmlns:r="http://schemas.openxmlformats.org/officeDocument/2006/relationships" id="273" r:id="R236df50461f246a3"/>
    <p:sldId xmlns:r="http://schemas.openxmlformats.org/officeDocument/2006/relationships" id="274" r:id="Ra6dc8090093b49f8"/>
    <p:sldId xmlns:r="http://schemas.openxmlformats.org/officeDocument/2006/relationships" id="275" r:id="Rf9e2db2ab10248bf"/>
    <p:sldId xmlns:r="http://schemas.openxmlformats.org/officeDocument/2006/relationships" id="276" r:id="Raef3a7e1a036471e"/>
    <p:sldId xmlns:r="http://schemas.openxmlformats.org/officeDocument/2006/relationships" id="277" r:id="Rcaeae0b09cac419c"/>
    <p:sldId xmlns:r="http://schemas.openxmlformats.org/officeDocument/2006/relationships" id="278" r:id="Rfa29b1dfb6e64271"/>
    <p:sldId xmlns:r="http://schemas.openxmlformats.org/officeDocument/2006/relationships" id="279" r:id="Rb1f5c0e9461e4291"/>
    <p:sldId xmlns:r="http://schemas.openxmlformats.org/officeDocument/2006/relationships" id="280" r:id="R2b66c5424c084260"/>
    <p:sldId xmlns:r="http://schemas.openxmlformats.org/officeDocument/2006/relationships" id="281" r:id="Rf0c1d536999d4a74"/>
    <p:sldId xmlns:r="http://schemas.openxmlformats.org/officeDocument/2006/relationships" id="282" r:id="R543cb14b8f5045ad"/>
    <p:sldId xmlns:r="http://schemas.openxmlformats.org/officeDocument/2006/relationships" id="283" r:id="Rc182a8cbd066464f"/>
    <p:sldId xmlns:r="http://schemas.openxmlformats.org/officeDocument/2006/relationships" id="284" r:id="R01faee299e0f4084"/>
    <p:sldId xmlns:r="http://schemas.openxmlformats.org/officeDocument/2006/relationships" id="285" r:id="Rfef0f19de2744f11"/>
    <p:sldId xmlns:r="http://schemas.openxmlformats.org/officeDocument/2006/relationships" id="286" r:id="R23e576bb0a3047e1"/>
    <p:sldId xmlns:r="http://schemas.openxmlformats.org/officeDocument/2006/relationships" id="287" r:id="R1a15f99e46ea450f"/>
    <p:sldId xmlns:r="http://schemas.openxmlformats.org/officeDocument/2006/relationships" id="288" r:id="R7309f1af8921492c"/>
    <p:sldId xmlns:r="http://schemas.openxmlformats.org/officeDocument/2006/relationships" id="289" r:id="Re777bf22508d494e"/>
    <p:sldId xmlns:r="http://schemas.openxmlformats.org/officeDocument/2006/relationships" id="290" r:id="R22049785f44c41ad"/>
    <p:sldId xmlns:r="http://schemas.openxmlformats.org/officeDocument/2006/relationships" id="291" r:id="R457e1c52f65a4d09"/>
    <p:sldId xmlns:r="http://schemas.openxmlformats.org/officeDocument/2006/relationships" id="292" r:id="R98e085d4a0db4247"/>
    <p:sldId xmlns:r="http://schemas.openxmlformats.org/officeDocument/2006/relationships" id="293" r:id="Rd2f43d7483f54262"/>
    <p:sldId xmlns:r="http://schemas.openxmlformats.org/officeDocument/2006/relationships" id="294" r:id="Rcac3e0e2c593473e"/>
    <p:sldId xmlns:r="http://schemas.openxmlformats.org/officeDocument/2006/relationships" id="295" r:id="Rfb6d87c424304ba3"/>
    <p:sldId xmlns:r="http://schemas.openxmlformats.org/officeDocument/2006/relationships" id="296" r:id="Rffe46db93e604184"/>
    <p:sldId xmlns:r="http://schemas.openxmlformats.org/officeDocument/2006/relationships" id="297" r:id="R2448044ea4ec4185"/>
    <p:sldId xmlns:r="http://schemas.openxmlformats.org/officeDocument/2006/relationships" id="298" r:id="R13746a101aed4151"/>
    <p:sldId xmlns:r="http://schemas.openxmlformats.org/officeDocument/2006/relationships" id="299" r:id="R6ef7ae6dc25d4e93"/>
    <p:sldId xmlns:r="http://schemas.openxmlformats.org/officeDocument/2006/relationships" id="300" r:id="Rd2fb7f02d29f480b"/>
    <p:sldId xmlns:r="http://schemas.openxmlformats.org/officeDocument/2006/relationships" id="301" r:id="R9e4eff0bc32a4034"/>
    <p:sldId xmlns:r="http://schemas.openxmlformats.org/officeDocument/2006/relationships" id="302" r:id="R1dc1f567fc074f6e"/>
    <p:sldId xmlns:r="http://schemas.openxmlformats.org/officeDocument/2006/relationships" id="303" r:id="Rece0a2600f4a4bcd"/>
    <p:sldId xmlns:r="http://schemas.openxmlformats.org/officeDocument/2006/relationships" id="304" r:id="R292a0ef593a449b2"/>
    <p:sldId xmlns:r="http://schemas.openxmlformats.org/officeDocument/2006/relationships" id="305" r:id="R3e1b9cf2f82349a1"/>
    <p:sldId xmlns:r="http://schemas.openxmlformats.org/officeDocument/2006/relationships" id="306" r:id="R631828da97b04d22"/>
    <p:sldId xmlns:r="http://schemas.openxmlformats.org/officeDocument/2006/relationships" id="307" r:id="R2adccdc68a17464d"/>
    <p:sldId xmlns:r="http://schemas.openxmlformats.org/officeDocument/2006/relationships" id="308" r:id="Rba3ad19805ff4f93"/>
    <p:sldId xmlns:r="http://schemas.openxmlformats.org/officeDocument/2006/relationships" id="309" r:id="R87cd1e1637974256"/>
    <p:sldId xmlns:r="http://schemas.openxmlformats.org/officeDocument/2006/relationships" id="310" r:id="R3555675a93fe4e2c"/>
    <p:sldId xmlns:r="http://schemas.openxmlformats.org/officeDocument/2006/relationships" id="311" r:id="R3a3b2ceef82b4c9f"/>
    <p:sldId xmlns:r="http://schemas.openxmlformats.org/officeDocument/2006/relationships" id="312" r:id="R84fdd446d29746e7"/>
    <p:sldId xmlns:r="http://schemas.openxmlformats.org/officeDocument/2006/relationships" id="313" r:id="R05fe8e94781f4ac8"/>
    <p:sldId xmlns:r="http://schemas.openxmlformats.org/officeDocument/2006/relationships" id="314" r:id="R0e5e3bca895c4bed"/>
    <p:sldId xmlns:r="http://schemas.openxmlformats.org/officeDocument/2006/relationships" id="315" r:id="Rd4dd954f663e4a64"/>
    <p:sldId xmlns:r="http://schemas.openxmlformats.org/officeDocument/2006/relationships" id="316" r:id="Rf595128ecc9d4681"/>
    <p:sldId xmlns:r="http://schemas.openxmlformats.org/officeDocument/2006/relationships" id="317" r:id="R4151155e1b4a49c9"/>
    <p:sldId xmlns:r="http://schemas.openxmlformats.org/officeDocument/2006/relationships" id="318" r:id="R57aacb14c4e74420"/>
    <p:sldId xmlns:r="http://schemas.openxmlformats.org/officeDocument/2006/relationships" id="319" r:id="R24599df84af94573"/>
    <p:sldId xmlns:r="http://schemas.openxmlformats.org/officeDocument/2006/relationships" id="320" r:id="R3b94ea281e3849c8"/>
    <p:sldId xmlns:r="http://schemas.openxmlformats.org/officeDocument/2006/relationships" id="321" r:id="Raf3e799b72f04f16"/>
    <p:sldId xmlns:r="http://schemas.openxmlformats.org/officeDocument/2006/relationships" id="322" r:id="Rb1e5595cdd6047d2"/>
    <p:sldId xmlns:r="http://schemas.openxmlformats.org/officeDocument/2006/relationships" id="323" r:id="Rc0f25ccbee474883"/>
    <p:sldId xmlns:r="http://schemas.openxmlformats.org/officeDocument/2006/relationships" id="324" r:id="R1a837de2c9584b1c"/>
    <p:sldId xmlns:r="http://schemas.openxmlformats.org/officeDocument/2006/relationships" id="325" r:id="R856ee13339c94efd"/>
    <p:sldId xmlns:r="http://schemas.openxmlformats.org/officeDocument/2006/relationships" id="326" r:id="R09cc0afaec1345b9"/>
    <p:sldId xmlns:r="http://schemas.openxmlformats.org/officeDocument/2006/relationships" id="327" r:id="R4c129fb58fe94316"/>
    <p:sldId xmlns:r="http://schemas.openxmlformats.org/officeDocument/2006/relationships" id="328" r:id="R9316c5c580874f91"/>
    <p:sldId xmlns:r="http://schemas.openxmlformats.org/officeDocument/2006/relationships" id="329" r:id="Rbfe8b1e445f54774"/>
    <p:sldId xmlns:r="http://schemas.openxmlformats.org/officeDocument/2006/relationships" id="330" r:id="R3523bb7b2282475c"/>
    <p:sldId xmlns:r="http://schemas.openxmlformats.org/officeDocument/2006/relationships" id="331" r:id="R00faff3f59b1450e"/>
    <p:sldId xmlns:r="http://schemas.openxmlformats.org/officeDocument/2006/relationships" id="332" r:id="R101fac49670c4384"/>
    <p:sldId xmlns:r="http://schemas.openxmlformats.org/officeDocument/2006/relationships" id="333" r:id="R2dbbc855350d470d"/>
    <p:sldId xmlns:r="http://schemas.openxmlformats.org/officeDocument/2006/relationships" id="334" r:id="R97e24e2aafb340a7"/>
    <p:sldId xmlns:r="http://schemas.openxmlformats.org/officeDocument/2006/relationships" id="335" r:id="R942bd52dbf4c45f4"/>
    <p:sldId xmlns:r="http://schemas.openxmlformats.org/officeDocument/2006/relationships" id="336" r:id="R0cf2fc49afad460b"/>
    <p:sldId xmlns:r="http://schemas.openxmlformats.org/officeDocument/2006/relationships" id="337" r:id="Rb2eb6b119bdf4c1e"/>
    <p:sldId xmlns:r="http://schemas.openxmlformats.org/officeDocument/2006/relationships" id="338" r:id="R5348e498b78049a0"/>
    <p:sldId xmlns:r="http://schemas.openxmlformats.org/officeDocument/2006/relationships" id="339" r:id="Rf2ab7183a8cd4319"/>
    <p:sldId xmlns:r="http://schemas.openxmlformats.org/officeDocument/2006/relationships" id="340" r:id="Rb1abb0721c6f4863"/>
    <p:sldId xmlns:r="http://schemas.openxmlformats.org/officeDocument/2006/relationships" id="341" r:id="Rb7aab4e95f7f47d5"/>
    <p:sldId xmlns:r="http://schemas.openxmlformats.org/officeDocument/2006/relationships" id="342" r:id="R601773f585d54b63"/>
    <p:sldId xmlns:r="http://schemas.openxmlformats.org/officeDocument/2006/relationships" id="343" r:id="Rfd3db18b77874c60"/>
    <p:sldId xmlns:r="http://schemas.openxmlformats.org/officeDocument/2006/relationships" id="344" r:id="Rfa5b235f67a441dc"/>
    <p:sldId xmlns:r="http://schemas.openxmlformats.org/officeDocument/2006/relationships" id="345" r:id="Rf9c2e8c3b9ab419c"/>
    <p:sldId xmlns:r="http://schemas.openxmlformats.org/officeDocument/2006/relationships" id="346" r:id="Rf42979e696364200"/>
    <p:sldId xmlns:r="http://schemas.openxmlformats.org/officeDocument/2006/relationships" id="347" r:id="Rdc391109804a4a3a"/>
    <p:sldId xmlns:r="http://schemas.openxmlformats.org/officeDocument/2006/relationships" id="348" r:id="R9110d902df874e48"/>
    <p:sldId xmlns:r="http://schemas.openxmlformats.org/officeDocument/2006/relationships" id="349" r:id="R5a77984fa0c844e8"/>
    <p:sldId xmlns:r="http://schemas.openxmlformats.org/officeDocument/2006/relationships" id="350" r:id="Re8c1cc079fa746ca"/>
    <p:sldId xmlns:r="http://schemas.openxmlformats.org/officeDocument/2006/relationships" id="351" r:id="R8ff4ecf794f34e3b"/>
    <p:sldId xmlns:r="http://schemas.openxmlformats.org/officeDocument/2006/relationships" id="352" r:id="Rd524a3a4cf014046"/>
    <p:sldId xmlns:r="http://schemas.openxmlformats.org/officeDocument/2006/relationships" id="353" r:id="R6544d94b6a7e4567"/>
    <p:sldId xmlns:r="http://schemas.openxmlformats.org/officeDocument/2006/relationships" id="354" r:id="R1407ebcc66ff4936"/>
    <p:sldId xmlns:r="http://schemas.openxmlformats.org/officeDocument/2006/relationships" id="355" r:id="R597cbde661054754"/>
    <p:sldId xmlns:r="http://schemas.openxmlformats.org/officeDocument/2006/relationships" id="356" r:id="R84f54c5affbc49c1"/>
    <p:sldId xmlns:r="http://schemas.openxmlformats.org/officeDocument/2006/relationships" id="357" r:id="R658f992d77d04744"/>
    <p:sldId xmlns:r="http://schemas.openxmlformats.org/officeDocument/2006/relationships" id="358" r:id="Re36927a477184560"/>
    <p:sldId xmlns:r="http://schemas.openxmlformats.org/officeDocument/2006/relationships" id="359" r:id="R97f83342855e4a66"/>
    <p:sldId xmlns:r="http://schemas.openxmlformats.org/officeDocument/2006/relationships" id="360" r:id="R48787e5ae54b49ab"/>
    <p:sldId xmlns:r="http://schemas.openxmlformats.org/officeDocument/2006/relationships" id="361" r:id="R576eaf22270d4090"/>
    <p:sldId xmlns:r="http://schemas.openxmlformats.org/officeDocument/2006/relationships" id="362" r:id="R9e566b4b25944882"/>
    <p:sldId xmlns:r="http://schemas.openxmlformats.org/officeDocument/2006/relationships" id="363" r:id="R40852d54554a4038"/>
    <p:sldId xmlns:r="http://schemas.openxmlformats.org/officeDocument/2006/relationships" id="364" r:id="R52db1111b9f7433d"/>
    <p:sldId xmlns:r="http://schemas.openxmlformats.org/officeDocument/2006/relationships" id="365" r:id="R53989d6c51a34fe8"/>
    <p:sldId xmlns:r="http://schemas.openxmlformats.org/officeDocument/2006/relationships" id="366" r:id="R784177040da4413d"/>
    <p:sldId xmlns:r="http://schemas.openxmlformats.org/officeDocument/2006/relationships" id="367" r:id="R5875a918859a438a"/>
    <p:sldId xmlns:r="http://schemas.openxmlformats.org/officeDocument/2006/relationships" id="368" r:id="R166ac45b27aa4a13"/>
    <p:sldId xmlns:r="http://schemas.openxmlformats.org/officeDocument/2006/relationships" id="369" r:id="R01d2bbdcbe3c47f9"/>
    <p:sldId xmlns:r="http://schemas.openxmlformats.org/officeDocument/2006/relationships" id="370" r:id="Rc385dcae50864a35"/>
    <p:sldId xmlns:r="http://schemas.openxmlformats.org/officeDocument/2006/relationships" id="371" r:id="R731880addd344a32"/>
    <p:sldId xmlns:r="http://schemas.openxmlformats.org/officeDocument/2006/relationships" id="372" r:id="R8e21d5d177724b63"/>
    <p:sldId xmlns:r="http://schemas.openxmlformats.org/officeDocument/2006/relationships" id="373" r:id="R0cc10045ee854275"/>
    <p:sldId xmlns:r="http://schemas.openxmlformats.org/officeDocument/2006/relationships" id="374" r:id="R4bbe0c0c597b406b"/>
    <p:sldId xmlns:r="http://schemas.openxmlformats.org/officeDocument/2006/relationships" id="375" r:id="R8c2276e3fa3346a0"/>
    <p:sldId xmlns:r="http://schemas.openxmlformats.org/officeDocument/2006/relationships" id="376" r:id="R3d09e195551e4a49"/>
    <p:sldId xmlns:r="http://schemas.openxmlformats.org/officeDocument/2006/relationships" id="377" r:id="R89b8513ade22489e"/>
    <p:sldId xmlns:r="http://schemas.openxmlformats.org/officeDocument/2006/relationships" id="378" r:id="R5d05ae81afe24ed7"/>
    <p:sldId xmlns:r="http://schemas.openxmlformats.org/officeDocument/2006/relationships" id="379" r:id="R0d1911c0363e44b0"/>
    <p:sldId xmlns:r="http://schemas.openxmlformats.org/officeDocument/2006/relationships" id="380" r:id="R0b6ba53e19794743"/>
    <p:sldId xmlns:r="http://schemas.openxmlformats.org/officeDocument/2006/relationships" id="381" r:id="R8e46c66b582846c7"/>
    <p:sldId xmlns:r="http://schemas.openxmlformats.org/officeDocument/2006/relationships" id="382" r:id="R157347e535724412"/>
    <p:sldId xmlns:r="http://schemas.openxmlformats.org/officeDocument/2006/relationships" id="383" r:id="R6f5af9e876454a56"/>
    <p:sldId xmlns:r="http://schemas.openxmlformats.org/officeDocument/2006/relationships" id="384" r:id="R7291d8382ac544d1"/>
    <p:sldId xmlns:r="http://schemas.openxmlformats.org/officeDocument/2006/relationships" id="385" r:id="Ra7d984cef3464d47"/>
    <p:sldId xmlns:r="http://schemas.openxmlformats.org/officeDocument/2006/relationships" id="386" r:id="Rcf8f0817e2e349cf"/>
    <p:sldId xmlns:r="http://schemas.openxmlformats.org/officeDocument/2006/relationships" id="387" r:id="R7a13238bd3a04dd3"/>
    <p:sldId xmlns:r="http://schemas.openxmlformats.org/officeDocument/2006/relationships" id="388" r:id="R4cc64266f3b64292"/>
    <p:sldId xmlns:r="http://schemas.openxmlformats.org/officeDocument/2006/relationships" id="389" r:id="R55459b38f78e4621"/>
    <p:sldId xmlns:r="http://schemas.openxmlformats.org/officeDocument/2006/relationships" id="390" r:id="Rb8abc1dd06784ef0"/>
    <p:sldId xmlns:r="http://schemas.openxmlformats.org/officeDocument/2006/relationships" id="391" r:id="R27f5f51da93b4596"/>
    <p:sldId xmlns:r="http://schemas.openxmlformats.org/officeDocument/2006/relationships" id="392" r:id="R0d840927548b47bb"/>
    <p:sldId xmlns:r="http://schemas.openxmlformats.org/officeDocument/2006/relationships" id="393" r:id="R903736bda1ce48a5"/>
    <p:sldId xmlns:r="http://schemas.openxmlformats.org/officeDocument/2006/relationships" id="394" r:id="R953322d2175344b1"/>
    <p:sldId xmlns:r="http://schemas.openxmlformats.org/officeDocument/2006/relationships" id="395" r:id="R61ffce55b6ea4089"/>
    <p:sldId xmlns:r="http://schemas.openxmlformats.org/officeDocument/2006/relationships" id="396" r:id="R2d682de57faf4a04"/>
    <p:sldId xmlns:r="http://schemas.openxmlformats.org/officeDocument/2006/relationships" id="397" r:id="R976a863915814131"/>
    <p:sldId xmlns:r="http://schemas.openxmlformats.org/officeDocument/2006/relationships" id="398" r:id="R91a05f20c10d4837"/>
    <p:sldId xmlns:r="http://schemas.openxmlformats.org/officeDocument/2006/relationships" id="399" r:id="R40dec43cd97b43fb"/>
    <p:sldId xmlns:r="http://schemas.openxmlformats.org/officeDocument/2006/relationships" id="400" r:id="Rf17d0ae5780e439b"/>
    <p:sldId xmlns:r="http://schemas.openxmlformats.org/officeDocument/2006/relationships" id="401" r:id="R5a569519aa684028"/>
    <p:sldId xmlns:r="http://schemas.openxmlformats.org/officeDocument/2006/relationships" id="402" r:id="R5fa012199bdb4fd9"/>
    <p:sldId xmlns:r="http://schemas.openxmlformats.org/officeDocument/2006/relationships" id="403" r:id="R85f2265c33f44105"/>
    <p:sldId xmlns:r="http://schemas.openxmlformats.org/officeDocument/2006/relationships" id="404" r:id="R4a4760a2774249ff"/>
    <p:sldId xmlns:r="http://schemas.openxmlformats.org/officeDocument/2006/relationships" id="405" r:id="Ra671702d18b042dc"/>
    <p:sldId xmlns:r="http://schemas.openxmlformats.org/officeDocument/2006/relationships" id="406" r:id="R70e979c494cd4897"/>
    <p:sldId xmlns:r="http://schemas.openxmlformats.org/officeDocument/2006/relationships" id="407" r:id="R91b9c7174775490e"/>
    <p:sldId xmlns:r="http://schemas.openxmlformats.org/officeDocument/2006/relationships" id="408" r:id="R2b2ca3ed32c64c74"/>
    <p:sldId xmlns:r="http://schemas.openxmlformats.org/officeDocument/2006/relationships" id="409" r:id="R705de05df48c4576"/>
    <p:sldId xmlns:r="http://schemas.openxmlformats.org/officeDocument/2006/relationships" id="410" r:id="R78529393e24b4da8"/>
    <p:sldId xmlns:r="http://schemas.openxmlformats.org/officeDocument/2006/relationships" id="411" r:id="R3eddf376b06c46f7"/>
    <p:sldId xmlns:r="http://schemas.openxmlformats.org/officeDocument/2006/relationships" id="412" r:id="Rb0f60347246b4ede"/>
    <p:sldId xmlns:r="http://schemas.openxmlformats.org/officeDocument/2006/relationships" id="413" r:id="Rff7f9c2490834cd4"/>
    <p:sldId xmlns:r="http://schemas.openxmlformats.org/officeDocument/2006/relationships" id="414" r:id="R42b1e880ffdb4d9e"/>
    <p:sldId xmlns:r="http://schemas.openxmlformats.org/officeDocument/2006/relationships" id="415" r:id="R74705f54cc174a0e"/>
    <p:sldId xmlns:r="http://schemas.openxmlformats.org/officeDocument/2006/relationships" id="416" r:id="R73eea6589cd344b4"/>
    <p:sldId xmlns:r="http://schemas.openxmlformats.org/officeDocument/2006/relationships" id="417" r:id="R8405d8d603eb48be"/>
    <p:sldId xmlns:r="http://schemas.openxmlformats.org/officeDocument/2006/relationships" id="418" r:id="R988937f968fd4c46"/>
    <p:sldId xmlns:r="http://schemas.openxmlformats.org/officeDocument/2006/relationships" id="419" r:id="R9c09795177dd4d0f"/>
    <p:sldId xmlns:r="http://schemas.openxmlformats.org/officeDocument/2006/relationships" id="420" r:id="R495060cd49d049f6"/>
    <p:sldId xmlns:r="http://schemas.openxmlformats.org/officeDocument/2006/relationships" id="421" r:id="Rd013239cc0024270"/>
    <p:sldId xmlns:r="http://schemas.openxmlformats.org/officeDocument/2006/relationships" id="422" r:id="R42e358bfab954175"/>
    <p:sldId xmlns:r="http://schemas.openxmlformats.org/officeDocument/2006/relationships" id="423" r:id="R8026273fc5724081"/>
    <p:sldId xmlns:r="http://schemas.openxmlformats.org/officeDocument/2006/relationships" id="424" r:id="R4f3b1fc1ab934785"/>
    <p:sldId xmlns:r="http://schemas.openxmlformats.org/officeDocument/2006/relationships" id="425" r:id="R7ba791d7501f4b65"/>
    <p:sldId xmlns:r="http://schemas.openxmlformats.org/officeDocument/2006/relationships" id="426" r:id="R386d8a5f97a84f23"/>
    <p:sldId xmlns:r="http://schemas.openxmlformats.org/officeDocument/2006/relationships" id="427" r:id="R953f33a050eb4bc9"/>
    <p:sldId xmlns:r="http://schemas.openxmlformats.org/officeDocument/2006/relationships" id="428" r:id="R7fbb79f49ebf49d0"/>
    <p:sldId xmlns:r="http://schemas.openxmlformats.org/officeDocument/2006/relationships" id="429" r:id="Rf63c727dfacd44e3"/>
    <p:sldId xmlns:r="http://schemas.openxmlformats.org/officeDocument/2006/relationships" id="430" r:id="R568cc63df0dc40ad"/>
    <p:sldId xmlns:r="http://schemas.openxmlformats.org/officeDocument/2006/relationships" id="431" r:id="R6dcca8f027b1430b"/>
    <p:sldId xmlns:r="http://schemas.openxmlformats.org/officeDocument/2006/relationships" id="432" r:id="R55bc5bee871746ed"/>
    <p:sldId xmlns:r="http://schemas.openxmlformats.org/officeDocument/2006/relationships" id="433" r:id="R48a68e5e4e754930"/>
    <p:sldId xmlns:r="http://schemas.openxmlformats.org/officeDocument/2006/relationships" id="434" r:id="R82af26620bfb4bda"/>
    <p:sldId xmlns:r="http://schemas.openxmlformats.org/officeDocument/2006/relationships" id="435" r:id="R634e4a02ae164058"/>
    <p:sldId xmlns:r="http://schemas.openxmlformats.org/officeDocument/2006/relationships" id="436" r:id="Rbcf2eca21b70478f"/>
    <p:sldId xmlns:r="http://schemas.openxmlformats.org/officeDocument/2006/relationships" id="437" r:id="R499311551fa24fb6"/>
    <p:sldId xmlns:r="http://schemas.openxmlformats.org/officeDocument/2006/relationships" id="438" r:id="Re8aaf43cda8b4cb1"/>
    <p:sldId xmlns:r="http://schemas.openxmlformats.org/officeDocument/2006/relationships" id="439" r:id="Rb738cd66c3124be5"/>
    <p:sldId xmlns:r="http://schemas.openxmlformats.org/officeDocument/2006/relationships" id="440" r:id="R95f2e70d380b4001"/>
    <p:sldId xmlns:r="http://schemas.openxmlformats.org/officeDocument/2006/relationships" id="441" r:id="R011d82cd2e894da7"/>
    <p:sldId xmlns:r="http://schemas.openxmlformats.org/officeDocument/2006/relationships" id="442" r:id="R550b039fc4a5474d"/>
    <p:sldId xmlns:r="http://schemas.openxmlformats.org/officeDocument/2006/relationships" id="443" r:id="R454901bf6ac240a1"/>
    <p:sldId xmlns:r="http://schemas.openxmlformats.org/officeDocument/2006/relationships" id="444" r:id="R01cc2caaf4c544e6"/>
    <p:sldId xmlns:r="http://schemas.openxmlformats.org/officeDocument/2006/relationships" id="445" r:id="Rb5a5e8ef57a842b6"/>
    <p:sldId xmlns:r="http://schemas.openxmlformats.org/officeDocument/2006/relationships" id="446" r:id="R6a02f492bb3748f8"/>
    <p:sldId xmlns:r="http://schemas.openxmlformats.org/officeDocument/2006/relationships" id="447" r:id="Raa8aab77d6e9460f"/>
    <p:sldId xmlns:r="http://schemas.openxmlformats.org/officeDocument/2006/relationships" id="448" r:id="Rfea589b69ce34e91"/>
    <p:sldId xmlns:r="http://schemas.openxmlformats.org/officeDocument/2006/relationships" id="449" r:id="Re9d67e7bf214462f"/>
    <p:sldId xmlns:r="http://schemas.openxmlformats.org/officeDocument/2006/relationships" id="450" r:id="Rc0caaa632f4f4f63"/>
    <p:sldId xmlns:r="http://schemas.openxmlformats.org/officeDocument/2006/relationships" id="451" r:id="R520aba93358849c5"/>
    <p:sldId xmlns:r="http://schemas.openxmlformats.org/officeDocument/2006/relationships" id="452" r:id="R851f927beb31475d"/>
    <p:sldId xmlns:r="http://schemas.openxmlformats.org/officeDocument/2006/relationships" id="453" r:id="Re56ea26d1ba04e8f"/>
    <p:sldId xmlns:r="http://schemas.openxmlformats.org/officeDocument/2006/relationships" id="454" r:id="Rc58f3383682a412c"/>
    <p:sldId xmlns:r="http://schemas.openxmlformats.org/officeDocument/2006/relationships" id="455" r:id="Rb7ca214db69042fa"/>
    <p:sldId xmlns:r="http://schemas.openxmlformats.org/officeDocument/2006/relationships" id="456" r:id="Rafb14bc69c4346c7"/>
    <p:sldId xmlns:r="http://schemas.openxmlformats.org/officeDocument/2006/relationships" id="457" r:id="R42b6e2e53eaf4bba"/>
    <p:sldId xmlns:r="http://schemas.openxmlformats.org/officeDocument/2006/relationships" id="458" r:id="Rb228f3b042bf4eff"/>
    <p:sldId xmlns:r="http://schemas.openxmlformats.org/officeDocument/2006/relationships" id="459" r:id="R600f230f37244c06"/>
    <p:sldId xmlns:r="http://schemas.openxmlformats.org/officeDocument/2006/relationships" id="460" r:id="Race7d475fc734976"/>
    <p:sldId xmlns:r="http://schemas.openxmlformats.org/officeDocument/2006/relationships" id="461" r:id="Rae57836ca81c400f"/>
    <p:sldId xmlns:r="http://schemas.openxmlformats.org/officeDocument/2006/relationships" id="462" r:id="R8151f8dc359c4567"/>
    <p:sldId xmlns:r="http://schemas.openxmlformats.org/officeDocument/2006/relationships" id="463" r:id="R296a76f8917749e9"/>
    <p:sldId xmlns:r="http://schemas.openxmlformats.org/officeDocument/2006/relationships" id="464" r:id="Rf5fb2aabba674b7e"/>
    <p:sldId xmlns:r="http://schemas.openxmlformats.org/officeDocument/2006/relationships" id="465" r:id="R3141e541e6e441c8"/>
    <p:sldId xmlns:r="http://schemas.openxmlformats.org/officeDocument/2006/relationships" id="466" r:id="R2ce3127b8be841b9"/>
    <p:sldId xmlns:r="http://schemas.openxmlformats.org/officeDocument/2006/relationships" id="467" r:id="R30104b044f8b4ad7"/>
    <p:sldId xmlns:r="http://schemas.openxmlformats.org/officeDocument/2006/relationships" id="468" r:id="Rd706940ea1984880"/>
    <p:sldId xmlns:r="http://schemas.openxmlformats.org/officeDocument/2006/relationships" id="469" r:id="Rd444dc8f194f49aa"/>
    <p:sldId xmlns:r="http://schemas.openxmlformats.org/officeDocument/2006/relationships" id="470" r:id="R93b427745751436e"/>
    <p:sldId xmlns:r="http://schemas.openxmlformats.org/officeDocument/2006/relationships" id="471" r:id="R998a9e6c958b470f"/>
    <p:sldId xmlns:r="http://schemas.openxmlformats.org/officeDocument/2006/relationships" id="472" r:id="Rf2b39833f3724a99"/>
    <p:sldId xmlns:r="http://schemas.openxmlformats.org/officeDocument/2006/relationships" id="473" r:id="R2923da4f92224f78"/>
    <p:sldId xmlns:r="http://schemas.openxmlformats.org/officeDocument/2006/relationships" id="474" r:id="R51ba731600964628"/>
    <p:sldId xmlns:r="http://schemas.openxmlformats.org/officeDocument/2006/relationships" id="475" r:id="R8105298981cf4823"/>
    <p:sldId xmlns:r="http://schemas.openxmlformats.org/officeDocument/2006/relationships" id="476" r:id="R20f6af441bd74381"/>
    <p:sldId xmlns:r="http://schemas.openxmlformats.org/officeDocument/2006/relationships" id="477" r:id="R03be3e23a980427b"/>
    <p:sldId xmlns:r="http://schemas.openxmlformats.org/officeDocument/2006/relationships" id="478" r:id="R23301dcab09d44a7"/>
    <p:sldId xmlns:r="http://schemas.openxmlformats.org/officeDocument/2006/relationships" id="479" r:id="R73143a683fee4a80"/>
    <p:sldId xmlns:r="http://schemas.openxmlformats.org/officeDocument/2006/relationships" id="480" r:id="R32744021066a4e60"/>
    <p:sldId xmlns:r="http://schemas.openxmlformats.org/officeDocument/2006/relationships" id="481" r:id="R89c73661b7f34f3f"/>
    <p:sldId xmlns:r="http://schemas.openxmlformats.org/officeDocument/2006/relationships" id="482" r:id="R3ec0e3c36eef4934"/>
    <p:sldId xmlns:r="http://schemas.openxmlformats.org/officeDocument/2006/relationships" id="483" r:id="R91482442c1be4634"/>
    <p:sldId xmlns:r="http://schemas.openxmlformats.org/officeDocument/2006/relationships" id="484" r:id="Racbad523d82b45c9"/>
    <p:sldId xmlns:r="http://schemas.openxmlformats.org/officeDocument/2006/relationships" id="485" r:id="R62847e24c51347ab"/>
    <p:sldId xmlns:r="http://schemas.openxmlformats.org/officeDocument/2006/relationships" id="486" r:id="Reb81dfaeb94b4fe5"/>
    <p:sldId xmlns:r="http://schemas.openxmlformats.org/officeDocument/2006/relationships" id="487" r:id="R4e9e4a0a820e48fe"/>
    <p:sldId xmlns:r="http://schemas.openxmlformats.org/officeDocument/2006/relationships" id="488" r:id="R1bb836456b2344ce"/>
    <p:sldId xmlns:r="http://schemas.openxmlformats.org/officeDocument/2006/relationships" id="489" r:id="R2820434b3c7f4b4f"/>
    <p:sldId xmlns:r="http://schemas.openxmlformats.org/officeDocument/2006/relationships" id="490" r:id="R783b31a6ad2c48cd"/>
    <p:sldId xmlns:r="http://schemas.openxmlformats.org/officeDocument/2006/relationships" id="491" r:id="R7f5c87d37f8c4d27"/>
    <p:sldId xmlns:r="http://schemas.openxmlformats.org/officeDocument/2006/relationships" id="492" r:id="R28c7f946411846a8"/>
    <p:sldId xmlns:r="http://schemas.openxmlformats.org/officeDocument/2006/relationships" id="493" r:id="Rd963bfe0e3ab4d33"/>
    <p:sldId xmlns:r="http://schemas.openxmlformats.org/officeDocument/2006/relationships" id="494" r:id="R89381eaa8dcd4118"/>
    <p:sldId xmlns:r="http://schemas.openxmlformats.org/officeDocument/2006/relationships" id="495" r:id="R3f30225b3708429e"/>
    <p:sldId xmlns:r="http://schemas.openxmlformats.org/officeDocument/2006/relationships" id="496" r:id="R58d052660257455b"/>
    <p:sldId xmlns:r="http://schemas.openxmlformats.org/officeDocument/2006/relationships" id="497" r:id="R49b94ebe0bcb447b"/>
    <p:sldId xmlns:r="http://schemas.openxmlformats.org/officeDocument/2006/relationships" id="498" r:id="R211feb756928495f"/>
    <p:sldId xmlns:r="http://schemas.openxmlformats.org/officeDocument/2006/relationships" id="499" r:id="Re81e01906b524971"/>
    <p:sldId xmlns:r="http://schemas.openxmlformats.org/officeDocument/2006/relationships" id="500" r:id="R9b60ed67efca426c"/>
    <p:sldId xmlns:r="http://schemas.openxmlformats.org/officeDocument/2006/relationships" id="501" r:id="Rd5abdba51ee74c24"/>
    <p:sldId xmlns:r="http://schemas.openxmlformats.org/officeDocument/2006/relationships" id="502" r:id="R332a6e5932534841"/>
    <p:sldId xmlns:r="http://schemas.openxmlformats.org/officeDocument/2006/relationships" id="503" r:id="R1eac456206394afd"/>
    <p:sldId xmlns:r="http://schemas.openxmlformats.org/officeDocument/2006/relationships" id="504" r:id="R03483cda77e3407e"/>
    <p:sldId xmlns:r="http://schemas.openxmlformats.org/officeDocument/2006/relationships" id="505" r:id="R09fb5e123a844ba3"/>
    <p:sldId xmlns:r="http://schemas.openxmlformats.org/officeDocument/2006/relationships" id="506" r:id="R3baee024365d4c3d"/>
    <p:sldId xmlns:r="http://schemas.openxmlformats.org/officeDocument/2006/relationships" id="507" r:id="Rc45b1efc43eb4414"/>
    <p:sldId xmlns:r="http://schemas.openxmlformats.org/officeDocument/2006/relationships" id="508" r:id="Rc9ff807e636a4b2f"/>
    <p:sldId xmlns:r="http://schemas.openxmlformats.org/officeDocument/2006/relationships" id="509" r:id="R2286af4632b9449f"/>
    <p:sldId xmlns:r="http://schemas.openxmlformats.org/officeDocument/2006/relationships" id="510" r:id="R2b59130640124a55"/>
    <p:sldId xmlns:r="http://schemas.openxmlformats.org/officeDocument/2006/relationships" id="511" r:id="R48a7ed8d1a6f48f4"/>
    <p:sldId xmlns:r="http://schemas.openxmlformats.org/officeDocument/2006/relationships" id="512" r:id="Rb4df9c85906d4e8a"/>
    <p:sldId xmlns:r="http://schemas.openxmlformats.org/officeDocument/2006/relationships" id="513" r:id="Ra7e6d06760d94097"/>
    <p:sldId xmlns:r="http://schemas.openxmlformats.org/officeDocument/2006/relationships" id="514" r:id="Rda24efab901b4936"/>
    <p:sldId xmlns:r="http://schemas.openxmlformats.org/officeDocument/2006/relationships" id="515" r:id="Rc784cf22c14b421e"/>
    <p:sldId xmlns:r="http://schemas.openxmlformats.org/officeDocument/2006/relationships" id="516" r:id="R1db5399356a7493d"/>
    <p:sldId xmlns:r="http://schemas.openxmlformats.org/officeDocument/2006/relationships" id="517" r:id="R222a87a80f694526"/>
    <p:sldId xmlns:r="http://schemas.openxmlformats.org/officeDocument/2006/relationships" id="518" r:id="Rf341566f636f467a"/>
    <p:sldId xmlns:r="http://schemas.openxmlformats.org/officeDocument/2006/relationships" id="519" r:id="Raec22a2880514a42"/>
    <p:sldId xmlns:r="http://schemas.openxmlformats.org/officeDocument/2006/relationships" id="520" r:id="R498204805438468e"/>
    <p:sldId xmlns:r="http://schemas.openxmlformats.org/officeDocument/2006/relationships" id="521" r:id="R4a74624f496a4bc9"/>
    <p:sldId xmlns:r="http://schemas.openxmlformats.org/officeDocument/2006/relationships" id="522" r:id="Rbe0fca3bf3d64f4c"/>
    <p:sldId xmlns:r="http://schemas.openxmlformats.org/officeDocument/2006/relationships" id="523" r:id="Rd8d1f37386034620"/>
    <p:sldId xmlns:r="http://schemas.openxmlformats.org/officeDocument/2006/relationships" id="524" r:id="Rf1187544d17445d8"/>
    <p:sldId xmlns:r="http://schemas.openxmlformats.org/officeDocument/2006/relationships" id="525" r:id="R38560596a068430a"/>
    <p:sldId xmlns:r="http://schemas.openxmlformats.org/officeDocument/2006/relationships" id="526" r:id="R437b9705978842a5"/>
    <p:sldId xmlns:r="http://schemas.openxmlformats.org/officeDocument/2006/relationships" id="527" r:id="R46ce171c2a4a4836"/>
    <p:sldId xmlns:r="http://schemas.openxmlformats.org/officeDocument/2006/relationships" id="528" r:id="R103dd43afb274d15"/>
    <p:sldId xmlns:r="http://schemas.openxmlformats.org/officeDocument/2006/relationships" id="529" r:id="R48e764e7083f4ac7"/>
    <p:sldId xmlns:r="http://schemas.openxmlformats.org/officeDocument/2006/relationships" id="530" r:id="R6ac3ccbb8e5c41c7"/>
    <p:sldId xmlns:r="http://schemas.openxmlformats.org/officeDocument/2006/relationships" id="531" r:id="R29ba74ba99964983"/>
    <p:sldId xmlns:r="http://schemas.openxmlformats.org/officeDocument/2006/relationships" id="532" r:id="R064a7d2607c54021"/>
    <p:sldId xmlns:r="http://schemas.openxmlformats.org/officeDocument/2006/relationships" id="533" r:id="R317deed30d144904"/>
    <p:sldId xmlns:r="http://schemas.openxmlformats.org/officeDocument/2006/relationships" id="534" r:id="Rc850e463a84c44e7"/>
    <p:sldId xmlns:r="http://schemas.openxmlformats.org/officeDocument/2006/relationships" id="535" r:id="Rb43928eed7cb42fb"/>
    <p:sldId xmlns:r="http://schemas.openxmlformats.org/officeDocument/2006/relationships" id="536" r:id="R144bd8ae7dc441cd"/>
    <p:sldId xmlns:r="http://schemas.openxmlformats.org/officeDocument/2006/relationships" id="537" r:id="R0b40f03546564bf4"/>
    <p:sldId xmlns:r="http://schemas.openxmlformats.org/officeDocument/2006/relationships" id="538" r:id="R1e87368966404a0b"/>
    <p:sldId xmlns:r="http://schemas.openxmlformats.org/officeDocument/2006/relationships" id="539" r:id="R5a3f14aeb0fa4dc7"/>
    <p:sldId xmlns:r="http://schemas.openxmlformats.org/officeDocument/2006/relationships" id="540" r:id="R047c8473e246449b"/>
    <p:sldId xmlns:r="http://schemas.openxmlformats.org/officeDocument/2006/relationships" id="541" r:id="R5a6310dec3c84e09"/>
    <p:sldId xmlns:r="http://schemas.openxmlformats.org/officeDocument/2006/relationships" id="542" r:id="Rf52c1ef4d1ac47c7"/>
    <p:sldId xmlns:r="http://schemas.openxmlformats.org/officeDocument/2006/relationships" id="543" r:id="R8f583fde0bcb47c2"/>
    <p:sldId xmlns:r="http://schemas.openxmlformats.org/officeDocument/2006/relationships" id="544" r:id="R78569db7a53b4b88"/>
    <p:sldId xmlns:r="http://schemas.openxmlformats.org/officeDocument/2006/relationships" id="545" r:id="R3e5c4629afcc4857"/>
    <p:sldId xmlns:r="http://schemas.openxmlformats.org/officeDocument/2006/relationships" id="546" r:id="Recf159b612a5412b"/>
    <p:sldId xmlns:r="http://schemas.openxmlformats.org/officeDocument/2006/relationships" id="547" r:id="Ra924e4d2aa3347ac"/>
    <p:sldId xmlns:r="http://schemas.openxmlformats.org/officeDocument/2006/relationships" id="548" r:id="Rd1abd5a977d7477d"/>
    <p:sldId xmlns:r="http://schemas.openxmlformats.org/officeDocument/2006/relationships" id="549" r:id="R8c562977dd2f4667"/>
    <p:sldId xmlns:r="http://schemas.openxmlformats.org/officeDocument/2006/relationships" id="550" r:id="R12a8677fefb049f6"/>
    <p:sldId xmlns:r="http://schemas.openxmlformats.org/officeDocument/2006/relationships" id="551" r:id="R938fe5b7eee44b5e"/>
    <p:sldId xmlns:r="http://schemas.openxmlformats.org/officeDocument/2006/relationships" id="552" r:id="R56a81e83212a4f54"/>
    <p:sldId xmlns:r="http://schemas.openxmlformats.org/officeDocument/2006/relationships" id="553" r:id="R40feb2cfb38a4fa3"/>
    <p:sldId xmlns:r="http://schemas.openxmlformats.org/officeDocument/2006/relationships" id="554" r:id="R720bf50da52e4dff"/>
    <p:sldId xmlns:r="http://schemas.openxmlformats.org/officeDocument/2006/relationships" id="555" r:id="Rb1cbac46b98148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fbb44759fe4d3b" /><Relationship Type="http://schemas.openxmlformats.org/officeDocument/2006/relationships/slideMaster" Target="/ppt/slideMasters/slideMaster1.xml" Id="R93bcbd57640243f8" /><Relationship Type="http://schemas.openxmlformats.org/officeDocument/2006/relationships/notesMaster" Target="/ppt/notesMasters/notesMaster1.xml" Id="Raa899a22d1bf4e86" /><Relationship Type="http://schemas.openxmlformats.org/officeDocument/2006/relationships/presProps" Target="/ppt/presProps.xml" Id="Rb253d8696b5b4bbd" /><Relationship Type="http://schemas.openxmlformats.org/officeDocument/2006/relationships/tableStyles" Target="/ppt/tableStyles.xml" Id="Rd0f0e197695049f9" /><Relationship Type="http://schemas.openxmlformats.org/officeDocument/2006/relationships/slide" Target="/ppt/slides/slide1.xml" Id="R89b95c0ea64a4a5d" /><Relationship Type="http://schemas.openxmlformats.org/officeDocument/2006/relationships/slide" Target="/ppt/slides/slide2.xml" Id="Rd6ee4278854c4461" /><Relationship Type="http://schemas.openxmlformats.org/officeDocument/2006/relationships/slide" Target="/ppt/slides/slide3.xml" Id="Rc3d546d1d6534b6b" /><Relationship Type="http://schemas.openxmlformats.org/officeDocument/2006/relationships/slide" Target="/ppt/slides/slide4.xml" Id="R0b628709e3bd408e" /><Relationship Type="http://schemas.openxmlformats.org/officeDocument/2006/relationships/slide" Target="/ppt/slides/slide5.xml" Id="R9b47101911e745fd" /><Relationship Type="http://schemas.openxmlformats.org/officeDocument/2006/relationships/slide" Target="/ppt/slides/slide6.xml" Id="Rdbb8e7756abf402c" /><Relationship Type="http://schemas.openxmlformats.org/officeDocument/2006/relationships/slide" Target="/ppt/slides/slide7.xml" Id="R4e75c51c68b34214" /><Relationship Type="http://schemas.openxmlformats.org/officeDocument/2006/relationships/slide" Target="/ppt/slides/slide8.xml" Id="R07964ecf5d314910" /><Relationship Type="http://schemas.openxmlformats.org/officeDocument/2006/relationships/slide" Target="/ppt/slides/slide9.xml" Id="R8d983d4bcfe444fd" /><Relationship Type="http://schemas.openxmlformats.org/officeDocument/2006/relationships/slide" Target="/ppt/slides/slide10.xml" Id="Redf4187156b24c26" /><Relationship Type="http://schemas.openxmlformats.org/officeDocument/2006/relationships/slide" Target="/ppt/slides/slide11.xml" Id="R0edafb6542264a52" /><Relationship Type="http://schemas.openxmlformats.org/officeDocument/2006/relationships/slide" Target="/ppt/slides/slide12.xml" Id="R46b0336ab4f2496f" /><Relationship Type="http://schemas.openxmlformats.org/officeDocument/2006/relationships/slide" Target="/ppt/slides/slide13.xml" Id="Rfa9b2dfdb7104397" /><Relationship Type="http://schemas.openxmlformats.org/officeDocument/2006/relationships/slide" Target="/ppt/slides/slide14.xml" Id="R2c9a0df6dd004afd" /><Relationship Type="http://schemas.openxmlformats.org/officeDocument/2006/relationships/slide" Target="/ppt/slides/slide15.xml" Id="Rc5800b1d109f413a" /><Relationship Type="http://schemas.openxmlformats.org/officeDocument/2006/relationships/slide" Target="/ppt/slides/slide16.xml" Id="Ra51f98a855fe466d" /><Relationship Type="http://schemas.openxmlformats.org/officeDocument/2006/relationships/slide" Target="/ppt/slides/slide17.xml" Id="Rc04a09a5044648c2" /><Relationship Type="http://schemas.openxmlformats.org/officeDocument/2006/relationships/slide" Target="/ppt/slides/slide18.xml" Id="R236df50461f246a3" /><Relationship Type="http://schemas.openxmlformats.org/officeDocument/2006/relationships/slide" Target="/ppt/slides/slide19.xml" Id="Ra6dc8090093b49f8" /><Relationship Type="http://schemas.openxmlformats.org/officeDocument/2006/relationships/slide" Target="/ppt/slides/slide20.xml" Id="Rf9e2db2ab10248bf" /><Relationship Type="http://schemas.openxmlformats.org/officeDocument/2006/relationships/slide" Target="/ppt/slides/slide21.xml" Id="Raef3a7e1a036471e" /><Relationship Type="http://schemas.openxmlformats.org/officeDocument/2006/relationships/slide" Target="/ppt/slides/slide22.xml" Id="Rcaeae0b09cac419c" /><Relationship Type="http://schemas.openxmlformats.org/officeDocument/2006/relationships/slide" Target="/ppt/slides/slide23.xml" Id="Rfa29b1dfb6e64271" /><Relationship Type="http://schemas.openxmlformats.org/officeDocument/2006/relationships/slide" Target="/ppt/slides/slide24.xml" Id="Rb1f5c0e9461e4291" /><Relationship Type="http://schemas.openxmlformats.org/officeDocument/2006/relationships/slide" Target="/ppt/slides/slide25.xml" Id="R2b66c5424c084260" /><Relationship Type="http://schemas.openxmlformats.org/officeDocument/2006/relationships/slide" Target="/ppt/slides/slide26.xml" Id="Rf0c1d536999d4a74" /><Relationship Type="http://schemas.openxmlformats.org/officeDocument/2006/relationships/slide" Target="/ppt/slides/slide27.xml" Id="R543cb14b8f5045ad" /><Relationship Type="http://schemas.openxmlformats.org/officeDocument/2006/relationships/slide" Target="/ppt/slides/slide28.xml" Id="Rc182a8cbd066464f" /><Relationship Type="http://schemas.openxmlformats.org/officeDocument/2006/relationships/slide" Target="/ppt/slides/slide29.xml" Id="R01faee299e0f4084" /><Relationship Type="http://schemas.openxmlformats.org/officeDocument/2006/relationships/slide" Target="/ppt/slides/slide30.xml" Id="Rfef0f19de2744f11" /><Relationship Type="http://schemas.openxmlformats.org/officeDocument/2006/relationships/slide" Target="/ppt/slides/slide31.xml" Id="R23e576bb0a3047e1" /><Relationship Type="http://schemas.openxmlformats.org/officeDocument/2006/relationships/slide" Target="/ppt/slides/slide32.xml" Id="R1a15f99e46ea450f" /><Relationship Type="http://schemas.openxmlformats.org/officeDocument/2006/relationships/slide" Target="/ppt/slides/slide33.xml" Id="R7309f1af8921492c" /><Relationship Type="http://schemas.openxmlformats.org/officeDocument/2006/relationships/slide" Target="/ppt/slides/slide34.xml" Id="Re777bf22508d494e" /><Relationship Type="http://schemas.openxmlformats.org/officeDocument/2006/relationships/slide" Target="/ppt/slides/slide35.xml" Id="R22049785f44c41ad" /><Relationship Type="http://schemas.openxmlformats.org/officeDocument/2006/relationships/slide" Target="/ppt/slides/slide36.xml" Id="R457e1c52f65a4d09" /><Relationship Type="http://schemas.openxmlformats.org/officeDocument/2006/relationships/slide" Target="/ppt/slides/slide37.xml" Id="R98e085d4a0db4247" /><Relationship Type="http://schemas.openxmlformats.org/officeDocument/2006/relationships/slide" Target="/ppt/slides/slide38.xml" Id="Rd2f43d7483f54262" /><Relationship Type="http://schemas.openxmlformats.org/officeDocument/2006/relationships/slide" Target="/ppt/slides/slide39.xml" Id="Rcac3e0e2c593473e" /><Relationship Type="http://schemas.openxmlformats.org/officeDocument/2006/relationships/slide" Target="/ppt/slides/slide40.xml" Id="Rfb6d87c424304ba3" /><Relationship Type="http://schemas.openxmlformats.org/officeDocument/2006/relationships/slide" Target="/ppt/slides/slide41.xml" Id="Rffe46db93e604184" /><Relationship Type="http://schemas.openxmlformats.org/officeDocument/2006/relationships/slide" Target="/ppt/slides/slide42.xml" Id="R2448044ea4ec4185" /><Relationship Type="http://schemas.openxmlformats.org/officeDocument/2006/relationships/slide" Target="/ppt/slides/slide43.xml" Id="R13746a101aed4151" /><Relationship Type="http://schemas.openxmlformats.org/officeDocument/2006/relationships/slide" Target="/ppt/slides/slide44.xml" Id="R6ef7ae6dc25d4e93" /><Relationship Type="http://schemas.openxmlformats.org/officeDocument/2006/relationships/slide" Target="/ppt/slides/slide45.xml" Id="Rd2fb7f02d29f480b" /><Relationship Type="http://schemas.openxmlformats.org/officeDocument/2006/relationships/slide" Target="/ppt/slides/slide46.xml" Id="R9e4eff0bc32a4034" /><Relationship Type="http://schemas.openxmlformats.org/officeDocument/2006/relationships/slide" Target="/ppt/slides/slide47.xml" Id="R1dc1f567fc074f6e" /><Relationship Type="http://schemas.openxmlformats.org/officeDocument/2006/relationships/slide" Target="/ppt/slides/slide48.xml" Id="Rece0a2600f4a4bcd" /><Relationship Type="http://schemas.openxmlformats.org/officeDocument/2006/relationships/slide" Target="/ppt/slides/slide49.xml" Id="R292a0ef593a449b2" /><Relationship Type="http://schemas.openxmlformats.org/officeDocument/2006/relationships/slide" Target="/ppt/slides/slide50.xml" Id="R3e1b9cf2f82349a1" /><Relationship Type="http://schemas.openxmlformats.org/officeDocument/2006/relationships/slide" Target="/ppt/slides/slide51.xml" Id="R631828da97b04d22" /><Relationship Type="http://schemas.openxmlformats.org/officeDocument/2006/relationships/slide" Target="/ppt/slides/slide52.xml" Id="R2adccdc68a17464d" /><Relationship Type="http://schemas.openxmlformats.org/officeDocument/2006/relationships/slide" Target="/ppt/slides/slide53.xml" Id="Rba3ad19805ff4f93" /><Relationship Type="http://schemas.openxmlformats.org/officeDocument/2006/relationships/slide" Target="/ppt/slides/slide54.xml" Id="R87cd1e1637974256" /><Relationship Type="http://schemas.openxmlformats.org/officeDocument/2006/relationships/slide" Target="/ppt/slides/slide55.xml" Id="R3555675a93fe4e2c" /><Relationship Type="http://schemas.openxmlformats.org/officeDocument/2006/relationships/slide" Target="/ppt/slides/slide56.xml" Id="R3a3b2ceef82b4c9f" /><Relationship Type="http://schemas.openxmlformats.org/officeDocument/2006/relationships/slide" Target="/ppt/slides/slide57.xml" Id="R84fdd446d29746e7" /><Relationship Type="http://schemas.openxmlformats.org/officeDocument/2006/relationships/slide" Target="/ppt/slides/slide58.xml" Id="R05fe8e94781f4ac8" /><Relationship Type="http://schemas.openxmlformats.org/officeDocument/2006/relationships/slide" Target="/ppt/slides/slide59.xml" Id="R0e5e3bca895c4bed" /><Relationship Type="http://schemas.openxmlformats.org/officeDocument/2006/relationships/slide" Target="/ppt/slides/slide60.xml" Id="Rd4dd954f663e4a64" /><Relationship Type="http://schemas.openxmlformats.org/officeDocument/2006/relationships/slide" Target="/ppt/slides/slide61.xml" Id="Rf595128ecc9d4681" /><Relationship Type="http://schemas.openxmlformats.org/officeDocument/2006/relationships/slide" Target="/ppt/slides/slide62.xml" Id="R4151155e1b4a49c9" /><Relationship Type="http://schemas.openxmlformats.org/officeDocument/2006/relationships/slide" Target="/ppt/slides/slide63.xml" Id="R57aacb14c4e74420" /><Relationship Type="http://schemas.openxmlformats.org/officeDocument/2006/relationships/slide" Target="/ppt/slides/slide64.xml" Id="R24599df84af94573" /><Relationship Type="http://schemas.openxmlformats.org/officeDocument/2006/relationships/slide" Target="/ppt/slides/slide65.xml" Id="R3b94ea281e3849c8" /><Relationship Type="http://schemas.openxmlformats.org/officeDocument/2006/relationships/slide" Target="/ppt/slides/slide66.xml" Id="Raf3e799b72f04f16" /><Relationship Type="http://schemas.openxmlformats.org/officeDocument/2006/relationships/slide" Target="/ppt/slides/slide67.xml" Id="Rb1e5595cdd6047d2" /><Relationship Type="http://schemas.openxmlformats.org/officeDocument/2006/relationships/slide" Target="/ppt/slides/slide68.xml" Id="Rc0f25ccbee474883" /><Relationship Type="http://schemas.openxmlformats.org/officeDocument/2006/relationships/slide" Target="/ppt/slides/slide69.xml" Id="R1a837de2c9584b1c" /><Relationship Type="http://schemas.openxmlformats.org/officeDocument/2006/relationships/slide" Target="/ppt/slides/slide70.xml" Id="R856ee13339c94efd" /><Relationship Type="http://schemas.openxmlformats.org/officeDocument/2006/relationships/slide" Target="/ppt/slides/slide71.xml" Id="R09cc0afaec1345b9" /><Relationship Type="http://schemas.openxmlformats.org/officeDocument/2006/relationships/slide" Target="/ppt/slides/slide72.xml" Id="R4c129fb58fe94316" /><Relationship Type="http://schemas.openxmlformats.org/officeDocument/2006/relationships/slide" Target="/ppt/slides/slide73.xml" Id="R9316c5c580874f91" /><Relationship Type="http://schemas.openxmlformats.org/officeDocument/2006/relationships/slide" Target="/ppt/slides/slide74.xml" Id="Rbfe8b1e445f54774" /><Relationship Type="http://schemas.openxmlformats.org/officeDocument/2006/relationships/slide" Target="/ppt/slides/slide75.xml" Id="R3523bb7b2282475c" /><Relationship Type="http://schemas.openxmlformats.org/officeDocument/2006/relationships/slide" Target="/ppt/slides/slide76.xml" Id="R00faff3f59b1450e" /><Relationship Type="http://schemas.openxmlformats.org/officeDocument/2006/relationships/slide" Target="/ppt/slides/slide77.xml" Id="R101fac49670c4384" /><Relationship Type="http://schemas.openxmlformats.org/officeDocument/2006/relationships/slide" Target="/ppt/slides/slide78.xml" Id="R2dbbc855350d470d" /><Relationship Type="http://schemas.openxmlformats.org/officeDocument/2006/relationships/slide" Target="/ppt/slides/slide79.xml" Id="R97e24e2aafb340a7" /><Relationship Type="http://schemas.openxmlformats.org/officeDocument/2006/relationships/slide" Target="/ppt/slides/slide80.xml" Id="R942bd52dbf4c45f4" /><Relationship Type="http://schemas.openxmlformats.org/officeDocument/2006/relationships/slide" Target="/ppt/slides/slide81.xml" Id="R0cf2fc49afad460b" /><Relationship Type="http://schemas.openxmlformats.org/officeDocument/2006/relationships/slide" Target="/ppt/slides/slide82.xml" Id="Rb2eb6b119bdf4c1e" /><Relationship Type="http://schemas.openxmlformats.org/officeDocument/2006/relationships/slide" Target="/ppt/slides/slide83.xml" Id="R5348e498b78049a0" /><Relationship Type="http://schemas.openxmlformats.org/officeDocument/2006/relationships/slide" Target="/ppt/slides/slide84.xml" Id="Rf2ab7183a8cd4319" /><Relationship Type="http://schemas.openxmlformats.org/officeDocument/2006/relationships/slide" Target="/ppt/slides/slide85.xml" Id="Rb1abb0721c6f4863" /><Relationship Type="http://schemas.openxmlformats.org/officeDocument/2006/relationships/slide" Target="/ppt/slides/slide86.xml" Id="Rb7aab4e95f7f47d5" /><Relationship Type="http://schemas.openxmlformats.org/officeDocument/2006/relationships/slide" Target="/ppt/slides/slide87.xml" Id="R601773f585d54b63" /><Relationship Type="http://schemas.openxmlformats.org/officeDocument/2006/relationships/slide" Target="/ppt/slides/slide88.xml" Id="Rfd3db18b77874c60" /><Relationship Type="http://schemas.openxmlformats.org/officeDocument/2006/relationships/slide" Target="/ppt/slides/slide89.xml" Id="Rfa5b235f67a441dc" /><Relationship Type="http://schemas.openxmlformats.org/officeDocument/2006/relationships/slide" Target="/ppt/slides/slide90.xml" Id="Rf9c2e8c3b9ab419c" /><Relationship Type="http://schemas.openxmlformats.org/officeDocument/2006/relationships/slide" Target="/ppt/slides/slide91.xml" Id="Rf42979e696364200" /><Relationship Type="http://schemas.openxmlformats.org/officeDocument/2006/relationships/slide" Target="/ppt/slides/slide92.xml" Id="Rdc391109804a4a3a" /><Relationship Type="http://schemas.openxmlformats.org/officeDocument/2006/relationships/slide" Target="/ppt/slides/slide93.xml" Id="R9110d902df874e48" /><Relationship Type="http://schemas.openxmlformats.org/officeDocument/2006/relationships/slide" Target="/ppt/slides/slide94.xml" Id="R5a77984fa0c844e8" /><Relationship Type="http://schemas.openxmlformats.org/officeDocument/2006/relationships/slide" Target="/ppt/slides/slide95.xml" Id="Re8c1cc079fa746ca" /><Relationship Type="http://schemas.openxmlformats.org/officeDocument/2006/relationships/slide" Target="/ppt/slides/slide96.xml" Id="R8ff4ecf794f34e3b" /><Relationship Type="http://schemas.openxmlformats.org/officeDocument/2006/relationships/slide" Target="/ppt/slides/slide97.xml" Id="Rd524a3a4cf014046" /><Relationship Type="http://schemas.openxmlformats.org/officeDocument/2006/relationships/slide" Target="/ppt/slides/slide98.xml" Id="R6544d94b6a7e4567" /><Relationship Type="http://schemas.openxmlformats.org/officeDocument/2006/relationships/slide" Target="/ppt/slides/slide99.xml" Id="R1407ebcc66ff4936" /><Relationship Type="http://schemas.openxmlformats.org/officeDocument/2006/relationships/slide" Target="/ppt/slides/slide100.xml" Id="R597cbde661054754" /><Relationship Type="http://schemas.openxmlformats.org/officeDocument/2006/relationships/slide" Target="/ppt/slides/slide101.xml" Id="R84f54c5affbc49c1" /><Relationship Type="http://schemas.openxmlformats.org/officeDocument/2006/relationships/slide" Target="/ppt/slides/slide102.xml" Id="R658f992d77d04744" /><Relationship Type="http://schemas.openxmlformats.org/officeDocument/2006/relationships/slide" Target="/ppt/slides/slide103.xml" Id="Re36927a477184560" /><Relationship Type="http://schemas.openxmlformats.org/officeDocument/2006/relationships/slide" Target="/ppt/slides/slide104.xml" Id="R97f83342855e4a66" /><Relationship Type="http://schemas.openxmlformats.org/officeDocument/2006/relationships/slide" Target="/ppt/slides/slide105.xml" Id="R48787e5ae54b49ab" /><Relationship Type="http://schemas.openxmlformats.org/officeDocument/2006/relationships/slide" Target="/ppt/slides/slide106.xml" Id="R576eaf22270d4090" /><Relationship Type="http://schemas.openxmlformats.org/officeDocument/2006/relationships/slide" Target="/ppt/slides/slide107.xml" Id="R9e566b4b25944882" /><Relationship Type="http://schemas.openxmlformats.org/officeDocument/2006/relationships/slide" Target="/ppt/slides/slide108.xml" Id="R40852d54554a4038" /><Relationship Type="http://schemas.openxmlformats.org/officeDocument/2006/relationships/slide" Target="/ppt/slides/slide109.xml" Id="R52db1111b9f7433d" /><Relationship Type="http://schemas.openxmlformats.org/officeDocument/2006/relationships/slide" Target="/ppt/slides/slide110.xml" Id="R53989d6c51a34fe8" /><Relationship Type="http://schemas.openxmlformats.org/officeDocument/2006/relationships/slide" Target="/ppt/slides/slide111.xml" Id="R784177040da4413d" /><Relationship Type="http://schemas.openxmlformats.org/officeDocument/2006/relationships/slide" Target="/ppt/slides/slide112.xml" Id="R5875a918859a438a" /><Relationship Type="http://schemas.openxmlformats.org/officeDocument/2006/relationships/slide" Target="/ppt/slides/slide113.xml" Id="R166ac45b27aa4a13" /><Relationship Type="http://schemas.openxmlformats.org/officeDocument/2006/relationships/slide" Target="/ppt/slides/slide114.xml" Id="R01d2bbdcbe3c47f9" /><Relationship Type="http://schemas.openxmlformats.org/officeDocument/2006/relationships/slide" Target="/ppt/slides/slide115.xml" Id="Rc385dcae50864a35" /><Relationship Type="http://schemas.openxmlformats.org/officeDocument/2006/relationships/slide" Target="/ppt/slides/slide116.xml" Id="R731880addd344a32" /><Relationship Type="http://schemas.openxmlformats.org/officeDocument/2006/relationships/slide" Target="/ppt/slides/slide117.xml" Id="R8e21d5d177724b63" /><Relationship Type="http://schemas.openxmlformats.org/officeDocument/2006/relationships/slide" Target="/ppt/slides/slide118.xml" Id="R0cc10045ee854275" /><Relationship Type="http://schemas.openxmlformats.org/officeDocument/2006/relationships/slide" Target="/ppt/slides/slide119.xml" Id="R4bbe0c0c597b406b" /><Relationship Type="http://schemas.openxmlformats.org/officeDocument/2006/relationships/slide" Target="/ppt/slides/slide120.xml" Id="R8c2276e3fa3346a0" /><Relationship Type="http://schemas.openxmlformats.org/officeDocument/2006/relationships/slide" Target="/ppt/slides/slide121.xml" Id="R3d09e195551e4a49" /><Relationship Type="http://schemas.openxmlformats.org/officeDocument/2006/relationships/slide" Target="/ppt/slides/slide122.xml" Id="R89b8513ade22489e" /><Relationship Type="http://schemas.openxmlformats.org/officeDocument/2006/relationships/slide" Target="/ppt/slides/slide123.xml" Id="R5d05ae81afe24ed7" /><Relationship Type="http://schemas.openxmlformats.org/officeDocument/2006/relationships/slide" Target="/ppt/slides/slide124.xml" Id="R0d1911c0363e44b0" /><Relationship Type="http://schemas.openxmlformats.org/officeDocument/2006/relationships/slide" Target="/ppt/slides/slide125.xml" Id="R0b6ba53e19794743" /><Relationship Type="http://schemas.openxmlformats.org/officeDocument/2006/relationships/slide" Target="/ppt/slides/slide126.xml" Id="R8e46c66b582846c7" /><Relationship Type="http://schemas.openxmlformats.org/officeDocument/2006/relationships/slide" Target="/ppt/slides/slide127.xml" Id="R157347e535724412" /><Relationship Type="http://schemas.openxmlformats.org/officeDocument/2006/relationships/slide" Target="/ppt/slides/slide128.xml" Id="R6f5af9e876454a56" /><Relationship Type="http://schemas.openxmlformats.org/officeDocument/2006/relationships/slide" Target="/ppt/slides/slide129.xml" Id="R7291d8382ac544d1" /><Relationship Type="http://schemas.openxmlformats.org/officeDocument/2006/relationships/slide" Target="/ppt/slides/slide130.xml" Id="Ra7d984cef3464d47" /><Relationship Type="http://schemas.openxmlformats.org/officeDocument/2006/relationships/slide" Target="/ppt/slides/slide131.xml" Id="Rcf8f0817e2e349cf" /><Relationship Type="http://schemas.openxmlformats.org/officeDocument/2006/relationships/slide" Target="/ppt/slides/slide132.xml" Id="R7a13238bd3a04dd3" /><Relationship Type="http://schemas.openxmlformats.org/officeDocument/2006/relationships/slide" Target="/ppt/slides/slide133.xml" Id="R4cc64266f3b64292" /><Relationship Type="http://schemas.openxmlformats.org/officeDocument/2006/relationships/slide" Target="/ppt/slides/slide134.xml" Id="R55459b38f78e4621" /><Relationship Type="http://schemas.openxmlformats.org/officeDocument/2006/relationships/slide" Target="/ppt/slides/slide135.xml" Id="Rb8abc1dd06784ef0" /><Relationship Type="http://schemas.openxmlformats.org/officeDocument/2006/relationships/slide" Target="/ppt/slides/slide136.xml" Id="R27f5f51da93b4596" /><Relationship Type="http://schemas.openxmlformats.org/officeDocument/2006/relationships/slide" Target="/ppt/slides/slide137.xml" Id="R0d840927548b47bb" /><Relationship Type="http://schemas.openxmlformats.org/officeDocument/2006/relationships/slide" Target="/ppt/slides/slide138.xml" Id="R903736bda1ce48a5" /><Relationship Type="http://schemas.openxmlformats.org/officeDocument/2006/relationships/slide" Target="/ppt/slides/slide139.xml" Id="R953322d2175344b1" /><Relationship Type="http://schemas.openxmlformats.org/officeDocument/2006/relationships/slide" Target="/ppt/slides/slide140.xml" Id="R61ffce55b6ea4089" /><Relationship Type="http://schemas.openxmlformats.org/officeDocument/2006/relationships/slide" Target="/ppt/slides/slide141.xml" Id="R2d682de57faf4a04" /><Relationship Type="http://schemas.openxmlformats.org/officeDocument/2006/relationships/slide" Target="/ppt/slides/slide142.xml" Id="R976a863915814131" /><Relationship Type="http://schemas.openxmlformats.org/officeDocument/2006/relationships/slide" Target="/ppt/slides/slide143.xml" Id="R91a05f20c10d4837" /><Relationship Type="http://schemas.openxmlformats.org/officeDocument/2006/relationships/slide" Target="/ppt/slides/slide144.xml" Id="R40dec43cd97b43fb" /><Relationship Type="http://schemas.openxmlformats.org/officeDocument/2006/relationships/slide" Target="/ppt/slides/slide145.xml" Id="Rf17d0ae5780e439b" /><Relationship Type="http://schemas.openxmlformats.org/officeDocument/2006/relationships/slide" Target="/ppt/slides/slide146.xml" Id="R5a569519aa684028" /><Relationship Type="http://schemas.openxmlformats.org/officeDocument/2006/relationships/slide" Target="/ppt/slides/slide147.xml" Id="R5fa012199bdb4fd9" /><Relationship Type="http://schemas.openxmlformats.org/officeDocument/2006/relationships/slide" Target="/ppt/slides/slide148.xml" Id="R85f2265c33f44105" /><Relationship Type="http://schemas.openxmlformats.org/officeDocument/2006/relationships/slide" Target="/ppt/slides/slide149.xml" Id="R4a4760a2774249ff" /><Relationship Type="http://schemas.openxmlformats.org/officeDocument/2006/relationships/slide" Target="/ppt/slides/slide150.xml" Id="Ra671702d18b042dc" /><Relationship Type="http://schemas.openxmlformats.org/officeDocument/2006/relationships/slide" Target="/ppt/slides/slide151.xml" Id="R70e979c494cd4897" /><Relationship Type="http://schemas.openxmlformats.org/officeDocument/2006/relationships/slide" Target="/ppt/slides/slide152.xml" Id="R91b9c7174775490e" /><Relationship Type="http://schemas.openxmlformats.org/officeDocument/2006/relationships/slide" Target="/ppt/slides/slide153.xml" Id="R2b2ca3ed32c64c74" /><Relationship Type="http://schemas.openxmlformats.org/officeDocument/2006/relationships/slide" Target="/ppt/slides/slide154.xml" Id="R705de05df48c4576" /><Relationship Type="http://schemas.openxmlformats.org/officeDocument/2006/relationships/slide" Target="/ppt/slides/slide155.xml" Id="R78529393e24b4da8" /><Relationship Type="http://schemas.openxmlformats.org/officeDocument/2006/relationships/slide" Target="/ppt/slides/slide156.xml" Id="R3eddf376b06c46f7" /><Relationship Type="http://schemas.openxmlformats.org/officeDocument/2006/relationships/slide" Target="/ppt/slides/slide157.xml" Id="Rb0f60347246b4ede" /><Relationship Type="http://schemas.openxmlformats.org/officeDocument/2006/relationships/slide" Target="/ppt/slides/slide158.xml" Id="Rff7f9c2490834cd4" /><Relationship Type="http://schemas.openxmlformats.org/officeDocument/2006/relationships/slide" Target="/ppt/slides/slide159.xml" Id="R42b1e880ffdb4d9e" /><Relationship Type="http://schemas.openxmlformats.org/officeDocument/2006/relationships/slide" Target="/ppt/slides/slide160.xml" Id="R74705f54cc174a0e" /><Relationship Type="http://schemas.openxmlformats.org/officeDocument/2006/relationships/slide" Target="/ppt/slides/slide161.xml" Id="R73eea6589cd344b4" /><Relationship Type="http://schemas.openxmlformats.org/officeDocument/2006/relationships/slide" Target="/ppt/slides/slide162.xml" Id="R8405d8d603eb48be" /><Relationship Type="http://schemas.openxmlformats.org/officeDocument/2006/relationships/slide" Target="/ppt/slides/slide163.xml" Id="R988937f968fd4c46" /><Relationship Type="http://schemas.openxmlformats.org/officeDocument/2006/relationships/slide" Target="/ppt/slides/slide164.xml" Id="R9c09795177dd4d0f" /><Relationship Type="http://schemas.openxmlformats.org/officeDocument/2006/relationships/slide" Target="/ppt/slides/slide165.xml" Id="R495060cd49d049f6" /><Relationship Type="http://schemas.openxmlformats.org/officeDocument/2006/relationships/slide" Target="/ppt/slides/slide166.xml" Id="Rd013239cc0024270" /><Relationship Type="http://schemas.openxmlformats.org/officeDocument/2006/relationships/slide" Target="/ppt/slides/slide167.xml" Id="R42e358bfab954175" /><Relationship Type="http://schemas.openxmlformats.org/officeDocument/2006/relationships/slide" Target="/ppt/slides/slide168.xml" Id="R8026273fc5724081" /><Relationship Type="http://schemas.openxmlformats.org/officeDocument/2006/relationships/slide" Target="/ppt/slides/slide169.xml" Id="R4f3b1fc1ab934785" /><Relationship Type="http://schemas.openxmlformats.org/officeDocument/2006/relationships/slide" Target="/ppt/slides/slide170.xml" Id="R7ba791d7501f4b65" /><Relationship Type="http://schemas.openxmlformats.org/officeDocument/2006/relationships/slide" Target="/ppt/slides/slide171.xml" Id="R386d8a5f97a84f23" /><Relationship Type="http://schemas.openxmlformats.org/officeDocument/2006/relationships/slide" Target="/ppt/slides/slide172.xml" Id="R953f33a050eb4bc9" /><Relationship Type="http://schemas.openxmlformats.org/officeDocument/2006/relationships/slide" Target="/ppt/slides/slide173.xml" Id="R7fbb79f49ebf49d0" /><Relationship Type="http://schemas.openxmlformats.org/officeDocument/2006/relationships/slide" Target="/ppt/slides/slide174.xml" Id="Rf63c727dfacd44e3" /><Relationship Type="http://schemas.openxmlformats.org/officeDocument/2006/relationships/slide" Target="/ppt/slides/slide175.xml" Id="R568cc63df0dc40ad" /><Relationship Type="http://schemas.openxmlformats.org/officeDocument/2006/relationships/slide" Target="/ppt/slides/slide176.xml" Id="R6dcca8f027b1430b" /><Relationship Type="http://schemas.openxmlformats.org/officeDocument/2006/relationships/slide" Target="/ppt/slides/slide177.xml" Id="R55bc5bee871746ed" /><Relationship Type="http://schemas.openxmlformats.org/officeDocument/2006/relationships/slide" Target="/ppt/slides/slide178.xml" Id="R48a68e5e4e754930" /><Relationship Type="http://schemas.openxmlformats.org/officeDocument/2006/relationships/slide" Target="/ppt/slides/slide179.xml" Id="R82af26620bfb4bda" /><Relationship Type="http://schemas.openxmlformats.org/officeDocument/2006/relationships/slide" Target="/ppt/slides/slide180.xml" Id="R634e4a02ae164058" /><Relationship Type="http://schemas.openxmlformats.org/officeDocument/2006/relationships/slide" Target="/ppt/slides/slide181.xml" Id="Rbcf2eca21b70478f" /><Relationship Type="http://schemas.openxmlformats.org/officeDocument/2006/relationships/slide" Target="/ppt/slides/slide182.xml" Id="R499311551fa24fb6" /><Relationship Type="http://schemas.openxmlformats.org/officeDocument/2006/relationships/slide" Target="/ppt/slides/slide183.xml" Id="Re8aaf43cda8b4cb1" /><Relationship Type="http://schemas.openxmlformats.org/officeDocument/2006/relationships/slide" Target="/ppt/slides/slide184.xml" Id="Rb738cd66c3124be5" /><Relationship Type="http://schemas.openxmlformats.org/officeDocument/2006/relationships/slide" Target="/ppt/slides/slide185.xml" Id="R95f2e70d380b4001" /><Relationship Type="http://schemas.openxmlformats.org/officeDocument/2006/relationships/slide" Target="/ppt/slides/slide186.xml" Id="R011d82cd2e894da7" /><Relationship Type="http://schemas.openxmlformats.org/officeDocument/2006/relationships/slide" Target="/ppt/slides/slide187.xml" Id="R550b039fc4a5474d" /><Relationship Type="http://schemas.openxmlformats.org/officeDocument/2006/relationships/slide" Target="/ppt/slides/slide188.xml" Id="R454901bf6ac240a1" /><Relationship Type="http://schemas.openxmlformats.org/officeDocument/2006/relationships/slide" Target="/ppt/slides/slide189.xml" Id="R01cc2caaf4c544e6" /><Relationship Type="http://schemas.openxmlformats.org/officeDocument/2006/relationships/slide" Target="/ppt/slides/slide190.xml" Id="Rb5a5e8ef57a842b6" /><Relationship Type="http://schemas.openxmlformats.org/officeDocument/2006/relationships/slide" Target="/ppt/slides/slide191.xml" Id="R6a02f492bb3748f8" /><Relationship Type="http://schemas.openxmlformats.org/officeDocument/2006/relationships/slide" Target="/ppt/slides/slide192.xml" Id="Raa8aab77d6e9460f" /><Relationship Type="http://schemas.openxmlformats.org/officeDocument/2006/relationships/slide" Target="/ppt/slides/slide193.xml" Id="Rfea589b69ce34e91" /><Relationship Type="http://schemas.openxmlformats.org/officeDocument/2006/relationships/slide" Target="/ppt/slides/slide194.xml" Id="Re9d67e7bf214462f" /><Relationship Type="http://schemas.openxmlformats.org/officeDocument/2006/relationships/slide" Target="/ppt/slides/slide195.xml" Id="Rc0caaa632f4f4f63" /><Relationship Type="http://schemas.openxmlformats.org/officeDocument/2006/relationships/slide" Target="/ppt/slides/slide196.xml" Id="R520aba93358849c5" /><Relationship Type="http://schemas.openxmlformats.org/officeDocument/2006/relationships/slide" Target="/ppt/slides/slide197.xml" Id="R851f927beb31475d" /><Relationship Type="http://schemas.openxmlformats.org/officeDocument/2006/relationships/slide" Target="/ppt/slides/slide198.xml" Id="Re56ea26d1ba04e8f" /><Relationship Type="http://schemas.openxmlformats.org/officeDocument/2006/relationships/slide" Target="/ppt/slides/slide199.xml" Id="Rc58f3383682a412c" /><Relationship Type="http://schemas.openxmlformats.org/officeDocument/2006/relationships/slide" Target="/ppt/slides/slide200.xml" Id="Rb7ca214db69042fa" /><Relationship Type="http://schemas.openxmlformats.org/officeDocument/2006/relationships/slide" Target="/ppt/slides/slide201.xml" Id="Rafb14bc69c4346c7" /><Relationship Type="http://schemas.openxmlformats.org/officeDocument/2006/relationships/slide" Target="/ppt/slides/slide202.xml" Id="R42b6e2e53eaf4bba" /><Relationship Type="http://schemas.openxmlformats.org/officeDocument/2006/relationships/slide" Target="/ppt/slides/slide203.xml" Id="Rb228f3b042bf4eff" /><Relationship Type="http://schemas.openxmlformats.org/officeDocument/2006/relationships/slide" Target="/ppt/slides/slide204.xml" Id="R600f230f37244c06" /><Relationship Type="http://schemas.openxmlformats.org/officeDocument/2006/relationships/slide" Target="/ppt/slides/slide205.xml" Id="Race7d475fc734976" /><Relationship Type="http://schemas.openxmlformats.org/officeDocument/2006/relationships/slide" Target="/ppt/slides/slide206.xml" Id="Rae57836ca81c400f" /><Relationship Type="http://schemas.openxmlformats.org/officeDocument/2006/relationships/slide" Target="/ppt/slides/slide207.xml" Id="R8151f8dc359c4567" /><Relationship Type="http://schemas.openxmlformats.org/officeDocument/2006/relationships/slide" Target="/ppt/slides/slide208.xml" Id="R296a76f8917749e9" /><Relationship Type="http://schemas.openxmlformats.org/officeDocument/2006/relationships/slide" Target="/ppt/slides/slide209.xml" Id="Rf5fb2aabba674b7e" /><Relationship Type="http://schemas.openxmlformats.org/officeDocument/2006/relationships/slide" Target="/ppt/slides/slide210.xml" Id="R3141e541e6e441c8" /><Relationship Type="http://schemas.openxmlformats.org/officeDocument/2006/relationships/slide" Target="/ppt/slides/slide211.xml" Id="R2ce3127b8be841b9" /><Relationship Type="http://schemas.openxmlformats.org/officeDocument/2006/relationships/slide" Target="/ppt/slides/slide212.xml" Id="R30104b044f8b4ad7" /><Relationship Type="http://schemas.openxmlformats.org/officeDocument/2006/relationships/slide" Target="/ppt/slides/slide213.xml" Id="Rd706940ea1984880" /><Relationship Type="http://schemas.openxmlformats.org/officeDocument/2006/relationships/slide" Target="/ppt/slides/slide214.xml" Id="Rd444dc8f194f49aa" /><Relationship Type="http://schemas.openxmlformats.org/officeDocument/2006/relationships/slide" Target="/ppt/slides/slide215.xml" Id="R93b427745751436e" /><Relationship Type="http://schemas.openxmlformats.org/officeDocument/2006/relationships/slide" Target="/ppt/slides/slide216.xml" Id="R998a9e6c958b470f" /><Relationship Type="http://schemas.openxmlformats.org/officeDocument/2006/relationships/slide" Target="/ppt/slides/slide217.xml" Id="Rf2b39833f3724a99" /><Relationship Type="http://schemas.openxmlformats.org/officeDocument/2006/relationships/slide" Target="/ppt/slides/slide218.xml" Id="R2923da4f92224f78" /><Relationship Type="http://schemas.openxmlformats.org/officeDocument/2006/relationships/slide" Target="/ppt/slides/slide219.xml" Id="R51ba731600964628" /><Relationship Type="http://schemas.openxmlformats.org/officeDocument/2006/relationships/slide" Target="/ppt/slides/slide220.xml" Id="R8105298981cf4823" /><Relationship Type="http://schemas.openxmlformats.org/officeDocument/2006/relationships/slide" Target="/ppt/slides/slide221.xml" Id="R20f6af441bd74381" /><Relationship Type="http://schemas.openxmlformats.org/officeDocument/2006/relationships/slide" Target="/ppt/slides/slide222.xml" Id="R03be3e23a980427b" /><Relationship Type="http://schemas.openxmlformats.org/officeDocument/2006/relationships/slide" Target="/ppt/slides/slide223.xml" Id="R23301dcab09d44a7" /><Relationship Type="http://schemas.openxmlformats.org/officeDocument/2006/relationships/slide" Target="/ppt/slides/slide224.xml" Id="R73143a683fee4a80" /><Relationship Type="http://schemas.openxmlformats.org/officeDocument/2006/relationships/slide" Target="/ppt/slides/slide225.xml" Id="R32744021066a4e60" /><Relationship Type="http://schemas.openxmlformats.org/officeDocument/2006/relationships/slide" Target="/ppt/slides/slide226.xml" Id="R89c73661b7f34f3f" /><Relationship Type="http://schemas.openxmlformats.org/officeDocument/2006/relationships/slide" Target="/ppt/slides/slide227.xml" Id="R3ec0e3c36eef4934" /><Relationship Type="http://schemas.openxmlformats.org/officeDocument/2006/relationships/slide" Target="/ppt/slides/slide228.xml" Id="R91482442c1be4634" /><Relationship Type="http://schemas.openxmlformats.org/officeDocument/2006/relationships/slide" Target="/ppt/slides/slide229.xml" Id="Racbad523d82b45c9" /><Relationship Type="http://schemas.openxmlformats.org/officeDocument/2006/relationships/slide" Target="/ppt/slides/slide230.xml" Id="R62847e24c51347ab" /><Relationship Type="http://schemas.openxmlformats.org/officeDocument/2006/relationships/slide" Target="/ppt/slides/slide231.xml" Id="Reb81dfaeb94b4fe5" /><Relationship Type="http://schemas.openxmlformats.org/officeDocument/2006/relationships/slide" Target="/ppt/slides/slide232.xml" Id="R4e9e4a0a820e48fe" /><Relationship Type="http://schemas.openxmlformats.org/officeDocument/2006/relationships/slide" Target="/ppt/slides/slide233.xml" Id="R1bb836456b2344ce" /><Relationship Type="http://schemas.openxmlformats.org/officeDocument/2006/relationships/slide" Target="/ppt/slides/slide234.xml" Id="R2820434b3c7f4b4f" /><Relationship Type="http://schemas.openxmlformats.org/officeDocument/2006/relationships/slide" Target="/ppt/slides/slide235.xml" Id="R783b31a6ad2c48cd" /><Relationship Type="http://schemas.openxmlformats.org/officeDocument/2006/relationships/slide" Target="/ppt/slides/slide236.xml" Id="R7f5c87d37f8c4d27" /><Relationship Type="http://schemas.openxmlformats.org/officeDocument/2006/relationships/slide" Target="/ppt/slides/slide237.xml" Id="R28c7f946411846a8" /><Relationship Type="http://schemas.openxmlformats.org/officeDocument/2006/relationships/slide" Target="/ppt/slides/slide238.xml" Id="Rd963bfe0e3ab4d33" /><Relationship Type="http://schemas.openxmlformats.org/officeDocument/2006/relationships/slide" Target="/ppt/slides/slide239.xml" Id="R89381eaa8dcd4118" /><Relationship Type="http://schemas.openxmlformats.org/officeDocument/2006/relationships/slide" Target="/ppt/slides/slide240.xml" Id="R3f30225b3708429e" /><Relationship Type="http://schemas.openxmlformats.org/officeDocument/2006/relationships/slide" Target="/ppt/slides/slide241.xml" Id="R58d052660257455b" /><Relationship Type="http://schemas.openxmlformats.org/officeDocument/2006/relationships/slide" Target="/ppt/slides/slide242.xml" Id="R49b94ebe0bcb447b" /><Relationship Type="http://schemas.openxmlformats.org/officeDocument/2006/relationships/slide" Target="/ppt/slides/slide243.xml" Id="R211feb756928495f" /><Relationship Type="http://schemas.openxmlformats.org/officeDocument/2006/relationships/slide" Target="/ppt/slides/slide244.xml" Id="Re81e01906b524971" /><Relationship Type="http://schemas.openxmlformats.org/officeDocument/2006/relationships/slide" Target="/ppt/slides/slide245.xml" Id="R9b60ed67efca426c" /><Relationship Type="http://schemas.openxmlformats.org/officeDocument/2006/relationships/slide" Target="/ppt/slides/slide246.xml" Id="Rd5abdba51ee74c24" /><Relationship Type="http://schemas.openxmlformats.org/officeDocument/2006/relationships/slide" Target="/ppt/slides/slide247.xml" Id="R332a6e5932534841" /><Relationship Type="http://schemas.openxmlformats.org/officeDocument/2006/relationships/slide" Target="/ppt/slides/slide248.xml" Id="R1eac456206394afd" /><Relationship Type="http://schemas.openxmlformats.org/officeDocument/2006/relationships/slide" Target="/ppt/slides/slide249.xml" Id="R03483cda77e3407e" /><Relationship Type="http://schemas.openxmlformats.org/officeDocument/2006/relationships/slide" Target="/ppt/slides/slide250.xml" Id="R09fb5e123a844ba3" /><Relationship Type="http://schemas.openxmlformats.org/officeDocument/2006/relationships/slide" Target="/ppt/slides/slide251.xml" Id="R3baee024365d4c3d" /><Relationship Type="http://schemas.openxmlformats.org/officeDocument/2006/relationships/slide" Target="/ppt/slides/slide252.xml" Id="Rc45b1efc43eb4414" /><Relationship Type="http://schemas.openxmlformats.org/officeDocument/2006/relationships/slide" Target="/ppt/slides/slide253.xml" Id="Rc9ff807e636a4b2f" /><Relationship Type="http://schemas.openxmlformats.org/officeDocument/2006/relationships/slide" Target="/ppt/slides/slide254.xml" Id="R2286af4632b9449f" /><Relationship Type="http://schemas.openxmlformats.org/officeDocument/2006/relationships/slide" Target="/ppt/slides/slide255.xml" Id="R2b59130640124a55" /><Relationship Type="http://schemas.openxmlformats.org/officeDocument/2006/relationships/slide" Target="/ppt/slides/slide256.xml" Id="R48a7ed8d1a6f48f4" /><Relationship Type="http://schemas.openxmlformats.org/officeDocument/2006/relationships/slide" Target="/ppt/slides/slide257.xml" Id="Rb4df9c85906d4e8a" /><Relationship Type="http://schemas.openxmlformats.org/officeDocument/2006/relationships/slide" Target="/ppt/slides/slide258.xml" Id="Ra7e6d06760d94097" /><Relationship Type="http://schemas.openxmlformats.org/officeDocument/2006/relationships/slide" Target="/ppt/slides/slide259.xml" Id="Rda24efab901b4936" /><Relationship Type="http://schemas.openxmlformats.org/officeDocument/2006/relationships/slide" Target="/ppt/slides/slide260.xml" Id="Rc784cf22c14b421e" /><Relationship Type="http://schemas.openxmlformats.org/officeDocument/2006/relationships/slide" Target="/ppt/slides/slide261.xml" Id="R1db5399356a7493d" /><Relationship Type="http://schemas.openxmlformats.org/officeDocument/2006/relationships/slide" Target="/ppt/slides/slide262.xml" Id="R222a87a80f694526" /><Relationship Type="http://schemas.openxmlformats.org/officeDocument/2006/relationships/slide" Target="/ppt/slides/slide263.xml" Id="Rf341566f636f467a" /><Relationship Type="http://schemas.openxmlformats.org/officeDocument/2006/relationships/slide" Target="/ppt/slides/slide264.xml" Id="Raec22a2880514a42" /><Relationship Type="http://schemas.openxmlformats.org/officeDocument/2006/relationships/slide" Target="/ppt/slides/slide265.xml" Id="R498204805438468e" /><Relationship Type="http://schemas.openxmlformats.org/officeDocument/2006/relationships/slide" Target="/ppt/slides/slide266.xml" Id="R4a74624f496a4bc9" /><Relationship Type="http://schemas.openxmlformats.org/officeDocument/2006/relationships/slide" Target="/ppt/slides/slide267.xml" Id="Rbe0fca3bf3d64f4c" /><Relationship Type="http://schemas.openxmlformats.org/officeDocument/2006/relationships/slide" Target="/ppt/slides/slide268.xml" Id="Rd8d1f37386034620" /><Relationship Type="http://schemas.openxmlformats.org/officeDocument/2006/relationships/slide" Target="/ppt/slides/slide269.xml" Id="Rf1187544d17445d8" /><Relationship Type="http://schemas.openxmlformats.org/officeDocument/2006/relationships/slide" Target="/ppt/slides/slide270.xml" Id="R38560596a068430a" /><Relationship Type="http://schemas.openxmlformats.org/officeDocument/2006/relationships/slide" Target="/ppt/slides/slide271.xml" Id="R437b9705978842a5" /><Relationship Type="http://schemas.openxmlformats.org/officeDocument/2006/relationships/slide" Target="/ppt/slides/slide272.xml" Id="R46ce171c2a4a4836" /><Relationship Type="http://schemas.openxmlformats.org/officeDocument/2006/relationships/slide" Target="/ppt/slides/slide273.xml" Id="R103dd43afb274d15" /><Relationship Type="http://schemas.openxmlformats.org/officeDocument/2006/relationships/slide" Target="/ppt/slides/slide274.xml" Id="R48e764e7083f4ac7" /><Relationship Type="http://schemas.openxmlformats.org/officeDocument/2006/relationships/slide" Target="/ppt/slides/slide275.xml" Id="R6ac3ccbb8e5c41c7" /><Relationship Type="http://schemas.openxmlformats.org/officeDocument/2006/relationships/slide" Target="/ppt/slides/slide276.xml" Id="R29ba74ba99964983" /><Relationship Type="http://schemas.openxmlformats.org/officeDocument/2006/relationships/slide" Target="/ppt/slides/slide277.xml" Id="R064a7d2607c54021" /><Relationship Type="http://schemas.openxmlformats.org/officeDocument/2006/relationships/slide" Target="/ppt/slides/slide278.xml" Id="R317deed30d144904" /><Relationship Type="http://schemas.openxmlformats.org/officeDocument/2006/relationships/slide" Target="/ppt/slides/slide279.xml" Id="Rc850e463a84c44e7" /><Relationship Type="http://schemas.openxmlformats.org/officeDocument/2006/relationships/slide" Target="/ppt/slides/slide280.xml" Id="Rb43928eed7cb42fb" /><Relationship Type="http://schemas.openxmlformats.org/officeDocument/2006/relationships/slide" Target="/ppt/slides/slide281.xml" Id="R144bd8ae7dc441cd" /><Relationship Type="http://schemas.openxmlformats.org/officeDocument/2006/relationships/slide" Target="/ppt/slides/slide282.xml" Id="R0b40f03546564bf4" /><Relationship Type="http://schemas.openxmlformats.org/officeDocument/2006/relationships/slide" Target="/ppt/slides/slide283.xml" Id="R1e87368966404a0b" /><Relationship Type="http://schemas.openxmlformats.org/officeDocument/2006/relationships/slide" Target="/ppt/slides/slide284.xml" Id="R5a3f14aeb0fa4dc7" /><Relationship Type="http://schemas.openxmlformats.org/officeDocument/2006/relationships/slide" Target="/ppt/slides/slide285.xml" Id="R047c8473e246449b" /><Relationship Type="http://schemas.openxmlformats.org/officeDocument/2006/relationships/slide" Target="/ppt/slides/slide286.xml" Id="R5a6310dec3c84e09" /><Relationship Type="http://schemas.openxmlformats.org/officeDocument/2006/relationships/slide" Target="/ppt/slides/slide287.xml" Id="Rf52c1ef4d1ac47c7" /><Relationship Type="http://schemas.openxmlformats.org/officeDocument/2006/relationships/slide" Target="/ppt/slides/slide288.xml" Id="R8f583fde0bcb47c2" /><Relationship Type="http://schemas.openxmlformats.org/officeDocument/2006/relationships/slide" Target="/ppt/slides/slide289.xml" Id="R78569db7a53b4b88" /><Relationship Type="http://schemas.openxmlformats.org/officeDocument/2006/relationships/slide" Target="/ppt/slides/slide290.xml" Id="R3e5c4629afcc4857" /><Relationship Type="http://schemas.openxmlformats.org/officeDocument/2006/relationships/slide" Target="/ppt/slides/slide291.xml" Id="Recf159b612a5412b" /><Relationship Type="http://schemas.openxmlformats.org/officeDocument/2006/relationships/slide" Target="/ppt/slides/slide292.xml" Id="Ra924e4d2aa3347ac" /><Relationship Type="http://schemas.openxmlformats.org/officeDocument/2006/relationships/slide" Target="/ppt/slides/slide293.xml" Id="Rd1abd5a977d7477d" /><Relationship Type="http://schemas.openxmlformats.org/officeDocument/2006/relationships/slide" Target="/ppt/slides/slide294.xml" Id="R8c562977dd2f4667" /><Relationship Type="http://schemas.openxmlformats.org/officeDocument/2006/relationships/slide" Target="/ppt/slides/slide295.xml" Id="R12a8677fefb049f6" /><Relationship Type="http://schemas.openxmlformats.org/officeDocument/2006/relationships/slide" Target="/ppt/slides/slide296.xml" Id="R938fe5b7eee44b5e" /><Relationship Type="http://schemas.openxmlformats.org/officeDocument/2006/relationships/slide" Target="/ppt/slides/slide297.xml" Id="R56a81e83212a4f54" /><Relationship Type="http://schemas.openxmlformats.org/officeDocument/2006/relationships/slide" Target="/ppt/slides/slide298.xml" Id="R40feb2cfb38a4fa3" /><Relationship Type="http://schemas.openxmlformats.org/officeDocument/2006/relationships/slide" Target="/ppt/slides/slide299.xml" Id="R720bf50da52e4dff" /><Relationship Type="http://schemas.openxmlformats.org/officeDocument/2006/relationships/slide" Target="/ppt/slides/slide300.xml" Id="Rb1cbac46b98148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01c3948fd04a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f7fb0816bc4f94" /><Relationship Type="http://schemas.openxmlformats.org/officeDocument/2006/relationships/notesMaster" Target="/ppt/notesMasters/notesMaster1.xml" Id="Rb8cf7c4f080d4d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45abd97e8349a8" /><Relationship Type="http://schemas.openxmlformats.org/officeDocument/2006/relationships/notesMaster" Target="/ppt/notesMasters/notesMaster1.xml" Id="R0fa98c4645134a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517102a8754b26" /><Relationship Type="http://schemas.openxmlformats.org/officeDocument/2006/relationships/notesMaster" Target="/ppt/notesMasters/notesMaster1.xml" Id="R9aa0db4f9e6a4a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bc6eca9e6a46e8" /><Relationship Type="http://schemas.openxmlformats.org/officeDocument/2006/relationships/notesMaster" Target="/ppt/notesMasters/notesMaster1.xml" Id="R212e0710c0e64c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a2330511104e56" /><Relationship Type="http://schemas.openxmlformats.org/officeDocument/2006/relationships/notesMaster" Target="/ppt/notesMasters/notesMaster1.xml" Id="Ref3fb30f4d7c47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1fd24a57684047" /><Relationship Type="http://schemas.openxmlformats.org/officeDocument/2006/relationships/notesMaster" Target="/ppt/notesMasters/notesMaster1.xml" Id="R69b21143efb94c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6e39d23f144920" /><Relationship Type="http://schemas.openxmlformats.org/officeDocument/2006/relationships/notesMaster" Target="/ppt/notesMasters/notesMaster1.xml" Id="R23fe0c82e1a547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b25b55af14481e" /><Relationship Type="http://schemas.openxmlformats.org/officeDocument/2006/relationships/notesMaster" Target="/ppt/notesMasters/notesMaster1.xml" Id="R3ab2284135434e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6dccfc5bbe4adb" /><Relationship Type="http://schemas.openxmlformats.org/officeDocument/2006/relationships/notesMaster" Target="/ppt/notesMasters/notesMaster1.xml" Id="R90fca603cba543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943808ba6a4d7a" /><Relationship Type="http://schemas.openxmlformats.org/officeDocument/2006/relationships/notesMaster" Target="/ppt/notesMasters/notesMaster1.xml" Id="R2a7ce9e72af64c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07250a2e98455f" /><Relationship Type="http://schemas.openxmlformats.org/officeDocument/2006/relationships/notesMaster" Target="/ppt/notesMasters/notesMaster1.xml" Id="R0734686cf21f4c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41a391d9eb4d23" /><Relationship Type="http://schemas.openxmlformats.org/officeDocument/2006/relationships/notesMaster" Target="/ppt/notesMasters/notesMaster1.xml" Id="Ra1ad7553cf2946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7f038c23be47e1" /><Relationship Type="http://schemas.openxmlformats.org/officeDocument/2006/relationships/notesMaster" Target="/ppt/notesMasters/notesMaster1.xml" Id="R48cd3f507faf43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ecc7f9625145d6" /><Relationship Type="http://schemas.openxmlformats.org/officeDocument/2006/relationships/notesMaster" Target="/ppt/notesMasters/notesMaster1.xml" Id="R435748d3d51a48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89a4ce393e4122" /><Relationship Type="http://schemas.openxmlformats.org/officeDocument/2006/relationships/notesMaster" Target="/ppt/notesMasters/notesMaster1.xml" Id="R04727b20186943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23b9f1b454478d" /><Relationship Type="http://schemas.openxmlformats.org/officeDocument/2006/relationships/notesMaster" Target="/ppt/notesMasters/notesMaster1.xml" Id="R0a0d5afe5cae4e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e7c6bf5fe44f86" /><Relationship Type="http://schemas.openxmlformats.org/officeDocument/2006/relationships/notesMaster" Target="/ppt/notesMasters/notesMaster1.xml" Id="R30101102959d4e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17069c35384b2e" /><Relationship Type="http://schemas.openxmlformats.org/officeDocument/2006/relationships/notesMaster" Target="/ppt/notesMasters/notesMaster1.xml" Id="Re808e287262747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1adb9421814dd4" /><Relationship Type="http://schemas.openxmlformats.org/officeDocument/2006/relationships/notesMaster" Target="/ppt/notesMasters/notesMaster1.xml" Id="R04b89a0e427c47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26d5e5454c4cdf" /><Relationship Type="http://schemas.openxmlformats.org/officeDocument/2006/relationships/notesMaster" Target="/ppt/notesMasters/notesMaster1.xml" Id="R11d5a3538d5b4f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5d07a808894511" /><Relationship Type="http://schemas.openxmlformats.org/officeDocument/2006/relationships/notesMaster" Target="/ppt/notesMasters/notesMaster1.xml" Id="R1233db480aec44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06514df80834906" /><Relationship Type="http://schemas.openxmlformats.org/officeDocument/2006/relationships/notesMaster" Target="/ppt/notesMasters/notesMaster1.xml" Id="Reffdd82050b8486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5a7b77852744cb" /><Relationship Type="http://schemas.openxmlformats.org/officeDocument/2006/relationships/notesMaster" Target="/ppt/notesMasters/notesMaster1.xml" Id="R13404d97e5b74c6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d7a80d44304e55" /><Relationship Type="http://schemas.openxmlformats.org/officeDocument/2006/relationships/notesMaster" Target="/ppt/notesMasters/notesMaster1.xml" Id="R77b31a95b3044cd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959097c156b43b5" /><Relationship Type="http://schemas.openxmlformats.org/officeDocument/2006/relationships/notesMaster" Target="/ppt/notesMasters/notesMaster1.xml" Id="Rb4afbbf7a8e5490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0cb5730351d4abb" /><Relationship Type="http://schemas.openxmlformats.org/officeDocument/2006/relationships/notesMaster" Target="/ppt/notesMasters/notesMaster1.xml" Id="R661001118686409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f9ca4ae34e44f5e" /><Relationship Type="http://schemas.openxmlformats.org/officeDocument/2006/relationships/notesMaster" Target="/ppt/notesMasters/notesMaster1.xml" Id="R873f7c799a5a475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a77194561974d5e" /><Relationship Type="http://schemas.openxmlformats.org/officeDocument/2006/relationships/notesMaster" Target="/ppt/notesMasters/notesMaster1.xml" Id="R7f89b78e56f842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440e3aa80ab4dc1" /><Relationship Type="http://schemas.openxmlformats.org/officeDocument/2006/relationships/notesMaster" Target="/ppt/notesMasters/notesMaster1.xml" Id="R01fb7a785cf840d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2a3e9867b1f4051" /><Relationship Type="http://schemas.openxmlformats.org/officeDocument/2006/relationships/notesMaster" Target="/ppt/notesMasters/notesMaster1.xml" Id="Rf973c1df846e422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8e9a3499a9b4b24" /><Relationship Type="http://schemas.openxmlformats.org/officeDocument/2006/relationships/notesMaster" Target="/ppt/notesMasters/notesMaster1.xml" Id="R05cfb650b8134e0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5507244e19e44bd" /><Relationship Type="http://schemas.openxmlformats.org/officeDocument/2006/relationships/notesMaster" Target="/ppt/notesMasters/notesMaster1.xml" Id="R52f3f334a43d461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70ea3176f6b4d37" /><Relationship Type="http://schemas.openxmlformats.org/officeDocument/2006/relationships/notesMaster" Target="/ppt/notesMasters/notesMaster1.xml" Id="Rc818f3417fb247d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d543ccc59ee4dbf" /><Relationship Type="http://schemas.openxmlformats.org/officeDocument/2006/relationships/notesMaster" Target="/ppt/notesMasters/notesMaster1.xml" Id="R085ade8b75ab43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6654661f23f4d55" /><Relationship Type="http://schemas.openxmlformats.org/officeDocument/2006/relationships/notesMaster" Target="/ppt/notesMasters/notesMaster1.xml" Id="R48dafd47bbb2485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749ecd2af904cac" /><Relationship Type="http://schemas.openxmlformats.org/officeDocument/2006/relationships/notesMaster" Target="/ppt/notesMasters/notesMaster1.xml" Id="R9b205793ad384e3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b12aaece21d47d0" /><Relationship Type="http://schemas.openxmlformats.org/officeDocument/2006/relationships/notesMaster" Target="/ppt/notesMasters/notesMaster1.xml" Id="Rc0812b2bbf454f8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5e4bf2b16ad4322" /><Relationship Type="http://schemas.openxmlformats.org/officeDocument/2006/relationships/notesMaster" Target="/ppt/notesMasters/notesMaster1.xml" Id="R4d1cafe29c6942e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48a046cdff24a75" /><Relationship Type="http://schemas.openxmlformats.org/officeDocument/2006/relationships/notesMaster" Target="/ppt/notesMasters/notesMaster1.xml" Id="R96935cecdecd4e7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8e48034ce214ea6" /><Relationship Type="http://schemas.openxmlformats.org/officeDocument/2006/relationships/notesMaster" Target="/ppt/notesMasters/notesMaster1.xml" Id="R7a4ed3dd06c74a2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7450648e9144619" /><Relationship Type="http://schemas.openxmlformats.org/officeDocument/2006/relationships/notesMaster" Target="/ppt/notesMasters/notesMaster1.xml" Id="R346832803f7c4b4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79bd9cc58f8494e" /><Relationship Type="http://schemas.openxmlformats.org/officeDocument/2006/relationships/notesMaster" Target="/ppt/notesMasters/notesMaster1.xml" Id="R25de2a066a3145a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6b3028c19b04e10" /><Relationship Type="http://schemas.openxmlformats.org/officeDocument/2006/relationships/notesMaster" Target="/ppt/notesMasters/notesMaster1.xml" Id="R61675d0394a44a0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f453394a9be4570" /><Relationship Type="http://schemas.openxmlformats.org/officeDocument/2006/relationships/notesMaster" Target="/ppt/notesMasters/notesMaster1.xml" Id="R66a9f25409a84e6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c0b0f15edb04cf0" /><Relationship Type="http://schemas.openxmlformats.org/officeDocument/2006/relationships/notesMaster" Target="/ppt/notesMasters/notesMaster1.xml" Id="Rc6b24694f173433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e82a624fec046db" /><Relationship Type="http://schemas.openxmlformats.org/officeDocument/2006/relationships/notesMaster" Target="/ppt/notesMasters/notesMaster1.xml" Id="R37d44187924c4f0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3bd4e0337714600" /><Relationship Type="http://schemas.openxmlformats.org/officeDocument/2006/relationships/notesMaster" Target="/ppt/notesMasters/notesMaster1.xml" Id="R5d484392026743a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c7e6679bd624b6d" /><Relationship Type="http://schemas.openxmlformats.org/officeDocument/2006/relationships/notesMaster" Target="/ppt/notesMasters/notesMaster1.xml" Id="R2614e0add8e744c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2334124ec9449c5" /><Relationship Type="http://schemas.openxmlformats.org/officeDocument/2006/relationships/notesMaster" Target="/ppt/notesMasters/notesMaster1.xml" Id="Rf74c736006b642b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4ce5dcbb6cb46b6" /><Relationship Type="http://schemas.openxmlformats.org/officeDocument/2006/relationships/notesMaster" Target="/ppt/notesMasters/notesMaster1.xml" Id="Rd96d4f78517b445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5c501b98a2442ae" /><Relationship Type="http://schemas.openxmlformats.org/officeDocument/2006/relationships/notesMaster" Target="/ppt/notesMasters/notesMaster1.xml" Id="R19f8cc2598664b6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43e483546384295" /><Relationship Type="http://schemas.openxmlformats.org/officeDocument/2006/relationships/notesMaster" Target="/ppt/notesMasters/notesMaster1.xml" Id="Rf5d2bbef6ade4b1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02d5b36a526453f" /><Relationship Type="http://schemas.openxmlformats.org/officeDocument/2006/relationships/notesMaster" Target="/ppt/notesMasters/notesMaster1.xml" Id="R8fd28f8a6fa6431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70639c432784583" /><Relationship Type="http://schemas.openxmlformats.org/officeDocument/2006/relationships/notesMaster" Target="/ppt/notesMasters/notesMaster1.xml" Id="Rfdfbd10cd0a04cb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3c9bbd9071c4b3a" /><Relationship Type="http://schemas.openxmlformats.org/officeDocument/2006/relationships/notesMaster" Target="/ppt/notesMasters/notesMaster1.xml" Id="R3bc87f65b981456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1fcd39066124660" /><Relationship Type="http://schemas.openxmlformats.org/officeDocument/2006/relationships/notesMaster" Target="/ppt/notesMasters/notesMaster1.xml" Id="Rbef8de12a7374fa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22ba01a62094330" /><Relationship Type="http://schemas.openxmlformats.org/officeDocument/2006/relationships/notesMaster" Target="/ppt/notesMasters/notesMaster1.xml" Id="R8884cbb5e2c247cd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be822ffc4564410" /><Relationship Type="http://schemas.openxmlformats.org/officeDocument/2006/relationships/notesMaster" Target="/ppt/notesMasters/notesMaster1.xml" Id="R9be03f52ada442c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46d90059f374351" /><Relationship Type="http://schemas.openxmlformats.org/officeDocument/2006/relationships/notesMaster" Target="/ppt/notesMasters/notesMaster1.xml" Id="R36808b2e02c940e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64de5b19afe43e8" /><Relationship Type="http://schemas.openxmlformats.org/officeDocument/2006/relationships/notesMaster" Target="/ppt/notesMasters/notesMaster1.xml" Id="R6c2d4a7254ca4a5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b7374f2053b452c" /><Relationship Type="http://schemas.openxmlformats.org/officeDocument/2006/relationships/notesMaster" Target="/ppt/notesMasters/notesMaster1.xml" Id="R862ab895b116445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6e9781c32d44225" /><Relationship Type="http://schemas.openxmlformats.org/officeDocument/2006/relationships/notesMaster" Target="/ppt/notesMasters/notesMaster1.xml" Id="R9fff9fc24c6944c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aff748b96524dca" /><Relationship Type="http://schemas.openxmlformats.org/officeDocument/2006/relationships/notesMaster" Target="/ppt/notesMasters/notesMaster1.xml" Id="R7db7e63282bc4f1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f4601843d0b442c" /><Relationship Type="http://schemas.openxmlformats.org/officeDocument/2006/relationships/notesMaster" Target="/ppt/notesMasters/notesMaster1.xml" Id="Re9dd467da8624cdb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1b1b66a9f1349af" /><Relationship Type="http://schemas.openxmlformats.org/officeDocument/2006/relationships/notesMaster" Target="/ppt/notesMasters/notesMaster1.xml" Id="Rb8218f0ee031481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30aa99bba494d1e" /><Relationship Type="http://schemas.openxmlformats.org/officeDocument/2006/relationships/notesMaster" Target="/ppt/notesMasters/notesMaster1.xml" Id="R88fa214c70214d08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3ec41c5b2274188" /><Relationship Type="http://schemas.openxmlformats.org/officeDocument/2006/relationships/notesMaster" Target="/ppt/notesMasters/notesMaster1.xml" Id="R7a3bce8ed109488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7903c1b8b87946c1" /><Relationship Type="http://schemas.openxmlformats.org/officeDocument/2006/relationships/notesMaster" Target="/ppt/notesMasters/notesMaster1.xml" Id="Rae8c8e369ea1428d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ed7cd584b7bd44ca" /><Relationship Type="http://schemas.openxmlformats.org/officeDocument/2006/relationships/notesMaster" Target="/ppt/notesMasters/notesMaster1.xml" Id="R9e5cbf286c8a473b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261e051b0004d63" /><Relationship Type="http://schemas.openxmlformats.org/officeDocument/2006/relationships/notesMaster" Target="/ppt/notesMasters/notesMaster1.xml" Id="R52a2ea6e8fa64d34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96f5ad2469a94baf" /><Relationship Type="http://schemas.openxmlformats.org/officeDocument/2006/relationships/notesMaster" Target="/ppt/notesMasters/notesMaster1.xml" Id="Rc621927d84d94ec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25d3b23c66a9424b" /><Relationship Type="http://schemas.openxmlformats.org/officeDocument/2006/relationships/notesMaster" Target="/ppt/notesMasters/notesMaster1.xml" Id="R8921299f3a7b4937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def4f6acfcf94862" /><Relationship Type="http://schemas.openxmlformats.org/officeDocument/2006/relationships/notesMaster" Target="/ppt/notesMasters/notesMaster1.xml" Id="Rdaec1f96b8c3445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eb84ddbb5940433a" /><Relationship Type="http://schemas.openxmlformats.org/officeDocument/2006/relationships/notesMaster" Target="/ppt/notesMasters/notesMaster1.xml" Id="R061879b01b03435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815486302e9b4507" /><Relationship Type="http://schemas.openxmlformats.org/officeDocument/2006/relationships/notesMaster" Target="/ppt/notesMasters/notesMaster1.xml" Id="R0d9b0d82c293437a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5f90bff81a3435b" /><Relationship Type="http://schemas.openxmlformats.org/officeDocument/2006/relationships/notesMaster" Target="/ppt/notesMasters/notesMaster1.xml" Id="Rf511e9cda5de42dd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a87d419219544036" /><Relationship Type="http://schemas.openxmlformats.org/officeDocument/2006/relationships/notesMaster" Target="/ppt/notesMasters/notesMaster1.xml" Id="R87287ee70a4a429c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9230f13cce274cb8" /><Relationship Type="http://schemas.openxmlformats.org/officeDocument/2006/relationships/notesMaster" Target="/ppt/notesMasters/notesMaster1.xml" Id="Rb390afd528ea4db6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cbd3ad151ba4970" /><Relationship Type="http://schemas.openxmlformats.org/officeDocument/2006/relationships/notesMaster" Target="/ppt/notesMasters/notesMaster1.xml" Id="Rf4b0d003ddcf4c1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a68e891a60984ba4" /><Relationship Type="http://schemas.openxmlformats.org/officeDocument/2006/relationships/notesMaster" Target="/ppt/notesMasters/notesMaster1.xml" Id="R2a4aae1ed5fa4318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f56a3b57592243dd" /><Relationship Type="http://schemas.openxmlformats.org/officeDocument/2006/relationships/notesMaster" Target="/ppt/notesMasters/notesMaster1.xml" Id="Rceba030f1d0b4a7e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491a479fab6b4f90" /><Relationship Type="http://schemas.openxmlformats.org/officeDocument/2006/relationships/notesMaster" Target="/ppt/notesMasters/notesMaster1.xml" Id="Rc3be150d09c44a8f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4f4b86bf39324fd2" /><Relationship Type="http://schemas.openxmlformats.org/officeDocument/2006/relationships/notesMaster" Target="/ppt/notesMasters/notesMaster1.xml" Id="R7050a71e67544ff4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333d55f2e65649ad" /><Relationship Type="http://schemas.openxmlformats.org/officeDocument/2006/relationships/notesMaster" Target="/ppt/notesMasters/notesMaster1.xml" Id="R1fa6272253824fb4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29d8221ed1854715" /><Relationship Type="http://schemas.openxmlformats.org/officeDocument/2006/relationships/notesMaster" Target="/ppt/notesMasters/notesMaster1.xml" Id="Rb08d635d2f16484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8ac627cb4ca472d" /><Relationship Type="http://schemas.openxmlformats.org/officeDocument/2006/relationships/notesMaster" Target="/ppt/notesMasters/notesMaster1.xml" Id="R68418afe573f41ad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0b89299ffa924485" /><Relationship Type="http://schemas.openxmlformats.org/officeDocument/2006/relationships/notesMaster" Target="/ppt/notesMasters/notesMaster1.xml" Id="R862b4266a3fb49ac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21f9e6b8d7f84743" /><Relationship Type="http://schemas.openxmlformats.org/officeDocument/2006/relationships/notesMaster" Target="/ppt/notesMasters/notesMaster1.xml" Id="R2b80693bc7104152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54c3547f277646d8" /><Relationship Type="http://schemas.openxmlformats.org/officeDocument/2006/relationships/notesMaster" Target="/ppt/notesMasters/notesMaster1.xml" Id="Rb7a4473cd6a348f6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2c707c5f8e9249da" /><Relationship Type="http://schemas.openxmlformats.org/officeDocument/2006/relationships/notesMaster" Target="/ppt/notesMasters/notesMaster1.xml" Id="R55283792d4e24e31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c3d32e651e7742b5" /><Relationship Type="http://schemas.openxmlformats.org/officeDocument/2006/relationships/notesMaster" Target="/ppt/notesMasters/notesMaster1.xml" Id="Rc859ea63342a4f8e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73eb51f40ab44e2f" /><Relationship Type="http://schemas.openxmlformats.org/officeDocument/2006/relationships/notesMaster" Target="/ppt/notesMasters/notesMaster1.xml" Id="Rb47f490119534ae0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9e62f99e58d7426f" /><Relationship Type="http://schemas.openxmlformats.org/officeDocument/2006/relationships/notesMaster" Target="/ppt/notesMasters/notesMaster1.xml" Id="R3fb119dae71f4483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a8d1feab0f1e4ba0" /><Relationship Type="http://schemas.openxmlformats.org/officeDocument/2006/relationships/notesMaster" Target="/ppt/notesMasters/notesMaster1.xml" Id="Rd3761a6fa89a4aaa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d9570819fc474562" /><Relationship Type="http://schemas.openxmlformats.org/officeDocument/2006/relationships/notesMaster" Target="/ppt/notesMasters/notesMaster1.xml" Id="R83d38f8693c74104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8c2a6f3a3fe44cf3" /><Relationship Type="http://schemas.openxmlformats.org/officeDocument/2006/relationships/notesMaster" Target="/ppt/notesMasters/notesMaster1.xml" Id="Ra8bca5752e814b55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28de9b2eb124ef9" /><Relationship Type="http://schemas.openxmlformats.org/officeDocument/2006/relationships/notesMaster" Target="/ppt/notesMasters/notesMaster1.xml" Id="R761cccb9772f4203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dfba836e62d14ee3" /><Relationship Type="http://schemas.openxmlformats.org/officeDocument/2006/relationships/notesMaster" Target="/ppt/notesMasters/notesMaster1.xml" Id="Rc4b0f4fdedb4426c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ac3eb3c31b8548ec" /><Relationship Type="http://schemas.openxmlformats.org/officeDocument/2006/relationships/notesMaster" Target="/ppt/notesMasters/notesMaster1.xml" Id="R0579bd92ad3a49cb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917c8d7551bb4fea" /><Relationship Type="http://schemas.openxmlformats.org/officeDocument/2006/relationships/notesMaster" Target="/ppt/notesMasters/notesMaster1.xml" Id="R27d1bd4cf69842e2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4f7687fb2004465b" /><Relationship Type="http://schemas.openxmlformats.org/officeDocument/2006/relationships/notesMaster" Target="/ppt/notesMasters/notesMaster1.xml" Id="Rbc102e7950c5480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fac68f8423334c92" /><Relationship Type="http://schemas.openxmlformats.org/officeDocument/2006/relationships/notesMaster" Target="/ppt/notesMasters/notesMaster1.xml" Id="Rcb87be819ec04c74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3c040d73cff3453e" /><Relationship Type="http://schemas.openxmlformats.org/officeDocument/2006/relationships/notesMaster" Target="/ppt/notesMasters/notesMaster1.xml" Id="R6588b389e0af497c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381baa41d59649ec" /><Relationship Type="http://schemas.openxmlformats.org/officeDocument/2006/relationships/notesMaster" Target="/ppt/notesMasters/notesMaster1.xml" Id="Rb815fbba19864239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8097962da5e64c93" /><Relationship Type="http://schemas.openxmlformats.org/officeDocument/2006/relationships/notesMaster" Target="/ppt/notesMasters/notesMaster1.xml" Id="R837bd6d1d9304983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ddbe7eff411d41c0" /><Relationship Type="http://schemas.openxmlformats.org/officeDocument/2006/relationships/notesMaster" Target="/ppt/notesMasters/notesMaster1.xml" Id="Re9716eef2d2644e7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d5dc4ffd9c9d49f7" /><Relationship Type="http://schemas.openxmlformats.org/officeDocument/2006/relationships/notesMaster" Target="/ppt/notesMasters/notesMaster1.xml" Id="Rcd31e098b40f455d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2d599af98bdf4b67" /><Relationship Type="http://schemas.openxmlformats.org/officeDocument/2006/relationships/notesMaster" Target="/ppt/notesMasters/notesMaster1.xml" Id="R924a617ac3f84b88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3ebbda2d9acc4637" /><Relationship Type="http://schemas.openxmlformats.org/officeDocument/2006/relationships/notesMaster" Target="/ppt/notesMasters/notesMaster1.xml" Id="Rd523e37f12f94049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0b1d0e4b55014265" /><Relationship Type="http://schemas.openxmlformats.org/officeDocument/2006/relationships/notesMaster" Target="/ppt/notesMasters/notesMaster1.xml" Id="R98bbb0db81ff4a6b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140d01fb776c427a" /><Relationship Type="http://schemas.openxmlformats.org/officeDocument/2006/relationships/notesMaster" Target="/ppt/notesMasters/notesMaster1.xml" Id="R68fcbb2b18644e4c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7dc64d5a19324f5d" /><Relationship Type="http://schemas.openxmlformats.org/officeDocument/2006/relationships/notesMaster" Target="/ppt/notesMasters/notesMaster1.xml" Id="R3afc515d60494c53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37c3593da80e4798" /><Relationship Type="http://schemas.openxmlformats.org/officeDocument/2006/relationships/notesMaster" Target="/ppt/notesMasters/notesMaster1.xml" Id="Rbeb496a3b33f4cd7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bb78ebe1a5694af9" /><Relationship Type="http://schemas.openxmlformats.org/officeDocument/2006/relationships/notesMaster" Target="/ppt/notesMasters/notesMaster1.xml" Id="R0e1b8125b410488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7e0175900416403d" /><Relationship Type="http://schemas.openxmlformats.org/officeDocument/2006/relationships/notesMaster" Target="/ppt/notesMasters/notesMaster1.xml" Id="Rcfb85d0215b54bae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5c7ff1f078a9410f" /><Relationship Type="http://schemas.openxmlformats.org/officeDocument/2006/relationships/notesMaster" Target="/ppt/notesMasters/notesMaster1.xml" Id="R0f1a074eb4fd4b7d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60d52063b10c4b2d" /><Relationship Type="http://schemas.openxmlformats.org/officeDocument/2006/relationships/notesMaster" Target="/ppt/notesMasters/notesMaster1.xml" Id="Rba5a089bc66a403b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d1a969c252354209" /><Relationship Type="http://schemas.openxmlformats.org/officeDocument/2006/relationships/notesMaster" Target="/ppt/notesMasters/notesMaster1.xml" Id="R7e4ee6db537c44fa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4db277a2465741c8" /><Relationship Type="http://schemas.openxmlformats.org/officeDocument/2006/relationships/notesMaster" Target="/ppt/notesMasters/notesMaster1.xml" Id="R9ecf6d199f7e4f90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402e95c656984a70" /><Relationship Type="http://schemas.openxmlformats.org/officeDocument/2006/relationships/notesMaster" Target="/ppt/notesMasters/notesMaster1.xml" Id="Rdc39122d16da4711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8a706ce6fba04140" /><Relationship Type="http://schemas.openxmlformats.org/officeDocument/2006/relationships/notesMaster" Target="/ppt/notesMasters/notesMaster1.xml" Id="R0fa76c5dec4340cc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249ef855982142b8" /><Relationship Type="http://schemas.openxmlformats.org/officeDocument/2006/relationships/notesMaster" Target="/ppt/notesMasters/notesMaster1.xml" Id="R0f460d6034bb4a25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f6a927c14ab04563" /><Relationship Type="http://schemas.openxmlformats.org/officeDocument/2006/relationships/notesMaster" Target="/ppt/notesMasters/notesMaster1.xml" Id="R4986c7d6fbc643af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62d32ef590584f67" /><Relationship Type="http://schemas.openxmlformats.org/officeDocument/2006/relationships/notesMaster" Target="/ppt/notesMasters/notesMaster1.xml" Id="Rdd377127d80b4267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444a7093a02240d3" /><Relationship Type="http://schemas.openxmlformats.org/officeDocument/2006/relationships/notesMaster" Target="/ppt/notesMasters/notesMaster1.xml" Id="R233b68575cce4207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7102978d43d54a8d" /><Relationship Type="http://schemas.openxmlformats.org/officeDocument/2006/relationships/notesMaster" Target="/ppt/notesMasters/notesMaster1.xml" Id="R642fc4facbf2463f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ca4c6e1650c94c8e" /><Relationship Type="http://schemas.openxmlformats.org/officeDocument/2006/relationships/notesMaster" Target="/ppt/notesMasters/notesMaster1.xml" Id="R08198897a424427c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8061fc471358440e" /><Relationship Type="http://schemas.openxmlformats.org/officeDocument/2006/relationships/notesMaster" Target="/ppt/notesMasters/notesMaster1.xml" Id="R94e0d15d805740ae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b173e58195f74587" /><Relationship Type="http://schemas.openxmlformats.org/officeDocument/2006/relationships/notesMaster" Target="/ppt/notesMasters/notesMaster1.xml" Id="R27511d82ab304438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88dd19ee8c074765" /><Relationship Type="http://schemas.openxmlformats.org/officeDocument/2006/relationships/notesMaster" Target="/ppt/notesMasters/notesMaster1.xml" Id="R7a37605a9cd244f0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67522a0989614808" /><Relationship Type="http://schemas.openxmlformats.org/officeDocument/2006/relationships/notesMaster" Target="/ppt/notesMasters/notesMaster1.xml" Id="Re5abde25914f4420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1f542e81f7474756" /><Relationship Type="http://schemas.openxmlformats.org/officeDocument/2006/relationships/notesMaster" Target="/ppt/notesMasters/notesMaster1.xml" Id="Rbd4fbd9e135c411c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a9bc60cdba2146a1" /><Relationship Type="http://schemas.openxmlformats.org/officeDocument/2006/relationships/notesMaster" Target="/ppt/notesMasters/notesMaster1.xml" Id="R4e5f928bdd0f4bc4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f676d87cd4564c59" /><Relationship Type="http://schemas.openxmlformats.org/officeDocument/2006/relationships/notesMaster" Target="/ppt/notesMasters/notesMaster1.xml" Id="Rccd473560d8d4e4d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1c21a4cb3efe4dc5" /><Relationship Type="http://schemas.openxmlformats.org/officeDocument/2006/relationships/notesMaster" Target="/ppt/notesMasters/notesMaster1.xml" Id="R9e4e132bfe794c82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04c04416689c4365" /><Relationship Type="http://schemas.openxmlformats.org/officeDocument/2006/relationships/notesMaster" Target="/ppt/notesMasters/notesMaster1.xml" Id="R4ef6386f1e914304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d425488f23c548c1" /><Relationship Type="http://schemas.openxmlformats.org/officeDocument/2006/relationships/notesMaster" Target="/ppt/notesMasters/notesMaster1.xml" Id="R35c169b60d844a9b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eaac3a680f06424c" /><Relationship Type="http://schemas.openxmlformats.org/officeDocument/2006/relationships/notesMaster" Target="/ppt/notesMasters/notesMaster1.xml" Id="R777d3c92ab264766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11956c597f2b4196" /><Relationship Type="http://schemas.openxmlformats.org/officeDocument/2006/relationships/notesMaster" Target="/ppt/notesMasters/notesMaster1.xml" Id="R22b680e0708c423a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150f7461e6044277" /><Relationship Type="http://schemas.openxmlformats.org/officeDocument/2006/relationships/notesMaster" Target="/ppt/notesMasters/notesMaster1.xml" Id="Rf027118e1c6e46cb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169e3898161149ee" /><Relationship Type="http://schemas.openxmlformats.org/officeDocument/2006/relationships/notesMaster" Target="/ppt/notesMasters/notesMaster1.xml" Id="R9067240c127b4943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e134fa9b95984a41" /><Relationship Type="http://schemas.openxmlformats.org/officeDocument/2006/relationships/notesMaster" Target="/ppt/notesMasters/notesMaster1.xml" Id="R7b117ae0ae9c43cc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e73e1e3794e7400a" /><Relationship Type="http://schemas.openxmlformats.org/officeDocument/2006/relationships/notesMaster" Target="/ppt/notesMasters/notesMaster1.xml" Id="R51347ffe25bc47f3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d477387d2728426c" /><Relationship Type="http://schemas.openxmlformats.org/officeDocument/2006/relationships/notesMaster" Target="/ppt/notesMasters/notesMaster1.xml" Id="R67f6a70c30c4459a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6dd3ca474b0c44db" /><Relationship Type="http://schemas.openxmlformats.org/officeDocument/2006/relationships/notesMaster" Target="/ppt/notesMasters/notesMaster1.xml" Id="Refd527d878754359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19a79f4071bd44bc" /><Relationship Type="http://schemas.openxmlformats.org/officeDocument/2006/relationships/notesMaster" Target="/ppt/notesMasters/notesMaster1.xml" Id="R8959dc544691479b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168f444ad7814be6" /><Relationship Type="http://schemas.openxmlformats.org/officeDocument/2006/relationships/notesMaster" Target="/ppt/notesMasters/notesMaster1.xml" Id="Rd71cadf004ec46ef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965f9f0a89c142c1" /><Relationship Type="http://schemas.openxmlformats.org/officeDocument/2006/relationships/notesMaster" Target="/ppt/notesMasters/notesMaster1.xml" Id="Rffaaa1e08ef14989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97d633f218574fde" /><Relationship Type="http://schemas.openxmlformats.org/officeDocument/2006/relationships/notesMaster" Target="/ppt/notesMasters/notesMaster1.xml" Id="R7a64d4fc65754341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1d7eab0844524045" /><Relationship Type="http://schemas.openxmlformats.org/officeDocument/2006/relationships/notesMaster" Target="/ppt/notesMasters/notesMaster1.xml" Id="R0a90f4293d414fe7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b5a685a3589844f1" /><Relationship Type="http://schemas.openxmlformats.org/officeDocument/2006/relationships/notesMaster" Target="/ppt/notesMasters/notesMaster1.xml" Id="R16bffde08c5240b0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3f52e42c111241b9" /><Relationship Type="http://schemas.openxmlformats.org/officeDocument/2006/relationships/notesMaster" Target="/ppt/notesMasters/notesMaster1.xml" Id="Ra72ed8c27ab742ba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c9d934dead77465c" /><Relationship Type="http://schemas.openxmlformats.org/officeDocument/2006/relationships/notesMaster" Target="/ppt/notesMasters/notesMaster1.xml" Id="R46f38e3e0af64753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b9a8d541b0af47b7" /><Relationship Type="http://schemas.openxmlformats.org/officeDocument/2006/relationships/notesMaster" Target="/ppt/notesMasters/notesMaster1.xml" Id="R372d6de1e6174639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243c496fd3344e5f" /><Relationship Type="http://schemas.openxmlformats.org/officeDocument/2006/relationships/notesMaster" Target="/ppt/notesMasters/notesMaster1.xml" Id="R2465ad5526644009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8e11eaddfe2946f3" /><Relationship Type="http://schemas.openxmlformats.org/officeDocument/2006/relationships/notesMaster" Target="/ppt/notesMasters/notesMaster1.xml" Id="R1131d559942b4464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52c81737d0bb40e4" /><Relationship Type="http://schemas.openxmlformats.org/officeDocument/2006/relationships/notesMaster" Target="/ppt/notesMasters/notesMaster1.xml" Id="R8f5660e02d3942cf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f4e049f1b77c4576" /><Relationship Type="http://schemas.openxmlformats.org/officeDocument/2006/relationships/notesMaster" Target="/ppt/notesMasters/notesMaster1.xml" Id="R2de6fcc574064931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311b672fb6e94786" /><Relationship Type="http://schemas.openxmlformats.org/officeDocument/2006/relationships/notesMaster" Target="/ppt/notesMasters/notesMaster1.xml" Id="R65bdf48b31d84729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501f5174d4814003" /><Relationship Type="http://schemas.openxmlformats.org/officeDocument/2006/relationships/notesMaster" Target="/ppt/notesMasters/notesMaster1.xml" Id="Rcbda0ce58b05488f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8d0e71e0559a4f3a" /><Relationship Type="http://schemas.openxmlformats.org/officeDocument/2006/relationships/notesMaster" Target="/ppt/notesMasters/notesMaster1.xml" Id="Rcb25ca45133d499d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ab8ee8ae81534a09" /><Relationship Type="http://schemas.openxmlformats.org/officeDocument/2006/relationships/notesMaster" Target="/ppt/notesMasters/notesMaster1.xml" Id="R4a4c4a8eaf6e43da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6f4120dcf9cb40db" /><Relationship Type="http://schemas.openxmlformats.org/officeDocument/2006/relationships/notesMaster" Target="/ppt/notesMasters/notesMaster1.xml" Id="R11868527d42a4a1f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358aca84034f48f1" /><Relationship Type="http://schemas.openxmlformats.org/officeDocument/2006/relationships/notesMaster" Target="/ppt/notesMasters/notesMaster1.xml" Id="R2a571a27898f48de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23c762be17c54fa6" /><Relationship Type="http://schemas.openxmlformats.org/officeDocument/2006/relationships/notesMaster" Target="/ppt/notesMasters/notesMaster1.xml" Id="R89760ff1e7a142f9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ea77228eea014851" /><Relationship Type="http://schemas.openxmlformats.org/officeDocument/2006/relationships/notesMaster" Target="/ppt/notesMasters/notesMaster1.xml" Id="Rfdfeafafa90d4940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8c4b8ee18d2c472d" /><Relationship Type="http://schemas.openxmlformats.org/officeDocument/2006/relationships/notesMaster" Target="/ppt/notesMasters/notesMaster1.xml" Id="Rf73c849275d64c4f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916fb324f3a145d6" /><Relationship Type="http://schemas.openxmlformats.org/officeDocument/2006/relationships/notesMaster" Target="/ppt/notesMasters/notesMaster1.xml" Id="R8c5e27cbe5ea4164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66bb3ee41b594a44" /><Relationship Type="http://schemas.openxmlformats.org/officeDocument/2006/relationships/notesMaster" Target="/ppt/notesMasters/notesMaster1.xml" Id="R9ccad5841d48468c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55a571586153441b" /><Relationship Type="http://schemas.openxmlformats.org/officeDocument/2006/relationships/notesMaster" Target="/ppt/notesMasters/notesMaster1.xml" Id="R7e0474dc9e664a6b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c62ac0d012774f97" /><Relationship Type="http://schemas.openxmlformats.org/officeDocument/2006/relationships/notesMaster" Target="/ppt/notesMasters/notesMaster1.xml" Id="R5380b6ccd9ce4ac6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8d2afc0e5b544d37" /><Relationship Type="http://schemas.openxmlformats.org/officeDocument/2006/relationships/notesMaster" Target="/ppt/notesMasters/notesMaster1.xml" Id="Rc69c4fb516c34258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bf16287966764f29" /><Relationship Type="http://schemas.openxmlformats.org/officeDocument/2006/relationships/notesMaster" Target="/ppt/notesMasters/notesMaster1.xml" Id="Rb793980806244525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ece63f283e274c55" /><Relationship Type="http://schemas.openxmlformats.org/officeDocument/2006/relationships/notesMaster" Target="/ppt/notesMasters/notesMaster1.xml" Id="R681c3e9bd2e54df9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3761808a590d44cb" /><Relationship Type="http://schemas.openxmlformats.org/officeDocument/2006/relationships/notesMaster" Target="/ppt/notesMasters/notesMaster1.xml" Id="R82f4099fd6d4487f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5efdef110a354a11" /><Relationship Type="http://schemas.openxmlformats.org/officeDocument/2006/relationships/notesMaster" Target="/ppt/notesMasters/notesMaster1.xml" Id="Re94136190d064262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5f9dbb37eec24f4d" /><Relationship Type="http://schemas.openxmlformats.org/officeDocument/2006/relationships/notesMaster" Target="/ppt/notesMasters/notesMaster1.xml" Id="R03e3bef34e7a416d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16b44f34c3ad4eb6" /><Relationship Type="http://schemas.openxmlformats.org/officeDocument/2006/relationships/notesMaster" Target="/ppt/notesMasters/notesMaster1.xml" Id="Rb4b4cc6aa01840f2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1247db8fa35147f0" /><Relationship Type="http://schemas.openxmlformats.org/officeDocument/2006/relationships/notesMaster" Target="/ppt/notesMasters/notesMaster1.xml" Id="R59dc8132469e4706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26a3ab4878bb4e41" /><Relationship Type="http://schemas.openxmlformats.org/officeDocument/2006/relationships/notesMaster" Target="/ppt/notesMasters/notesMaster1.xml" Id="R7603e39a7c0f42fd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be817d42924944c0" /><Relationship Type="http://schemas.openxmlformats.org/officeDocument/2006/relationships/notesMaster" Target="/ppt/notesMasters/notesMaster1.xml" Id="R2160f9aa393c451d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ada90e65b1b447f5" /><Relationship Type="http://schemas.openxmlformats.org/officeDocument/2006/relationships/notesMaster" Target="/ppt/notesMasters/notesMaster1.xml" Id="Re855f214fcdc4fa2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0bc3b3413bbc4d7d" /><Relationship Type="http://schemas.openxmlformats.org/officeDocument/2006/relationships/notesMaster" Target="/ppt/notesMasters/notesMaster1.xml" Id="R66260ae9c371463b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e6551afa8fc7461c" /><Relationship Type="http://schemas.openxmlformats.org/officeDocument/2006/relationships/notesMaster" Target="/ppt/notesMasters/notesMaster1.xml" Id="Rb183bafd0a604b71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391572f51e34483d" /><Relationship Type="http://schemas.openxmlformats.org/officeDocument/2006/relationships/notesMaster" Target="/ppt/notesMasters/notesMaster1.xml" Id="R20e31b9b3edc4456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4ce01bfd84a2482a" /><Relationship Type="http://schemas.openxmlformats.org/officeDocument/2006/relationships/notesMaster" Target="/ppt/notesMasters/notesMaster1.xml" Id="R55b21ddc51b9419d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0d4346938e0e4b87" /><Relationship Type="http://schemas.openxmlformats.org/officeDocument/2006/relationships/notesMaster" Target="/ppt/notesMasters/notesMaster1.xml" Id="R16e2aadc4fb246c5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b95064ad711a47b9" /><Relationship Type="http://schemas.openxmlformats.org/officeDocument/2006/relationships/notesMaster" Target="/ppt/notesMasters/notesMaster1.xml" Id="R89d835e56bd74545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1876d48c36b74a6d" /><Relationship Type="http://schemas.openxmlformats.org/officeDocument/2006/relationships/notesMaster" Target="/ppt/notesMasters/notesMaster1.xml" Id="Rfe1b78ce82e449ee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6eb054ef07ad4e63" /><Relationship Type="http://schemas.openxmlformats.org/officeDocument/2006/relationships/notesMaster" Target="/ppt/notesMasters/notesMaster1.xml" Id="Rd27fda4955f344e4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1c7393daaa014458" /><Relationship Type="http://schemas.openxmlformats.org/officeDocument/2006/relationships/notesMaster" Target="/ppt/notesMasters/notesMaster1.xml" Id="R85fbebdf3d63427f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372e9d9f4c8c4ce2" /><Relationship Type="http://schemas.openxmlformats.org/officeDocument/2006/relationships/notesMaster" Target="/ppt/notesMasters/notesMaster1.xml" Id="Rd17a13bce5f844e9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22ce17bcaccb4f06" /><Relationship Type="http://schemas.openxmlformats.org/officeDocument/2006/relationships/notesMaster" Target="/ppt/notesMasters/notesMaster1.xml" Id="R168d5c5e87f247f5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6ef5b1569217436b" /><Relationship Type="http://schemas.openxmlformats.org/officeDocument/2006/relationships/notesMaster" Target="/ppt/notesMasters/notesMaster1.xml" Id="Rfeff878a14104497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3cdee9ed696b447b" /><Relationship Type="http://schemas.openxmlformats.org/officeDocument/2006/relationships/notesMaster" Target="/ppt/notesMasters/notesMaster1.xml" Id="R71f3540eec154765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a2c6f1a1a54149fe" /><Relationship Type="http://schemas.openxmlformats.org/officeDocument/2006/relationships/notesMaster" Target="/ppt/notesMasters/notesMaster1.xml" Id="R59550ecb47124513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e01565c2dc4b4785" /><Relationship Type="http://schemas.openxmlformats.org/officeDocument/2006/relationships/notesMaster" Target="/ppt/notesMasters/notesMaster1.xml" Id="Rdba29b659b124fe0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dc5e08d803f34141" /><Relationship Type="http://schemas.openxmlformats.org/officeDocument/2006/relationships/notesMaster" Target="/ppt/notesMasters/notesMaster1.xml" Id="Re2d3515865604073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232777a6d6f142b1" /><Relationship Type="http://schemas.openxmlformats.org/officeDocument/2006/relationships/notesMaster" Target="/ppt/notesMasters/notesMaster1.xml" Id="R65225283a0a6426b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d479149149554613" /><Relationship Type="http://schemas.openxmlformats.org/officeDocument/2006/relationships/notesMaster" Target="/ppt/notesMasters/notesMaster1.xml" Id="Re851ceded90a421f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bb918a3d8ecd4a00" /><Relationship Type="http://schemas.openxmlformats.org/officeDocument/2006/relationships/notesMaster" Target="/ppt/notesMasters/notesMaster1.xml" Id="R7740d4567970463f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c7c0267d9bf84063" /><Relationship Type="http://schemas.openxmlformats.org/officeDocument/2006/relationships/notesMaster" Target="/ppt/notesMasters/notesMaster1.xml" Id="R3971ad611d9c4044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d2f23e31febd424a" /><Relationship Type="http://schemas.openxmlformats.org/officeDocument/2006/relationships/notesMaster" Target="/ppt/notesMasters/notesMaster1.xml" Id="R3e8cfd5272384a48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c208370769de4808" /><Relationship Type="http://schemas.openxmlformats.org/officeDocument/2006/relationships/notesMaster" Target="/ppt/notesMasters/notesMaster1.xml" Id="R4f5d9ffcea4a4c2c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441cfddd040d4db3" /><Relationship Type="http://schemas.openxmlformats.org/officeDocument/2006/relationships/notesMaster" Target="/ppt/notesMasters/notesMaster1.xml" Id="R08555f64642f49f6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2945baf33ca44da6" /><Relationship Type="http://schemas.openxmlformats.org/officeDocument/2006/relationships/notesMaster" Target="/ppt/notesMasters/notesMaster1.xml" Id="R7831beae555f4190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7410beae20b448c0" /><Relationship Type="http://schemas.openxmlformats.org/officeDocument/2006/relationships/notesMaster" Target="/ppt/notesMasters/notesMaster1.xml" Id="R1b22ca1ed1a840e3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d2e1be68e0ac4377" /><Relationship Type="http://schemas.openxmlformats.org/officeDocument/2006/relationships/notesMaster" Target="/ppt/notesMasters/notesMaster1.xml" Id="R93d9622314b649a7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c48b001162714e23" /><Relationship Type="http://schemas.openxmlformats.org/officeDocument/2006/relationships/notesMaster" Target="/ppt/notesMasters/notesMaster1.xml" Id="R040085fe05b0472a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d45c52a143444ecd" /><Relationship Type="http://schemas.openxmlformats.org/officeDocument/2006/relationships/notesMaster" Target="/ppt/notesMasters/notesMaster1.xml" Id="R5f793a6033ed43de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db98f9fe909d431b" /><Relationship Type="http://schemas.openxmlformats.org/officeDocument/2006/relationships/notesMaster" Target="/ppt/notesMasters/notesMaster1.xml" Id="R3d5aebac1ecd440c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dbd9e8600a534f04" /><Relationship Type="http://schemas.openxmlformats.org/officeDocument/2006/relationships/notesMaster" Target="/ppt/notesMasters/notesMaster1.xml" Id="R749d3a46cb7044d5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51065aad9d30411c" /><Relationship Type="http://schemas.openxmlformats.org/officeDocument/2006/relationships/notesMaster" Target="/ppt/notesMasters/notesMaster1.xml" Id="Rc823bdae3aa54e64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8d008a1d1480497e" /><Relationship Type="http://schemas.openxmlformats.org/officeDocument/2006/relationships/notesMaster" Target="/ppt/notesMasters/notesMaster1.xml" Id="Rc6a05496e1a446f3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2c06136cc1a44944" /><Relationship Type="http://schemas.openxmlformats.org/officeDocument/2006/relationships/notesMaster" Target="/ppt/notesMasters/notesMaster1.xml" Id="R2c0d95a97d9f440e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4ddb34491f034733" /><Relationship Type="http://schemas.openxmlformats.org/officeDocument/2006/relationships/notesMaster" Target="/ppt/notesMasters/notesMaster1.xml" Id="R1e19fdf5a2ac4ac0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bb65a158d3b5445a" /><Relationship Type="http://schemas.openxmlformats.org/officeDocument/2006/relationships/notesMaster" Target="/ppt/notesMasters/notesMaster1.xml" Id="R6f1ce0ea08fd4a46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0d9f5fda227d4a5d" /><Relationship Type="http://schemas.openxmlformats.org/officeDocument/2006/relationships/notesMaster" Target="/ppt/notesMasters/notesMaster1.xml" Id="R35ef35d594984cab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bd095994aa81496d" /><Relationship Type="http://schemas.openxmlformats.org/officeDocument/2006/relationships/notesMaster" Target="/ppt/notesMasters/notesMaster1.xml" Id="R9c24312d25454c6d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89589b06056a4cca" /><Relationship Type="http://schemas.openxmlformats.org/officeDocument/2006/relationships/notesMaster" Target="/ppt/notesMasters/notesMaster1.xml" Id="R50435191f5bc4d71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489c021392274a17" /><Relationship Type="http://schemas.openxmlformats.org/officeDocument/2006/relationships/notesMaster" Target="/ppt/notesMasters/notesMaster1.xml" Id="R5d97ad15f86f4c6a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99ccf8d84ce846b9" /><Relationship Type="http://schemas.openxmlformats.org/officeDocument/2006/relationships/notesMaster" Target="/ppt/notesMasters/notesMaster1.xml" Id="Rc9f9f5b4d3484a64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2bc8a7c4af9a4e2b" /><Relationship Type="http://schemas.openxmlformats.org/officeDocument/2006/relationships/notesMaster" Target="/ppt/notesMasters/notesMaster1.xml" Id="Rdc385c83d30d4d0c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d53326b9dac24235" /><Relationship Type="http://schemas.openxmlformats.org/officeDocument/2006/relationships/notesMaster" Target="/ppt/notesMasters/notesMaster1.xml" Id="R7ab06b1e75b94f17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f3acef5af4744666" /><Relationship Type="http://schemas.openxmlformats.org/officeDocument/2006/relationships/notesMaster" Target="/ppt/notesMasters/notesMaster1.xml" Id="Ra91d8bbe751c4eaa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9a4c031a01284d8a" /><Relationship Type="http://schemas.openxmlformats.org/officeDocument/2006/relationships/notesMaster" Target="/ppt/notesMasters/notesMaster1.xml" Id="Rf711edbc8dd2422e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edec11b922cd4efc" /><Relationship Type="http://schemas.openxmlformats.org/officeDocument/2006/relationships/notesMaster" Target="/ppt/notesMasters/notesMaster1.xml" Id="Re4f9ec045e334688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19666454ff0148f4" /><Relationship Type="http://schemas.openxmlformats.org/officeDocument/2006/relationships/notesMaster" Target="/ppt/notesMasters/notesMaster1.xml" Id="Rc70c19df0398444d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7e025438be044826" /><Relationship Type="http://schemas.openxmlformats.org/officeDocument/2006/relationships/notesMaster" Target="/ppt/notesMasters/notesMaster1.xml" Id="R6d2b5735afb8452c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f51471964b3a48ce" /><Relationship Type="http://schemas.openxmlformats.org/officeDocument/2006/relationships/notesMaster" Target="/ppt/notesMasters/notesMaster1.xml" Id="R8497f12a9a4b4010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9835e68afafb4b0d" /><Relationship Type="http://schemas.openxmlformats.org/officeDocument/2006/relationships/notesMaster" Target="/ppt/notesMasters/notesMaster1.xml" Id="Re4debb11fe5d4bcb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5ead1fe38ee84f6b" /><Relationship Type="http://schemas.openxmlformats.org/officeDocument/2006/relationships/notesMaster" Target="/ppt/notesMasters/notesMaster1.xml" Id="R736da18419144cda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69d1f64f0adc45ac" /><Relationship Type="http://schemas.openxmlformats.org/officeDocument/2006/relationships/notesMaster" Target="/ppt/notesMasters/notesMaster1.xml" Id="R848f6505e13645a0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f64f04f083244fc7" /><Relationship Type="http://schemas.openxmlformats.org/officeDocument/2006/relationships/notesMaster" Target="/ppt/notesMasters/notesMaster1.xml" Id="R90c5271e540145d9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51c8e903bfcc4387" /><Relationship Type="http://schemas.openxmlformats.org/officeDocument/2006/relationships/notesMaster" Target="/ppt/notesMasters/notesMaster1.xml" Id="R2884f2b5c2b54ace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bf3acc3941384ef5" /><Relationship Type="http://schemas.openxmlformats.org/officeDocument/2006/relationships/notesMaster" Target="/ppt/notesMasters/notesMaster1.xml" Id="Rd13792995c154d99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a3954b1032fe4706" /><Relationship Type="http://schemas.openxmlformats.org/officeDocument/2006/relationships/notesMaster" Target="/ppt/notesMasters/notesMaster1.xml" Id="R6c81554a03d84d0d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1071341eba70477a" /><Relationship Type="http://schemas.openxmlformats.org/officeDocument/2006/relationships/notesMaster" Target="/ppt/notesMasters/notesMaster1.xml" Id="Re69fd49b777c4199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0236999767c24921" /><Relationship Type="http://schemas.openxmlformats.org/officeDocument/2006/relationships/notesMaster" Target="/ppt/notesMasters/notesMaster1.xml" Id="R51f2606b700d4330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2b816bbf8b8f4f78" /><Relationship Type="http://schemas.openxmlformats.org/officeDocument/2006/relationships/notesMaster" Target="/ppt/notesMasters/notesMaster1.xml" Id="R4242963f09744f43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3a066fa15c254ba8" /><Relationship Type="http://schemas.openxmlformats.org/officeDocument/2006/relationships/notesMaster" Target="/ppt/notesMasters/notesMaster1.xml" Id="Rc7dc6bf7b4514b2c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42e23652466341a3" /><Relationship Type="http://schemas.openxmlformats.org/officeDocument/2006/relationships/notesMaster" Target="/ppt/notesMasters/notesMaster1.xml" Id="Rdc62f31a8b554fcd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25b7427d1a904497" /><Relationship Type="http://schemas.openxmlformats.org/officeDocument/2006/relationships/notesMaster" Target="/ppt/notesMasters/notesMaster1.xml" Id="R4079f287fe2c4547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67afae73185f4613" /><Relationship Type="http://schemas.openxmlformats.org/officeDocument/2006/relationships/notesMaster" Target="/ppt/notesMasters/notesMaster1.xml" Id="Re9a9b4e1afd94d0e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87eb8585325349af" /><Relationship Type="http://schemas.openxmlformats.org/officeDocument/2006/relationships/notesMaster" Target="/ppt/notesMasters/notesMaster1.xml" Id="R9967c0c9a22e4bc2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d44a4365d1054286" /><Relationship Type="http://schemas.openxmlformats.org/officeDocument/2006/relationships/notesMaster" Target="/ppt/notesMasters/notesMaster1.xml" Id="R7820a151a2ff41d4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ff839817fd844722" /><Relationship Type="http://schemas.openxmlformats.org/officeDocument/2006/relationships/notesMaster" Target="/ppt/notesMasters/notesMaster1.xml" Id="R3922898604c245ea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f31b0e0eb5d749d3" /><Relationship Type="http://schemas.openxmlformats.org/officeDocument/2006/relationships/notesMaster" Target="/ppt/notesMasters/notesMaster1.xml" Id="R1240c0d541ae4847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c477a72838ce4814" /><Relationship Type="http://schemas.openxmlformats.org/officeDocument/2006/relationships/notesMaster" Target="/ppt/notesMasters/notesMaster1.xml" Id="R8ed12fad877a4c1b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ee9f8b4a5b4e4258" /><Relationship Type="http://schemas.openxmlformats.org/officeDocument/2006/relationships/notesMaster" Target="/ppt/notesMasters/notesMaster1.xml" Id="R132fdc90686a4de2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6adc25674a70442e" /><Relationship Type="http://schemas.openxmlformats.org/officeDocument/2006/relationships/notesMaster" Target="/ppt/notesMasters/notesMaster1.xml" Id="R19de5b62088044b3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30f80d49f2314256" /><Relationship Type="http://schemas.openxmlformats.org/officeDocument/2006/relationships/notesMaster" Target="/ppt/notesMasters/notesMaster1.xml" Id="Re7842c076a594613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c05ad9fb87194ea7" /><Relationship Type="http://schemas.openxmlformats.org/officeDocument/2006/relationships/notesMaster" Target="/ppt/notesMasters/notesMaster1.xml" Id="Rd7dfc43e4a29408e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5446fe4acd754ebd" /><Relationship Type="http://schemas.openxmlformats.org/officeDocument/2006/relationships/notesMaster" Target="/ppt/notesMasters/notesMaster1.xml" Id="Ra85816d264904945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2e3a1e2542fb41f3" /><Relationship Type="http://schemas.openxmlformats.org/officeDocument/2006/relationships/notesMaster" Target="/ppt/notesMasters/notesMaster1.xml" Id="R26ef4aa111594d11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a94d084f1c10471e" /><Relationship Type="http://schemas.openxmlformats.org/officeDocument/2006/relationships/notesMaster" Target="/ppt/notesMasters/notesMaster1.xml" Id="Rbeefd1ab97b841fa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5129a5bd19b74ebd" /><Relationship Type="http://schemas.openxmlformats.org/officeDocument/2006/relationships/notesMaster" Target="/ppt/notesMasters/notesMaster1.xml" Id="R623acdf18dca4122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fb97f53cfec24aa3" /><Relationship Type="http://schemas.openxmlformats.org/officeDocument/2006/relationships/notesMaster" Target="/ppt/notesMasters/notesMaster1.xml" Id="Rf4d3b34a9ccf490f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6ed6b68c5b6c4474" /><Relationship Type="http://schemas.openxmlformats.org/officeDocument/2006/relationships/notesMaster" Target="/ppt/notesMasters/notesMaster1.xml" Id="R1b44600fe99d4496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62fda41a5a634a3f" /><Relationship Type="http://schemas.openxmlformats.org/officeDocument/2006/relationships/notesMaster" Target="/ppt/notesMasters/notesMaster1.xml" Id="R2ace2d77243d4ee7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923bd913a0d04341" /><Relationship Type="http://schemas.openxmlformats.org/officeDocument/2006/relationships/notesMaster" Target="/ppt/notesMasters/notesMaster1.xml" Id="Re004010400db4d6e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5833d6f9ea6244d2" /><Relationship Type="http://schemas.openxmlformats.org/officeDocument/2006/relationships/notesMaster" Target="/ppt/notesMasters/notesMaster1.xml" Id="R7b434442717c43da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e45a516cb0bb498c" /><Relationship Type="http://schemas.openxmlformats.org/officeDocument/2006/relationships/notesMaster" Target="/ppt/notesMasters/notesMaster1.xml" Id="Rb28818915b624d6d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f26424b93888461a" /><Relationship Type="http://schemas.openxmlformats.org/officeDocument/2006/relationships/notesMaster" Target="/ppt/notesMasters/notesMaster1.xml" Id="R569f69e9b83a4fd8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2ca233db624a48a2" /><Relationship Type="http://schemas.openxmlformats.org/officeDocument/2006/relationships/notesMaster" Target="/ppt/notesMasters/notesMaster1.xml" Id="R5e62c720e5e345a4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10067c60380d4671" /><Relationship Type="http://schemas.openxmlformats.org/officeDocument/2006/relationships/notesMaster" Target="/ppt/notesMasters/notesMaster1.xml" Id="Rcfabe91406f8412a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0268fd32cec5425b" /><Relationship Type="http://schemas.openxmlformats.org/officeDocument/2006/relationships/notesMaster" Target="/ppt/notesMasters/notesMaster1.xml" Id="R70d9e115f3854613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d49d7e1915b34ec2" /><Relationship Type="http://schemas.openxmlformats.org/officeDocument/2006/relationships/notesMaster" Target="/ppt/notesMasters/notesMaster1.xml" Id="R6b567b76a0f54d3e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c77c9d207552470e" /><Relationship Type="http://schemas.openxmlformats.org/officeDocument/2006/relationships/notesMaster" Target="/ppt/notesMasters/notesMaster1.xml" Id="R454712a2422d4e6b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5bdca3d6d754460a" /><Relationship Type="http://schemas.openxmlformats.org/officeDocument/2006/relationships/notesMaster" Target="/ppt/notesMasters/notesMaster1.xml" Id="R4e892547fb8f431c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8e57e57a2b4e42cd" /><Relationship Type="http://schemas.openxmlformats.org/officeDocument/2006/relationships/notesMaster" Target="/ppt/notesMasters/notesMaster1.xml" Id="R737dd1f6631e4e82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f55a1fb50162498d" /><Relationship Type="http://schemas.openxmlformats.org/officeDocument/2006/relationships/notesMaster" Target="/ppt/notesMasters/notesMaster1.xml" Id="R1c125bac783e404c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53bb178f82544805" /><Relationship Type="http://schemas.openxmlformats.org/officeDocument/2006/relationships/notesMaster" Target="/ppt/notesMasters/notesMaster1.xml" Id="R42653eb54b32462c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70b952c79973406e" /><Relationship Type="http://schemas.openxmlformats.org/officeDocument/2006/relationships/notesMaster" Target="/ppt/notesMasters/notesMaster1.xml" Id="Raac03c1ca44646a0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9f929bbca65e4764" /><Relationship Type="http://schemas.openxmlformats.org/officeDocument/2006/relationships/notesMaster" Target="/ppt/notesMasters/notesMaster1.xml" Id="R4b4155bdddb74a47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c1fe595f9d6749dd" /><Relationship Type="http://schemas.openxmlformats.org/officeDocument/2006/relationships/notesMaster" Target="/ppt/notesMasters/notesMaster1.xml" Id="R1af53a9cfcf04e08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d1738a25b9924b14" /><Relationship Type="http://schemas.openxmlformats.org/officeDocument/2006/relationships/notesMaster" Target="/ppt/notesMasters/notesMaster1.xml" Id="R4c7959d73a5b4039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30316fc3b0ca4c19" /><Relationship Type="http://schemas.openxmlformats.org/officeDocument/2006/relationships/notesMaster" Target="/ppt/notesMasters/notesMaster1.xml" Id="Rc616c4ff22e94c09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eda34183bbf24aa1" /><Relationship Type="http://schemas.openxmlformats.org/officeDocument/2006/relationships/notesMaster" Target="/ppt/notesMasters/notesMaster1.xml" Id="Re2d79c1ec9384e49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c6cc81a7653f4f0e" /><Relationship Type="http://schemas.openxmlformats.org/officeDocument/2006/relationships/notesMaster" Target="/ppt/notesMasters/notesMaster1.xml" Id="Rd1fbe74e895e4905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bd948871cf3641af" /><Relationship Type="http://schemas.openxmlformats.org/officeDocument/2006/relationships/notesMaster" Target="/ppt/notesMasters/notesMaster1.xml" Id="R9c596987fc054b2a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83e50d2360484454" /><Relationship Type="http://schemas.openxmlformats.org/officeDocument/2006/relationships/notesMaster" Target="/ppt/notesMasters/notesMaster1.xml" Id="R539e7ca0c49b4111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5bb2ce4fcebe4dc6" /><Relationship Type="http://schemas.openxmlformats.org/officeDocument/2006/relationships/notesMaster" Target="/ppt/notesMasters/notesMaster1.xml" Id="Rad0d2a53196640e6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bae88df3db3a48d0" /><Relationship Type="http://schemas.openxmlformats.org/officeDocument/2006/relationships/notesMaster" Target="/ppt/notesMasters/notesMaster1.xml" Id="R9c30063cac13460d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3d1a741669df4fc9" /><Relationship Type="http://schemas.openxmlformats.org/officeDocument/2006/relationships/notesMaster" Target="/ppt/notesMasters/notesMaster1.xml" Id="Re4c43cf8c91f4123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26df2d8460c94c48" /><Relationship Type="http://schemas.openxmlformats.org/officeDocument/2006/relationships/notesMaster" Target="/ppt/notesMasters/notesMaster1.xml" Id="R76044a8baa37496e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f635f3b18b444016" /><Relationship Type="http://schemas.openxmlformats.org/officeDocument/2006/relationships/notesMaster" Target="/ppt/notesMasters/notesMaster1.xml" Id="R59c6bdc35d024f15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0802c2cb42fa409c" /><Relationship Type="http://schemas.openxmlformats.org/officeDocument/2006/relationships/notesMaster" Target="/ppt/notesMasters/notesMaster1.xml" Id="R34ef71304e454c6c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5d47e3b331334779" /><Relationship Type="http://schemas.openxmlformats.org/officeDocument/2006/relationships/notesMaster" Target="/ppt/notesMasters/notesMaster1.xml" Id="R0ad9ff1319d14036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e79cfe2625744045" /><Relationship Type="http://schemas.openxmlformats.org/officeDocument/2006/relationships/notesMaster" Target="/ppt/notesMasters/notesMaster1.xml" Id="R104bbe87a8b448bc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182dbae3403742c8" /><Relationship Type="http://schemas.openxmlformats.org/officeDocument/2006/relationships/notesMaster" Target="/ppt/notesMasters/notesMaster1.xml" Id="R887445032de64965" /></Relationships>
</file>

<file path=ppt/notesSlides/_rels/notesSlide292.xml.rels>&#65279;<?xml version="1.0" encoding="utf-8"?><Relationships xmlns="http://schemas.openxmlformats.org/package/2006/relationships"><Relationship Type="http://schemas.openxmlformats.org/officeDocument/2006/relationships/slide" Target="/ppt/slides/slide292.xml" Id="R1344b0d3acfd4c5f" /><Relationship Type="http://schemas.openxmlformats.org/officeDocument/2006/relationships/notesMaster" Target="/ppt/notesMasters/notesMaster1.xml" Id="R2dfc3aac6c044304" /></Relationships>
</file>

<file path=ppt/notesSlides/_rels/notesSlide293.xml.rels>&#65279;<?xml version="1.0" encoding="utf-8"?><Relationships xmlns="http://schemas.openxmlformats.org/package/2006/relationships"><Relationship Type="http://schemas.openxmlformats.org/officeDocument/2006/relationships/slide" Target="/ppt/slides/slide293.xml" Id="Rbb91932cc3eb464f" /><Relationship Type="http://schemas.openxmlformats.org/officeDocument/2006/relationships/notesMaster" Target="/ppt/notesMasters/notesMaster1.xml" Id="R89b07e0e47454045" /></Relationships>
</file>

<file path=ppt/notesSlides/_rels/notesSlide294.xml.rels>&#65279;<?xml version="1.0" encoding="utf-8"?><Relationships xmlns="http://schemas.openxmlformats.org/package/2006/relationships"><Relationship Type="http://schemas.openxmlformats.org/officeDocument/2006/relationships/slide" Target="/ppt/slides/slide294.xml" Id="Ra0797499d49d429d" /><Relationship Type="http://schemas.openxmlformats.org/officeDocument/2006/relationships/notesMaster" Target="/ppt/notesMasters/notesMaster1.xml" Id="Red8524b75a984715" /></Relationships>
</file>

<file path=ppt/notesSlides/_rels/notesSlide295.xml.rels>&#65279;<?xml version="1.0" encoding="utf-8"?><Relationships xmlns="http://schemas.openxmlformats.org/package/2006/relationships"><Relationship Type="http://schemas.openxmlformats.org/officeDocument/2006/relationships/slide" Target="/ppt/slides/slide295.xml" Id="Rf5563305c51f496f" /><Relationship Type="http://schemas.openxmlformats.org/officeDocument/2006/relationships/notesMaster" Target="/ppt/notesMasters/notesMaster1.xml" Id="R695784f7971c4337" /></Relationships>
</file>

<file path=ppt/notesSlides/_rels/notesSlide296.xml.rels>&#65279;<?xml version="1.0" encoding="utf-8"?><Relationships xmlns="http://schemas.openxmlformats.org/package/2006/relationships"><Relationship Type="http://schemas.openxmlformats.org/officeDocument/2006/relationships/slide" Target="/ppt/slides/slide296.xml" Id="Rad42d043b6c74123" /><Relationship Type="http://schemas.openxmlformats.org/officeDocument/2006/relationships/notesMaster" Target="/ppt/notesMasters/notesMaster1.xml" Id="R8fe679a980494d50" /></Relationships>
</file>

<file path=ppt/notesSlides/_rels/notesSlide297.xml.rels>&#65279;<?xml version="1.0" encoding="utf-8"?><Relationships xmlns="http://schemas.openxmlformats.org/package/2006/relationships"><Relationship Type="http://schemas.openxmlformats.org/officeDocument/2006/relationships/slide" Target="/ppt/slides/slide297.xml" Id="Rd859e4c3f7e14133" /><Relationship Type="http://schemas.openxmlformats.org/officeDocument/2006/relationships/notesMaster" Target="/ppt/notesMasters/notesMaster1.xml" Id="R37bf595368ec4efd" /></Relationships>
</file>

<file path=ppt/notesSlides/_rels/notesSlide298.xml.rels>&#65279;<?xml version="1.0" encoding="utf-8"?><Relationships xmlns="http://schemas.openxmlformats.org/package/2006/relationships"><Relationship Type="http://schemas.openxmlformats.org/officeDocument/2006/relationships/slide" Target="/ppt/slides/slide298.xml" Id="R1faa9afb951248c6" /><Relationship Type="http://schemas.openxmlformats.org/officeDocument/2006/relationships/notesMaster" Target="/ppt/notesMasters/notesMaster1.xml" Id="Ref9d85e7c636469b" /></Relationships>
</file>

<file path=ppt/notesSlides/_rels/notesSlide299.xml.rels>&#65279;<?xml version="1.0" encoding="utf-8"?><Relationships xmlns="http://schemas.openxmlformats.org/package/2006/relationships"><Relationship Type="http://schemas.openxmlformats.org/officeDocument/2006/relationships/slide" Target="/ppt/slides/slide299.xml" Id="R8a00f620f2514377" /><Relationship Type="http://schemas.openxmlformats.org/officeDocument/2006/relationships/notesMaster" Target="/ppt/notesMasters/notesMaster1.xml" Id="R0b1449d8064044f9" /></Relationships>
</file>

<file path=ppt/notesSlides/_rels/notesSlide300.xml.rels>&#65279;<?xml version="1.0" encoding="utf-8"?><Relationships xmlns="http://schemas.openxmlformats.org/package/2006/relationships"><Relationship Type="http://schemas.openxmlformats.org/officeDocument/2006/relationships/slide" Target="/ppt/slides/slide300.xml" Id="Rfae06e08621c4b78" /><Relationship Type="http://schemas.openxmlformats.org/officeDocument/2006/relationships/notesMaster" Target="/ppt/notesMasters/notesMaster1.xml" Id="R0efc4e263340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첫날 운영 안내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수업 시작 전에 점심시간 변경 사유를 먼저 설명하고 사과한다. 휴식은 매시간 즉시 끊지 않고 3시간 30분·2시간 20분·마지막 3시간 30분으로 묶는다.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생성형 AI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LLM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Agent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Harness Engineering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현재 역할 · Agent 제품을 운영하는 PM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산업 경력 · 모델보다 문제를 따라 이동했다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교육 LLMOps · 3–5일을 약 10초로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두 대학과 기업 AX를 잇는 수업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40시간 뒤 남아야 할 것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개발자 발표는 화면을 크게, 문장은 짧게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두 이미지는 스타일을 복제하기 위한 것이 아니라, 텍스트보다 무대·demo·한 메시지를 크게 쓰는 글로벌 개발자 세션의 리듬을 관찰하기 위한 참고다.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https://developer.apple.com/videos/play/wwdc2025/101/</a:t>
            </a:r>
          </a:p>
          <a:p xmlns:a="http://schemas.openxmlformats.org/drawingml/2006/main">
            <a:r>
              <a:t>- https://developers.googleblog.com/google-io-2025-developer-keynote-recap/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첫날 점심은 14시입니다 · 미리 양해 부탁드립니다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수업 운영 루프 · SEE–COPY–BREAK–PROVE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한 시간의 장표 리듬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질문을 디버깅 정보로 바꾸기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실습 속도 세 개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완료 증거의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완성보다 작은 checkpoint를 먼저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실습 1 · 내 반복 업무 한 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실습 2 · 재직자/구직자 트랙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05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실습 3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실습 4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Agent 시대의 문제정의</a:t>
            </a:r>
          </a:p>
          <a:p xmlns:a="http://schemas.openxmlformats.org/drawingml/2006/main">
            <a:r>
              <a:t>이 장표의 역할: BLOCK A · 첫 체크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Tool Calling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Schema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Validation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Side Effect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Timeout과 Retry는 실패 종류를 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실제 실행 · 9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call_id로 중복을 판별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실습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실습 2 · 잘못된 호출 3개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실습 3 · workspace guard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실습 4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Calling의 안전 경계</a:t>
            </a:r>
          </a:p>
          <a:p xmlns:a="http://schemas.openxmlformats.org/drawingml/2006/main">
            <a:r>
              <a:t>이 장표의 역할: BLOCK A · 두 번째 체크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Transcript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Segment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Golden Dataset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Evidence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K-Work Copilot의 첫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회의 샘플 합성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간단한 개인정보 mask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실습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실습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실습 3 · 합성 회의 8문장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실습 4 · Golden JSON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PBL 문제와 데이터</a:t>
            </a:r>
          </a:p>
          <a:p xmlns:a="http://schemas.openxmlformats.org/drawingml/2006/main">
            <a:r>
              <a:t>이 장표의 역할: BLOCK A · 12시 마무리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Runtime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Interpreter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Virtual Environment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Repository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무료의 정의를 먼저 합의한다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필수 경로와 강사 가속 경로를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Git은 제출 도구가 아니라 사고 기록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Harness Engineering은 작업 환경을 설계하는 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환경 설치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Git 첫 checkpoint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Harness 작업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Python 공식 다운로드 · interpreter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Git 첫 설정 · identity와 기본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GitHub repository quickstart · 교육용 sandbox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Git의 안전한 첫 commit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.env.example과 .gitignore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실습 1 · 버전 확인 캡처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실습 2 · 가상환경과 interpreter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실습 3 ·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실습 4 · Git 상태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무료 환경과 Harness Engineering</a:t>
            </a:r>
          </a:p>
          <a:p xmlns:a="http://schemas.openxmlformats.org/drawingml/2006/main">
            <a:r>
              <a:t>이 장표의 역할: BLOCK B · 첫 체크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Planner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Executor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Timeout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Idempotency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처음부터 LLM을 넣지 않는 이유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count_action_markers는 LLM 전 fixture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Jupyter 설치 · notebook 실행기의 공식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VS Code Python · editor와 interpreter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Codex CLI · 작은 spec으로 수정 가속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Claude Code · 동일 repo에서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실습 1 · Notebook Run 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실습 2 · 정상 도구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실습 3 · 실패 4종 재현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실습 4 · pytest 9개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Safe Tool Loop 구현</a:t>
            </a:r>
          </a:p>
          <a:p xmlns:a="http://schemas.openxmlformats.org/drawingml/2006/main">
            <a:r>
              <a:t>이 장표의 역할: 점심 전 Gate · 14:00–15:00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시작한다. 강사 외부 일정 때문에 일반적인 12–13시 점심을 드리지 못한 점을 다시 사과하고, 14:55 복귀를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Local LLM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Provider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Adapter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Fallback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필수 목표는 “모델 설치 성공”이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LM Studio는 GUI와 OpenAI-compatible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Jan은 desktop local API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로컬 provider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Ollama 최소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Adapter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Ollama 다운로드 · OS별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LM Studio · Local LLM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Jan · Local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실습 1 · Ollama health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실습 2 · 선택 provider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실습 3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실습 4 · 깨진 JSON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로컬 LLM Adapter</a:t>
            </a:r>
          </a:p>
          <a:p xmlns:a="http://schemas.openxmlformats.org/drawingml/2006/main">
            <a:r>
              <a:t>이 장표의 역할: BLOCK C · 첫 체크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State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Node / Edge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Checkpoint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HITL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Interrupt는 “잠깐 멈춤”이 아니라 업무 상태다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공식 튜토리얼의 workflow를 보며 어디에서 중단하고 사람이 개입하는지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https://www.ibm.com/think/tutorials/human-in-the-loop-ai-agent-langraph-watsonx-ai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LangChain overview · 조합 계층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LangGraph overview · stateful orchestration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LangGraph interrupts · 사람 입력에서 중단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LangGraph persistence · checkpoint와 thread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State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오류 route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Interrupt로 검토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실습 1 · State 필드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실습 2 · Node와 edge 카드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실습 3 · Retry 정책표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실습 4 · Reviewer 역할극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State·Retry·Human Approval</a:t>
            </a:r>
          </a:p>
          <a:p xmlns:a="http://schemas.openxmlformats.org/drawingml/2006/main">
            <a:r>
              <a:t>이 장표의 역할: BLOCK C · 두 번째 체크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STT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Trace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Dataset / Experiment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Release Gate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실습 1 · Managed vs Local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실습 2 · STT quality policy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실습 3 · Trace에서 답할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실습 4 · Evaluation dataset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STT부터 LangSmith까지 연결</a:t>
            </a:r>
          </a:p>
          <a:p xmlns:a="http://schemas.openxmlformats.org/drawingml/2006/main">
            <a:r>
              <a:t>이 장표의 역할: 17:30–18:00 · Q&amp;A와 Exit Ticket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17:30부터 30분을 Q&amp;A·실습 복구·Exit Ticket에 사용한다. Day2–5는 일반 점심 12:00–13:00으로 운영한다고 다시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0c5dc165f45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073442a2947cd" /><Relationship Type="http://schemas.openxmlformats.org/officeDocument/2006/relationships/slideLayout" Target="/ppt/slideLayouts/slideLayout1.xml" Id="R9e7e907c0add44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7e907c0add44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e4f33d9bc462b" /><Relationship Type="http://schemas.openxmlformats.org/officeDocument/2006/relationships/notesSlide" Target="/ppt/notesSlides/notesSlide1.xml" Id="Rc136ffec77d649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09b518a0949c0" /><Relationship Type="http://schemas.openxmlformats.org/officeDocument/2006/relationships/image" Target="/ppt/media/image.png" Id="R94f8eeebefb944f7" /><Relationship Type="http://schemas.openxmlformats.org/officeDocument/2006/relationships/image" Target="/ppt/media/image.svg" Id="Ra5f82dda05cd481d" /><Relationship Type="http://schemas.openxmlformats.org/officeDocument/2006/relationships/notesSlide" Target="/ppt/notesSlides/notesSlide2.xml" Id="Rd3a7f8b1b54e40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eb34c987a40f7" /><Relationship Type="http://schemas.openxmlformats.org/officeDocument/2006/relationships/notesSlide" Target="/ppt/notesSlides/notesSlide3.xml" Id="Rabab0e72e56d4e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6916f5fc94289" /><Relationship Type="http://schemas.openxmlformats.org/officeDocument/2006/relationships/notesSlide" Target="/ppt/notesSlides/notesSlide4.xml" Id="R2f5d4c1b13d945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c7844fdee4863" /><Relationship Type="http://schemas.openxmlformats.org/officeDocument/2006/relationships/notesSlide" Target="/ppt/notesSlides/notesSlide5.xml" Id="Rab8c75ad3db8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2266de5e04247" /><Relationship Type="http://schemas.openxmlformats.org/officeDocument/2006/relationships/notesSlide" Target="/ppt/notesSlides/notesSlide6.xml" Id="Ra03b65c2d15e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4360d35444ea6" /><Relationship Type="http://schemas.openxmlformats.org/officeDocument/2006/relationships/image" Target="/ppt/media/image2.png" Id="R1762651209b64b00" /><Relationship Type="http://schemas.openxmlformats.org/officeDocument/2006/relationships/image" Target="/ppt/media/image2.svg" Id="R82a3661436e247bf" /><Relationship Type="http://schemas.openxmlformats.org/officeDocument/2006/relationships/notesSlide" Target="/ppt/notesSlides/notesSlide7.xml" Id="Rd5ccd3c43fb647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968442fbe4991" /><Relationship Type="http://schemas.openxmlformats.org/officeDocument/2006/relationships/notesSlide" Target="/ppt/notesSlides/notesSlide8.xml" Id="R263b97a236894d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2d49063eb4505" /><Relationship Type="http://schemas.openxmlformats.org/officeDocument/2006/relationships/notesSlide" Target="/ppt/notesSlides/notesSlide9.xml" Id="R47c06ded68ae40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71f1b698f49a4" /><Relationship Type="http://schemas.openxmlformats.org/officeDocument/2006/relationships/notesSlide" Target="/ppt/notesSlides/notesSlide10.xml" Id="Rbb900f4549554c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f328df958446e" /><Relationship Type="http://schemas.openxmlformats.org/officeDocument/2006/relationships/notesSlide" Target="/ppt/notesSlides/notesSlide11.xml" Id="Re43406aba6c54b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637ef0d184dc0" /><Relationship Type="http://schemas.openxmlformats.org/officeDocument/2006/relationships/image" Target="/ppt/media/image.jpeg" Id="R232661b0b7c046c1" /><Relationship Type="http://schemas.openxmlformats.org/officeDocument/2006/relationships/image" Target="/ppt/media/image3.png" Id="R0935d5fa14214d60" /><Relationship Type="http://schemas.openxmlformats.org/officeDocument/2006/relationships/notesSlide" Target="/ppt/notesSlides/notesSlide12.xml" Id="Rfa3cd418d9e840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a93b1a6c742c0" /><Relationship Type="http://schemas.openxmlformats.org/officeDocument/2006/relationships/notesSlide" Target="/ppt/notesSlides/notesSlide13.xml" Id="Rb212cee6762541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c7c49b1a84791" /><Relationship Type="http://schemas.openxmlformats.org/officeDocument/2006/relationships/notesSlide" Target="/ppt/notesSlides/notesSlide14.xml" Id="R623f7cb922684b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9aa019f4b4cf4" /><Relationship Type="http://schemas.openxmlformats.org/officeDocument/2006/relationships/notesSlide" Target="/ppt/notesSlides/notesSlide15.xml" Id="R1d8bcccf66d14d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531cef4484ab8" /><Relationship Type="http://schemas.openxmlformats.org/officeDocument/2006/relationships/notesSlide" Target="/ppt/notesSlides/notesSlide16.xml" Id="R407f82dabdb748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42785e0e54a61" /><Relationship Type="http://schemas.openxmlformats.org/officeDocument/2006/relationships/notesSlide" Target="/ppt/notesSlides/notesSlide17.xml" Id="R8436c17d14704a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dde277b734ce6" /><Relationship Type="http://schemas.openxmlformats.org/officeDocument/2006/relationships/notesSlide" Target="/ppt/notesSlides/notesSlide18.xml" Id="R36ed628cc15e4e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3b92963ae41c7" /><Relationship Type="http://schemas.openxmlformats.org/officeDocument/2006/relationships/notesSlide" Target="/ppt/notesSlides/notesSlide19.xml" Id="Rc49072beacb849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96e6034354573" /><Relationship Type="http://schemas.openxmlformats.org/officeDocument/2006/relationships/notesSlide" Target="/ppt/notesSlides/notesSlide20.xml" Id="Rd996e8fe85054b6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ae02558004090" /><Relationship Type="http://schemas.openxmlformats.org/officeDocument/2006/relationships/image" Target="/ppt/media/image2.jpeg" Id="R485ccfdb58c649b8" /><Relationship Type="http://schemas.openxmlformats.org/officeDocument/2006/relationships/notesSlide" Target="/ppt/notesSlides/notesSlide21.xml" Id="R0062ba1e58f246a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9319fe488473f" /><Relationship Type="http://schemas.openxmlformats.org/officeDocument/2006/relationships/image" Target="/ppt/media/image3.jpeg" Id="Rb10800a8463e4871" /><Relationship Type="http://schemas.openxmlformats.org/officeDocument/2006/relationships/notesSlide" Target="/ppt/notesSlides/notesSlide22.xml" Id="R92c95b1618f0426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18bd41ebd49b4" /><Relationship Type="http://schemas.openxmlformats.org/officeDocument/2006/relationships/image" Target="/ppt/media/image4.jpeg" Id="R19a7504d02b54bdc" /><Relationship Type="http://schemas.openxmlformats.org/officeDocument/2006/relationships/notesSlide" Target="/ppt/notesSlides/notesSlide23.xml" Id="Rd24a43bf825141c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2aab3128e4133" /><Relationship Type="http://schemas.openxmlformats.org/officeDocument/2006/relationships/image" Target="/ppt/media/image5.jpeg" Id="Rb9bc5022df2f4f87" /><Relationship Type="http://schemas.openxmlformats.org/officeDocument/2006/relationships/notesSlide" Target="/ppt/notesSlides/notesSlide24.xml" Id="Re78931610803491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7b3ffab604a07" /><Relationship Type="http://schemas.openxmlformats.org/officeDocument/2006/relationships/notesSlide" Target="/ppt/notesSlides/notesSlide25.xml" Id="Rfa63b540a0b242a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6bafa3c8340a8" /><Relationship Type="http://schemas.openxmlformats.org/officeDocument/2006/relationships/notesSlide" Target="/ppt/notesSlides/notesSlide26.xml" Id="R403b7aa88dda4bf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b1b0cc0a04973" /><Relationship Type="http://schemas.openxmlformats.org/officeDocument/2006/relationships/notesSlide" Target="/ppt/notesSlides/notesSlide27.xml" Id="R2f240f0b2bd246f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33b6c69d64f4d" /><Relationship Type="http://schemas.openxmlformats.org/officeDocument/2006/relationships/notesSlide" Target="/ppt/notesSlides/notesSlide28.xml" Id="Raafcbc0608b642c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92ea94257479e" /><Relationship Type="http://schemas.openxmlformats.org/officeDocument/2006/relationships/notesSlide" Target="/ppt/notesSlides/notesSlide29.xml" Id="R4f912a55fb4440f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8fe9af1d14403" /><Relationship Type="http://schemas.openxmlformats.org/officeDocument/2006/relationships/notesSlide" Target="/ppt/notesSlides/notesSlide30.xml" Id="R5e842efd536a471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d1f4652be45ab" /><Relationship Type="http://schemas.openxmlformats.org/officeDocument/2006/relationships/notesSlide" Target="/ppt/notesSlides/notesSlide31.xml" Id="Rb2762287279f45d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a4ff2fbef4e76" /><Relationship Type="http://schemas.openxmlformats.org/officeDocument/2006/relationships/notesSlide" Target="/ppt/notesSlides/notesSlide32.xml" Id="Ra88d2814006d482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6f2566d8749fb" /><Relationship Type="http://schemas.openxmlformats.org/officeDocument/2006/relationships/notesSlide" Target="/ppt/notesSlides/notesSlide33.xml" Id="R3fdebabe5dd2415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7e1dbde47494f" /><Relationship Type="http://schemas.openxmlformats.org/officeDocument/2006/relationships/notesSlide" Target="/ppt/notesSlides/notesSlide34.xml" Id="R4c12a9f98159491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12b0eb646492e" /><Relationship Type="http://schemas.openxmlformats.org/officeDocument/2006/relationships/notesSlide" Target="/ppt/notesSlides/notesSlide35.xml" Id="Ra8fc80a1868a4f5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e97485dad402a" /><Relationship Type="http://schemas.openxmlformats.org/officeDocument/2006/relationships/notesSlide" Target="/ppt/notesSlides/notesSlide36.xml" Id="R660c6e7aebba43f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d6a261d9a4a3b" /><Relationship Type="http://schemas.openxmlformats.org/officeDocument/2006/relationships/notesSlide" Target="/ppt/notesSlides/notesSlide37.xml" Id="R6f9a64db68444e6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ae20301c048fb" /><Relationship Type="http://schemas.openxmlformats.org/officeDocument/2006/relationships/notesSlide" Target="/ppt/notesSlides/notesSlide38.xml" Id="Rcf7bb500b099415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629698ba9466c" /><Relationship Type="http://schemas.openxmlformats.org/officeDocument/2006/relationships/notesSlide" Target="/ppt/notesSlides/notesSlide39.xml" Id="Raf40d8f1611f42c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7d94d23b74954" /><Relationship Type="http://schemas.openxmlformats.org/officeDocument/2006/relationships/notesSlide" Target="/ppt/notesSlides/notesSlide40.xml" Id="R2276ab7aaac14e6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f9670ade84713" /><Relationship Type="http://schemas.openxmlformats.org/officeDocument/2006/relationships/notesSlide" Target="/ppt/notesSlides/notesSlide41.xml" Id="R57cf9c757be84bd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0bbfaea5245f0" /><Relationship Type="http://schemas.openxmlformats.org/officeDocument/2006/relationships/notesSlide" Target="/ppt/notesSlides/notesSlide42.xml" Id="R87b184609931405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91fbda0bd411c" /><Relationship Type="http://schemas.openxmlformats.org/officeDocument/2006/relationships/notesSlide" Target="/ppt/notesSlides/notesSlide43.xml" Id="R9134c6960d264d0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22fa7f2d04ffe" /><Relationship Type="http://schemas.openxmlformats.org/officeDocument/2006/relationships/notesSlide" Target="/ppt/notesSlides/notesSlide44.xml" Id="R62e9958136cd4c5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b13ca78834c61" /><Relationship Type="http://schemas.openxmlformats.org/officeDocument/2006/relationships/image" Target="/ppt/media/image4.png" Id="Rf5cc20d4eb0b4bf0" /><Relationship Type="http://schemas.openxmlformats.org/officeDocument/2006/relationships/image" Target="/ppt/media/image3.svg" Id="Rea8be398c3254d36" /><Relationship Type="http://schemas.openxmlformats.org/officeDocument/2006/relationships/notesSlide" Target="/ppt/notesSlides/notesSlide45.xml" Id="R08084992d45c487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1920871064aa6" /><Relationship Type="http://schemas.openxmlformats.org/officeDocument/2006/relationships/notesSlide" Target="/ppt/notesSlides/notesSlide46.xml" Id="R362506ec7bbe4ac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ba57673a64147" /><Relationship Type="http://schemas.openxmlformats.org/officeDocument/2006/relationships/notesSlide" Target="/ppt/notesSlides/notesSlide47.xml" Id="R296564e5a2b9439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1c9f11f4848af" /><Relationship Type="http://schemas.openxmlformats.org/officeDocument/2006/relationships/notesSlide" Target="/ppt/notesSlides/notesSlide48.xml" Id="R8093108d40d5411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9eb5c81d44729" /><Relationship Type="http://schemas.openxmlformats.org/officeDocument/2006/relationships/notesSlide" Target="/ppt/notesSlides/notesSlide49.xml" Id="R8f1445f87092483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92a7a23524378" /><Relationship Type="http://schemas.openxmlformats.org/officeDocument/2006/relationships/notesSlide" Target="/ppt/notesSlides/notesSlide50.xml" Id="Rf760f12523b048e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50e5b01a74994" /><Relationship Type="http://schemas.openxmlformats.org/officeDocument/2006/relationships/notesSlide" Target="/ppt/notesSlides/notesSlide51.xml" Id="Re04c103197cd43f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531a6d2c842d8" /><Relationship Type="http://schemas.openxmlformats.org/officeDocument/2006/relationships/notesSlide" Target="/ppt/notesSlides/notesSlide52.xml" Id="R4e574d6e98d8431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8b74501b54678" /><Relationship Type="http://schemas.openxmlformats.org/officeDocument/2006/relationships/notesSlide" Target="/ppt/notesSlides/notesSlide53.xml" Id="R7f2a25154ee341b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489e4053340ab" /><Relationship Type="http://schemas.openxmlformats.org/officeDocument/2006/relationships/notesSlide" Target="/ppt/notesSlides/notesSlide54.xml" Id="Re7af4e48f94b4c5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4e9884e9b4717" /><Relationship Type="http://schemas.openxmlformats.org/officeDocument/2006/relationships/notesSlide" Target="/ppt/notesSlides/notesSlide55.xml" Id="R2c125edeb78842e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8fc6542e54c52" /><Relationship Type="http://schemas.openxmlformats.org/officeDocument/2006/relationships/notesSlide" Target="/ppt/notesSlides/notesSlide56.xml" Id="Rdca8d80233024cb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1e38125fc4355" /><Relationship Type="http://schemas.openxmlformats.org/officeDocument/2006/relationships/notesSlide" Target="/ppt/notesSlides/notesSlide57.xml" Id="Rb0105319867d4c4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2c8e770624410" /><Relationship Type="http://schemas.openxmlformats.org/officeDocument/2006/relationships/notesSlide" Target="/ppt/notesSlides/notesSlide58.xml" Id="Rcc1af65953af492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4946500b34701" /><Relationship Type="http://schemas.openxmlformats.org/officeDocument/2006/relationships/image" Target="/ppt/media/image6.jpeg" Id="R7d02377c67f84dca" /><Relationship Type="http://schemas.openxmlformats.org/officeDocument/2006/relationships/notesSlide" Target="/ppt/notesSlides/notesSlide59.xml" Id="Rd7db53637d804f9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330f7308c491a" /><Relationship Type="http://schemas.openxmlformats.org/officeDocument/2006/relationships/image" Target="/ppt/media/image7.jpeg" Id="R6e2edb816e6844a2" /><Relationship Type="http://schemas.openxmlformats.org/officeDocument/2006/relationships/notesSlide" Target="/ppt/notesSlides/notesSlide60.xml" Id="Rcc5a15b15cd24edd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9b2cf2b284e4d" /><Relationship Type="http://schemas.openxmlformats.org/officeDocument/2006/relationships/image" Target="/ppt/media/image8.jpeg" Id="Rf3ec8356e30b4eb5" /><Relationship Type="http://schemas.openxmlformats.org/officeDocument/2006/relationships/notesSlide" Target="/ppt/notesSlides/notesSlide61.xml" Id="R4b2b4b33054f419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2a6289a7b47a6" /><Relationship Type="http://schemas.openxmlformats.org/officeDocument/2006/relationships/image" Target="/ppt/media/image9.jpeg" Id="R557d5378d1714f04" /><Relationship Type="http://schemas.openxmlformats.org/officeDocument/2006/relationships/notesSlide" Target="/ppt/notesSlides/notesSlide62.xml" Id="R4e417f672c30485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016cc24a54f1d" /><Relationship Type="http://schemas.openxmlformats.org/officeDocument/2006/relationships/notesSlide" Target="/ppt/notesSlides/notesSlide63.xml" Id="R2f042c7c00a94aea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e1fe91f714f72" /><Relationship Type="http://schemas.openxmlformats.org/officeDocument/2006/relationships/notesSlide" Target="/ppt/notesSlides/notesSlide64.xml" Id="R213d8ae28e4e4b6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9e6aae5f54fc8" /><Relationship Type="http://schemas.openxmlformats.org/officeDocument/2006/relationships/notesSlide" Target="/ppt/notesSlides/notesSlide65.xml" Id="Ra379b7cdec9b4d1a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ce987c5424829" /><Relationship Type="http://schemas.openxmlformats.org/officeDocument/2006/relationships/notesSlide" Target="/ppt/notesSlides/notesSlide66.xml" Id="Re7c060c34aa04f8a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c6148970a473a" /><Relationship Type="http://schemas.openxmlformats.org/officeDocument/2006/relationships/notesSlide" Target="/ppt/notesSlides/notesSlide67.xml" Id="R2d03a58970b64d0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133da010f44cd" /><Relationship Type="http://schemas.openxmlformats.org/officeDocument/2006/relationships/notesSlide" Target="/ppt/notesSlides/notesSlide68.xml" Id="R6b188cc5c7b442d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735a12cd248d9" /><Relationship Type="http://schemas.openxmlformats.org/officeDocument/2006/relationships/notesSlide" Target="/ppt/notesSlides/notesSlide69.xml" Id="R2e4114f31e624be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60d99e42044e6" /><Relationship Type="http://schemas.openxmlformats.org/officeDocument/2006/relationships/notesSlide" Target="/ppt/notesSlides/notesSlide70.xml" Id="R15086a9ee8754a71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6aa4299b74191" /><Relationship Type="http://schemas.openxmlformats.org/officeDocument/2006/relationships/notesSlide" Target="/ppt/notesSlides/notesSlide71.xml" Id="Rd6eefff762de4fc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05c63b4ab4c35" /><Relationship Type="http://schemas.openxmlformats.org/officeDocument/2006/relationships/notesSlide" Target="/ppt/notesSlides/notesSlide72.xml" Id="R6e6ae28410f0438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988d3c9b8460b" /><Relationship Type="http://schemas.openxmlformats.org/officeDocument/2006/relationships/notesSlide" Target="/ppt/notesSlides/notesSlide73.xml" Id="R9f770fa1c9df4c3e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1d222aefb46d9" /><Relationship Type="http://schemas.openxmlformats.org/officeDocument/2006/relationships/notesSlide" Target="/ppt/notesSlides/notesSlide74.xml" Id="R5014b4393f17426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831ad394840ca" /><Relationship Type="http://schemas.openxmlformats.org/officeDocument/2006/relationships/notesSlide" Target="/ppt/notesSlides/notesSlide75.xml" Id="R5b7dde5abcbc486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a5ae6bbe548cb" /><Relationship Type="http://schemas.openxmlformats.org/officeDocument/2006/relationships/notesSlide" Target="/ppt/notesSlides/notesSlide76.xml" Id="R1f95936ef07144c6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a035442874341" /><Relationship Type="http://schemas.openxmlformats.org/officeDocument/2006/relationships/notesSlide" Target="/ppt/notesSlides/notesSlide77.xml" Id="Re3ae63a8a4a64695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2e1d27ff740e0" /><Relationship Type="http://schemas.openxmlformats.org/officeDocument/2006/relationships/notesSlide" Target="/ppt/notesSlides/notesSlide78.xml" Id="R75df6a44dc0543b6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267dd0f3d4da9" /><Relationship Type="http://schemas.openxmlformats.org/officeDocument/2006/relationships/notesSlide" Target="/ppt/notesSlides/notesSlide79.xml" Id="Ra5e730c84dbf4c30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c653a29834baf" /><Relationship Type="http://schemas.openxmlformats.org/officeDocument/2006/relationships/notesSlide" Target="/ppt/notesSlides/notesSlide80.xml" Id="R5f082ae58ad04be2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96381f13b43f1" /><Relationship Type="http://schemas.openxmlformats.org/officeDocument/2006/relationships/notesSlide" Target="/ppt/notesSlides/notesSlide81.xml" Id="Rb2cec9438c364e91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4707ba29e4919" /><Relationship Type="http://schemas.openxmlformats.org/officeDocument/2006/relationships/notesSlide" Target="/ppt/notesSlides/notesSlide82.xml" Id="R8bd1fb7acc674221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d8da3649148d3" /><Relationship Type="http://schemas.openxmlformats.org/officeDocument/2006/relationships/image" Target="/ppt/media/image5.png" Id="R8a0ac7461ad642ee" /><Relationship Type="http://schemas.openxmlformats.org/officeDocument/2006/relationships/image" Target="/ppt/media/image4.svg" Id="Ra8520ab55e1b4206" /><Relationship Type="http://schemas.openxmlformats.org/officeDocument/2006/relationships/notesSlide" Target="/ppt/notesSlides/notesSlide83.xml" Id="Rc87589d3ff134865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64f99d1fb4063" /><Relationship Type="http://schemas.openxmlformats.org/officeDocument/2006/relationships/notesSlide" Target="/ppt/notesSlides/notesSlide84.xml" Id="Rf468cacb50d944e7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e448486bc4b24" /><Relationship Type="http://schemas.openxmlformats.org/officeDocument/2006/relationships/notesSlide" Target="/ppt/notesSlides/notesSlide85.xml" Id="Ra3ddfe54902f4f9c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633e03dcb4462" /><Relationship Type="http://schemas.openxmlformats.org/officeDocument/2006/relationships/notesSlide" Target="/ppt/notesSlides/notesSlide86.xml" Id="R3ebf6d27e3994bc1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6e0d59f2247db" /><Relationship Type="http://schemas.openxmlformats.org/officeDocument/2006/relationships/notesSlide" Target="/ppt/notesSlides/notesSlide87.xml" Id="Re5b161eb55aa4854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39f36c61640b4" /><Relationship Type="http://schemas.openxmlformats.org/officeDocument/2006/relationships/notesSlide" Target="/ppt/notesSlides/notesSlide88.xml" Id="R53c652988e3a412e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615459db34f08" /><Relationship Type="http://schemas.openxmlformats.org/officeDocument/2006/relationships/notesSlide" Target="/ppt/notesSlides/notesSlide89.xml" Id="R3353239d8f034dfc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2878b5fe64c18" /><Relationship Type="http://schemas.openxmlformats.org/officeDocument/2006/relationships/notesSlide" Target="/ppt/notesSlides/notesSlide90.xml" Id="R0177ed47e45d40c1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7a0540d594b26" /><Relationship Type="http://schemas.openxmlformats.org/officeDocument/2006/relationships/notesSlide" Target="/ppt/notesSlides/notesSlide91.xml" Id="R9e0587a4b8b14a72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be85a4db44b96" /><Relationship Type="http://schemas.openxmlformats.org/officeDocument/2006/relationships/notesSlide" Target="/ppt/notesSlides/notesSlide92.xml" Id="R0763b5f11aa74505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2097206554e2f" /><Relationship Type="http://schemas.openxmlformats.org/officeDocument/2006/relationships/notesSlide" Target="/ppt/notesSlides/notesSlide93.xml" Id="Rcac063d4e0304feb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3dce6a46840b3" /><Relationship Type="http://schemas.openxmlformats.org/officeDocument/2006/relationships/notesSlide" Target="/ppt/notesSlides/notesSlide94.xml" Id="R9aa574a086d548e1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24c0da96a4d9d" /><Relationship Type="http://schemas.openxmlformats.org/officeDocument/2006/relationships/notesSlide" Target="/ppt/notesSlides/notesSlide95.xml" Id="R582f672790cd40d4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744a9c119462f" /><Relationship Type="http://schemas.openxmlformats.org/officeDocument/2006/relationships/notesSlide" Target="/ppt/notesSlides/notesSlide96.xml" Id="Re6653150de7843e4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d5bf1057b4bfe" /><Relationship Type="http://schemas.openxmlformats.org/officeDocument/2006/relationships/image" Target="/ppt/media/image10.jpeg" Id="Rd5de4e16de224a24" /><Relationship Type="http://schemas.openxmlformats.org/officeDocument/2006/relationships/notesSlide" Target="/ppt/notesSlides/notesSlide97.xml" Id="R010111398058419a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8b44870af42c0" /><Relationship Type="http://schemas.openxmlformats.org/officeDocument/2006/relationships/image" Target="/ppt/media/image11.jpeg" Id="Reb9a70ea90e04106" /><Relationship Type="http://schemas.openxmlformats.org/officeDocument/2006/relationships/notesSlide" Target="/ppt/notesSlides/notesSlide98.xml" Id="R11f9c6285cee4c75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3eec3b3e84a6f" /><Relationship Type="http://schemas.openxmlformats.org/officeDocument/2006/relationships/image" Target="/ppt/media/image12.jpeg" Id="R22c923d5847a45bc" /><Relationship Type="http://schemas.openxmlformats.org/officeDocument/2006/relationships/notesSlide" Target="/ppt/notesSlides/notesSlide99.xml" Id="R973a141c832044d3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812015d3d433b" /><Relationship Type="http://schemas.openxmlformats.org/officeDocument/2006/relationships/image" Target="/ppt/media/image13.jpeg" Id="Ra99251525c7c48e1" /><Relationship Type="http://schemas.openxmlformats.org/officeDocument/2006/relationships/notesSlide" Target="/ppt/notesSlides/notesSlide100.xml" Id="R7206bbac5fee4b8a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b30aa84804845" /><Relationship Type="http://schemas.openxmlformats.org/officeDocument/2006/relationships/notesSlide" Target="/ppt/notesSlides/notesSlide101.xml" Id="R258514a47b0d4d0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23ad6a04243dd" /><Relationship Type="http://schemas.openxmlformats.org/officeDocument/2006/relationships/notesSlide" Target="/ppt/notesSlides/notesSlide102.xml" Id="R8dfcdc423573412a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557c822094b9e" /><Relationship Type="http://schemas.openxmlformats.org/officeDocument/2006/relationships/notesSlide" Target="/ppt/notesSlides/notesSlide103.xml" Id="R1acf2c0dd8de4071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731ed61c44745" /><Relationship Type="http://schemas.openxmlformats.org/officeDocument/2006/relationships/notesSlide" Target="/ppt/notesSlides/notesSlide104.xml" Id="Ra1d8b206f5484505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b74f6ca084543" /><Relationship Type="http://schemas.openxmlformats.org/officeDocument/2006/relationships/notesSlide" Target="/ppt/notesSlides/notesSlide105.xml" Id="R57201fe9d33348ac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487fb3d604076" /><Relationship Type="http://schemas.openxmlformats.org/officeDocument/2006/relationships/notesSlide" Target="/ppt/notesSlides/notesSlide106.xml" Id="Re58e341544844e38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4cef21457489e" /><Relationship Type="http://schemas.openxmlformats.org/officeDocument/2006/relationships/notesSlide" Target="/ppt/notesSlides/notesSlide107.xml" Id="R0040d8451dee4914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1f27187324fbc" /><Relationship Type="http://schemas.openxmlformats.org/officeDocument/2006/relationships/notesSlide" Target="/ppt/notesSlides/notesSlide108.xml" Id="R08503ddec1e443f9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f4c8e77d949d5" /><Relationship Type="http://schemas.openxmlformats.org/officeDocument/2006/relationships/notesSlide" Target="/ppt/notesSlides/notesSlide109.xml" Id="Rb96bdf42ee79439c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f50c510ac4c7c" /><Relationship Type="http://schemas.openxmlformats.org/officeDocument/2006/relationships/notesSlide" Target="/ppt/notesSlides/notesSlide110.xml" Id="Rb2364b41b49b4d54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40bb045b4447c" /><Relationship Type="http://schemas.openxmlformats.org/officeDocument/2006/relationships/notesSlide" Target="/ppt/notesSlides/notesSlide111.xml" Id="R3435b2222db24388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4ff60a36a44c5" /><Relationship Type="http://schemas.openxmlformats.org/officeDocument/2006/relationships/notesSlide" Target="/ppt/notesSlides/notesSlide112.xml" Id="R066c1380afa44887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d802a1f434349" /><Relationship Type="http://schemas.openxmlformats.org/officeDocument/2006/relationships/notesSlide" Target="/ppt/notesSlides/notesSlide113.xml" Id="Rdb4b9727b5fe49db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4b3277b394dec" /><Relationship Type="http://schemas.openxmlformats.org/officeDocument/2006/relationships/notesSlide" Target="/ppt/notesSlides/notesSlide114.xml" Id="R6e714337d94641d0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3393c4b044df3" /><Relationship Type="http://schemas.openxmlformats.org/officeDocument/2006/relationships/notesSlide" Target="/ppt/notesSlides/notesSlide115.xml" Id="Re5efb416bb7c4da3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73726dec2418b" /><Relationship Type="http://schemas.openxmlformats.org/officeDocument/2006/relationships/notesSlide" Target="/ppt/notesSlides/notesSlide116.xml" Id="R1ac18d5a8ea54d9c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9d36b5ff54a5c" /><Relationship Type="http://schemas.openxmlformats.org/officeDocument/2006/relationships/notesSlide" Target="/ppt/notesSlides/notesSlide117.xml" Id="R6bc6f6e3d1f14ad0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3024e2ab34234" /><Relationship Type="http://schemas.openxmlformats.org/officeDocument/2006/relationships/notesSlide" Target="/ppt/notesSlides/notesSlide118.xml" Id="R128889202c0b414d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45d84ebd94809" /><Relationship Type="http://schemas.openxmlformats.org/officeDocument/2006/relationships/notesSlide" Target="/ppt/notesSlides/notesSlide119.xml" Id="Rca0c7ad9a9004945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8eea332454b6d" /><Relationship Type="http://schemas.openxmlformats.org/officeDocument/2006/relationships/notesSlide" Target="/ppt/notesSlides/notesSlide120.xml" Id="R49160c9dce2241d1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29d30f97b4d77" /><Relationship Type="http://schemas.openxmlformats.org/officeDocument/2006/relationships/image" Target="/ppt/media/image6.png" Id="R936bf3b7ea8c48a2" /><Relationship Type="http://schemas.openxmlformats.org/officeDocument/2006/relationships/image" Target="/ppt/media/image5.svg" Id="Rd8bcb87496744538" /><Relationship Type="http://schemas.openxmlformats.org/officeDocument/2006/relationships/notesSlide" Target="/ppt/notesSlides/notesSlide121.xml" Id="R7485d1d43a604918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bde2ff0284e24" /><Relationship Type="http://schemas.openxmlformats.org/officeDocument/2006/relationships/notesSlide" Target="/ppt/notesSlides/notesSlide122.xml" Id="R611e45d8a712464a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50aa5571a4f97" /><Relationship Type="http://schemas.openxmlformats.org/officeDocument/2006/relationships/notesSlide" Target="/ppt/notesSlides/notesSlide123.xml" Id="R1431ad9f27474e52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2354b0aab4862" /><Relationship Type="http://schemas.openxmlformats.org/officeDocument/2006/relationships/notesSlide" Target="/ppt/notesSlides/notesSlide124.xml" Id="Rb8730e0aaa1a4445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7152be96c41d9" /><Relationship Type="http://schemas.openxmlformats.org/officeDocument/2006/relationships/notesSlide" Target="/ppt/notesSlides/notesSlide125.xml" Id="R4e776d2c141b4b17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ff164c05f4417" /><Relationship Type="http://schemas.openxmlformats.org/officeDocument/2006/relationships/notesSlide" Target="/ppt/notesSlides/notesSlide126.xml" Id="Re084dc75ca814975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0e74592f74cb9" /><Relationship Type="http://schemas.openxmlformats.org/officeDocument/2006/relationships/notesSlide" Target="/ppt/notesSlides/notesSlide127.xml" Id="R2d8fdcd1abd44c1f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39594433e4274" /><Relationship Type="http://schemas.openxmlformats.org/officeDocument/2006/relationships/notesSlide" Target="/ppt/notesSlides/notesSlide128.xml" Id="Rf27acee7767c4fb0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9b12df2f84480" /><Relationship Type="http://schemas.openxmlformats.org/officeDocument/2006/relationships/notesSlide" Target="/ppt/notesSlides/notesSlide129.xml" Id="R2631178ec8d34642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72c8326d84f55" /><Relationship Type="http://schemas.openxmlformats.org/officeDocument/2006/relationships/notesSlide" Target="/ppt/notesSlides/notesSlide130.xml" Id="Rab4cb0cfc68a458b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432b0f41c4c19" /><Relationship Type="http://schemas.openxmlformats.org/officeDocument/2006/relationships/notesSlide" Target="/ppt/notesSlides/notesSlide131.xml" Id="R85c25d67839749f3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faeae23474b0f" /><Relationship Type="http://schemas.openxmlformats.org/officeDocument/2006/relationships/notesSlide" Target="/ppt/notesSlides/notesSlide132.xml" Id="R688f8bc70c3a4e0a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9facc3af54a06" /><Relationship Type="http://schemas.openxmlformats.org/officeDocument/2006/relationships/notesSlide" Target="/ppt/notesSlides/notesSlide133.xml" Id="R9753373d23b740ba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913595101477b" /><Relationship Type="http://schemas.openxmlformats.org/officeDocument/2006/relationships/notesSlide" Target="/ppt/notesSlides/notesSlide134.xml" Id="Rc99ebf9fc2774a5f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7c170743e4fa6" /><Relationship Type="http://schemas.openxmlformats.org/officeDocument/2006/relationships/image" Target="/ppt/media/image14.jpeg" Id="R255a370e53464b37" /><Relationship Type="http://schemas.openxmlformats.org/officeDocument/2006/relationships/notesSlide" Target="/ppt/notesSlides/notesSlide135.xml" Id="Rdc55af0adad44f38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dd84e67ed4752" /><Relationship Type="http://schemas.openxmlformats.org/officeDocument/2006/relationships/image" Target="/ppt/media/image15.jpeg" Id="R88ac9eb74aa24737" /><Relationship Type="http://schemas.openxmlformats.org/officeDocument/2006/relationships/notesSlide" Target="/ppt/notesSlides/notesSlide136.xml" Id="R78008ccb967a4626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319f15f254854" /><Relationship Type="http://schemas.openxmlformats.org/officeDocument/2006/relationships/image" Target="/ppt/media/image16.jpeg" Id="R7babe468183a45cc" /><Relationship Type="http://schemas.openxmlformats.org/officeDocument/2006/relationships/notesSlide" Target="/ppt/notesSlides/notesSlide137.xml" Id="Rd310b8ee5475471a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500c1dabf495d" /><Relationship Type="http://schemas.openxmlformats.org/officeDocument/2006/relationships/image" Target="/ppt/media/image17.jpeg" Id="Ra6876c5177864c89" /><Relationship Type="http://schemas.openxmlformats.org/officeDocument/2006/relationships/notesSlide" Target="/ppt/notesSlides/notesSlide138.xml" Id="R36b5cb8d880a4eb8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84998ec4e4c74" /><Relationship Type="http://schemas.openxmlformats.org/officeDocument/2006/relationships/notesSlide" Target="/ppt/notesSlides/notesSlide139.xml" Id="R71ce44c73dc34603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47a6416a54e7e" /><Relationship Type="http://schemas.openxmlformats.org/officeDocument/2006/relationships/notesSlide" Target="/ppt/notesSlides/notesSlide140.xml" Id="R216e74cfba804d0c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4ddfb64414eec" /><Relationship Type="http://schemas.openxmlformats.org/officeDocument/2006/relationships/notesSlide" Target="/ppt/notesSlides/notesSlide141.xml" Id="R85b942eee20e4832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5d3b50120472a" /><Relationship Type="http://schemas.openxmlformats.org/officeDocument/2006/relationships/notesSlide" Target="/ppt/notesSlides/notesSlide142.xml" Id="R2f3337acabc644aa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9d85ebdfe4b23" /><Relationship Type="http://schemas.openxmlformats.org/officeDocument/2006/relationships/notesSlide" Target="/ppt/notesSlides/notesSlide143.xml" Id="R3c1933025d024ab6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a0870ac454f52" /><Relationship Type="http://schemas.openxmlformats.org/officeDocument/2006/relationships/notesSlide" Target="/ppt/notesSlides/notesSlide144.xml" Id="Rd90b6d7d0ba746c5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12da2bc1040e9" /><Relationship Type="http://schemas.openxmlformats.org/officeDocument/2006/relationships/notesSlide" Target="/ppt/notesSlides/notesSlide145.xml" Id="Rd40883f9c39343da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81525016f4e45" /><Relationship Type="http://schemas.openxmlformats.org/officeDocument/2006/relationships/notesSlide" Target="/ppt/notesSlides/notesSlide146.xml" Id="Rf9b4bc8fc18647f5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a33dbd8954a12" /><Relationship Type="http://schemas.openxmlformats.org/officeDocument/2006/relationships/notesSlide" Target="/ppt/notesSlides/notesSlide147.xml" Id="Ra715ff0b3be447f3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a1e7c6e0b44dc" /><Relationship Type="http://schemas.openxmlformats.org/officeDocument/2006/relationships/notesSlide" Target="/ppt/notesSlides/notesSlide148.xml" Id="Ra068b566d9f6481d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09b1152f0473f" /><Relationship Type="http://schemas.openxmlformats.org/officeDocument/2006/relationships/notesSlide" Target="/ppt/notesSlides/notesSlide149.xml" Id="R538cd26073f54e6f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9295bcc3b4071" /><Relationship Type="http://schemas.openxmlformats.org/officeDocument/2006/relationships/notesSlide" Target="/ppt/notesSlides/notesSlide150.xml" Id="Ra66a758762aa4d9b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bfed4ced54d58" /><Relationship Type="http://schemas.openxmlformats.org/officeDocument/2006/relationships/notesSlide" Target="/ppt/notesSlides/notesSlide151.xml" Id="Rccb592ca456441e7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aed6fe62244b5" /><Relationship Type="http://schemas.openxmlformats.org/officeDocument/2006/relationships/notesSlide" Target="/ppt/notesSlides/notesSlide152.xml" Id="Rabca091d60a24b01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9a2f5d78d4b8b" /><Relationship Type="http://schemas.openxmlformats.org/officeDocument/2006/relationships/notesSlide" Target="/ppt/notesSlides/notesSlide153.xml" Id="R4e549bfe4ecd4b06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61d13ccf04429" /><Relationship Type="http://schemas.openxmlformats.org/officeDocument/2006/relationships/notesSlide" Target="/ppt/notesSlides/notesSlide154.xml" Id="R3f2fc1deee49426c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0e03fc95b4337" /><Relationship Type="http://schemas.openxmlformats.org/officeDocument/2006/relationships/notesSlide" Target="/ppt/notesSlides/notesSlide155.xml" Id="R68b8b221f91047a2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72e5863074e9e" /><Relationship Type="http://schemas.openxmlformats.org/officeDocument/2006/relationships/notesSlide" Target="/ppt/notesSlides/notesSlide156.xml" Id="Ra57603844a3d4d19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6db8ecd0544a9" /><Relationship Type="http://schemas.openxmlformats.org/officeDocument/2006/relationships/notesSlide" Target="/ppt/notesSlides/notesSlide157.xml" Id="Rd460f85ff8d44401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e7cbda2294a87" /><Relationship Type="http://schemas.openxmlformats.org/officeDocument/2006/relationships/notesSlide" Target="/ppt/notesSlides/notesSlide158.xml" Id="Rc1c371b502c545af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1118dce4f41df" /><Relationship Type="http://schemas.openxmlformats.org/officeDocument/2006/relationships/image" Target="/ppt/media/image7.png" Id="R98fafbd987ca4ac8" /><Relationship Type="http://schemas.openxmlformats.org/officeDocument/2006/relationships/image" Target="/ppt/media/image6.svg" Id="R6e86fc75346943fe" /><Relationship Type="http://schemas.openxmlformats.org/officeDocument/2006/relationships/notesSlide" Target="/ppt/notesSlides/notesSlide159.xml" Id="R3b98e67a89d44de5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20e3a1bc04fcc" /><Relationship Type="http://schemas.openxmlformats.org/officeDocument/2006/relationships/notesSlide" Target="/ppt/notesSlides/notesSlide160.xml" Id="Rc3badb7bcad94c00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32bb97a0d4d28" /><Relationship Type="http://schemas.openxmlformats.org/officeDocument/2006/relationships/notesSlide" Target="/ppt/notesSlides/notesSlide161.xml" Id="R4e96d055f9c144cf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40319855140b8" /><Relationship Type="http://schemas.openxmlformats.org/officeDocument/2006/relationships/notesSlide" Target="/ppt/notesSlides/notesSlide162.xml" Id="R61c72b2ab93c4f7c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ecc7b1c844e13" /><Relationship Type="http://schemas.openxmlformats.org/officeDocument/2006/relationships/notesSlide" Target="/ppt/notesSlides/notesSlide163.xml" Id="R57c0c5941fc64708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a8bba45eb4915" /><Relationship Type="http://schemas.openxmlformats.org/officeDocument/2006/relationships/notesSlide" Target="/ppt/notesSlides/notesSlide164.xml" Id="Rdfcfccabd59f4e40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0c1c32124429e" /><Relationship Type="http://schemas.openxmlformats.org/officeDocument/2006/relationships/notesSlide" Target="/ppt/notesSlides/notesSlide165.xml" Id="Ree057fdd7f5e486d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b9edda44946bc" /><Relationship Type="http://schemas.openxmlformats.org/officeDocument/2006/relationships/notesSlide" Target="/ppt/notesSlides/notesSlide166.xml" Id="R1781b93226c441e7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53f8fc06e426d" /><Relationship Type="http://schemas.openxmlformats.org/officeDocument/2006/relationships/notesSlide" Target="/ppt/notesSlides/notesSlide167.xml" Id="R839b0ec9b68040e7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260f8a4f046fd" /><Relationship Type="http://schemas.openxmlformats.org/officeDocument/2006/relationships/notesSlide" Target="/ppt/notesSlides/notesSlide168.xml" Id="Rc299ffda162c4adc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c12fdc54649f6" /><Relationship Type="http://schemas.openxmlformats.org/officeDocument/2006/relationships/notesSlide" Target="/ppt/notesSlides/notesSlide169.xml" Id="Ra123b25cb2734ec2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c25e2ea164a24" /><Relationship Type="http://schemas.openxmlformats.org/officeDocument/2006/relationships/notesSlide" Target="/ppt/notesSlides/notesSlide170.xml" Id="R187544f3a1f24bef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8088011a9478a" /><Relationship Type="http://schemas.openxmlformats.org/officeDocument/2006/relationships/notesSlide" Target="/ppt/notesSlides/notesSlide171.xml" Id="R47295a03bbd84764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8f79a848d4a7b" /><Relationship Type="http://schemas.openxmlformats.org/officeDocument/2006/relationships/image" Target="/ppt/media/image18.jpeg" Id="Red6fdd4983454e02" /><Relationship Type="http://schemas.openxmlformats.org/officeDocument/2006/relationships/notesSlide" Target="/ppt/notesSlides/notesSlide172.xml" Id="Rff5f43c8f4fb47a4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8f17e5f744072" /><Relationship Type="http://schemas.openxmlformats.org/officeDocument/2006/relationships/image" Target="/ppt/media/image19.jpeg" Id="Rbfac4b3ca82a44b5" /><Relationship Type="http://schemas.openxmlformats.org/officeDocument/2006/relationships/notesSlide" Target="/ppt/notesSlides/notesSlide173.xml" Id="Rd8207f77ff8a4ae3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b953cf94641f0" /><Relationship Type="http://schemas.openxmlformats.org/officeDocument/2006/relationships/image" Target="/ppt/media/image20.jpeg" Id="R3979a8960da14c4e" /><Relationship Type="http://schemas.openxmlformats.org/officeDocument/2006/relationships/notesSlide" Target="/ppt/notesSlides/notesSlide174.xml" Id="Rc50d2804662d4f1f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759398fab429a" /><Relationship Type="http://schemas.openxmlformats.org/officeDocument/2006/relationships/image" Target="/ppt/media/image21.jpeg" Id="Rb2185250f44a4ded" /><Relationship Type="http://schemas.openxmlformats.org/officeDocument/2006/relationships/notesSlide" Target="/ppt/notesSlides/notesSlide175.xml" Id="Ra819c75f8e1340ef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f4c7ce1234426" /><Relationship Type="http://schemas.openxmlformats.org/officeDocument/2006/relationships/notesSlide" Target="/ppt/notesSlides/notesSlide176.xml" Id="R8c35cdc643e944ef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3e8add65c4829" /><Relationship Type="http://schemas.openxmlformats.org/officeDocument/2006/relationships/notesSlide" Target="/ppt/notesSlides/notesSlide177.xml" Id="Rf41ea6c50e534ca5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4089a23764b1b" /><Relationship Type="http://schemas.openxmlformats.org/officeDocument/2006/relationships/notesSlide" Target="/ppt/notesSlides/notesSlide178.xml" Id="Rab64a6c1602f4c17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3b222b015418b" /><Relationship Type="http://schemas.openxmlformats.org/officeDocument/2006/relationships/notesSlide" Target="/ppt/notesSlides/notesSlide179.xml" Id="R360f09ed64854a75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8459289c4470c" /><Relationship Type="http://schemas.openxmlformats.org/officeDocument/2006/relationships/notesSlide" Target="/ppt/notesSlides/notesSlide180.xml" Id="Rcd68b50604724868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2ff05a5784a11" /><Relationship Type="http://schemas.openxmlformats.org/officeDocument/2006/relationships/notesSlide" Target="/ppt/notesSlides/notesSlide181.xml" Id="R6557af34a1f545c7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9547348624ebb" /><Relationship Type="http://schemas.openxmlformats.org/officeDocument/2006/relationships/notesSlide" Target="/ppt/notesSlides/notesSlide182.xml" Id="R88ab8cb4ff0f433c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d3ff0ad0b431b" /><Relationship Type="http://schemas.openxmlformats.org/officeDocument/2006/relationships/notesSlide" Target="/ppt/notesSlides/notesSlide183.xml" Id="R50da02ef3a874671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f590d426f4c43" /><Relationship Type="http://schemas.openxmlformats.org/officeDocument/2006/relationships/notesSlide" Target="/ppt/notesSlides/notesSlide184.xml" Id="R602bc35c551c4b80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70d1c8e65496c" /><Relationship Type="http://schemas.openxmlformats.org/officeDocument/2006/relationships/notesSlide" Target="/ppt/notesSlides/notesSlide185.xml" Id="Rd58b7598c43d40ae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1007367c84471" /><Relationship Type="http://schemas.openxmlformats.org/officeDocument/2006/relationships/notesSlide" Target="/ppt/notesSlides/notesSlide186.xml" Id="R887644d29f114ed6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706ff5387443b" /><Relationship Type="http://schemas.openxmlformats.org/officeDocument/2006/relationships/notesSlide" Target="/ppt/notesSlides/notesSlide187.xml" Id="R7f5b2d8f13aa40cc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a0c8121cf4e36" /><Relationship Type="http://schemas.openxmlformats.org/officeDocument/2006/relationships/notesSlide" Target="/ppt/notesSlides/notesSlide188.xml" Id="Ra431a203d1ad4dbc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56582a0d147dd" /><Relationship Type="http://schemas.openxmlformats.org/officeDocument/2006/relationships/notesSlide" Target="/ppt/notesSlides/notesSlide189.xml" Id="R8c0bc222943b4a4f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fb6819f684bab" /><Relationship Type="http://schemas.openxmlformats.org/officeDocument/2006/relationships/notesSlide" Target="/ppt/notesSlides/notesSlide190.xml" Id="R4352e08cec6441e2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ec5ea405e452d" /><Relationship Type="http://schemas.openxmlformats.org/officeDocument/2006/relationships/notesSlide" Target="/ppt/notesSlides/notesSlide191.xml" Id="Ra03fedfecb854bf9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6f0ead1104646" /><Relationship Type="http://schemas.openxmlformats.org/officeDocument/2006/relationships/notesSlide" Target="/ppt/notesSlides/notesSlide192.xml" Id="Re259eb0961f34d16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6fec4126a445c" /><Relationship Type="http://schemas.openxmlformats.org/officeDocument/2006/relationships/notesSlide" Target="/ppt/notesSlides/notesSlide193.xml" Id="R41d9fd3bd12940eb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3921c1e1341fc" /><Relationship Type="http://schemas.openxmlformats.org/officeDocument/2006/relationships/notesSlide" Target="/ppt/notesSlides/notesSlide194.xml" Id="R7075c4608e0844cc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a8caf69234128" /><Relationship Type="http://schemas.openxmlformats.org/officeDocument/2006/relationships/notesSlide" Target="/ppt/notesSlides/notesSlide195.xml" Id="R9851449d8854401b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11eace47840cc" /><Relationship Type="http://schemas.openxmlformats.org/officeDocument/2006/relationships/image" Target="/ppt/media/image8.png" Id="R73f4c2cb8a2c4ed7" /><Relationship Type="http://schemas.openxmlformats.org/officeDocument/2006/relationships/image" Target="/ppt/media/image7.svg" Id="Rce709f2ff9644111" /><Relationship Type="http://schemas.openxmlformats.org/officeDocument/2006/relationships/notesSlide" Target="/ppt/notesSlides/notesSlide196.xml" Id="R274e77ff883b42c1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8a593e55641d2" /><Relationship Type="http://schemas.openxmlformats.org/officeDocument/2006/relationships/notesSlide" Target="/ppt/notesSlides/notesSlide197.xml" Id="Re53f6c1ec5d74185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61c9412ca4a90" /><Relationship Type="http://schemas.openxmlformats.org/officeDocument/2006/relationships/notesSlide" Target="/ppt/notesSlides/notesSlide198.xml" Id="Rc19e01456e4b490c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135684e984fdd" /><Relationship Type="http://schemas.openxmlformats.org/officeDocument/2006/relationships/notesSlide" Target="/ppt/notesSlides/notesSlide199.xml" Id="R503f33b9983e4426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db0a81de14c56" /><Relationship Type="http://schemas.openxmlformats.org/officeDocument/2006/relationships/notesSlide" Target="/ppt/notesSlides/notesSlide200.xml" Id="Ra8fb1133991b4686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bea13c23c411a" /><Relationship Type="http://schemas.openxmlformats.org/officeDocument/2006/relationships/notesSlide" Target="/ppt/notesSlides/notesSlide201.xml" Id="Rbaa8fa93375a4177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16d2638b2487d" /><Relationship Type="http://schemas.openxmlformats.org/officeDocument/2006/relationships/notesSlide" Target="/ppt/notesSlides/notesSlide202.xml" Id="R0e99cafa96ff41db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ec74bf3d74e8d" /><Relationship Type="http://schemas.openxmlformats.org/officeDocument/2006/relationships/notesSlide" Target="/ppt/notesSlides/notesSlide203.xml" Id="R6dfb0cc523d74414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00cfa9eab4c4d" /><Relationship Type="http://schemas.openxmlformats.org/officeDocument/2006/relationships/notesSlide" Target="/ppt/notesSlides/notesSlide204.xml" Id="Rccb8dfe3f68640e9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7fb48110b494d" /><Relationship Type="http://schemas.openxmlformats.org/officeDocument/2006/relationships/notesSlide" Target="/ppt/notesSlides/notesSlide205.xml" Id="Rc820081833f0431e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d01287dd747a5" /><Relationship Type="http://schemas.openxmlformats.org/officeDocument/2006/relationships/notesSlide" Target="/ppt/notesSlides/notesSlide206.xml" Id="R616f684f4d974d04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744f1bf3f4c13" /><Relationship Type="http://schemas.openxmlformats.org/officeDocument/2006/relationships/notesSlide" Target="/ppt/notesSlides/notesSlide207.xml" Id="Rf92018c28fbb4556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18a5a11c24ecd" /><Relationship Type="http://schemas.openxmlformats.org/officeDocument/2006/relationships/notesSlide" Target="/ppt/notesSlides/notesSlide208.xml" Id="Rfa838904df3c4563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4282dec9d47bc" /><Relationship Type="http://schemas.openxmlformats.org/officeDocument/2006/relationships/image" Target="/ppt/media/image22.jpeg" Id="R4dec40947a624a87" /><Relationship Type="http://schemas.openxmlformats.org/officeDocument/2006/relationships/notesSlide" Target="/ppt/notesSlides/notesSlide209.xml" Id="R952499cc906e491a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4b541695841b9" /><Relationship Type="http://schemas.openxmlformats.org/officeDocument/2006/relationships/image" Target="/ppt/media/image23.jpeg" Id="R02d4cde5ae844b01" /><Relationship Type="http://schemas.openxmlformats.org/officeDocument/2006/relationships/notesSlide" Target="/ppt/notesSlides/notesSlide210.xml" Id="R7bdd8b24dada4cf0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8be0b44714fe7" /><Relationship Type="http://schemas.openxmlformats.org/officeDocument/2006/relationships/image" Target="/ppt/media/image24.jpeg" Id="R0a80b184da344f45" /><Relationship Type="http://schemas.openxmlformats.org/officeDocument/2006/relationships/notesSlide" Target="/ppt/notesSlides/notesSlide211.xml" Id="R929a5922188a4d57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f3e9d8dcd4603" /><Relationship Type="http://schemas.openxmlformats.org/officeDocument/2006/relationships/image" Target="/ppt/media/image25.jpeg" Id="R91861a2c6331482e" /><Relationship Type="http://schemas.openxmlformats.org/officeDocument/2006/relationships/notesSlide" Target="/ppt/notesSlides/notesSlide212.xml" Id="Rfff4064386dd401a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05dcee7454187" /><Relationship Type="http://schemas.openxmlformats.org/officeDocument/2006/relationships/notesSlide" Target="/ppt/notesSlides/notesSlide213.xml" Id="R62a2166c8d4c42b1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befb202cc4724" /><Relationship Type="http://schemas.openxmlformats.org/officeDocument/2006/relationships/notesSlide" Target="/ppt/notesSlides/notesSlide214.xml" Id="R9c6dbf67c799470c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39f053bc94160" /><Relationship Type="http://schemas.openxmlformats.org/officeDocument/2006/relationships/notesSlide" Target="/ppt/notesSlides/notesSlide215.xml" Id="Rcba54d6311d44f38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19e06497c4185" /><Relationship Type="http://schemas.openxmlformats.org/officeDocument/2006/relationships/notesSlide" Target="/ppt/notesSlides/notesSlide216.xml" Id="Re317d94680094c3d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a9e4de97e4301" /><Relationship Type="http://schemas.openxmlformats.org/officeDocument/2006/relationships/notesSlide" Target="/ppt/notesSlides/notesSlide217.xml" Id="R6ec9770f044a42ab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ff3d792b04d0d" /><Relationship Type="http://schemas.openxmlformats.org/officeDocument/2006/relationships/notesSlide" Target="/ppt/notesSlides/notesSlide218.xml" Id="R988eb2fd08094520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f7589ad064dab" /><Relationship Type="http://schemas.openxmlformats.org/officeDocument/2006/relationships/notesSlide" Target="/ppt/notesSlides/notesSlide219.xml" Id="R1086b92715724241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9ece830c74416" /><Relationship Type="http://schemas.openxmlformats.org/officeDocument/2006/relationships/notesSlide" Target="/ppt/notesSlides/notesSlide220.xml" Id="R1591caee59554e96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88ba79f4e4087" /><Relationship Type="http://schemas.openxmlformats.org/officeDocument/2006/relationships/notesSlide" Target="/ppt/notesSlides/notesSlide221.xml" Id="Rf0a30894a98c49b3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7eb6fd7f24c63" /><Relationship Type="http://schemas.openxmlformats.org/officeDocument/2006/relationships/notesSlide" Target="/ppt/notesSlides/notesSlide222.xml" Id="Rc6a016d68955432e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7aadcf8944a4e" /><Relationship Type="http://schemas.openxmlformats.org/officeDocument/2006/relationships/notesSlide" Target="/ppt/notesSlides/notesSlide223.xml" Id="Ra434460d598941e8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6397f14d24a18" /><Relationship Type="http://schemas.openxmlformats.org/officeDocument/2006/relationships/notesSlide" Target="/ppt/notesSlides/notesSlide224.xml" Id="Rbabd2e2f393b409f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67d21a9274eeb" /><Relationship Type="http://schemas.openxmlformats.org/officeDocument/2006/relationships/notesSlide" Target="/ppt/notesSlides/notesSlide225.xml" Id="R9beb9ace2f054286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2b448b2f74610" /><Relationship Type="http://schemas.openxmlformats.org/officeDocument/2006/relationships/notesSlide" Target="/ppt/notesSlides/notesSlide226.xml" Id="R3b2de18a16894243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4c17b8ce941d2" /><Relationship Type="http://schemas.openxmlformats.org/officeDocument/2006/relationships/notesSlide" Target="/ppt/notesSlides/notesSlide227.xml" Id="R89a84c24bcf04e73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51f367c464a5c" /><Relationship Type="http://schemas.openxmlformats.org/officeDocument/2006/relationships/notesSlide" Target="/ppt/notesSlides/notesSlide228.xml" Id="Rfa14c492393c4898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eb26571a14639" /><Relationship Type="http://schemas.openxmlformats.org/officeDocument/2006/relationships/notesSlide" Target="/ppt/notesSlides/notesSlide229.xml" Id="R6aba69a3facf4248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2a1c94e9b4040" /><Relationship Type="http://schemas.openxmlformats.org/officeDocument/2006/relationships/notesSlide" Target="/ppt/notesSlides/notesSlide230.xml" Id="Ra1e64b6c0bb440af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c9e186d194f36" /><Relationship Type="http://schemas.openxmlformats.org/officeDocument/2006/relationships/notesSlide" Target="/ppt/notesSlides/notesSlide231.xml" Id="Rc561a815c81b44c9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2c4ce2ac7471c" /><Relationship Type="http://schemas.openxmlformats.org/officeDocument/2006/relationships/notesSlide" Target="/ppt/notesSlides/notesSlide232.xml" Id="Rc65ba26823854c29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a03dd32d949cc" /><Relationship Type="http://schemas.openxmlformats.org/officeDocument/2006/relationships/image" Target="/ppt/media/image9.png" Id="R38806fa8ed874429" /><Relationship Type="http://schemas.openxmlformats.org/officeDocument/2006/relationships/image" Target="/ppt/media/image8.svg" Id="R3978fe92833548f9" /><Relationship Type="http://schemas.openxmlformats.org/officeDocument/2006/relationships/notesSlide" Target="/ppt/notesSlides/notesSlide233.xml" Id="R88667634bfba452d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0ed4f2cf54932" /><Relationship Type="http://schemas.openxmlformats.org/officeDocument/2006/relationships/notesSlide" Target="/ppt/notesSlides/notesSlide234.xml" Id="R5a5e1e50341e4ecd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f9b41ea3d451e" /><Relationship Type="http://schemas.openxmlformats.org/officeDocument/2006/relationships/notesSlide" Target="/ppt/notesSlides/notesSlide235.xml" Id="R32bf909827154571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7a7e98cec4914" /><Relationship Type="http://schemas.openxmlformats.org/officeDocument/2006/relationships/notesSlide" Target="/ppt/notesSlides/notesSlide236.xml" Id="R3d0c8e0f00804932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455bc43e0435d" /><Relationship Type="http://schemas.openxmlformats.org/officeDocument/2006/relationships/image" Target="/ppt/media/image10.png" Id="R92220ca0ded54188" /><Relationship Type="http://schemas.openxmlformats.org/officeDocument/2006/relationships/notesSlide" Target="/ppt/notesSlides/notesSlide237.xml" Id="Rd692bebe4a7f495b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a87e192b9404a" /><Relationship Type="http://schemas.openxmlformats.org/officeDocument/2006/relationships/notesSlide" Target="/ppt/notesSlides/notesSlide238.xml" Id="R558bd92004cf4e68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90e15211143cb" /><Relationship Type="http://schemas.openxmlformats.org/officeDocument/2006/relationships/notesSlide" Target="/ppt/notesSlides/notesSlide239.xml" Id="Ra9bfa0d19cb34643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b9eb8569b47f9" /><Relationship Type="http://schemas.openxmlformats.org/officeDocument/2006/relationships/notesSlide" Target="/ppt/notesSlides/notesSlide240.xml" Id="Ra4b6a35a41ce42b6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49b7b4f3a4710" /><Relationship Type="http://schemas.openxmlformats.org/officeDocument/2006/relationships/notesSlide" Target="/ppt/notesSlides/notesSlide241.xml" Id="R92bdb1ae3e054953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1a8f9ada9423c" /><Relationship Type="http://schemas.openxmlformats.org/officeDocument/2006/relationships/notesSlide" Target="/ppt/notesSlides/notesSlide242.xml" Id="Re4a5f9c431a44a37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1ac8745d34bdd" /><Relationship Type="http://schemas.openxmlformats.org/officeDocument/2006/relationships/notesSlide" Target="/ppt/notesSlides/notesSlide243.xml" Id="R42589c0c90ee4bb8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aad960ac94de1" /><Relationship Type="http://schemas.openxmlformats.org/officeDocument/2006/relationships/notesSlide" Target="/ppt/notesSlides/notesSlide244.xml" Id="R45d145df523d44cd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aca9dc2344952" /><Relationship Type="http://schemas.openxmlformats.org/officeDocument/2006/relationships/notesSlide" Target="/ppt/notesSlides/notesSlide245.xml" Id="Rc9eb79039f254adf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ec5e6efec4fb4" /><Relationship Type="http://schemas.openxmlformats.org/officeDocument/2006/relationships/image" Target="/ppt/media/image26.jpeg" Id="R3bc43bbdf7e248ba" /><Relationship Type="http://schemas.openxmlformats.org/officeDocument/2006/relationships/notesSlide" Target="/ppt/notesSlides/notesSlide246.xml" Id="R0c903526cd86431b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5a496bcc94dbe" /><Relationship Type="http://schemas.openxmlformats.org/officeDocument/2006/relationships/image" Target="/ppt/media/image27.jpeg" Id="R1926a612e4664b60" /><Relationship Type="http://schemas.openxmlformats.org/officeDocument/2006/relationships/notesSlide" Target="/ppt/notesSlides/notesSlide247.xml" Id="Rdc02a2f63b824499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e96a531bb4830" /><Relationship Type="http://schemas.openxmlformats.org/officeDocument/2006/relationships/image" Target="/ppt/media/image28.jpeg" Id="R634e2f998d1e46df" /><Relationship Type="http://schemas.openxmlformats.org/officeDocument/2006/relationships/notesSlide" Target="/ppt/notesSlides/notesSlide248.xml" Id="Ra9c0e2cd09ef4222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0d445838b4aad" /><Relationship Type="http://schemas.openxmlformats.org/officeDocument/2006/relationships/image" Target="/ppt/media/image29.jpeg" Id="Rd9bf8ea08ebd4d71" /><Relationship Type="http://schemas.openxmlformats.org/officeDocument/2006/relationships/notesSlide" Target="/ppt/notesSlides/notesSlide249.xml" Id="Re7c2749d8dc540e8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ab83d36a244ae" /><Relationship Type="http://schemas.openxmlformats.org/officeDocument/2006/relationships/notesSlide" Target="/ppt/notesSlides/notesSlide250.xml" Id="Ra18e5855936f4cf1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1213473914af5" /><Relationship Type="http://schemas.openxmlformats.org/officeDocument/2006/relationships/notesSlide" Target="/ppt/notesSlides/notesSlide251.xml" Id="R89628ad7662e4b99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fe9b9f6604933" /><Relationship Type="http://schemas.openxmlformats.org/officeDocument/2006/relationships/notesSlide" Target="/ppt/notesSlides/notesSlide252.xml" Id="R77a6434181874480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38336966d401e" /><Relationship Type="http://schemas.openxmlformats.org/officeDocument/2006/relationships/notesSlide" Target="/ppt/notesSlides/notesSlide253.xml" Id="Re229f4b193764078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b444d2a2b4e9c" /><Relationship Type="http://schemas.openxmlformats.org/officeDocument/2006/relationships/notesSlide" Target="/ppt/notesSlides/notesSlide254.xml" Id="Red562ce431304036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1522f95f64d39" /><Relationship Type="http://schemas.openxmlformats.org/officeDocument/2006/relationships/notesSlide" Target="/ppt/notesSlides/notesSlide255.xml" Id="R468a231ddb694ae2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32de6a4454cf2" /><Relationship Type="http://schemas.openxmlformats.org/officeDocument/2006/relationships/notesSlide" Target="/ppt/notesSlides/notesSlide256.xml" Id="Re0b3f436727643b4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1410326ed41c8" /><Relationship Type="http://schemas.openxmlformats.org/officeDocument/2006/relationships/notesSlide" Target="/ppt/notesSlides/notesSlide257.xml" Id="Re76ec04c74604c44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474f8a65d44ac" /><Relationship Type="http://schemas.openxmlformats.org/officeDocument/2006/relationships/notesSlide" Target="/ppt/notesSlides/notesSlide258.xml" Id="Rb85f02f695e74583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b3144bce345d6" /><Relationship Type="http://schemas.openxmlformats.org/officeDocument/2006/relationships/notesSlide" Target="/ppt/notesSlides/notesSlide259.xml" Id="R3e9afc17c50245f5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4815eee9d48bd" /><Relationship Type="http://schemas.openxmlformats.org/officeDocument/2006/relationships/notesSlide" Target="/ppt/notesSlides/notesSlide260.xml" Id="Rced4793bf4f94142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24e168afc4fec" /><Relationship Type="http://schemas.openxmlformats.org/officeDocument/2006/relationships/notesSlide" Target="/ppt/notesSlides/notesSlide261.xml" Id="R7c153d947ffd42c3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cdb2761a74707" /><Relationship Type="http://schemas.openxmlformats.org/officeDocument/2006/relationships/notesSlide" Target="/ppt/notesSlides/notesSlide262.xml" Id="Re2458df9788847f4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e08861f914d9b" /><Relationship Type="http://schemas.openxmlformats.org/officeDocument/2006/relationships/notesSlide" Target="/ppt/notesSlides/notesSlide263.xml" Id="R5865544fe3a646cd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d3216dfaf4499" /><Relationship Type="http://schemas.openxmlformats.org/officeDocument/2006/relationships/notesSlide" Target="/ppt/notesSlides/notesSlide264.xml" Id="Rab705c1e212a49df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789d3bddb427c" /><Relationship Type="http://schemas.openxmlformats.org/officeDocument/2006/relationships/notesSlide" Target="/ppt/notesSlides/notesSlide265.xml" Id="Rbbb2c7369dad42fc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041dafc6347db" /><Relationship Type="http://schemas.openxmlformats.org/officeDocument/2006/relationships/notesSlide" Target="/ppt/notesSlides/notesSlide266.xml" Id="Rfcdeeb21f0b04edb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08c5a1c1a4397" /><Relationship Type="http://schemas.openxmlformats.org/officeDocument/2006/relationships/notesSlide" Target="/ppt/notesSlides/notesSlide267.xml" Id="R1895671cca904e4d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c9ca4e7694b4c" /><Relationship Type="http://schemas.openxmlformats.org/officeDocument/2006/relationships/notesSlide" Target="/ppt/notesSlides/notesSlide268.xml" Id="R12fd7ccf46414d2a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c3071ce57449f" /><Relationship Type="http://schemas.openxmlformats.org/officeDocument/2006/relationships/notesSlide" Target="/ppt/notesSlides/notesSlide269.xml" Id="Re04867b15aca4846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81d09702c47ec" /><Relationship Type="http://schemas.openxmlformats.org/officeDocument/2006/relationships/image" Target="/ppt/media/image11.png" Id="R9bc21f417da94b58" /><Relationship Type="http://schemas.openxmlformats.org/officeDocument/2006/relationships/image" Target="/ppt/media/image9.svg" Id="Rcbc0319a6b034898" /><Relationship Type="http://schemas.openxmlformats.org/officeDocument/2006/relationships/notesSlide" Target="/ppt/notesSlides/notesSlide270.xml" Id="R349a60ecc7f44831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6da1dc9374ddc" /><Relationship Type="http://schemas.openxmlformats.org/officeDocument/2006/relationships/notesSlide" Target="/ppt/notesSlides/notesSlide271.xml" Id="Re5cdf4e4b87841a0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96594ce0e4a3d" /><Relationship Type="http://schemas.openxmlformats.org/officeDocument/2006/relationships/notesSlide" Target="/ppt/notesSlides/notesSlide272.xml" Id="Ra82e92d36abd4ae5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95087dc95447b" /><Relationship Type="http://schemas.openxmlformats.org/officeDocument/2006/relationships/notesSlide" Target="/ppt/notesSlides/notesSlide273.xml" Id="R07c2716700cd4614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e1653053e4aa5" /><Relationship Type="http://schemas.openxmlformats.org/officeDocument/2006/relationships/notesSlide" Target="/ppt/notesSlides/notesSlide274.xml" Id="Raa3cd32d877842e6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4fdc98b52496b" /><Relationship Type="http://schemas.openxmlformats.org/officeDocument/2006/relationships/notesSlide" Target="/ppt/notesSlides/notesSlide275.xml" Id="R0bd1a66119e54f97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159b6b5094db6" /><Relationship Type="http://schemas.openxmlformats.org/officeDocument/2006/relationships/notesSlide" Target="/ppt/notesSlides/notesSlide276.xml" Id="R656e200660104520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6c11add694271" /><Relationship Type="http://schemas.openxmlformats.org/officeDocument/2006/relationships/notesSlide" Target="/ppt/notesSlides/notesSlide277.xml" Id="R1c2ce3ee1b2d4acc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e08d733ff4733" /><Relationship Type="http://schemas.openxmlformats.org/officeDocument/2006/relationships/notesSlide" Target="/ppt/notesSlides/notesSlide278.xml" Id="Rd84545cddd80494c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dd4611f87429c" /><Relationship Type="http://schemas.openxmlformats.org/officeDocument/2006/relationships/notesSlide" Target="/ppt/notesSlides/notesSlide279.xml" Id="R935b866464824892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a53dd0c7a40cc" /><Relationship Type="http://schemas.openxmlformats.org/officeDocument/2006/relationships/notesSlide" Target="/ppt/notesSlides/notesSlide280.xml" Id="Rf739f59ed9414c94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bca3c50fe48ae" /><Relationship Type="http://schemas.openxmlformats.org/officeDocument/2006/relationships/notesSlide" Target="/ppt/notesSlides/notesSlide281.xml" Id="R9ef6af9c26d243b8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9ef0147524e2e" /><Relationship Type="http://schemas.openxmlformats.org/officeDocument/2006/relationships/image" Target="/ppt/media/image30.jpeg" Id="R101347f67a054812" /><Relationship Type="http://schemas.openxmlformats.org/officeDocument/2006/relationships/notesSlide" Target="/ppt/notesSlides/notesSlide282.xml" Id="Rc817d5f64a7a44aa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d0603fd714ddf" /><Relationship Type="http://schemas.openxmlformats.org/officeDocument/2006/relationships/image" Target="/ppt/media/image31.jpeg" Id="Ra4dfd6a97f034026" /><Relationship Type="http://schemas.openxmlformats.org/officeDocument/2006/relationships/notesSlide" Target="/ppt/notesSlides/notesSlide283.xml" Id="R3b3fca7ff46c48e6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2d871a1444263" /><Relationship Type="http://schemas.openxmlformats.org/officeDocument/2006/relationships/image" Target="/ppt/media/image32.jpeg" Id="R27b09e088fcb4782" /><Relationship Type="http://schemas.openxmlformats.org/officeDocument/2006/relationships/notesSlide" Target="/ppt/notesSlides/notesSlide284.xml" Id="Rf42395a342f24fce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b5c7543074f63" /><Relationship Type="http://schemas.openxmlformats.org/officeDocument/2006/relationships/image" Target="/ppt/media/image33.jpeg" Id="R6b2ff1c6f29547be" /><Relationship Type="http://schemas.openxmlformats.org/officeDocument/2006/relationships/notesSlide" Target="/ppt/notesSlides/notesSlide285.xml" Id="Rc2fffd02f1584303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fd90d8fda4acc" /><Relationship Type="http://schemas.openxmlformats.org/officeDocument/2006/relationships/image" Target="/ppt/media/image34.jpeg" Id="Rd9fca6f2c7604038" /><Relationship Type="http://schemas.openxmlformats.org/officeDocument/2006/relationships/notesSlide" Target="/ppt/notesSlides/notesSlide286.xml" Id="Reeeb5a0c5817477c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98cc8db004ec9" /><Relationship Type="http://schemas.openxmlformats.org/officeDocument/2006/relationships/notesSlide" Target="/ppt/notesSlides/notesSlide287.xml" Id="Rf474542d9b404428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13a69bc9f4d6c" /><Relationship Type="http://schemas.openxmlformats.org/officeDocument/2006/relationships/notesSlide" Target="/ppt/notesSlides/notesSlide288.xml" Id="R2bf4094bc72c487c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10442a71d4363" /><Relationship Type="http://schemas.openxmlformats.org/officeDocument/2006/relationships/notesSlide" Target="/ppt/notesSlides/notesSlide289.xml" Id="R06b668c1f5164ca8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d9214c07c4eda" /><Relationship Type="http://schemas.openxmlformats.org/officeDocument/2006/relationships/notesSlide" Target="/ppt/notesSlides/notesSlide290.xml" Id="R2b2c73eddbce4a37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2c9004be74805" /><Relationship Type="http://schemas.openxmlformats.org/officeDocument/2006/relationships/notesSlide" Target="/ppt/notesSlides/notesSlide291.xml" Id="Rba7a17eb85d34486" /></Relationships>
</file>

<file path=ppt/slides/_rels/slide2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e158a4f854566" /><Relationship Type="http://schemas.openxmlformats.org/officeDocument/2006/relationships/notesSlide" Target="/ppt/notesSlides/notesSlide292.xml" Id="R187f5bd200a64331" /></Relationships>
</file>

<file path=ppt/slides/_rels/slide2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36c690b1e4591" /><Relationship Type="http://schemas.openxmlformats.org/officeDocument/2006/relationships/notesSlide" Target="/ppt/notesSlides/notesSlide293.xml" Id="Re442711e66c64cf5" /></Relationships>
</file>

<file path=ppt/slides/_rels/slide2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b5113312942cd" /><Relationship Type="http://schemas.openxmlformats.org/officeDocument/2006/relationships/notesSlide" Target="/ppt/notesSlides/notesSlide294.xml" Id="R649acf38bf89439d" /></Relationships>
</file>

<file path=ppt/slides/_rels/slide2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3bbe5dd164096" /><Relationship Type="http://schemas.openxmlformats.org/officeDocument/2006/relationships/notesSlide" Target="/ppt/notesSlides/notesSlide295.xml" Id="R6a278a364d164d17" /></Relationships>
</file>

<file path=ppt/slides/_rels/slide2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18f4fbb8b4fd9" /><Relationship Type="http://schemas.openxmlformats.org/officeDocument/2006/relationships/notesSlide" Target="/ppt/notesSlides/notesSlide296.xml" Id="R5483212e6f1b4e37" /></Relationships>
</file>

<file path=ppt/slides/_rels/slide2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82742a08e4ff0" /><Relationship Type="http://schemas.openxmlformats.org/officeDocument/2006/relationships/notesSlide" Target="/ppt/notesSlides/notesSlide297.xml" Id="Rda0a402e9c2b4d3b" /></Relationships>
</file>

<file path=ppt/slides/_rels/slide2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3c420070d4751" /><Relationship Type="http://schemas.openxmlformats.org/officeDocument/2006/relationships/notesSlide" Target="/ppt/notesSlides/notesSlide298.xml" Id="Rdcdefd82b4d7436a" /></Relationships>
</file>

<file path=ppt/slides/_rels/slide2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85ccdb47247af" /><Relationship Type="http://schemas.openxmlformats.org/officeDocument/2006/relationships/notesSlide" Target="/ppt/notesSlides/notesSlide299.xml" Id="R4fa8d0f973fd494d" /></Relationships>
</file>

<file path=ppt/slides/_rels/slide3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f01a502514318" /><Relationship Type="http://schemas.openxmlformats.org/officeDocument/2006/relationships/image" Target="/ppt/media/image12.png" Id="R7aae786e3d4f4e80" /><Relationship Type="http://schemas.openxmlformats.org/officeDocument/2006/relationships/image" Target="/ppt/media/image10.svg" Id="Re12b9a36cef74cd6" /><Relationship Type="http://schemas.openxmlformats.org/officeDocument/2006/relationships/notesSlide" Target="/ppt/notesSlides/notesSlide300.xml" Id="R4d732ea09e8242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E5E9B-86D9-44B1-9EDB-5A9CE1BB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6CD1E-477F-4FCF-B4EF-0CD8F55D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031F3-E971-4BBE-8032-6A152F2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09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Agent &amp;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5D579-DB2E-41CF-BB1E-A3362BD3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회의 기록 · 코드 리뷰 · 검증 가능한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98818-AA48-4580-BDF4-181E5682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2FA9F-1EDC-44D9-9E2C-46867E47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서울시립대·아주대 AI 겸임교수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37D09-0B3A-44BD-B96E-23D3AB01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2026.08.23 SUN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09:00-18:00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LUNCH 14:00-15:00</a:t>
            </a:r>
          </a:p>
        </p:txBody>
      </p:sp>
    </p:spTree>
    <p:extLst>
      <p:ext uri="{BB962C8B-B14F-4D97-AF65-F5344CB8AC3E}">
        <p14:creationId xmlns:p14="http://schemas.microsoft.com/office/powerpoint/2010/main" val="1168574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41205D-2901-469F-AD09-2003EC0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DAY 1 · 운영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E7F2B-9248-49E5-B200-2439D86D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첫날만 점심이 14시입니다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7F2D7-D88F-47BB-9C6F-6C914765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16A56-1C7F-41AF-8664-23B4A68E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16448-E3BC-45B6-B224-6A3C5964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60257-412D-4406-A5AF-A2D1E78E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002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8eeebefb944f7">
            <a:extLst>
              <a:ext uri="{96DAC541-7B7A-43D3-8B79-37D633B846F1}">
                <asvg:svgBlip xmlns:asvg="http://schemas.microsoft.com/office/drawing/2016/SVG/main" r:embed="Ra5f82dda05cd48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858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BDBF7-8528-47A5-93F3-64651119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외부 일정 때문에 일반적인 12-13시 점심을 드리지 못하게 되었습니다. 불편을 드려 죄송합니다.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85622-A36C-4BB4-894D-BC372314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대신 실습 흐름을 끊지 않는 범위에서 1시간당 10분의 휴식을 구간별로 묶어 운영하겠습니다.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97B45-1503-43BA-8B02-52A50CA6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BA44B-0315-46F8-B3F3-075CD029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09:00-12:00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14ED1-57FC-45C3-B9AF-8CC10BEA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67EB5-456E-4C33-B4BC-8B504A28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432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150분 · 휴식 30분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6DBD7-F1AC-4E00-B712-4D827224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10:20-10:35 / 11:45-12:00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1E1C5-6F78-4111-9825-02B95F32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623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71C1C-66FF-485E-B11B-423F78D9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FA0BC-9B34-4592-ACB3-EBB16C73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12:00-14:00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9B3D3-BDA3-4CE8-AA38-E140FA1D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72A9A-88B0-47BB-8652-F71EC1FB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337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100분 · 휴식 20분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03CD5-C597-47A0-ADFD-47F5857E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37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13:20-13:40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2C0E9-BB3B-4468-BE0D-CF5839F0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1CA1C-E8EC-41AF-9821-E6E27E64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AA071-777C-43B5-ACEF-C3F2338D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14:00-15:00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F42184-C942-4620-820B-502DB8F2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243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LUNCH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4289E-344E-4F13-98A2-39BAF50F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243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점심시간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B0AC0F-B233-4A03-9A15-D7D405BC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243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첫날만 14시 시작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0F84F-899E-409D-8EE8-B1D20488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D1D06-BB6D-4056-A61E-16BF9474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7E1CA-D970-45ED-8E99-6A7F335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15:00-17:30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B9994C-D079-44C6-BC09-A9BD74C2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CD0D84-6D1E-43A3-9FF6-64751AE4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120분 · 휴식 30분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49E492-8C02-47E9-AD56-ABE81C6B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14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16:15-16:30 / 17:15-17:30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D6E8C8-35B8-4856-AE3D-D14C928A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339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F24CA2-5BB4-4F5E-B30B-2604C6E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9297F4-FEC3-4F09-9660-160B0D12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17:30-18:00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3A6CF9-27E1-41B4-A3E4-BAF3727F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054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7E6DA2-CAE5-40ED-A379-935A6CC8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054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질문·복구·Exit Ticket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32C74E-E7F6-4170-BB4E-72A09CA7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054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남은 이슈를 함께 정리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7AEDEA-C5E5-45CA-B88E-255C1633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245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5169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4D37C-50D8-4E05-B163-B86F8E41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Generative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F06F9-9B2F-4FC3-97FC-D6759C01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생성형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260DD-2E65-4C49-B8C5-E6649055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C5B1C-6FC8-423D-862B-13FB9E54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1609F-167A-4161-BFE7-F8D8E9FC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BA5B6-D5B6-452C-AE03-BEB9A7B6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DD573-B19F-407D-B72A-D3288579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E1A6F-E645-4A25-9A29-70CBA783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1F8C9-7485-4719-A90D-2349DC61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학습한 패턴을 바탕으로 새로운 텍스트·이미지·코드를 만들어내는 AI이다.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EF6FC-A3CC-4AAC-92C1-9E6D5993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67735-7D90-44DF-989E-9E612E61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664CD-955F-4B6E-BEEC-5EC5A00F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CAE08-9FD1-43B7-925D-4768A009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데이터를 분류하는 AI와 달리 초안과 설명을 만들 수 있지만, 사실 확인과 통제가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E7882-92FD-41A5-8987-BC2D144B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0D0DA-82FD-4CB5-9ED0-0E23E234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D7AAA-D15E-454A-9142-15F2DE85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860A3-CC4A-42CF-88E8-06B27403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원문을 읽고 요약 초안을 만든 뒤 사람이 검토한다.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09D9F-4756-4C7D-AC50-3D2426D0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4101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770D3-924E-4D3D-9B6C-CDB02BAA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Large Language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54C11-64E9-4005-9A13-ACC03149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5B5F0-DEDE-4D39-92D0-25298A01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27D0B-DE92-4393-B10A-E33966E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A9B61-140B-4E81-8BB1-41A3237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739A1-53F9-4312-83DC-6228E193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F5755-DAAD-485B-AD61-A76ED727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89F3F-4B8C-4CFD-A12E-CE0CEE0A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D269F-99A3-4FB7-8209-D199281E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아주 많은 텍스트로 학습해 다음에 올 말의 가능성을 계산하는 언어 모델이다.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B55AF-E357-4BF7-B9BA-6156B972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DC098-B27C-466A-9BAD-24F758DF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786C4-BF98-4AE0-BB3A-2048BD64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88A66-C2B7-4438-8A44-08D9AAF1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문장을 잘 만들지만 회사 규칙이나 최신 사실을 자동으로 보장하지 않는다.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CFE6A-7CA1-4C40-912D-17AE5FED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E3605-6020-4EC8-B01F-DEE6374B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2B377-4371-4E3A-88CF-F293EFDC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AFA76-66DA-4D6B-8A13-2CFE2ACF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회의에서 결정·담당자·기한 후보를 구조화한다.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A0A81-8AB8-46A9-AF2C-ED1EABD9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3228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DCC4B-19D3-484D-80B4-23289CE5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Goal + State + Tools +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4FF4D-163B-43AA-8EE2-1050F669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25D39-CC1E-4DC7-889A-C005AF0A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08C3B-5B54-4398-8705-0CCC0A49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75D01-31CB-45F6-ABD1-896B2D6A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547A8-E1D1-407C-96E1-ADD85140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6A03C-5918-4F73-8291-2294A9A9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D8F2D-30B4-4921-906A-06F7C3F8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1E117-DC89-4CF9-8562-70EF8343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받아 현재 상태를 보고, 도구를 선택하고, 결과를 확인하며 다음 행동을 정하는 실행 구조이다.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43324-8815-4454-A8BD-F5A43823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28594-9A7E-4DCA-BD36-93030E75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81763-5291-4559-AD61-3701CE1A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9E158-2F51-43EC-8759-5012EDC3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번의 답변이 아니라 여러 단계 업무를 안전하게 이어가기 위해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4B869-AF3E-4286-BE3B-FBF33333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1F4CE-5D00-4F00-90AE-08C9936E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04458-6D7E-4266-A493-7B12CCB1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A32EB-48CC-4D4A-81B9-D4875357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읽기 → 요약 → 검증 → 승인 →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45860-ABB1-4AEB-9BD5-5DFA7937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4431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DF31E-726A-4F1D-B225-C564F674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Instructions + Tools +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ED2C1-C175-4555-8FEC-32A72885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1E8F1-8CB4-44C8-A9BE-D84D7049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EE9E9-2D91-484D-90A8-2FE7AA4B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1D3E8-E652-4C3F-BE59-9B28414A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15C19-427B-4169-AB90-45DB888D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2484F-F98D-4D6D-8F18-67414F2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BE9E6-053D-47BA-BAFF-C93228FD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93702-6E60-4E1B-A9B5-2B9FB1C1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주변에 지시문·도구·권한·테스트·관측 장치를 설계하는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C045D-4BE9-48F1-AC9A-6800659A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197DF-43D1-4AFC-B2A8-C51250F9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24E4F-B872-40A3-B95C-7DEC6335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CE49B-C6B2-4699-952B-57F221F5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모델도 어떤 실행 환경과 검증 루프에 넣느냐에 따라 업무 신뢰도가 달라집니다.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27D9E-B73E-4332-944F-291F3461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2FBEA-2DF8-4506-8284-3B9A589D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D6A47-12C5-49E4-92F9-C18A36C0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68085-1606-426D-8159-E559C9D8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Codex·Claude에 작은 작업을 주고 테스트와 diff로 결과를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15D06-417C-4FE7-A135-BCBC6091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1336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3D542-F434-4B4D-9895-77D46BC4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INSTRUCTOR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A8157-0C5A-4FFF-B82D-DF1EFA9C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역할 · Agent 제품을 운영하는 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9E47B-96CB-44DD-8321-F4ED6A92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08430-D071-4A6F-A4D5-C7BCE8A1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A31E5-0302-4F56-9B57-40CCF234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55B24-FBA7-4579-B200-4AC6001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B9C66-2F0A-4C6A-A406-85D10448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43EBA-3150-4789-BB70-3C562BE3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 접점 Agent는 모델 데모가 아니라 제품 운영 문제다.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2651209b64b00">
            <a:extLst>
              <a:ext uri="{96DAC541-7B7A-43D3-8B79-37D633B846F1}">
                <asvg:svgBlip xmlns:asvg="http://schemas.microsoft.com/office/drawing/2016/SVG/main" r:embed="R82a3661436e247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A3339-E29B-488D-A988-565FB7A8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DD30E-9A28-4A1B-BDB5-D9BA0E5E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7BD4E-BECA-4720-9053-AD23EF8D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AID Chat·쇼핑 탐색·상품정보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6E0AB-B77E-4B34-9CD7-A063DCC5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DE816-370A-4AA4-AA6D-7C57C19F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Voice Agent·AI 해설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7ABB7-200C-44AB-B25D-B347308A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BC051-6A2C-4E12-A0C9-410647C3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SEO/GEO·모두의AI</a:t>
            </a:r>
          </a:p>
        </p:txBody>
      </p:sp>
    </p:spTree>
    <p:extLst>
      <p:ext uri="{BB962C8B-B14F-4D97-AF65-F5344CB8AC3E}">
        <p14:creationId xmlns:p14="http://schemas.microsoft.com/office/powerpoint/2010/main" val="1488015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6225A-662F-4B68-B676-28596216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6C0CD-FDE6-48D0-A1F2-61EABA55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산업 경력 · 모델보다 문제를 따라 이동했다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B7905-EAB7-4B52-BE65-DFDF64B7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1033E-B7AE-4364-8CF8-748152CA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85907-6D9B-4556-9072-444A8F26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144BF-56B0-4A56-A288-C3806E43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8A604-5EB7-45FA-A29D-3A291159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금융/ML → 의료/DL → 교육/LLM → 이커머스/Agent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697E9-DA74-4F74-ABDA-FF41CF09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68ED8-BB5B-4D8E-8C11-E7CE8EDD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에이젠글로벌 · 금융 AutoML·MLOps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86C56-2BDC-4DE1-82A0-A8348669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A4F39-AC6D-4B46-B93A-C30F580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아이넥스코퍼레이션 · 의료 실시간 영상 CVOps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01B27-752D-42F7-8678-FCBEB29C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F8AB6-75F7-4E6B-A634-8D419BC8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크레버스 · 교육 7만 명 평가 LLMOps·AICC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DB47F-0C15-4DEC-A22D-6561709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A10E8-393E-471E-BA2E-5FADD413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무신사 · 이커머스 Agentic AI 제품</a:t>
            </a:r>
          </a:p>
        </p:txBody>
      </p:sp>
    </p:spTree>
    <p:extLst>
      <p:ext uri="{BB962C8B-B14F-4D97-AF65-F5344CB8AC3E}">
        <p14:creationId xmlns:p14="http://schemas.microsoft.com/office/powerpoint/2010/main" val="1443334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FAB7A-A1C9-4321-A687-B7C329E7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FIELD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0C775-F987-4081-9E1C-2DDD2F73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LLMOps · 3-5일을 약 10초로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8023D-9F69-4B1D-831A-42AC36DC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8B3AF-82F3-4BED-A4AA-7DA7CB13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BDDC6-CEEA-4734-8A68-23F2CC06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62A2C-13C7-4E42-B3AE-8575B92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CCD69-8A6A-4972-BC3B-4801D630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852CB-7B62-49D4-89A9-5755F337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대규모 평가 자동화는 정확도만으로 끝나지 않았다.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EB01E-3DDA-4916-8FF5-138DE4DA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BD9F2-74E6-4F00-BAB6-0FB9CC59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7BFB-FB3A-477A-BE77-8C512C7B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기준 정렬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7BC37-FF7C-4AB9-A6AA-6DE445F7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30D51-7084-462E-8D30-3DCE7B42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평가와 품질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DD07D-5B5C-4935-84DF-7F4C64D6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573E1-7778-4312-BE6A-376BDA98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비용·시간·운영 예외를 함께 설계</a:t>
            </a:r>
          </a:p>
        </p:txBody>
      </p:sp>
    </p:spTree>
    <p:extLst>
      <p:ext uri="{BB962C8B-B14F-4D97-AF65-F5344CB8AC3E}">
        <p14:creationId xmlns:p14="http://schemas.microsoft.com/office/powerpoint/2010/main" val="483141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01FE4-D92C-46A5-973D-51804D00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94FDA-EFA1-4081-B727-26925F30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대학과 기업 AX를 잇는 수업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06FAA-65BD-4EB0-8AC6-680380A6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28E10-E472-4CA2-9B95-76F25CC3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E1EB5-707F-4C9A-B9F3-2D77D450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2A9FF-2205-4F96-AC2E-0F3F4B3E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22EE5-7A0F-421A-B93D-51D51DCC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DataAnalysis·ML·MLOps·LLMOps가 하나의 서비스 생애주기로 만난다.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F753C-6A03-491F-921B-6020DAB9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91C76-D1C1-4155-B2B6-1EF5489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서울시립대·아주대 겸임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BDD97-C584-42DB-BFEF-41B86F87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E82E7-10ED-44AC-B73B-6B0DC507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KT·Kakao 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0F926-6A54-4FE0-953B-FB5D6A55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7B7D9-E7B5-4FCA-8210-B6B59767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연구 AX·AI Native 멘토링·심사</a:t>
            </a:r>
          </a:p>
        </p:txBody>
      </p:sp>
    </p:spTree>
    <p:extLst>
      <p:ext uri="{BB962C8B-B14F-4D97-AF65-F5344CB8AC3E}">
        <p14:creationId xmlns:p14="http://schemas.microsoft.com/office/powerpoint/2010/main" val="878227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461A3-B4B5-4165-9400-3E55DD88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11283-50AE-402F-94B1-72766DF9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40시간 뒤 남아야 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65425-DA98-4771-A334-64BD3A7E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4EDFE-FC49-4186-94C9-683933D9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AD413-5FC5-4315-87F0-5A78A6FB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A22EF-CD19-49DD-801D-989BF318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3E09C-22D8-409D-9075-528B0207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6860E-C4F9-49F6-8C4D-A0776F71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“AI를 써봤다”가 아니라 “검증 가능한 업무 Agent를 운영했다”.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4FA66-9528-4034-87E8-4179FC4B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3C694-41E6-43C5-B9A9-5C8CE02A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5B492-5DF3-4979-BCC2-B17A0D12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STT·LLM·Tool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08D3F-844A-4FEB-A36A-BDC33408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2A2D7-44C5-4301-9C8E-905376EF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LangChain·LangGraph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2EBC0-2D14-4ACC-9C4F-69C3341D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29E7D-450D-4D6F-99B0-79C43F19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Approval·LangSmith·Git 증거</a:t>
            </a:r>
          </a:p>
        </p:txBody>
      </p:sp>
    </p:spTree>
    <p:extLst>
      <p:ext uri="{BB962C8B-B14F-4D97-AF65-F5344CB8AC3E}">
        <p14:creationId xmlns:p14="http://schemas.microsoft.com/office/powerpoint/2010/main" val="21082592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64C35-2466-4780-B41F-D86935AF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GLOBAL DEVELOPER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29E39-7D72-4DBE-8909-0E9AD55D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개발자 발표는 화면을 크게, 문장은 짧게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5E923-64EB-4244-814A-CA7C5673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5621D-1A8C-451A-9DCD-E335040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D926A-1CC7-448F-B84B-0E12348A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A5DEF-07F8-4310-8260-59634F32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661b0b7c046c1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5086350" cy="28575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5d5fa14214d60"/>
          <a:srcRect xmlns:a="http://schemas.openxmlformats.org/drawingml/2006/main" l="167" t="0" r="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1619250"/>
            <a:ext cx="569595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01959-D9B4-4526-BEC6-7B27AEB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FD83F-16FE-4BD9-807E-FD6EB8A0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16163-C110-4367-BEFA-FDD116F9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장 한 메시지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5ED37-197D-47D9-80E1-934A4D40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9D514-F6DC-4241-82B4-FEA66585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화면 우선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0BFE4-47F4-46A6-87F2-040D412B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C9102-2E7F-4DA8-B073-B1EBD00C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출처는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4028311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9E713-A3BF-4B8D-9189-EF2A2D47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DF66F-3B7D-4E8E-A3C1-DBFAFC66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 점심은 14시입니다 · 미리 양해 부탁드립니다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42AC8-584A-4C2F-A9B2-4EA6C93F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5BDD2-EB26-4893-863B-51E0725A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E646-41C7-4AB5-A059-EF99F92A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B044C-3AC9-404F-A5AE-93216781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E8D7A-2F31-49C4-86AA-BE624587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9A65E-BE4D-4A9A-87DA-D9507D5E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외부 일정으로 12-13시 점심을 드리지 못하게 되었다.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28FB5-FB48-463D-8E90-DD0C8E33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CFFD3-6E25-480B-9727-9480EE59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90ABB-D222-4188-B267-13D5D502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불편을 드려 죄송합니다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13BA6-CE84-4B18-BCB2-5404BD0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7A6AF-B07B-47A7-A8DE-F4B6EFF0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14-15시 점심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34DB2-1277-494B-996F-C6721768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872D7-110C-4ED3-AF30-CDDB67BA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휴식은 3시간 30분·2시간 20분·마지막 3시간 30분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776A6-7A1C-4B17-8886-66ABCBE1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618BD-6A4F-416D-B4A5-85F0FA52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17:30부터 Q&amp;A</a:t>
            </a:r>
          </a:p>
        </p:txBody>
      </p:sp>
    </p:spTree>
    <p:extLst>
      <p:ext uri="{BB962C8B-B14F-4D97-AF65-F5344CB8AC3E}">
        <p14:creationId xmlns:p14="http://schemas.microsoft.com/office/powerpoint/2010/main" val="4387963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708B5-891D-4608-816C-B11A70E8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4192D-FF3A-42B2-BC4F-BAEFDB1B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재직자와 구직자는 같은 기술을 다르게 증명한다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B548B-5DE0-40F2-9FE3-157A562B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F9073-22CB-48FA-A484-37C857FE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0FBA6-C7AE-416F-AE27-5959334B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26304-47BE-4214-AF2D-CC930FEC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7C1E6-24D6-4C4D-8A2D-E8D2F89F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재직자는 도입 통제, 구직자는 재현 가능한 포트폴리오를 강조한다.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31FE8-86F1-4DD7-AF95-F964CCF7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F1203-D584-47A4-9BD3-3B3F5F5F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재직자: 보안·업무시간·승인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07320-78D0-4B42-A679-D9E80456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AB864-A1E6-449F-BA38-FB1780CC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구직자: README·테스트·Git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79568-C6C2-4A3C-8298-96A6DF98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97F53-C6E0-41BD-AF07-E0D11A39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실제 demo</a:t>
            </a:r>
          </a:p>
        </p:txBody>
      </p:sp>
    </p:spTree>
    <p:extLst>
      <p:ext uri="{BB962C8B-B14F-4D97-AF65-F5344CB8AC3E}">
        <p14:creationId xmlns:p14="http://schemas.microsoft.com/office/powerpoint/2010/main" val="15800786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4087C-853A-426E-8D5F-DCC605C0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2587A-CB60-4633-8764-30A93BE5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운영 루프 · SEE-COPY-BREAK-PROVE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DA7FA-38AF-44A9-87E8-E1980362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5D1DF-5035-4D9E-8F78-17F4FED8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89E5C-8F75-43A2-B557-E1913C22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2C609-8457-4096-B130-B593CDE3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57AFD-2D9A-499E-A6A2-BE3536A5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F286B-D427-40A2-BC66-A9B5A20B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D64E3-4E07-494D-9A42-15086365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5AC40-A6A7-4E96-ACF2-10FF5677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강사의 완성 흐름을 먼저 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9C25D-24BA-4A8B-89D2-A01FAD02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05D12-0FA0-4803-B69B-20DAC06B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67F55-52FA-4811-BD01-DFC17690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EE632-2655-408B-B6CC-B12CEC0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최소 단위를 따라 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65159-944B-4E38-A9FD-C89BDBAC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B0634-8B53-4EB3-8C8B-D5F3DE19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12BB8-5529-4D43-9B30-522C7EBD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C09E6-DDF9-4508-BAD0-1A277684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실패를 의도적으로 만든다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4EE2A-E7C9-424E-81BF-A944AD50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48285-CC23-40C8-8076-F1253409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FAF63-0685-4291-BC70-80CBAD2F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DB300-DE4B-42FB-BD75-59534956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테스트·diff·설명으로 증명</a:t>
            </a:r>
          </a:p>
        </p:txBody>
      </p:sp>
    </p:spTree>
    <p:extLst>
      <p:ext uri="{BB962C8B-B14F-4D97-AF65-F5344CB8AC3E}">
        <p14:creationId xmlns:p14="http://schemas.microsoft.com/office/powerpoint/2010/main" val="5116389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69748-3D90-4F98-93D0-A861CB95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381EC-CE1B-47B9-ADD9-84A41A6D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시간의 장표 리듬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42E85-8989-4383-A0D8-1A141889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F2BBC-B119-4738-9243-05801BBC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EE0A0-47F6-4845-A625-ACC75697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29574-DB0E-40E3-BD36-28A839CD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06AB3-51AA-42DF-84DD-94C513E4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1D88D-2745-4582-A840-74C7244F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F4DE6-72E7-482B-9D8A-EB6CE1C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360E1-BF44-4D8E-8996-69B79E06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문제와 완료조건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74517-1653-4A4D-8B6B-1700B824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2C071-D04C-4046-BF98-0A507773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90F43-F086-44F1-BC62-267B961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E6D78-D87B-4C82-AC9A-7D451F76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장 한 주장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5E4D4-3553-4A78-8345-06938CF0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74F6D-E854-4094-8534-73BE13FA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330EB-8773-4F23-802D-D995A946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481E8-3950-4FEA-8CB9-689C237C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화면·코드 따라하기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6E3BC-0276-404D-AE99-6A02C181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96576-5006-4AA2-BDF3-9E1E98F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569DC-BC7F-4982-975B-029CB0BF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BD391-2F9D-4B23-B654-6FD1C1F0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분류와 checkpoint</a:t>
            </a:r>
          </a:p>
        </p:txBody>
      </p:sp>
    </p:spTree>
    <p:extLst>
      <p:ext uri="{BB962C8B-B14F-4D97-AF65-F5344CB8AC3E}">
        <p14:creationId xmlns:p14="http://schemas.microsoft.com/office/powerpoint/2010/main" val="8696714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41A51-7279-4176-A988-3B6EA807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264D4-83F0-4DAC-ABC4-4B9A423D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질문을 디버깅 정보로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EB6EC-4FFF-47E8-B845-87D09843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3311F-EBA5-4F44-B5B4-AF32FA1B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1F569-138D-4FC5-A8FB-61D7E3D7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B6429-9E1B-42EA-9946-24315B6E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2457-D3DF-4C23-8192-DC3835BF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5408A-03E7-4A6B-A921-73F5FBAA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FBE28-67BA-453D-A62D-E2AEA984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BB0BA-1D98-4151-BC4B-531A0DC9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보이는 문구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4499B-FC2D-44ED-88E0-FB49D64A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74C6C-7621-4131-939E-EE1EE20B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196F6-B870-419B-A6A4-08820C11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3C6B1-415A-4B9E-B69D-9C90E36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직전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982B6-48CB-4E41-A102-6EB22834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1B8FA-A7F8-447A-90B4-6721D58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90014-904A-4D76-A082-E5956EBF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A2238-3546-4771-BD1D-94CB4FF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OS·버전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23552-21EA-4E62-B89A-37239476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57E95-65DD-4FC9-A053-8A260615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7DD8B-507C-40B4-9140-91410CCD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FA210-27A2-40A2-896B-CD50B84F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나와야 할 결과</a:t>
            </a:r>
          </a:p>
        </p:txBody>
      </p:sp>
    </p:spTree>
    <p:extLst>
      <p:ext uri="{BB962C8B-B14F-4D97-AF65-F5344CB8AC3E}">
        <p14:creationId xmlns:p14="http://schemas.microsoft.com/office/powerpoint/2010/main" val="9150888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44879-4480-4E7E-B1EA-BC1AC8A6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DC3D1-5377-4936-8A1F-4B8A6284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속도 세 개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6F41B-7A6F-4EC3-B788-42FF1F2B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56179-2F96-4B84-9ED1-51940D1C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383B4-2A0D-4DE2-A098-7BEC4993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F8DC1-0489-4906-BA34-070E90E2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42E95-CA06-4B7C-9D94-BAF537DA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0654F-7A45-4D73-BB30-A3B16499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0CB86-AF34-48A8-9204-BF267085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BD53D-396A-43C8-A2FE-56FA043B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혼자 재실행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4D16E-6828-427E-A4EB-ED9659F4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BCFC6-02D9-4C1C-8351-45E7AC0A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4A052-300F-4B94-956B-32D99838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YELLOW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D842F-0425-4214-B549-11357B47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장표로 진행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01C12-105B-41E1-9091-FA00FC07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DC5E7-9B0F-44EA-A0F6-8F7E2835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3DCC8-7CAE-44BF-9170-9E283562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6F2C0-9B33-42F9-A7DB-14361D96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checkpoint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B28EF-C19F-401D-A652-0A5B02F8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F779D-A858-45F3-8F9F-EDDE2655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258B0-8154-4080-B0C3-3E9C6A7E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090CE-D02E-4860-A297-DA260343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심화 과제</a:t>
            </a:r>
          </a:p>
        </p:txBody>
      </p:sp>
    </p:spTree>
    <p:extLst>
      <p:ext uri="{BB962C8B-B14F-4D97-AF65-F5344CB8AC3E}">
        <p14:creationId xmlns:p14="http://schemas.microsoft.com/office/powerpoint/2010/main" val="1999114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B9975-357E-4D82-BF72-00033782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F19B5-560B-480A-9098-CEACCF50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82DFF-D59F-4C0F-8777-B3229721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439DB-88B7-4C68-9592-577173C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60910-706A-475C-B9EE-538AB7FA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5F544-5F4D-48ED-8813-555DACF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CB682-DCC4-4685-864C-701594FA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E262F-5A2B-4BF2-A02A-6F0CF6FB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BBA19-00C3-4046-9E56-01504A09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CDFB3-2723-48B8-A34A-77701DA3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산출물 존재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1E508-4DFD-4217-9493-9EFC2621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C019E-1195-4C9E-834D-C7DCCA6A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C4F65-8E6F-4083-B55F-50C02AD6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0EC4E-00A5-41D4-A16B-B2272F04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명령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384AC-64BB-438A-8FD5-A5412897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535A0-B6A8-46BD-B33D-FEF18403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FFAB2-4E26-4C7F-91AE-42CD58D2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18072-8DB5-4A08-B65B-18CDBDE4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test·schema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AF77B-59A7-4015-91B5-DF330676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97CE7-0836-4959-8617-78776AAC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AEDA6-D568-4757-8CC3-F0E92E28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3D13F-65F8-43B3-87C9-2AAF4AEF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안전한가</a:t>
            </a:r>
          </a:p>
        </p:txBody>
      </p:sp>
    </p:spTree>
    <p:extLst>
      <p:ext uri="{BB962C8B-B14F-4D97-AF65-F5344CB8AC3E}">
        <p14:creationId xmlns:p14="http://schemas.microsoft.com/office/powerpoint/2010/main" val="6296141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72C15-57F7-4A9D-8345-526F207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D465A-9E83-4C6A-8A06-110A874A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3DC71-C644-45B2-A115-AB0AC6D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62836-D7E2-497E-A7C1-C4EB5E0F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71167-324F-4CF8-AFD4-2FB72541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84D2E-6305-4580-81F1-9444D627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5FE42-CF0E-4367-8ADC-B762B86F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74B09-830E-4268-863C-29AF3961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F6BC7-27D2-4C19-AD49-DE2875A7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7D90A-BEE2-401A-97C6-9BDC3860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74D73-106C-4D8F-9EA2-452A6CBA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4BA0B-AECA-4555-A817-B6DDA2EE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D472A-C1DA-4837-9FD0-F52F5752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319DA-66E2-4877-AAAD-A9927B76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BF0E7-208C-4D2F-B805-C10CFAF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74A45-A3CC-4FF7-ADF5-D589B415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95629-D78E-40CD-9999-37E6415C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3C0C7-28DD-4C00-8D10-60F7AAF9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606EA-0034-4E47-B603-B5D47360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F4513-945D-4047-BB54-4E2E6FF4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91EC8-72C4-4F11-83F1-980759CE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A9B75-B82D-40E3-AA28-69AB00CA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71E69-D4C8-4DAF-81E1-EAE468C1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DEF4B-8780-4804-8B0F-E710A4F7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7976B-7A3E-445B-BEC8-84682E1C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154F66-ED90-43FB-B7D6-A9293AC6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AB8642-0D5F-41BE-A7FC-D1EFAA8E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64021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57335-24B4-460D-A0DA-955F2C5C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D941B-5B02-422B-BB7B-69F0BFF8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C3134-8832-459F-AE73-18A96438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06B4B-5D7E-438E-9E6C-C78801CD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D8DD8-DD1D-4784-8451-6CE243FC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5F138-A96F-49DF-9467-53D460A4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1FAA5-FD7E-4710-AAA3-2996A889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0E4A8-80D9-4A51-B123-A32A380D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CB2CF-5FF9-4A2F-99C1-0FED9A90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디렉터리에서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5556E-61CB-4A20-A614-1A1D75A7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BB25E-7ADA-441A-A695-560DF0E7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요구사항을 파일·테스트로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1F97A-656D-4C44-80FB-2C4B40FC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369FC-F510-414E-83D7-03429AEF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diff와 명령 결과를 사람이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60DF4-2455-457F-A600-8E66ACA4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53AD5-7D3A-44FB-B8A0-308F6FC2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A5191-AB76-4EB0-84EB-F4BDB977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ccfdb58c649b8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FAA40-91DC-4876-99B3-F82F1189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20738401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0AE56-5B7B-4BDE-A657-0771A9D7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3371C-695F-4A53-9610-5F7BB03C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3C539-9F4E-4FC0-9F95-0A85378F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33B01-1191-467D-88E4-F5A525F3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01E14-D24A-4B65-8E64-8F08D7FA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C1CF9-AE1C-4AC8-966C-E0B6BC39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5E7E9-032B-4824-8C35-255D7EB2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F2BB2-C64A-4FA7-8C9B-62775716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F0AA1-06F2-466A-99E2-361D4CA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코드베이스 맥락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36F4F-D0B9-417F-BCE8-2467F149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AFA5D-B7C8-4A0D-B073-2BD7E377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작업을 작은 단계로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8C5BB-1160-41B6-A1B6-CB567EBC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CBE45-530B-4B13-B58A-AD2D6C47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변경·테스트·설명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865E6-FE71-4CC4-96E4-9D419EFA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52353-299F-4C0B-9DC8-C5820CD1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3577F-9AF0-4B51-B92B-EC1416B1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800a8463e487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0513E-636D-4CA9-9814-EFDD8956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19745516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A38A5-F71C-4E9C-AD99-68CD53D2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E9BA9-1521-46E8-BB1E-6B8B23A4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E6852-EE15-4AFF-8A63-E6A58A18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9F2A2-8D7B-4BF8-A108-D6D81E23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FCB89-F0D1-49DC-8299-83A9176A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2BEAB-B021-4BCA-9A74-FE8446C2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3C521-6BB9-4437-9192-9D89B02F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3F245-70E4-43E3-A80F-E790CF9D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78AC4-DC95-4B87-98A0-BB9ADC5D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src·tests·materials를 먼저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EDB0C-5362-4AAE-B064-3F28D996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E2DE6-79F8-4552-A202-DFEDB096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.env는 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F571A-87F5-4C9C-956E-9652FCC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25A5A-6765-4C93-965D-22857877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폴더 구조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8460C-856D-49AC-A492-18084FCC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BCC6C-0FA1-4235-97DE-35EB1276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D1D1A-6630-4AFF-83A7-38194012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7504d02b54bdc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E64F5-8638-4C7D-92A7-BB87B006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15510419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55F50-DF16-41A7-B23D-98EA4FEC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DEC47-BF37-4714-BB36-85D39FC2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9962D-5CD8-4778-9D07-A3FB1911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31A45-4566-42EE-95C0-0F920284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176B3-54F9-4705-A088-4450B12F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AE84B-8F4F-44B6-97CB-60A1607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18976-BE12-49D8-839B-05AAF63A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D8464-BB0A-4CBF-B3E0-CAF70E7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F2D6F-4557-4A9D-89F7-74D7ED31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처음에는 framework 없이 제어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933E6-3EF8-4363-A8C8-D9362CC4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C1509-3B79-46FA-8D98-1F19E39D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읽기 도구만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BB53F-BF4D-433C-9FFD-90B8E87F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A3A50-7BCD-4741-A86C-CF43FDA6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결과 객체로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37688-B4AA-4CE6-8CA6-E753D2B5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C93A9-DDF0-4870-B1A1-819F0137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064EA-A363-478A-A9D9-09654455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c5022df2f4f87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A7A88-8ECE-49F1-BC48-6AE77EA7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5252691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FF295-3A1C-4D03-86EE-E24CEE8C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9B8AC-02FA-4D97-9C03-13AC7906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6C96B-7839-40DA-AAFC-0B3E70D6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A30D6-DD23-40EB-9E65-C03310EA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91BB3-51C1-4F56-A8FC-46A574E9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AA8A9-6BDC-4F53-A182-A7DFC242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3F542-407D-4C5D-9A47-00753260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4E5D0-291C-4BFB-859B-F26DCDAD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한 문장으로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469AB-D74F-4E24-83ED-DE0FA7BA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5057C-7CFD-4440-886D-834D527A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입력·출력 형식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21EFC-F30D-4C79-B287-0F0E714A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7E467-54FB-419F-A9A7-DD16B4AD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행동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02006-9B29-4F41-BA43-AC5C56C9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58599-1A4B-4D9D-9A04-227BC040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완료 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846C9-22EB-42EF-B1FD-F7BB3B2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DB6FF-D5CD-45A6-8C35-69EFAF72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AC707-5D1C-4933-9C4A-EFB6A651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10947351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E4757-48BC-4FBB-B4BD-0528E0A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A0DE2-6191-4075-A9A5-2FCFF5A5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D8D96-3C6A-4F74-9E86-5CC641C3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27C13-6D61-4317-B8F9-781C1D22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7A723-4A50-4D88-A278-81F83E77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B276D-DFB7-4257-8C2F-7F8950B4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4A449-3F67-4AB9-AB12-3340A196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5836B-8048-443B-9733-94007E81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판단과 실행을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76B14-DCD9-49B8-BD51-EAF45C80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B2878-76B9-42E6-9700-14E667A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 step 결과 관찰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15C60-6001-49EB-87A3-0751CA39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2C0CD-436B-431F-B5DB-4AD936B5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반복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2AD04-F5A5-4497-887C-4313E385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75DAE-4D5A-4BC7-995C-8FFE21D7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state로 감사 가능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5874D-27C6-475C-A0C3-9BBCDF3F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E4DE0-1386-404B-BB1A-AD094965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AE7EC-22BA-45AF-BEA4-EA955553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20974026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FFCC3-2D8D-4241-9485-72DB506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40D15-1A42-4218-A4C5-C604141A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3941C-B5D9-4413-ACFC-F1498A64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86A16-67A3-4058-93C6-C940101B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2C7CD-9E0B-4479-BCB0-272A924E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9043C-BF2C-4C1E-AE14-365BDD3B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0DF73-3EEC-431E-8AAF-6E8E8C70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C549E-C8BE-4344-810C-90B0E3C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44A1B-F341-4583-B3F3-B6EE0B44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3B32E-B380-4B6E-9E34-FBB46C52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3E260-E8C6-4EDF-8EC0-3C9237AC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28BDF-DBE3-42BC-812B-D77B8989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BCB18-55E9-41BF-905F-D57B0B5E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E7C5A-1A57-4F4C-A5ED-883E3C61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 가능한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D7406-F961-4FC3-8B0C-B3E3E615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334CB-3E40-40CA-8F09-590B3702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770B4-059C-4766-BF71-30017839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success: 9 passed</a:t>
            </a:r>
          </a:p>
        </p:txBody>
      </p:sp>
    </p:spTree>
    <p:extLst>
      <p:ext uri="{BB962C8B-B14F-4D97-AF65-F5344CB8AC3E}">
        <p14:creationId xmlns:p14="http://schemas.microsoft.com/office/powerpoint/2010/main" val="2348004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78563-CD00-436A-AC38-8A0B73C7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2FA9B-AD80-4BF0-B62A-29C18791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389C8-615A-4EF6-899B-4094AD1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C18B6-E40A-488D-BE73-4A7021EB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B78F1-5315-4320-B9B7-126FC291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9B633-5D81-4486-984C-9DD5A725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5D5BC-B463-4E74-AB7A-EA4B0E7B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2B974-934B-4CD0-AA0F-D80326D4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코드와 데이터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F357F-A590-45F3-B717-18A4B5C8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594D0-EB18-4C12-99F3-FEC50610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노트북과 모듈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7D887-F314-4019-8AE5-BCB23F80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8A760-2197-4C98-9845-92E8054E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테스트를 1급 산출물로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29355-A3E9-40CB-851A-6CA9A170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E514C-8647-412A-B199-7785E14C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장표와 파일명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58FC8-F912-4F51-BDB4-5EC5B50D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3A428-1F4A-4C56-93D5-72625C28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F1F0C-43E7-4732-BC94-E526F34E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1406026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1889A-C146-4F97-BE88-9E75BA80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854DB-6714-4A54-9706-4A164840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완성보다 작은 checkpoint를 먼저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C2F97-F56D-4663-8751-08162151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93EB4-FED2-46B5-8579-9F01EA50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4FB02-6C93-4842-AD32-37801BDB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69AE9-99B3-457C-B2A7-EC870189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4C9FE-0118-452F-B629-2D0269C0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C530A-D1B0-4E0C-B691-E0598AA9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화면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9B78C-EDE2-4F0F-BE74-2AF05A81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C5501-1ADD-47D6-8DFC-650936E7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확인 명령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9A5EB-653A-4CA2-8274-5423BA85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4FC5A-9301-4FF6-9127-48B21B68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대체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443F2-D037-40DE-A24B-D8159544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906EE-F4D9-44A2-80FB-F5F3DACF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지원 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7C433-0D09-41E2-A87B-6CE2F5E9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B7FB5-B449-4335-9084-4832F5D5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A6EBD-D7AD-48D5-854D-5F0B2CE4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checkpoint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"name": "day1-env-ready",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"command": "python3 --version",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"expected": "3.10+",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"fallback": "provided fixture"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01657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9283E-7BC1-4DBE-8D46-14031E95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D4A14-2A8C-42D8-83D7-59AFBC24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내 반복 업무 한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420CA-8A08-454E-890C-8110B5AF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D11F5-7AFF-4AD3-99CD-F48451E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91796-B305-4161-B2F3-0B116330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457C-8EAF-4A6D-9BD8-9B975DE6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F19BD-0340-4488-B277-4FE8269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4A9C6-14DB-4176-A27E-3F291526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0A6BF-FC0F-45C5-AE53-076AC86C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0577E-8AE6-4794-AE45-C240E137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B8338-B81F-4C98-961F-903787C0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BC0FB-D8B9-4924-B44B-6C00767B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매주 반복하는 입력을 하나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0C996-02C2-4828-928D-0436318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64BAE-C63E-4A98-B350-8E520B34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F2DF4-C681-473A-A744-C1D9BE08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결과를 받는 사람을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F5703-8106-4F73-BD03-368008E2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8FF2A-469B-48C8-98CF-C8C7E57D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9C46B-CAE5-4DC8-9FE7-87EC3CDB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실패했을 때 피해를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D4905-1839-4762-9908-B9B45B48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852E4-DA18-46C6-B5AC-411DAEEB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366EA-D753-4E5F-AA13-586E46E6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해도 되는 범위를 한 줄로 제한한다.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71842-CE4F-4953-8DCD-9E944683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3CD5E-7ECD-4964-8123-8D9170F8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09358-AD78-4783-A0D5-C97B019F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문제 문장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509139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B82C6-3A3C-4AD7-B047-AAB66AA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003CE-2E4C-41CC-B94C-26BF0837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재직자/구직자 트랙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85333-DFD6-4225-AF32-E79A838F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772B9-5B01-48A1-9A34-7F698D37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8C27B-5524-4630-BAE7-076BD75B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D7F60-4C39-43AB-AED1-8684D795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26BB8-D407-4531-AEA1-2B5623B0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FC076-84DB-477B-8394-51BB15B4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34652-5AC3-43DC-8DC9-B6B0A08F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8FC0A-1412-4B43-9FB8-251A60EA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8BDB3-4656-46E3-AEB2-4D0F9E2D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6D56B-96E3-4B0C-8442-4657DCA8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재직자는 공개 가능한 업무 추상화를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0B742-CC54-4B07-A95F-408187E9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55808-2B22-417F-A722-F4C7B670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0CC24-2C14-4280-B554-ECA6C4D3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구직자는 공개 데이터 사례를 고른다.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5CB70-63D9-47A1-B2AE-B1659A92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1E370-C6BC-4459-BD48-EB2EFCB7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83F27-BFD3-4AED-BB23-4933456B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발표 형식을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C8161-69FB-43FD-9538-5F65BC21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08B5A-995D-48EC-98E7-C0D7A1E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7BEDB-E295-497C-9556-6EDFD67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짝에게 선택 이유를 30초 설명한다.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A35E0-49BA-40D9-A413-C9391C84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83CF4-AEB8-4E68-BD5B-5E465D96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439C1-1F4F-46B7-A605-02C76A49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트랙 카드 + 발표 목표</a:t>
            </a:r>
          </a:p>
        </p:txBody>
      </p:sp>
    </p:spTree>
    <p:extLst>
      <p:ext uri="{BB962C8B-B14F-4D97-AF65-F5344CB8AC3E}">
        <p14:creationId xmlns:p14="http://schemas.microsoft.com/office/powerpoint/2010/main" val="3986008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EEDAA-AE63-41FE-8093-F1E389FA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BB784-1A7B-43A6-A424-B6CCEC5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3EAAB-5BA4-4003-806D-27115176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D718B-99CA-4F3E-925F-089AB1D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A8FA4-7C73-4C32-9EE2-D35B20C5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3EDA6-D343-4D15-8BAC-46B27E8F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B720F-76B7-4D56-BF38-FB3F7FC2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85AFA-CB3B-473F-B247-30589E45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D1CB8-3B2B-479A-B544-15DA8F1B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BC9B4-C291-4D0D-B1C8-38E603B7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B6146-F6D1-4CC5-A82B-87A846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90438-56C9-4F1B-A356-17A26975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CF574-69E8-46A3-B681-797E3B14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FE21F-65C5-4C73-BE81-640C3F7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EECEC4-9CE6-404B-9B9D-46A98A2D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보여줄 출력 JSON을 그린다.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F3864-8980-43B0-A688-5480F732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91C19-F424-4D96-A0A6-CC57205A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FFBF5-90C5-4AF2-B853-C3960369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승인할 지점을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38369-F9B8-4D48-89D3-93E1CB3E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83266-7B99-4D6C-927C-15473432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25F24-3544-4D9B-853E-94A464D8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LangSmith에서 보고 싶은 실패를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0E3D7-59B5-4BF2-AEE4-E6D746B4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11A8D0-3F04-4402-B39A-B58BC89C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E09A9-25FE-4237-91F5-1A9631CA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4514332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85278-8D81-4828-ACE1-E4FB24E5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A0159-D85E-4060-9878-388DA962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FC6FA-15E4-4D28-B238-22891055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ED616-B093-4425-9322-3E2DFA14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1FA34-EB58-4C07-A4D7-48CE28BE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3F691-3F33-43AF-B0CB-C833A9C5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B8270-3FF0-4075-8EA1-1440EB4A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C920A-9F80-45E7-AE4A-D49006E8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B3F09-AF7A-4FBF-9F49-8997A402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10878-393B-48C7-835F-9169251A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9B42A-4C80-4C14-AAFF-F4DACAF0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3C89C-8D2F-46A3-900D-F3D88BCD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C2B6F-E254-43A8-9DCA-B7BE60DA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B74A3-4A35-4285-AC82-62AF9FD4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5E385-27EF-4A47-84EA-5ED0A2A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여부를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80559-3279-4D0E-911F-270F7171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68CDE-3A9F-4CE1-9BAE-0472F6C5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0ACE7-CD55-4E00-BA7C-A26764CC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RAM·디스크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D97B5-BAD0-41D0-8D01-71EFF073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3707D-8D40-404C-83A0-5A3BED4C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A09C4-C864-40AE-9DDD-3D0D34BC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GREEN/YELLOW/RED lane을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8CB87B-CA51-4862-A89F-68303376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EB13E-071D-4C06-BF13-DDFC96FE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81F6F-A4DC-41B6-82B8-7FBE0D4F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155710531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F4520-757B-4766-8C94-F3BA4BC2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CF889-6D71-48EF-B785-F9BAC7FA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9BB22-7A9F-40F9-BE0B-5934E177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62336-D69D-4126-9EEE-D4584874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01A1E-2ADE-444F-98B8-C06063C7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D07B8-076D-4415-88BF-BCA69F5D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BFB8F-2AA4-46E6-B962-773E1EAF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DC972-47F2-46D8-BE95-356EF60C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1AF75-A6CF-4460-9D6F-2C734838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8771D-22F8-439E-AD3B-B64C7926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204CB-3766-4ED9-8264-40965E5C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751A6-097A-4DAF-8743-EBB4C087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39393-6225-4BBE-AA4B-2A1AD135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63C32-7E7A-454B-BE36-7EA52829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0744D-D15A-4AE6-82DB-D0CB7D0D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1F58B-AA12-4090-BDB1-2A478DA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C922F-EC6D-4699-83AA-1B075642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1183F-084B-406B-9749-D01C84A5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39BFC-5C34-4499-97BB-B7D1E642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040DF-1374-45E8-A597-E7226781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AA213-F533-4855-91D5-C7A2348D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0A396-3E56-4EB0-ACA0-6F908942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706E4-4B08-4390-A719-5642A0FD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47F8A-FE82-40B3-8229-123B389A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E1757-7810-4058-B3E1-ACE47B51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89460784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8DFBA-CAD3-4B02-A177-9DE2266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A2D3E-4836-4A3D-98BC-D80AA90C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B68A0-07F1-45FE-9F54-65215830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CBF1F-99D8-433C-AAA4-29851680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B8D43-5B58-4C87-88E1-52E5E7B6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64F44-99CF-4D27-8998-73B50C9C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21FCE-2A60-4DD3-90DA-751536CE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7AEFB-63CD-4B87-8FE3-04B3B609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A8564-1229-4FC0-AE1C-F9C9497B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0C670-EB04-431D-A860-2658C145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69CEA-1369-4EDC-A9F4-2A4BD82A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D4206-80FF-410F-8D22-3E087B23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EA86C-91D8-4BA0-A0BA-AA120D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1D025-6E79-4BC9-8CE4-CBC7B560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3E1B9-A103-4E69-8B5A-AD4107F2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5D845-5A68-4454-9B60-7F6D68E8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E485C-5CDE-491C-A154-93FD1175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ED594-0702-47E3-9421-8A1F7528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9011C-CAE7-4971-A5FB-9366A584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6F6ED-5AE0-4195-9C3F-FC504322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BFCF5-3C96-42AC-8DCB-D90F5843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E664F-9A9D-490A-AA55-D20A585A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6B659-39E7-4847-BF74-11FBA1DB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639BD-62F2-496D-94BD-A26CA0A6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ABDE6-7CDF-47DB-AB01-D2FBE608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1375612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71C34-0AB4-4853-B519-523E2F89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174DC-B294-4846-BFEF-7A7DBFF8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62001-85D0-4320-83D1-79455150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B6058-FEB0-41BA-820F-1D11E5D4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2302A-3D4A-4D76-88BB-3CA010E0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FFD84-BC7E-4E16-9991-983E6495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61B91-F6D6-4ED7-9A98-E2404EE2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A8E13-2024-46F3-AE2B-432C7F3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9E4A3-B1E9-4F4F-9F31-6041C532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BD50E-990B-4124-9670-D1D96537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2D0CA-7679-4198-BEB3-A352C980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61ABD-77C9-4481-A9F4-49D56425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84052-013C-480B-B613-1FA86580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99441-17BA-4644-BAFF-2225EF8A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05A73-D1B6-493C-87C3-E9278B3E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57407-0133-4000-8FCB-5BDFF7AF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C301A-BE35-466D-8298-38C01188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D642A-7634-496C-8090-46F79702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8623B-A2F1-4456-9714-343F76CA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BB1CB-30AD-4D4C-B2FE-CC0F9DC9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4A9B1-A480-4977-A586-84DFB706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01295-0B7A-4ABB-9F1B-8B482E4A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5BDB76-BB88-45FC-BF8A-7BE82D35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E804F-CB0D-42FC-BC64-CE7EB3B1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B9BC7-AA45-4F1A-B43F-1FE29AED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15110386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6CC94-5558-4D23-B376-F105E136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ED512-5D23-4A26-A0CA-A383F1C8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8F504-A630-4913-81C3-7A14AA39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15684-09D7-47F5-874E-227D8A6A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879C3-ED90-4A61-93F9-8FC88BD7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5ADB6-D4F3-4AB3-8C3C-2A2C376E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A1532-8A26-4A2F-A13D-F9976B1A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7FEF2-526A-45D0-A3BB-DBDC4AA3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3ED6A-AD47-4A80-8C53-AB3AFD7B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7FFEA-7E60-43E7-9FC0-EDEF589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E3CC2-52D2-4721-8634-787C2F04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9A330-8FC4-43C7-9FCD-674D92E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54B08-EF06-4CB2-AE03-0403B18E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DBD35-7231-4C19-85E4-268F0763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75BCA-BC62-4C53-9075-C120B123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09501-73C8-44D0-9E74-C3637BB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8FEB7-FC74-4834-9C92-75F77F51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277D6-5425-4C2C-9902-7F015B78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A3DD1-2241-46B6-AA8D-7DB861D9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648B6-3D54-475B-A387-D97EA6E2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96ACE-D373-4A3B-8A90-C10EACD8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4FB10-C0A4-40D6-84E4-59A8DFE2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03934-7589-4DD1-85A4-A95753F6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B412B-BAF2-4956-941E-62D8E31D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95087-5B71-4305-805F-397046CD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17756560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DCFF8-B9B1-4786-A4D5-C7C520BA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6482D-9679-460B-A5EC-C0F9113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 · 첫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39419-2086-4F66-B091-7ED050EF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9F7CE-8A67-4643-9A6A-7020DD0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ECCC1-E775-4F39-9A1E-E7008F1D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5E909-615C-4959-A09E-E5171C11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E048E-86BB-414B-856C-A201A76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A4EAE-7A32-4E51-AE46-31EC5283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A6699-B632-4378-AE9D-C71D5485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D809B-ED5A-4C20-BB56-23FA1517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내가 만들 제품을 한 문장으로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12E97-BBEF-4665-B88A-0BAD035C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46489-E943-45F7-B26E-E325C62D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84EAC-2FAC-455B-A0C4-6A04C920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Chatbot과 Agent의 차이를 “도구·상태·검증”으로 설명할 수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C6ED6-489C-455F-B8F1-B1DF7429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1182B-927C-4402-B427-63548902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2F09D-B101-4DFC-AFFC-18D077E0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14시와 묶음 휴식 운영을 기억하는가?</a:t>
            </a:r>
          </a:p>
        </p:txBody>
      </p:sp>
    </p:spTree>
    <p:extLst>
      <p:ext uri="{BB962C8B-B14F-4D97-AF65-F5344CB8AC3E}">
        <p14:creationId xmlns:p14="http://schemas.microsoft.com/office/powerpoint/2010/main" val="11535756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17246-580D-43D6-8C80-B5BD2C51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60FA3-14A5-4147-9574-982AF285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17A0C-98AB-4D80-BA16-2CDA57F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Tool Calling의 안전 경계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548DB-24BD-43D5-9CBC-6B6C859B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모델이 만든 호출을 바로 실행하지 않고 schema·권한·정책·오류로 감쌉니다.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4BB4C-587F-4596-9D76-A57A9B3B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3FF14-9421-4DEA-96E5-6DB2B800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Tool schema · SafeToolExecutor · 정상/실패 테스트</a:t>
            </a:r>
          </a:p>
        </p:txBody>
      </p:sp>
    </p:spTree>
    <p:extLst>
      <p:ext uri="{BB962C8B-B14F-4D97-AF65-F5344CB8AC3E}">
        <p14:creationId xmlns:p14="http://schemas.microsoft.com/office/powerpoint/2010/main" val="92873400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A592A-C29A-4283-BCCA-4D778F01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A6D32-D070-43A4-93FE-F3D3A8D6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09:00-12:00 · PART 2/3 · 여기까지 만들면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A5705-1828-4672-8BB0-16074188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60B00-A6D1-4C8E-BC78-528556F9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3167C-9C7B-4625-A518-5B539718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7022A-DD53-4141-9512-1313AB0D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0F1E0-6B2E-47DD-8B71-0961A1D1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도구와 인자만 실행하고, 모든 실패를 재현 가능한 error_code로 돌려주는 계약을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FF267-1708-47E8-A346-BD66BF96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F17EE-B88B-49D1-BEE5-ED461B59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08C8E-CD36-4E17-844E-55D91EA1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5A8A0-05C8-4EDE-91D3-A4A0D0FC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4DE55-2585-4ADC-8E11-28694092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9E52B-0CBC-4749-90C0-D30046B5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1EC18-9459-4B26-95DA-79392D7F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776EC-487C-4A19-B4E2-EBB9EC9E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EF746-A35B-4009-A8D1-B5CC36EA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F1658-3637-49EF-8A0C-56B68E84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06F23-B445-4A82-B7FB-CFCA4B60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71A5A-2534-4720-AE18-36AAD844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5C973-053D-4F3F-A444-B6E3E496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5790F-812D-443A-B905-3796E19B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C5837-D05E-4AA0-B7B4-AB40EDF4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210931279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84B79-C514-41FC-B174-1542BC79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Structured Tool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9CF10-D14F-4320-A5A6-A7E3A07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5A9FB-5B8B-46F8-9D6D-1A44608F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8AFC3-D0F1-4EE3-A279-26D78A29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53CE0-3002-4564-A5EC-2D8468FD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330E6-59C0-4013-ADED-A9DC75B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107F1-29C0-4E5E-8A5E-80E9C528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918A0-34C5-4909-969E-3ECC5A75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FC5FB-3F89-4784-877E-8668C363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자유문장 대신 도구 이름과 인자를 구조화해 요청하는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D5955-9AAB-4E55-99D4-2ECE05F6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B34D9-ED84-4788-BE70-86A2D6AC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4606D-6729-4FBB-A6AF-592EA586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2568D-3CFD-4FA3-88BA-E4B5CD57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파일·API·DB 접근을 허용된 행동으로 제한할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91025-2828-4906-AF90-FE4FD435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59A03-885D-4B82-811B-335B8A28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3A046-2AA5-454B-BB3E-225D8BFD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7781B-3198-4357-AF99-AAD0F85D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read_public_text(path=...) 요청을 만들고 실행기는 따로 검증한다.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A4606-8E7F-406D-8950-E9C1611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217859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ED2E2-3C02-46CA-ACCC-A13DDDF2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5EB71-8017-4FC7-9AA3-2AB75D0D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33C12-A1C8-4DC6-87EB-4DB9E0C3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4A338-0606-414A-AF85-996FDDD2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91345-340B-490F-94C5-CCDF6A0C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9003C-37F3-49E5-98B7-5860EBEC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9A7B3-7728-4C7E-AD8B-8BA3E2C7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D9470-29C3-4198-BD5E-926FBD3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3B5FC-468B-4841-B395-28DDD01B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입력과 출력에 어떤 필드가 필요하고 어떤 타입인지 정한 계약이다.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43820-7010-4A8B-975B-2357E4A5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C6449-DDF2-4482-B417-FE0970F6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66097-ACB2-4913-B79B-E51A93B2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97F1E-CBA1-4335-9CD7-8B8E2E20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출력이 흔들려도 프로그램이 처리할 수 있는 경계를 만듭니다.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E2094-34CC-45F9-9A7F-DF76E50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8264E-C62B-40BF-9FED-B427F92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BAFE6-C8F3-4F47-A46F-8089EFA7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80900-D68C-49E0-8158-64410A54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path는 문자열, action_items는 배열, due는 날짜 또는 null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D3D26-BC12-42F2-ABA1-9F97E256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441762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EB4B1-F613-454E-85EE-1FD29D8A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Contract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34C1A-76C4-4EAF-AF7F-FAD1ED50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EF4F5-B649-4738-B7FD-1392C5B8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2993D-1929-4235-BB80-7901BA31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EA5E4-37FF-4D86-83DB-1882713B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7D267-BA52-4CBB-8AB7-15A60066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08BB6-EC08-4883-A2B6-7DAECF46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87440-AC11-4448-9338-A52FD7C9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36DCA-F661-43AD-939B-ED04E147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입력이 Schema와 정책을 지키는지 검사하는 단계이다.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FA30A-E6E2-45E2-9638-28131C44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21255-66DA-4070-B3E8-0F99AA1D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E81F6-CD5E-45B9-B7E9-80443FDE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C3653-0B3A-4673-8CDB-C8598404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잘못된 경로·누락 필드·허용되지 않은 도구를 실제 실행 전에 막습니다.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CCAA9-2D6A-463C-87A1-077C5DF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5D836-9493-4FB8-8B3B-EC761A20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4B3D4-E282-4C7B-8868-7DE83EC7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388F9-495E-4938-9DC9-BECACDB6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확장자가 txt/md가 아니면 validation_error로 중단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A0F1C-05F8-4D1F-90C9-6BEF2F0D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004485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FAC58-CAEC-4F26-BC01-01E56BF5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External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1CD2-94BB-44D5-9CD7-4DEAD73A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3153E-4B54-4F35-95F2-E84B4C7D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9512F-425E-4400-9B07-005C4674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9FD60-A592-48CD-AE84-D72AE6BF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B0560-4AE6-435A-B986-31578789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2B58F-0043-4A39-B98D-6A8C3D7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C5424-EE8B-4FA6-8EE8-3381D335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6165E-249C-4CD1-9111-F1BC5AA4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쓰기·메일 발송·DB 변경처럼 외부 상태를 바꾸는 행동이다.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6FA8C-B756-4080-B4BD-4B1F66F4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91B09-EABD-4A9F-9DE1-2CBABF2E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15F7C-73DF-44D3-92CE-F1FE5BD7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23A11-29DD-4000-8FA9-70221D19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후 재시도하면 중복 실행될 수 있어 승인과 중복 방지가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03A06-2239-4E8D-805F-8ACA0F0B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C1669-7395-4914-82F3-7CD92642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5745A-18E6-4271-B50F-7D3399BF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70DA8-BE53-4FEB-A186-B0F3740F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요약을 Slack에 게시하는 행동은 승인 뒤 한 번만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85174-90C3-47A8-9EFE-4475F58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233196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12195-B721-4612-94C4-A4E8C0E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14906-04CA-44C2-860F-2DE6538E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Calling은 실행 권한의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6CFB6-1122-4D39-9FB4-4DF605D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11369-38E2-4E46-8CDD-41CD3C01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17F78-BD7E-46E8-AE96-76465B5E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EB121-B55A-45A8-BEF9-BD76E910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A5C5A-376F-46E0-9B56-0AAC4031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AA4E5-8192-476D-83B7-7A954671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제안일 뿐, 실행 허가는 애플리케이션이 결정한다.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c20d4eb0b4bf0">
            <a:extLst>
              <a:ext uri="{96DAC541-7B7A-43D3-8B79-37D633B846F1}">
                <asvg:svgBlip xmlns:asvg="http://schemas.microsoft.com/office/drawing/2016/SVG/main" r:embed="Rea8be398c3254d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8B5C3-A925-4EDE-BAA9-9BEFA8BE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FBAC3-69FF-4C86-B2C1-EE4A55CE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CB0E5-FAF0-4502-9A05-B50B2077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name·description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661AB-A157-418D-8524-3A34628C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CCF1D-BD4A-4D61-A926-0A443C61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arguments 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20933-0197-4A0B-A6E8-0EF0FA4C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22ACD-17D7-4A99-BC24-CBE6AAC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allowlist·policy</a:t>
            </a:r>
          </a:p>
        </p:txBody>
      </p:sp>
    </p:spTree>
    <p:extLst>
      <p:ext uri="{BB962C8B-B14F-4D97-AF65-F5344CB8AC3E}">
        <p14:creationId xmlns:p14="http://schemas.microsoft.com/office/powerpoint/2010/main" val="205031560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23F16-1CD9-40CE-9C29-198CB83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0A79E-5A8F-485D-B1F6-50030A53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Schema는 문서이자 방화벽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D4DD4-DDBB-4714-B547-3DFB31C3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6A25D-28B9-43D8-BB32-5D7FCEDF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C7422-4892-4D59-8AF3-5553F508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1F5DB-E402-4367-86AC-C35C1A67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BD908-3734-4B3E-A473-B808350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 필드·타입·열거값·추가 필드 금지를 코드로 고정한다.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83271-C815-4662-ACD1-EB9EDB37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A31AC-536C-4090-9E2B-80B30784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44B84-F500-4576-9B22-57484570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1B8B9-A254-4BA1-96B5-36F6A92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type·enum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7FF63-6833-475E-BB39-63A967CD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F0268-8280-45FB-8EB9-2AE7BC8A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173282176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7C764-2C58-427B-9169-BCD6349E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33C3F-3732-4311-9659-31E33EB6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Registry가 실행 가능한 세계를 제한한다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48229-0872-4FAA-9597-76D59306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6F7A3-E724-492A-A991-8C1F6375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AF347-A842-4573-924E-C3AADEFE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E0BC5-6BFE-4CA2-8B73-35ED1B00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61B6F-2711-47D2-A20B-A4515F3F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B7EB5-9FA5-4A6B-9395-1A9EE454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아는 도구와 실제로 등록된 도구를 분리한다.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96F42-E6FE-4FBF-9EE2-56E435A2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5EC50-3C44-4BEE-B190-0C51C698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D3071-7256-411A-8D42-760AF5C2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TOOL_SCHEMAS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0483E-4F83-45A8-A5B0-AFCFD81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8EC53-5493-46BA-B9B6-8EE812E0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9E74C-1936-4BB3-9FAE-1BF4D8E9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090C3-18BE-4E0C-830B-375E094E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101406342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03F33-6FC6-4C09-8AA9-20EE234B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676C0-EF1B-495B-8998-0F398F09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권한은 기능을 줄이는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55D9B-CA02-4198-93C3-4C0E277C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9D317-05C4-4407-ABB3-3FE8F79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3C279-AAEB-4DD6-9E90-752CA590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4DF6D-AEEB-49B8-A128-F7642757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6147C-C91B-432D-8F42-755E51E9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범용 shell보다 목적별 좁은 도구가 더 안전하고 평가하기 쉽다.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78481-60A7-48B8-8BA4-2F58784D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10BEF-178A-464B-843C-68BF754F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F405C-69D3-400A-BDE8-F583B641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667C9-2F56-4738-9A57-61D5CE23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확장자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3C93F-1A19-41A7-9463-7DCD31AA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FA82D-2FE4-4DE7-9B1F-C5CAB588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workspace 경계</a:t>
            </a:r>
          </a:p>
        </p:txBody>
      </p:sp>
    </p:spTree>
    <p:extLst>
      <p:ext uri="{BB962C8B-B14F-4D97-AF65-F5344CB8AC3E}">
        <p14:creationId xmlns:p14="http://schemas.microsoft.com/office/powerpoint/2010/main" val="79730608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16508-6A3F-4A2B-8D47-E4C7AFD1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7C374-1B41-490E-A013-F6059085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Validation은 실행 전에 끝낸다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B3A4B-D1DB-4EB3-A3A8-344F026B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13EDD-389C-429F-A620-FC9829C0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C75E9-0855-4814-A172-DA522956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2CCD8-5D58-445B-BF85-DA25215E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66B0C-138B-441A-801D-EE33D941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BD880-DE24-447F-9DD3-5DC8C4F2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누락·타입·예상 밖 인자는 side effect 전에 거부한다.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E1851-E3C2-4818-A9B6-D4CEAD3E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3F556-E5B3-4B37-8973-C3134EEA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51F21-E7B6-4346-8CD4-E0200317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C2DA5-A125-4134-84AB-4AF5C1E4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29E7A-2E85-4258-ABE3-D58B3033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unexpected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EB7C3-73C8-48E7-8B51-91A4AC7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830C5-91E7-49A8-A926-9FC16379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wrong type</a:t>
            </a:r>
          </a:p>
        </p:txBody>
      </p:sp>
    </p:spTree>
    <p:extLst>
      <p:ext uri="{BB962C8B-B14F-4D97-AF65-F5344CB8AC3E}">
        <p14:creationId xmlns:p14="http://schemas.microsoft.com/office/powerpoint/2010/main" val="186876466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459F7-52AC-4FBB-BEC1-70C5BA81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47A40-F87C-49B5-B970-B8F5D116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오류도 정상적인 결과 형식이다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1E5E6-A304-43D2-8B97-2CCEEF86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94270-7F1A-4336-8298-0CA241FE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E959C-CA6F-4150-9D03-B5B8662E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FCA71-6B84-482C-BF2D-A27A14C6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3E95A-824A-4503-BCFB-D26D61E0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traceback 대신 ok·error_code·message를 downstream에 전달한다.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55BFF-C801-47ED-A23C-367F9BF1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A2E0C-B19A-4337-80CD-F3F9D884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VALIDATION_ERROR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190E9-E96B-430D-811B-DE32CEDD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3B3F5-2612-4A70-B7DC-8F5602C0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NOT_FOUND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3A24E-C495-4B93-933B-42B9610F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643F0-4750-43A6-8902-02CA2B97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358E9-AC55-4C0A-8B17-490EFA51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19184-0D44-4BEC-AA67-E5E633E0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188757385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D1E48-39EC-4E7F-AA9B-B0D04038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1458A-CE59-435F-9EA3-DF653021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Read와 Write는 위험도가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BC95F-51D6-42F6-9704-1F0C3C36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3DB83-0952-4E9B-AAD8-279C53A0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CB830-B703-4C31-BD2E-0C8F1A55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0923A-4E26-483E-AADB-E023DFE5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2EBCC-6781-4562-A13B-75E31F3B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20481-C230-4B3E-A501-0446924C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쓰기는 승인·중복 방지·감사 로그가 추가로 필요하다.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1CCCA-7A8C-4F76-834D-A2D12234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28DEC-F108-41EE-A12A-40F46BA2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1C073-8E7C-4919-8F8E-7C453B99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read: 자동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CB164-467C-4BFC-A79D-04870D5C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C382B-7B8D-4FC7-9D19-9CD6365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draft: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5BA07-66F5-4F09-9612-F8EAEBDB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A8C00-94BF-49D5-AA4F-0AF7B5E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65001406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DA65E-87D6-44BD-B8D0-6CE1D135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5A78E-29D7-4B55-97EE-8F131CF6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Timeout과 Retry는 실패 종류를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3DC04-D33D-4D61-BEF1-FF01A828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57052-E368-49D9-A2E8-90472451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B80BD-5925-4F83-B7CA-1327700C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DFB60-CBE4-40A9-9213-004F1EEC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477C9-61E1-43B9-BD04-1634474B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일시 오류만 제한적으로 재시도하고 정책 오류는 즉시 중단한다.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F21DF-75B7-4E99-BBB3-F65D722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AFE24-1B16-4218-90A9-4F608DB4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53B0B-A1FE-4F74-91E8-B1FBE323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DF545-D77E-4C6D-87DD-03647807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permanent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CCEA0-6F6C-422A-B743-D2DD9F0C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79452-5AED-45F0-9C41-F6B8FA4A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5E565-E908-4036-ADAD-C8720E29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136E2-204C-4557-AA36-C0C62694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human-needed</a:t>
            </a:r>
          </a:p>
        </p:txBody>
      </p:sp>
    </p:spTree>
    <p:extLst>
      <p:ext uri="{BB962C8B-B14F-4D97-AF65-F5344CB8AC3E}">
        <p14:creationId xmlns:p14="http://schemas.microsoft.com/office/powerpoint/2010/main" val="83971783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E71D0-57CE-4FBE-99A2-36FA076A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D2821-7E00-4C42-86E1-4A8D6333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AC67C-D1A6-4F22-9209-3CA86112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2AB22-C7AB-45DD-84D1-91680955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7D209-A996-48D8-98EF-FEB2123B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3D7CE-E8D7-4B91-96CC-F9CE6D81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85E44-4803-4B03-977C-C784EBD3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D65C8-FF5A-49A4-9953-9D154C73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6F04E-2F96-49EF-B94B-CADBB038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E07C3-873B-4881-8727-CBAA14D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도구·인자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0F79B-215C-4322-8FEE-569C72CD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D0B71-82A0-41B5-B353-66F2E217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50ECF-1574-4E5B-B53E-6EAEB93D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3D34D-A0A5-45D4-9384-6D7B1834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F53C6-6129-4252-9303-7305227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B69C8-EC82-4685-ACCF-FABB91E8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86609-A2F2-41D3-A63F-3A786D64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6F33D-FDB3-45DF-BECF-81507732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등록 함수만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E4D59-D8AD-4E5F-923B-D54FA83A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6C539-1020-43E4-9127-BCDD4192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D02FA-85E0-4C4E-AF4E-81F627A8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39255-D5DC-4E0D-817B-3CA4DD78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118065962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11CFA-1427-420C-8E8B-87CA3477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A997B-BDF1-4E99-A3E4-A4D55BD1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0825A-6F24-46C2-8D45-2D4EDB4D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79D72-A391-4B91-91A4-C065F61C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99AF8-6501-41F4-A63D-9BE4601C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7F410-387A-4398-8B2E-F5F53E7A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04D52-CB80-4D5B-9AB7-8C66338D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39FD2-FEF5-4189-9E9E-10A775C4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6290D-A8FF-43FF-B79F-8426036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899B9-F6EC-41A2-B31C-514C2589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책임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03560-310E-4F64-923F-AB07CA1A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FEC3C-BBC4-49AE-9CF0-66DAE1F1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3D2C5-3574-4679-8E52-A346AB44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9EB7A-6D2E-4081-BFE7-BEA101DE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필수·타입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D1C6F-7B22-4142-8EF0-57F21061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3E40D-2067-45FF-8837-EB702787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5FBD4-3EF1-451B-AB72-68AD2A7C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DF93E-4D6A-4930-A619-C6BA10DD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enum·길이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5CE0C-5689-4D74-85A1-F42B47CB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9029D-FD06-4FBC-81D3-C755AFEB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5C54D-91C2-4FBA-B1D8-590FC910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A8653-DC3F-496A-9B93-CF8DDD90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정상·실패</a:t>
            </a:r>
          </a:p>
        </p:txBody>
      </p:sp>
    </p:spTree>
    <p:extLst>
      <p:ext uri="{BB962C8B-B14F-4D97-AF65-F5344CB8AC3E}">
        <p14:creationId xmlns:p14="http://schemas.microsoft.com/office/powerpoint/2010/main" val="118432752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23170-C119-47A4-8001-C34B6DB5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B4293-C4E7-42C8-A795-0D3E4DD6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DC4AE-27A6-4155-9C12-FD84AF1D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DF350-6464-4972-9247-D1C08063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EE4B4-D8EA-460E-8D08-AC6ACA9A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96C7A-95F8-4E41-A052-1E6C77A0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207EA-728F-4B6A-B6E6-07F0560B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8BAE2-E40E-4121-B1B5-C58A7C2B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F5D7A-6B90-4EED-B268-D5CBCBA3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E77AA-7C7A-4537-90DB-720F625B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workspace+path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603BC-0030-4F45-B079-A6E167FE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F9CDC-795A-46BE-9CA9-5DFF370C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FC573-A6C4-412E-AA36-FEED8820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93D8E-4614-47B2-B8E2-DB9F2E7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절대경로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EBDD5-D7BB-4315-AFC5-A313D098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3E910-6CA4-4354-B796-7603C7E0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A25F4-BA99-4708-B03E-5B79C573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87F7D-F529-4F3B-9FA0-A4C60CF7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root 하위인지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8F4B5-9A23-4DB8-8662-F5A87D61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DFDC8-CB9A-4E75-B320-F01730EE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8AFD2-B865-4CCC-AD61-28CFF772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D4A70-2278-47BC-9F28-8A550465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79344931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0AB92-31B6-4D81-96B4-E960F51F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90D82-E221-43EE-A085-B315BD79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5CEB3-6828-4249-A1A8-497E9142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C6388-715F-4060-86C0-3CF786CC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EE87A-BCA7-42A1-B3C6-08CE67EC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91CF7-9BA2-4E8B-AC78-4280CEA6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F0FF1-8D79-493D-A2A8-066289CA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1CFE5-3529-436C-9AC5-295C6456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AD9BF-F41D-449B-A81D-A13BA021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958E3-BF8A-492A-9820-4625601E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재시도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6FA26-5900-456B-8061-08E8C663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1F6F9-1E81-48FD-B827-851CC7E0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9BB67-0E1B-404C-88D3-FCF34197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DF240-26A0-458A-8039-54266280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7001F-9C93-4243-B155-C45F519A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FC64B-7031-43A1-BB9C-98244AF4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64052-E5CE-4E0A-9BB2-CFC529D5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861A8-7F75-442C-9413-BB855669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15C95-C04A-4F7E-A6B7-31E5D923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A5F28-2DCC-48BC-AC81-F247891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0CCED-EFA6-4D7F-AB3B-3FD3C89E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87F73-B7D5-4E5C-8268-D6C39332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82945220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A4C37-B5F0-4FF6-9E30-C9239C90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7CFC6-9C26-4686-A176-F911A0CE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4E1EA-FB7B-428B-9BF7-D9684F18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6EA82-28DF-4BC3-8EA7-7514ACB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BB0EB-862D-4BF0-8050-8B68B8DB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AC474-C64D-479C-AADF-7AD6764D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9A19F-8DBE-44BB-8709-D064FD41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1B2F8-BD6D-48B6-84CC-8E39B6F4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4D668-F83C-424D-BFDB-FFA79D8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502FC-E965-4EA1-B470-8D51DB83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C9F29-8962-48F0-96C6-5DD2707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A3DD2-8647-42EE-A192-FB9F25C3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9DDC9-514D-411D-ABBD-14A332D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49035-6981-4AC7-867A-80F68554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최소·최대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586A8-7B72-45D7-B4BA-4E693DB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171CB-6937-43CE-8718-D232397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8C265-F984-418E-B42C-C018D81B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F4E0C-A58C-4314-B286-4D14488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path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FDB90-C124-49AF-A5B6-E8213968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C03C4-625B-498A-A25E-773FD7C3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6FD4E-9ECA-448E-AC5A-A08715E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8011C-0073-44D2-88C8-ADFAEBFE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80394377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90D6B1-DEC1-49CB-8A75-FB08EA45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BFCDA-7C31-46C7-A7F8-CCB2FD03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4CCCF-5336-4E4A-9FEF-DC435194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20475-9292-4E7B-ACCE-7323774C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B8C40-42DD-46DD-ADC8-1CDA8BBD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78283-6457-4907-AA02-42A4B548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2A0A6-BA2F-4EC8-A8DA-92121C4E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A7007-6D37-49A9-A210-1BD87425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A5ACF-F4B3-4CAB-9A55-4AFE3D3F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F7CA0-85E7-4215-BA16-EAB4F023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CB9C4-E4C6-4143-952E-EF016602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044F9-68BD-41A0-ADA7-E49B8277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80EE4-97D9-4849-9E23-C846C092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169AC-4E82-4BC3-A234-C8F41E28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01D7C-EA62-4FE5-8C2C-92B02470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725E2-69C1-4EFD-895E-006F0D84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1C396-2F44-4B2D-89B3-85596812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5B872-9995-401E-9F06-5EA2A4A6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0A785-2139-4785-9498-43B478FE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D37B9-DBD6-40C1-9702-AAC1C538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2CA1A-3062-4B75-809B-D5529300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78C4D-7D64-4F29-B8B8-CE404F48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85E55-A1C4-4E74-9256-C6123BE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7039A-1D57-477F-BA3F-F8C20D60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7575F-3D15-49DD-AFB6-95E0D64A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44C202-BDCB-4945-A37B-7BA9F79C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FA19AD-FA5F-4BE2-A7BA-03FE5F80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132067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C39F7-76F0-40A9-A244-98CE50AE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D5F5B-DCFC-4413-8D93-720D6C25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6E3E8-EA2E-402A-89BA-DCE02EEB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496B7-4A96-47B1-BEB8-726753F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BBDD7-AE7C-4B13-9634-9159D8C7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7033F-50CC-4B0B-AE9F-8E0CA219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0F199-74E0-4833-A621-04B1FB06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A0517-C5AA-4517-8A6B-8A47D743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0638F-7E68-4D77-AA67-175E78DA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A7086-31F8-4997-9B33-2C66C46F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1B282-1BA5-4D7B-B5D2-B40A1373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request/response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D32BD-9EE9-4875-97A2-96F456D1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DB1A5-E302-40BC-A4BB-C4DE4014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timeout·stream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17B41-8EAC-4B0B-8E82-3AEB7465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28D06-80DD-41D5-9636-C4A91A88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B54FB-8962-469B-B215-AA8F1037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2377c67f84dc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8D854-22B6-46D9-ADF7-2DEB71DE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212098572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8E5B3-4DC1-45D1-90AC-60183599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B1AD7-AAC5-41EE-BDB8-9D0391B5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A3E33-C930-4FAB-99C5-820A785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2697A-3502-4C20-93D8-24274C2C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CF853-D7D7-41D2-B065-6ACE1E2A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C394E-ED80-4853-A20D-C8D2C44B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C6018-F040-4CA3-AE5C-EF016957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F7790-FBEF-46C3-8777-4F7A58A6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18A45-ADAC-4186-B48A-92D4EEB5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token은 환경 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08A8A-9A6C-4512-8D8E-138D7965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B520D-C573-405F-85D2-3C5108BD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실습은 dry-run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90B47-0DA2-4EA0-AD8E-F4930514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558BE-8214-415A-87DD-D786DEED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8BDE6-8EA2-4AE6-B987-92B8D4E3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C1CA0-D471-423D-AF04-164672BC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5E73E-D3F3-4B81-8D62-4F9C7798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edb816e6844a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8D12F-6732-4394-A71F-837AEA57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65008061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847EF-82F4-439C-90BF-891E2FF3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8A734-88DA-4627-889F-AC248EDE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44B6-5836-4964-9EFF-CD691611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0F1EB-760C-498D-A442-40F14B46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39BA6-9EB1-4D87-B729-BE9FE4E6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960A1-46DC-48EB-B06B-E4735A9B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F42E9-8F4A-4A9D-BB57-4546CEEB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32AAD-0B2D-4D78-8194-E78FF793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76D78-52D1-4DE6-8C89-CD3DBF28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test_ 함수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EAC30-1BD2-4FFD-B693-D290E587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7758C-713B-422A-B3C7-1555EA24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assert로 계약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3E9CB-0BEB-43DC-9863-62CE08F4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D9C47-3AE1-48D8-99E2-A01128BF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 함께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D6A74-0363-404D-9A1B-B3E63A54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2C659-B6EC-4295-8F3B-B375609B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60E25-32BE-4966-AD2F-34EDF7F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c8356e30b4eb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CEE91-49BD-4B00-95D9-8494890C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01626260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987FF-44F1-40A2-9F1C-C2D16FE0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D0DF3-54B3-4642-A22A-11B0BBAA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36310-C791-41CA-BAD5-CFAD6DAD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17EC6-6B9A-4CA6-BF65-B52F1C03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41F7C-492F-46A6-83B1-7DCD8783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81698-B79B-43F6-B205-9EFCC790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17BB8-470E-4A67-B6F2-3AFF6651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913F8-18AB-49F4-B27C-34CCDC8E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D0991-CF30-4142-B752-B934B15E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......... 9개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1559D-9BC5-4337-9E6E-CC3A5CF8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B3DA4-4E92-42CF-801E-A3B24AA7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707C5-ED1F-4D67-B67F-678F09D8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178E7-193C-4472-A70B-044FA602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시간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E4D0E-7E28-4CB3-AAC1-D268DD55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5FA9D-833C-42FD-8BF7-BE411CE6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13AC7-4C74-4C2F-B0D5-5FE48F05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d5378d1714f04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276AC-343C-4872-9F44-3CF19608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통합 터미널의 실제 pytest 결과</a:t>
            </a:r>
          </a:p>
        </p:txBody>
      </p:sp>
    </p:spTree>
    <p:extLst>
      <p:ext uri="{BB962C8B-B14F-4D97-AF65-F5344CB8AC3E}">
        <p14:creationId xmlns:p14="http://schemas.microsoft.com/office/powerpoint/2010/main" val="29871029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215FF-A5A7-4FE2-8D51-9999F436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FED64-D9C9-4A47-8101-6741E01C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65137-D34A-4707-98CD-7A93F3F5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097A4-42A1-4B45-8B0E-B5451E2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99999-5492-4DD1-8A60-844538D4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5EEA2-18C9-4FD5-BE28-BF1E59AA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A025D-DB72-4CDE-B828-44A2D7B7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DF2CB-0868-4705-B443-06509BFD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도구 한 책임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6E24E-7425-456B-9B48-2A59ABEF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65FCE-6CB4-4312-800E-A2C3E281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3AE2C-790B-4BD3-81F4-922CB380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79C78-4C5F-48A3-A21B-A2EC5CBF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설명은 모델용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3D2F3-6DEC-46AA-99EC-F0773DCE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5BF5D-5EF7-41AB-AD0A-73237C71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함수와 분리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95434-B4A7-4761-B760-36A000C9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6434A-F1A7-4B99-8D65-8D40F013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CF071-B3C6-4CC9-937C-CF257289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934449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8C32A-6B88-464D-BFB5-DA1480AA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1E2A4-7DAA-4808-B898-F2D7C327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3275B-C3B6-40C8-9046-B7EB9DCD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C3C05-DF42-4ABC-8EB2-36F01908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C8324-6543-4ECF-A102-B86CECF0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96731-DECB-49A5-8B2A-827C27AA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35C7E-1926-4F94-AE3A-654CF8E1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B2A0B-85C1-4FDB-B717-6E5E6E7B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B689A-EBFC-41CA-9E3D-FC138032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3B19B-2E1B-46E0-A350-28E232BA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필드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9B823-50EA-4ABF-BCCD-953CD348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1C342-093E-44FD-8134-CA28F80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차단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0FCA2-BE39-4EDD-AE2E-A495642F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88097-DF22-452F-98DC-0DFFDF2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코드로 변환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A5C86-59B1-4C45-96A9-8096008C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916A5-A862-4583-AB96-E800251B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7B23F-B6D8-4212-9697-BA413A75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118377321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8424F-0CEA-474F-9846-B85F16CD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EECA6-93FC-4E7E-84AE-3257C9E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D8BDA-8A00-4E69-9AEB-80D095EE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1E503-9CF7-40BC-88BE-BE0417A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8F33A-DF4A-4816-ADC5-54547A8D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888B7-4820-443F-809B-88846CF8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692F0-8310-4D7E-B5B4-DF77305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11118-5C05-470C-B48B-B5824344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정규화 후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0FE86-AD26-468A-9FD9-23FAAE25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3F74C-9AEA-4D62-8210-C0D23A01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절대경로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5087E-FD0E-4D7B-8D9A-FC3E5002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C0038-B80D-4292-814F-ED827C40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symlink 고려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A1D3A-42D1-420B-8607-3538F2A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AADF1-2A6D-4259-AD5F-0C35BFA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테스트로 공격 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B6ADC-3AED-4AC7-8776-552E31E5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6CA03-2142-4EA6-AD5C-D90B643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82D5A-DE62-43B4-B623-C2F7017D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76019594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AED5D-0BC9-463C-AF7A-3DA212F3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38093-1BE4-4A10-8632-75C74886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6FB09-AA32-4B8A-8B81-7D134579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1CA8B-99B0-4EA8-B61D-BF5775D9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75E46-DE94-48F1-9FD3-19ACA326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4828A-92A3-43AB-BAC3-266FDA36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C5CCA-2914-4F7F-890D-B127B570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29E02-90EA-4C8F-9463-04E97EAC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경계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2DF2F-FE84-427F-901E-CE84F84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20530-53D4-48C3-9A3E-07A64E26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error_code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E07A9-B4A4-4EC3-92F3-9A2F1E28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03FEC-8C87-4775-ADE9-C5C58F22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D9E67-1783-43B6-B034-68617B84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C5F3F-7828-4B93-B4E2-B38A6B9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trace에는 상세 stack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AA415-A34E-43C3-A431-42A4FF0A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D7515-B372-404E-9CC4-E970F91F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8B559-B7B1-4DE4-96DF-ED2FBABA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8921179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C5A43-5C11-4DBA-A9CC-9CF711B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EF6FD-734C-4D5E-ACEF-C68D384C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call_id로 중복을 판별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56B00-03DC-48DC-A47C-677EA13D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5D2FE-BC16-48FD-8DB5-5669B50C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564B5-78B2-44E9-87FF-4A2DBD9D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6ADFB-A959-4E9B-8937-85EBC170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27C64-CF13-493D-A0DF-D0BA7E4A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83858-F937-4CDD-BCB2-FA94670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정렬된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99C86-A668-4ED4-B563-7416DE17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5C956-5CC2-4C76-B0FB-2E783605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hash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39147-2F3B-4ACC-99F3-DBC9E94C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FE405-EAC3-42EA-88D8-0BAE4CC1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6D110-F0F9-4E6E-868B-CF68B203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46FBF-8024-44F7-ABD5-7376B031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쓰기에도 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26324-7EEE-4CCA-968F-4AA6DFAB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39075-0C73-408B-A014-96609F9C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B7BF2-B06E-4895-8D27-03585F7E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json.dumps(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{"tool": name, "arguments": args},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sort_keys=True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sha256(raw.encode()).hexdigest()[:16]</a:t>
            </a:r>
          </a:p>
        </p:txBody>
      </p:sp>
    </p:spTree>
    <p:extLst>
      <p:ext uri="{BB962C8B-B14F-4D97-AF65-F5344CB8AC3E}">
        <p14:creationId xmlns:p14="http://schemas.microsoft.com/office/powerpoint/2010/main" val="1081516443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B4CE0A-B4DE-46F7-A196-F0E2AE6A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A1168-73B9-4721-8DBF-FC978270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52251-A272-478C-83C5-33AC968D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A5DDF-9952-4D7B-92CD-1C233271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3067D-1F1A-453C-BE69-B2E25957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763EC-48AB-4C08-87D2-45C347C8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FB034-FEAE-4279-9C8E-6BCB0F7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B2E33-0F0F-4E74-8112-EA912C0D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FE30A-6674-4106-9C03-5A99F5D6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45B01-0ED2-48B2-B980-A517BF83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BAA68-9D6A-4425-B14F-782A042C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ABA20-860F-4B96-AA6A-4A562F88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37AD2-DF21-41D7-B8F5-50DEA0FB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96D3C-88B4-4576-8A9E-9887411A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B07D6-67B2-4DF5-B772-7A5D374E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1-2개로 제한한다.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D1D38-6171-47B5-95A5-353A986A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433E3-8991-48CC-97F9-991E4B78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B5435-7B7D-4EAF-B180-794908A0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타입과 허용값을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A0B3D-DC4E-4069-AFE0-EE58A8DA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AE860-62E4-4E51-9BE6-47997E2D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F446E-358E-4445-B372-343179D7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호출 예시를 JSON으로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4DE21-2FA4-4C0C-A823-A1AA3D39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ECC29-CDB3-43EA-A74B-0DCFD60E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C362D-EC5C-4644-B8EC-A2580C50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87258923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DCC89-AB3E-4105-903D-249C3109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82529-40E7-4833-B090-EBAF68F3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잘못된 호출 3개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90EAD-46FF-4390-AAEE-74E89CCD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60A3B-3FA2-400B-85FD-8AE7B33C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39DCF-6423-474A-A478-C34727F5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21755-DEFF-4AB3-AB64-1581C222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C4EE8-5CAE-4D79-B904-F6DDBD72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BFEA4-7B30-48B0-9DE8-1AAF7C58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785D0-75E4-48DC-B0AB-DFDEB2C7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E02D0-D29E-4639-B73D-50725793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26C39-8267-45D6-A285-7DDA23BF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C6C98-FBA4-46E9-A53A-C8F3F29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호출을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161CE-682A-4611-B3DE-1DE8F43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F017E-5F58-4B0A-9364-2BDF5D71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88AE0-AE22-410D-89DE-D80320C7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하나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E7B1D-3AD3-4898-8FB5-4CC1E713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F32F8-E5FC-4D79-A31A-0D0001DD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B5027-3B89-4AAA-B254-445CC3F6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하나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1F03B-3E7C-40F3-B5F8-8DDAD71B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9B414-A8B2-468B-88B6-B758ECD5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67EFAE-F238-44D4-B26D-8BB05CD2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error_code를 예상한다.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5EE84-D233-4B9E-8045-5528AF81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4F25D-ABB3-4A69-9313-AB01A3AE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543F4-D6AC-4C66-A140-813C9914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실패 fixture 3개</a:t>
            </a:r>
          </a:p>
        </p:txBody>
      </p:sp>
    </p:spTree>
    <p:extLst>
      <p:ext uri="{BB962C8B-B14F-4D97-AF65-F5344CB8AC3E}">
        <p14:creationId xmlns:p14="http://schemas.microsoft.com/office/powerpoint/2010/main" val="44542870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0D5F6-01BB-4D19-B8C3-9BC4E0A3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A620A-1DE5-46C2-A3FA-42B89C73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workspace guard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6C275-8CD0-4F48-A0A3-84F11E69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C711F-088F-445D-9312-8170115B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EE845-FF82-4D08-B647-BAEE8EEF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83A21-EE68-472E-8372-0FDB42F1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F9EFA-8173-42DA-BBC0-EFF02CD2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E4F05-7DA7-4156-999E-8B2503F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39075-8F92-43E3-9A7E-8B6B5C6D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2665E-6BE0-49B3-9DC5-C06D5247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ABDB0-398F-4FAD-8391-677A0D2B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13000-D7DB-4C21-A1C4-80C1AAE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상대경로를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E62C8-0837-430C-AE27-21347D0E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42DC2-5708-45AD-9FB4-4498A78E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AF8AD-F9DD-4ECD-8915-58A211BD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../를 포함한 경로를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2243A-D616-4481-B624-CF7171F1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46E6B-A38B-430F-823A-E3D21A99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E0A0E-4978-4BE5-8A76-E5A9FA49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.py 확장자를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71C8C-7889-4621-A41F-B7B721EC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4B32E-6F97-4D3A-9B6D-8E597728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5C148-9711-4E04-BDA3-961813A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어느 단계에서 차단되는지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421AF-41BA-4F0B-989E-020DEEB4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0D6CE-E823-4E95-8288-17DFFF22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95794-249A-413E-B954-ED3315C8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89601874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9FB32-0EA4-4246-934A-C595D595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A2E2B-E994-484E-9BDB-AA3D513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36D79-03E6-49EB-8509-C00EF630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2E3F0-6EAD-40DF-B8F1-1BA5A7F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433B3-E5C3-4285-B85C-417617B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5C71D-6190-4645-9E41-EC3F8023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F036C-CBE2-4F5C-A1C0-24DE324A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99750-95BA-4F81-A1F6-0CBC57A7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5AD0D-F660-4751-A4DF-7CA57D71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4279A-4FB4-45A3-A6B3-7AC7627F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4D024-5633-4AB6-B965-59A0EC98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A541A-61A5-40F0-AB2D-25BEDFD9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CCD2F-EFB2-4EF1-9725-F8C6E093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508B6-6322-410C-9A81-2E00D060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136E1-DDD4-4B65-B0D9-C85C0D7F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E259E-3EC5-44E6-80F6-6F87AB42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750BA-D4F8-4CBE-8DA6-FBE09688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A19B8-D9CE-4DA8-995D-057B1C84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exception을 몰라도 되는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A13B2-982B-4F56-8DBC-E6519DE0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3C8E4-BAAE-4079-A644-36A62EE1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0BF29-29F1-411E-846F-4F900362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needs_human_review 조건을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7175BF-F26C-4BD9-A893-FD41BEAD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FE34F2-2C55-43F4-A5F8-929FD994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B9D3B-C9D6-4A59-8364-50EDC9ED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공통 result 표</a:t>
            </a:r>
          </a:p>
        </p:txBody>
      </p:sp>
    </p:spTree>
    <p:extLst>
      <p:ext uri="{BB962C8B-B14F-4D97-AF65-F5344CB8AC3E}">
        <p14:creationId xmlns:p14="http://schemas.microsoft.com/office/powerpoint/2010/main" val="209179664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C81F03-B659-4D4D-8853-3E86ECE1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C59AF-623A-405B-A435-21C7FDEF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1716C-A29A-4610-9238-F54C88EA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A5F5B-033D-4071-953A-F72FC170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876B4-ADA1-49F0-BA71-C501776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8DD60-8190-403D-A110-44A2DF5B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B1852-7379-4887-9108-777E69F3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A8E31-7FF1-431A-9C52-191ED1C8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B3401-C801-4AAC-B98E-19FA8357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3B05B-4C8D-47BE-AEF7-0B0E2B1D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22C77-ADFB-4BC3-BC30-F64D9AEE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EEEB6-D8DD-4C10-AC4E-E312B7D4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80708-0CAA-4348-AE6C-6D867464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305A5-BBF8-4039-8549-5E9E79D9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D6DE2-2D1B-44CC-9ED8-5919DFAD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09A69-53D8-4F56-A2EC-5FC07A0B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FB30C-0DB2-4FA6-B6AB-2E44820F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B5DBA-8638-436F-B1D0-B9C7C77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7BEB0-7629-45F5-BE3D-D861A8B5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DA334-6448-4DA7-A198-732FC20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43039-5343-4101-84EC-A4044C65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4E19C-40D4-48BA-BB56-32EC0C00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DA9F5E-DEF9-4BFB-A2A9-BE6D3F18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707B8-CF83-4201-ADD9-9B77246C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C8D7E-8BC4-420D-8472-50DC51A8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7388175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99C63-F356-485D-9199-26DD21C8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339DB-0B02-46B6-A2A2-CF62D752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B78FA-A6D9-4FF4-8A7E-0D32CECA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5F5D2-F3F3-4AD5-9D1B-4B152505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D87F1-0409-447F-B9E7-3EA6FF69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E1B4C-4611-4850-A065-7B397D22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9B47A-8265-4C61-A92D-2FD8A4BD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E0601-7DD0-48BD-8226-4718F814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99927-C809-48D5-8618-1CD06DA9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BAE09-37DF-4493-905E-C36211A3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9021E-06C4-4A35-A037-0640E7CD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BE25F-57B4-4588-9471-0FD4141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9E4F9-60CF-41ED-BA05-FFDD6DDC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9BEB1-77A0-4382-A2B3-62C77874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0AC29-1681-476D-B523-C3034E92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C2EF4-DB27-4BD6-84E5-B35631B9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CC404-3D1A-427B-AC0D-42208D45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225D0-86DA-4ABE-9E1C-BC64F48A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C903F-B523-4D0A-A216-51CF0AE7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7D7E3-399A-46AC-83E0-843A83D4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7D06D-343B-4448-8A28-1063D95F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65AF0-C540-4B45-A4C7-7FC00AB4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5E1E0-97F3-4FD7-BD54-9C057F0A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DB9D4-E0F7-4803-8DA6-9C2F41C1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CA5FB-2A46-4D68-9370-E50A080D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195527707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40F83B-39AC-41FF-A352-FF1A51F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449A4-FF44-4EC2-9393-5B268A00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26100-F78F-4D69-9F6D-FB8F0BB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0FA14-05BF-44D4-8D33-60DF5E84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9D006-5CCC-4C64-97BB-588D7255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98DB2-98DC-4827-BBC8-F2AF3006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7E74E-8793-4869-8C83-257FAD9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7E9EC-7870-4034-BD00-1BD17060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B0A25-FFEE-4390-8DB0-03AE7DCF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997B4-7992-4137-B425-4181049B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05FDE-F6D9-47F9-8182-89CBA574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44BD2-C884-4A9A-9BD2-2413D7E1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485D9-C8AD-432D-A9E7-62C58897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CD189-AAE1-4147-89CD-12F9385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87390-82C8-4604-87F7-14E59F28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DF2DD-F8D9-4902-A531-A3C78D65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29E36-426A-4D12-B41A-123BD3E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C5529-FDE9-41A7-881A-EEFBB8AD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630B0-1FE3-4800-A16B-64253FC2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044E2-FEEF-4BE1-9B3B-32716FB4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9A9AA-7BDC-4AD4-A79D-7A10C9A9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DED58E-09CD-401E-9BB8-E8CAFAD3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AAEA4-0967-4F0F-A5F5-EDE0483B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AFBAB-6805-4E3F-920C-C472B2BE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52A60-5649-4083-BA14-C951BCDC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144930772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E2DF2-1F23-41B3-8484-00CAB9D9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6658E-D77E-4938-BE0A-0EED6785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67456-85F1-418C-90AB-1E336E2C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A5E85-CCED-4F24-9997-CC3BA360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5296C-A873-45E2-98CA-248F1ED7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83D54-8653-442E-94AB-3B8189F9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ADEF4-4E27-4F9C-8C5C-5C7F6BEC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A974F-7EB0-4DDE-A2A7-DFD6152E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939EF-17FE-47D6-8CA5-1A030992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D58A2-F413-4EBF-BED6-145EFBB0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0F6F1-BBC7-4ABB-A05E-363F0DF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CEF6A-931F-4A78-A979-669D9639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2FF9F-EC0A-47E5-8F18-DE39A82B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37715-6DB9-4DB3-A13F-9277C6D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154EE-D40A-4781-A3CA-66359F5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68815-3729-460B-8443-207546CD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2B745-76D7-4605-A5EA-7244B4F8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4FFDA-09C8-4403-ADD4-A6AD1F0D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6A943-E035-4630-8D5A-3F9333FC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49ECF-197C-48B8-8EEB-AD913956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D210B-CCC1-4BDD-85CB-C819EE27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F9947-71A5-4C35-BC1C-F78514CC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A507B-E451-492D-B2B6-AF5987F2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694B8-8083-4387-B2D9-3C30E152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CC7E20-5BA9-4FF9-A419-41CDEE5F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93239197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7BB3B-13B5-47D5-A1ED-D1BCCC1E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CD639-39FA-4CC0-A27E-4BE1D3FB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 · 두 번째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C20BE-28CA-4954-9D01-A93CBDA3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CA9C7-8D39-4A20-8F17-4FFA7A6A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AD19E-11C9-46DE-AB37-24489E2B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10C02-A865-48C6-9002-3F5B2571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66A10-9698-4079-816A-1F39B912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33219-48A8-481F-A9B8-9AB791FB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9F9A5-C750-4BDE-807E-331C2506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0E4DF-2108-48A9-BA36-029BF79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tool call을 왜 바로 실행하면 안 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B98D0-58D3-4817-860F-9AC36D4E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B05B3-5D6D-4BDC-B920-D57CEABB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719D4-162B-4EFD-83DC-F226C163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Validation·Policy·Execution의 책임을 구분할 수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9ABBA-7178-4B6B-B88C-05CB9F51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5DED6-BC24-4EF8-87CD-32CFDCCF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A0784-6ABD-4801-8D27-0A79BE5B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Retry하지 말아야 할 오류를 한 가지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83515087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4C5A7-0E70-4773-8AF8-EE43016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D2175-7996-4FB9-BCA0-40BAEFE7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E127D-D2CB-4691-892A-837A7326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한국어 PBL 문제와 데이터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C2AD2-A9CF-47CB-9582-407D197D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실제처럼 보이되 공개·비식별·재현 가능한 한국어 자료로 프로젝트 범위를 정합니다.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08AD2-A6AE-4AC2-A58C-F9B8618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C982A-4B50-4A58-948E-DF62EFBE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K-Work Copilot canvas · dataset card ·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512486912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F3CB6-8A22-4E9E-91C2-1C18A892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EE7C4-861C-4324-9192-CB8C6496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09:00-12:00 · PART 3/3 · 여기까지 만들면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537CF-30F8-4EF1-9522-851AE168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1548F-3040-4A64-B4EF-2B53D064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51088-9437-482C-91E4-E1220EBC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7E660-36C5-4C75-B8B4-A238BF8B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A64AC-45E3-4253-9429-CEEA9FF7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회의/업무 데이터를 안전하게 선택하고, 제품 가치·정답 기준·실패 비용을 한 장의 PBL canvas로 고정한다.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86934-185C-4A82-A273-B113223D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15B23-8630-4A92-8525-8A569EF9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0C460-C827-4A46-BAF9-25474632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FDA1A-BE63-4B15-9A92-B7F39D67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597E4-E1DA-42EC-8824-89B0CF67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F9820-6C93-4C3B-974A-9DB38CF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30AFA-A1EE-48E7-9B23-67E5C244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92938-7C76-4360-A1D9-E0B73BE4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4E7D6-9D78-4C80-A2E5-57373010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81465-059D-438F-8185-151212C2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2057B-F285-4E7E-A026-D812AEC3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77D7B-30F4-4CED-B51C-9F12FF85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450BB-0BB2-4D20-B207-01798436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E6899-70F8-432C-8D82-5471E3FE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9FC12D-A04A-41D3-A522-348E0AD0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78649959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6364E-5BEC-47A8-9EC4-F2E57458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1/4 · Speech as 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C038E-5AEC-4B3E-B00B-70BA3E81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4DF66-4D96-45FD-8B38-FCE5CE0B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C7115-D150-4711-86E2-86D542C0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B338D-B4A3-4DE4-A393-9E164638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C85C4-CF47-4D4D-A2E4-2AFE4A1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6BFB7-4844-443D-A345-9559E624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0FBB0-996C-4138-84DE-70F57A7F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C7D8A-F71B-4F70-BFF4-F787FB80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음성 내용을 시간 순서대로 문자로 옮긴 기록이다.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6B5D1-2ABD-4AB8-9246-43B51411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501AB-0142-4394-A2E6-0CA39833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1A606-E700-404B-8426-C8BD0FBB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9D2D1-D347-4600-AB34-52196C95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요약보다 먼저 원문 근거를 보존해야 잘못된 결정을 추적할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6B12E-9DD3-4E03-A51F-E46F7668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F4E24-DA37-42EC-B0DA-FEF67AF9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351ED-8268-452C-9722-6422D83B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7582C-7C73-4ED2-887D-7AEFB218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발언과 타임스탬프를 함께 저장한다.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90AE7-9F06-4F85-AFC9-E23B5519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3982833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FC078-8439-4D51-9E32-31111089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2/4 · Timed Utterance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F4AF7-5C26-41AB-8967-499115D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12D67-0792-455E-90B3-331CAF96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13622-19D1-4CE6-91EB-D658B69A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D0B8C-A6C9-4FAB-AE9D-472E316B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10C41-5C7D-47C8-A405-A3CC5BF0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2C8-82DB-45B3-A45B-5E11202A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84D39-9CB4-4B84-ABF1-CF83A44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F7854-11AB-4A68-A2DC-71D843A2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Transcript를 시작·종료 시각이 있는 짧은 발화 단위로 나눈 것이다.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76577-3604-4ED2-AF8A-CA84F358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2E9F0-6863-4A21-AE33-FDE4C5F8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E8D77-D5B4-45A3-A929-F655286A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5E658-D2B2-46B8-9EF5-75B4A873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긴 회의를 자르고 특정 주장에 근거 시각을 연결할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5A831-14D7-4A64-BA1D-7450E35F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5E677-BA2B-42BF-9FD0-EF7A4889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9C1EF-C068-4EBA-95DB-2E7C0C4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B3728-E22C-453D-9704-2599D5EB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41.2-48.7초의 ‘금요일까지 초안’ 발화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5D58E-78FB-476D-96ED-144BFEAC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7169293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B5383-2A38-4E79-B68C-B4F33979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3/4 · Reference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623C-E3D4-471C-B45C-B7635D92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CFCCB-105D-4CA0-A0DA-863AF148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8B503-2782-4D6E-BD30-414D09AC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7DBD0-B1C5-4B09-84FB-9627A2F7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5A39D-2C31-483C-9801-99009B4B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B9CEF-A522-425F-B640-60CE9570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7754D-CCAF-4F22-B968-04E3953E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357C6-F406-414C-B389-CA3A5116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또는 검토 기준이 붙은 소량의 대표 예시 모음이다.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9635F-715A-4DF9-A88B-E8FD20BC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7AE99-4FC9-48B3-AFAE-7ACAE240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5A21B-7935-4B5F-BB31-34F9F5AC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06143-D788-491E-BA5A-C7D34488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프롬프트·모델을 바꿀 때 좋아졌는지 같은 입력으로 비교할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17C4F-CD6E-4BE9-AA67-142114A3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CF0EA-BB5B-4D6A-8CFC-67C6446A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7FBE0-F244-482A-B210-1BF15C62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00A0B-93DB-4F3C-925A-50A75894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회의·무음·모호한 기한·근거 누락 5건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C2650-D480-4767-B39D-6C532859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4440922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89127-A300-4329-9728-9466D054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4/4 · Source Grounding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ECE9B-0D49-48BB-B264-8B547C34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FE095-3757-4E95-BBF1-A5C4C4A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60FED-8110-4130-A5F7-771852B0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42BCB-05B4-4341-ACF8-53DEF6E9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9B4AE-4A6C-4131-8235-6C2B7B1E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9BCFF-80F9-4533-BCC6-10ECA162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F322-EAD8-43DA-A960-E60AF698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C4BAF-3FFA-4876-9CE3-50B75287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결론이나 Action Item이 어디에서 나왔는지 가리키는 원문 근거이다.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FAA56-7ED6-4EE8-BBEA-85753B32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67E1D-3948-4E23-ABD6-BD501672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73BB1-5534-47B0-9408-B71AB91C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03D71-1211-44EF-9FCD-2A19B793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자연스러워도 원문과 다르면 업무 사고로 이어질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ABB86-3E13-42BD-BC2A-754CCF23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E3BBE-2603-43F4-9163-A27C0EFC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C1C52-FE93-4EB0-BFFF-DB3ECDA2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84CF5-45B7-46D5-BC87-06DD66C4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Item마다 segment_id를 연결한다.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ACC48-34A3-428C-856B-6576F853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68093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6A391-1CC1-4285-BD6D-A2ECF11C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A48E1-B037-4CFC-839C-9D4C6972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PBL은 기술 목록이 아니라 사용자 문제에서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01C36-34E9-488F-A3AE-3DDD8935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48295-91A0-4C5C-9CB6-3C431F8D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0EFF2-00A2-49CA-B94D-A5B23327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21412-41D5-4CFE-93BA-5EBBCC4D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E1FA1-BDB5-4DE0-B862-BA5BB6BD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84964-DE6B-46B4-AE1E-FEDB4755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STT·LLM·LangGraph를 모두 쓰되, 한 사용자의 한 업무 흐름에 묶는다.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ac7461ad642ee">
            <a:extLst>
              <a:ext uri="{96DAC541-7B7A-43D3-8B79-37D633B846F1}">
                <asvg:svgBlip xmlns:asvg="http://schemas.microsoft.com/office/drawing/2016/SVG/main" r:embed="Ra8520ab55e1b42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6FB3F-D20E-4E1F-A8AC-1D33F808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F5C4D-94C0-4C4B-8CE9-41A15743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31E6D-9006-49B6-A353-A375DE9C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사용자·상황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65611-FBD6-431F-8D92-8788A351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5CC3D-A361-4478-8E26-D436F63A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3BE66-FFE0-44F0-9DCD-26C2C4FF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0BBA8-B3C9-4F7C-B804-1F5B8E39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원하는 결정·행동</a:t>
            </a:r>
          </a:p>
        </p:txBody>
      </p:sp>
    </p:spTree>
    <p:extLst>
      <p:ext uri="{BB962C8B-B14F-4D97-AF65-F5344CB8AC3E}">
        <p14:creationId xmlns:p14="http://schemas.microsoft.com/office/powerpoint/2010/main" val="1768939074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CF54C-784E-476C-849D-63F8736B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AD8D5-4709-4B57-A404-E5479D3A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K-Work Copilot의 첫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7B876-7162-426A-86DD-65215B92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0CBD9-1173-4CB2-B445-8A77F9D8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6C488-0E84-43B5-814D-FA5DDDBC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89674-F88C-468C-B01B-8E3171CD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B888C-26BB-483C-A0D6-7C242BCB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2-3분 한국어 회의 또는 정답 transcript 한 건으로 시작한다.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1AA2E-035B-4E39-BF52-2E09E03D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E41E1-1B3C-454E-B644-6E1F9F29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 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53001-014A-48C6-9428-F6549CAA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700CA-EF9B-438C-AA65-7732BF65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transcript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40A6D-9727-47EC-B377-95B52D4B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361A0-E0CC-448E-8893-50C420D9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summary·decision·action item</a:t>
            </a:r>
          </a:p>
        </p:txBody>
      </p:sp>
    </p:spTree>
    <p:extLst>
      <p:ext uri="{BB962C8B-B14F-4D97-AF65-F5344CB8AC3E}">
        <p14:creationId xmlns:p14="http://schemas.microsoft.com/office/powerpoint/2010/main" val="1278158670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6BC63-FA31-453B-BBA5-5A7B0A9B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C083F-F9CF-4360-8158-5338634D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한국어는 띄어쓰기보다 업무 맥락이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2421B-8B1C-4377-9A90-2BEE67BE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550E9-3D9A-4F70-83E6-A131BADA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A9BFC-BCC3-423D-95B3-CEBBED5C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B97CF-8A47-4DDC-8D41-23413127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3C1B0-11EF-4576-9A4E-747D9E54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62EEC-9B3E-4EC0-94B1-4E3E8D7D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존칭·생략·동음어·숫자·날짜·담당자 모호성을 별도 오류로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42BE6-13F2-4970-952A-C2F92131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22110-3626-4D70-A177-813D6536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6BB67-0751-437A-8280-A9F91125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2B098-E382-4F21-89C0-CA235C3C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A6720-1471-4F33-A4B2-F99C7F2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“다음 주” 기준일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B0620-21C0-4DE0-B56A-3EEDBDEB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C7824-D2BD-4B37-84B8-73F1F35D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제품명·약어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24A07-52A5-4035-A0F4-700F5763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E9C60-E90E-4B4C-A5A8-A60B1433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91652074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155D8-C525-4818-856C-F219A78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E0B77-47A2-4151-9981-BC68C7EF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데이터처럼 보이는 최소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C1464-BC30-4316-A131-5B19A5A5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BAB35-4F34-499A-8460-AAF121B5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6DB9C-E76D-4496-BAE7-C9F0EC13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F338C-A891-44BE-AA89-EF2BF64C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17356-8AC2-4FBF-8B42-76A15BF1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735AF-9256-4388-A94E-E5D32463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25289-8AC9-41BC-868B-E9290353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 조직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0F145-5DB6-4122-8F95-29177533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6D7F4-5813-4006-BF20-769A436F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670EA-D8A1-4057-8B69-FB3B380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68E4F-090D-4255-B5EC-1DBED55F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합성 금액 범주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AADC1-E4BC-4DC8-AF83-78FADF64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9EF19-ED39-4D55-AC63-899E4240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가능한 업무 관계</a:t>
            </a:r>
          </a:p>
        </p:txBody>
      </p:sp>
    </p:spTree>
    <p:extLst>
      <p:ext uri="{BB962C8B-B14F-4D97-AF65-F5344CB8AC3E}">
        <p14:creationId xmlns:p14="http://schemas.microsoft.com/office/powerpoint/2010/main" val="1943017489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2EF02-D2A7-4A4E-AE77-8D57FEF8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73AC4-D883-45A5-ABC5-DF8BAE03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공개와 사용 허가는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0AAB2-4906-4F01-A431-05ED39D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2AA9E-8952-4308-B1F1-F18092BF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D2108-7463-4532-9825-9CC92310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FE465-E120-41FE-BFF4-06A5FEB5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02E8F-1F42-4F4F-BA64-183461D3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0FAB7-89C1-47EE-8B77-E752267B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웹에서 보인다는 사실만으로 재배포·수업 배포가 허용되지는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F6099-1AB3-4A86-874A-5602AC5B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AE7C8-06B5-49B7-A88F-07338227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5AC0F-49EA-4DC8-A73C-A9CD6C03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BCBF7-B912-4B5F-90F5-8551D57B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81B28-A55B-4019-870A-77789A9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B2E68-5BE7-4E6F-B543-918BD74B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28C3F-868C-4C04-B87A-E0C02869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1D24F-5C32-4E92-898C-2390DB2F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57F1C-0295-42D4-A96C-C97FB81C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기록</a:t>
            </a:r>
          </a:p>
        </p:txBody>
      </p:sp>
    </p:spTree>
    <p:extLst>
      <p:ext uri="{BB962C8B-B14F-4D97-AF65-F5344CB8AC3E}">
        <p14:creationId xmlns:p14="http://schemas.microsoft.com/office/powerpoint/2010/main" val="171054982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8A3F8-831F-415F-8D6C-17449DA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28DA2-4BE9-44F2-914D-E34AFB5A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Card가 실습을 재현하게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2D990-A8E9-4DEE-A53E-360197AE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AA3BA-3041-4FD6-857A-B10C84EE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3EC7E-B8B7-4B49-BA5F-101F8274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31903-2441-4169-8545-069C2A5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C1511-D7F1-440E-AFDC-8F087FA7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출처·버전·샘플링·민감성·변환을 한 페이지에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F2CE1-3459-43D0-9CD6-6D151B04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6A4D2-1F8F-428E-9CDD-4B22EEA5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source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16C70-54B6-494D-8600-27E5D9F7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9BD19-2108-4F5D-ACB6-E2AA0979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collected_at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B66A4-C7A2-462E-998F-8A7B4188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D2727-A686-4C51-B512-973F5C3F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license·terms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05DA2-DE7E-4109-911B-99653353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B5A3C-5434-485D-8B43-4387AEC8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1760411900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9A263-3D00-414A-AF03-1AAA47D1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B6FB2-91FB-4A20-B935-28C0E55C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 schema가 STT와 LLM을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D0B15-97A1-4D9D-93C8-7FC92AFC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7B6BE-1798-4A0F-BEAC-AC7B8AD1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488FB-1AD2-4AE6-9C34-70265A83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19EBB-4094-497B-8951-5C4E73D2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4F558-8F9B-46B2-BFFD-721BA29E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AAE8F-8BAF-4442-857E-4A99D1DD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텍스트만 넘기지 말고 segment·time·speaker·quality flag를 유지한다.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FFFC5-D299-45F2-97D9-7B4F4F47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2CF36-1261-4A3C-BC46-60823EB9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AF7DA-8762-41DD-8B24-127C7BA5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start·end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FAEFF-D709-4145-B0E5-0C09CF97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7D3B3-038C-4CC5-A00C-5128A39D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EB769-14F8-4577-93CD-8386A61A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209B5-C617-408D-B95F-F6215ABE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8E916-C45F-4AD7-9AD5-5397042F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79E2D-4223-4077-BC9A-0A47E6FB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1807747532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B40AF-C65D-4F29-B2FF-9A7BEBA5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15A5E-21DE-41F9-8FE3-61F5148D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Evidence가 요약의 근거를 고정한다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A9EE6-DB7E-47BC-865B-2FC94BC6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40EAE-14FC-4DE5-8FD5-F2220A15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065BF-E922-4080-8031-810BB93C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42E66-CEAB-4FAD-B8D0-B4C4167C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73E91-2EAC-4367-9DAB-44D71D15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결정과 Action Item마다 원문 segment ID를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31DD9-7970-4736-A376-760B2B04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460BA-F009-4796-A12B-D48CA27B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3F30B-02C5-48C7-A205-DE1EF772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0EDDA-30C6-4FB0-B6BE-306B917D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evidence_ids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759F1-95F4-4177-AA92-503B9366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5E5FE-8588-49C8-9AF4-9A3CA0D5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CD965-744E-490D-8F45-3C22C88C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191D1-6E9F-48AA-8C23-7EB6DEA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needs_review</a:t>
            </a:r>
          </a:p>
        </p:txBody>
      </p:sp>
    </p:spTree>
    <p:extLst>
      <p:ext uri="{BB962C8B-B14F-4D97-AF65-F5344CB8AC3E}">
        <p14:creationId xmlns:p14="http://schemas.microsoft.com/office/powerpoint/2010/main" val="1714485961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FA575-4322-47A9-94F7-98BF8AC0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BB927-4CC0-4323-AB6A-67CDD247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A34CB-9260-4331-B487-AE5F53B1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5C330-307D-4355-9D83-279497B9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2D32F-BD67-4A17-B4A5-4A118006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D1EC9-6980-41A4-A248-9EE75726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7733B-A1E3-43AC-BD1D-462B138C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A28E8-3B99-420D-8444-4F6A22B2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07CB8-8FD6-4135-8BFD-2A46B657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BD91A-C634-4BA4-8934-4B51F835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원자료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A3656-726F-49D3-A73B-68991AC1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AFECB-D095-4390-A84B-E1661576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84A9F-F7E3-4420-91C5-0C9A004A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E70F2-38B1-426C-888A-4A9D23FD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이용 조건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405E1-FC0A-482C-8175-8EE8B831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36B14-BAF1-4F33-961A-3581F1A0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A2D98-8C64-4F83-BF37-067F277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ABBBD-73FE-46A0-B017-80C9B001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소량·목적 적합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C0AE3-CE5C-4631-BE9E-BBD0AB4B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A9778-4985-411A-B3CB-272A194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1CD76-8430-4D01-A88F-57F6F48C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2DC71-60A7-460C-8356-3CF102D4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143378987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2F9BAB-7B0F-4562-83E5-BBAD305F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9F528-0953-4A77-8F4C-C0B23C52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샘플 합성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2EAF9-8292-41FB-907E-2E0AD6A3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8330F-EDBC-484A-8F76-1C346BB6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48B71-5C70-4420-BCDB-AEA4382C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C6B08-0415-47E3-AD75-B8E581E3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C12DC-013B-4D09-9F62-EF54A490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52F90-D07F-4D6A-B5A6-578549C9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1C632-F570-4F4F-8658-C846C38F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E7192-E310-44EA-A22C-736210A0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PM·개발·운영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C5E9F-442E-465A-AE07-C9D58ABB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27435-2FBC-4026-ACC5-FF63CE1B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8D15E-8A61-47DD-B73B-5A565DE1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쟁점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95AEC-5137-43EF-8BE7-CF1424DF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의사결정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DB559-02E0-4EC3-B9FC-0108028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5547B-C452-430C-8392-5A92A8A9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757AA-9EB4-4961-8F9C-CFDE44D1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45596-9EB0-4067-BD53-BCBBC754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담당·기한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5CAF3-28DC-485B-A221-2E4132F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3B0E4-EB5F-4C0E-A41F-1D51CFA2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5746E-E7DC-47F1-B2C1-72ADE847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51B9E-432F-4C5E-91FE-7720A0DD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모호성·검토</a:t>
            </a:r>
          </a:p>
        </p:txBody>
      </p:sp>
    </p:spTree>
    <p:extLst>
      <p:ext uri="{BB962C8B-B14F-4D97-AF65-F5344CB8AC3E}">
        <p14:creationId xmlns:p14="http://schemas.microsoft.com/office/powerpoint/2010/main" val="55872352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D7355-E2CF-4AE2-BB71-8B573B12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54DBF-91D5-430B-B8BA-D512A7BD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9CB99-9234-4EB2-B0D5-76550322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7EE7A-5C04-4C1B-B626-E1F3553C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600AE-CBFA-436D-B613-5C5DB927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B8E46-F5F5-4947-A340-A9A028F1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AD138-DD92-455A-A3FD-4846FFE9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4EE31-3571-4926-BDE9-91CEC83E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173A7-9FB1-487A-A0D3-C0ACCBA9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6E236-8DE8-4C7F-9AAB-DA7A0C96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이름·연락처·ID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53076-4A53-4F37-94E3-4345E437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FC12E-148F-482D-93F1-759C6CAF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071D9-95A6-4A29-AD4F-08AD926E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4DB29-5C2B-4152-87FA-26B714AF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역할·범주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FC86B-920D-479D-B6E7-97DFFCBB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5312A-2A38-4F98-A489-6F2BC9F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19A46-7679-4D4A-9705-934A315A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88733-1B30-4E9F-9926-32E4D2B1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문맥 재식별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57526-7F23-4F5E-B389-3AB21BBC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0DC4D-A965-4CE0-9A14-397E6053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82CAB-4867-4A94-A1B2-6524DC8D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7E9D9-72BB-4D00-B430-0087F943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1452275968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4FA29-ECBB-435E-8DDD-4F5390C2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78CB8-2B50-47E8-B444-2B24936A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599C4-3B2E-422A-BCE2-A45FDBA3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369C7-E3E1-43F5-A8F0-5250FB19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F3504-7B78-4D57-8EFF-9709AACC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574B5-2A88-485C-9A91-8D08F5A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555F6-F9C7-490B-8EB8-C3FC0076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D8E4C-9AD6-49DF-9735-C359CD98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AD0AE-1566-4AF2-BAC9-10072206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FEC16-2B51-4F95-95C2-3A262235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사람 정답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0BD36-F464-4104-BFF0-CEBE1638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D2FD2-F76F-46E4-8D42-0546E306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A0789-3674-4DE8-BF1C-31D0A94D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ANNOTATE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AFEC4-2645-4550-B78C-A535DF15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38BE4-1B47-4FA7-B206-9BEF5E2C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59433-C47A-40DA-8523-6E93D270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4E20A-84D6-40EF-9029-3154EE39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68BAC-373B-414F-81F3-F66BE558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0FC4E-7D2B-48B8-BB7C-068082CA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BAC30-7DBC-4D58-812F-52743CC6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BA00E-3AC0-4613-88CC-45BDB44E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8B1E7-0CE2-488E-80F8-1B04088E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28803495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05EF2-7875-4EA3-8BC0-8B7451EC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6476D-0611-4431-A441-3F409337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78BE5-C837-47E8-A3DF-107AE6E2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E1514-510D-4F5D-BF46-05DE3701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DD0AC-25E2-49D8-AA7D-15A018D8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EC359-C37E-4A62-9755-D76316CA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857C4-9BB9-44C9-93F6-9156EA45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1EEEE-C270-4B13-9914-9D172254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B562F-2869-4735-96BF-B3370556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A07C7-1217-453E-BDE8-DBD2A594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0A554-FFF4-4B79-93D3-164A7BAC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684C5-3D03-40CD-9F2C-08595A29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E7D16-4784-4EE4-A324-4152B602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684A2-FBDF-4EFD-9699-DCD3EAE9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무엇이 누락되나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F662F-910C-47FB-8F13-E2F2A98D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5E1A2-471D-491A-AFE9-AA72D9B5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0AC57-AAEB-40C5-9E43-28B3B990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9ED81-85B0-443F-A990-5881386E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AI와 사람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A6A08-04FD-4167-B4F3-8EE42CD5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C8C4D-560D-41E1-918F-9674FA1F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CB446-E56E-481C-8793-DD1BEB36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FC32D-82B8-4D72-9B68-8EB31A7B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1518005051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47B84-4ACA-4EC3-8D1E-EB90AAC8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203F4-4EC7-4C99-A26A-4BBF0222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42C4A-9D14-4465-97B4-397E0252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EE922-2A5B-488A-977E-4964578A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7F9F0-FEE9-4683-9BCA-27F1773B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7E833-2801-4A19-A60F-691B0A19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84404-B3B4-4B3C-8276-9BFC6471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4506B-6514-4DD5-A631-76F52B11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D2200-42F3-492F-ADAF-7FEA1200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96B1C-5584-4D60-A6D1-57C01FA0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7981A-F542-4E9B-91F6-FDB324A5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DD430-8F2E-40AA-AF17-231DDCB7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26BD5-B94E-4DB0-843B-99866305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70EF6-EF8D-48AB-9CFB-E8CA34F6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98E1F-9A91-4E66-B4A9-39D8AA56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5FD55-6139-472D-B070-1B893B95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D8BE6-8529-4BE6-A5DF-90A43189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FA3ABE-6A01-4D37-BFB2-894015E2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CEAF4-789C-4BEF-926E-2AD9391E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43F1A-17BC-4C6C-A690-66A4BC79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5D653-8E87-44FA-8739-15C25B2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A851E-82C9-42EF-A913-F85308DE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9446F-B12A-40D0-BB83-B81803C4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7EE78-40C7-4F57-8CCE-536BA969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C4B318-0EE1-469D-A446-2849829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CAA1EA-C231-42E9-877D-80FF95A6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82FF9-9E08-4854-B3D5-1725C3B2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9884821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3E7B5-2BBA-4662-92A8-83A540C5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8E93A-6EB5-458F-A312-3A5E2D65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C57E9-2407-4E7F-BD29-16C033EB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38D77-0C04-4BD0-91D3-1268EB8A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F3B8A-D813-4E25-9514-62C13010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733F2-B75E-42BD-B7A6-773A1F00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64E8B-A4C7-4638-B9EB-949BBDCC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BBCEE-32B1-4774-B676-F5B9C1AC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8A720-30DF-456E-B6B7-CB7C9178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제공처를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AF9D5-95A8-426E-A7AD-2D4E489F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E3318-9DF4-4A3F-B466-BEEADA9B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검색어·제공기관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7590D-698F-49B5-909D-0688DB0D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533C0-3719-4763-BDF2-9EFB475B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형식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2CF3D-6583-4666-A8BC-95866943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FC208-9FE7-444F-A9F2-0A662BF9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24654-70B0-4F52-B6F4-D46D2F5A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e4e16de224a24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2A51D-A8EF-4489-AEB3-C1F1C3BF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510798723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1F515-77AF-47EB-9E68-DDE843ED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A7F11-0052-460F-A4F0-1C9241CD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789A3-A21D-426B-809D-37B9E8E6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EF949-7EEE-486E-9937-C1ABC299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D15BE-7AFF-4F25-AD46-FE101E24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6570A-3AB0-4664-88D6-CB1A61DF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C969F-BF12-4451-AC28-4D8AC4F8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BF02A-8778-4828-8354-EEE87430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AB330-847E-4CFD-A929-F9CBC73A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신청·이용 조건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F8D50-171D-4466-B31B-788A9A04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7BE81-BF36-45E5-9513-B6CD86BE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말뭉치 종류와 목적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955AC-A94D-4393-827D-61EF49CE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37CAA-1E61-4321-9B45-51E5294A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재배포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27D82-595D-43EE-AC3F-1C1FDD09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64CE8-F723-4FC8-8C03-4746F681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AD7B1-5984-4D4C-9D00-9BC9A71A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a70ea90e0410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20D4A-6AC9-4B51-B94E-FEF525F5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196068630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8D9DF-E95C-4290-892B-E5D9984A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52F5C-580A-4F95-B3F7-385D4C66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6A9B4-B03C-4A62-9B1D-C7E29E89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05B18-C4C7-4671-A857-23A453E7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B43FD-6C96-4B3F-9706-E01C2A60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4872E-A323-480D-9613-857C837D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276E2-6A8E-4BC3-AF29-CE435C8E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3F540-397B-4DC6-99BC-330D4831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93C2D-1F4F-4615-8484-4F7F87AC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발언자·회의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6BCFF-834F-4F88-9CD8-369B82D5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8AFE2-0A11-452C-9000-4D10F5AF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회의 기록 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23FE3-4D4B-4C94-B3A9-D53C3EFA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28AF8-B562-4CAB-9415-FCEDE0A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페이지·첨부 공개 범위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779AD-279C-4B5E-AAD0-AE341687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09BFC-528F-4946-A624-80D195FB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05D8A-2F84-4497-8703-AE414A7B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923d5847a45bc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1963E-1F60-4F0B-AE52-88D8D1AC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629312414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B4881-35E4-49F9-8EB3-930E1C26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52692-04B2-484D-A640-E6C8ECE7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4FFB4-D4F4-457F-98C6-BC15E102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E1F3D-0339-4587-B7AF-AA4BFF47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8AB5D-310C-40DB-8CFF-0E5E728E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72D51-06B9-46D6-9686-490C8220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75637-E31D-44C6-8CD6-3F5338F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2E146-C860-47A3-9875-97882BBA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48721-A46C-4D71-8C75-773701C9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계정·edition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A3AC3-AA57-45AA-BD8B-F5E2BB54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C0D05-5C2C-497C-8B28-CBDE945E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지원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CB8F6-520C-4D03-B316-C9402691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1B92E-D4C4-4402-9943-CEDD4FA3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보존·권한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825FE-ABDB-4F18-8571-598AE32E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1037F-FF89-446F-B993-BE82B0C9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E12C6-B4DC-4B99-90BB-41D1A9F0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251525c7c48e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0C8F7-3FEF-426E-967F-E776471C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645132135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3D825-BBE7-4A16-9B18-EFA9C20C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717EB-2AF1-447C-86AF-254E7FFD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5AE0D-5A3C-4CBC-B880-B38CAF95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D9807-B314-4EAA-956B-6E0357FC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1303A-A12C-4ABD-8116-BCABEC2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A9737-7B5B-46D2-BE36-2534A253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63A60-FBCC-4FEA-8453-2F649470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E5610-3F6D-436B-84CA-8C14AFAC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FB83C-9E78-465E-A842-F4DD57C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06258-72A3-4E53-A6C3-425257D8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speaker는 모르면 null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6E581-00FE-4B95-B089-C16109AB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DF6DF-AD49-498D-A02A-4B43D3B0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text 보존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65E06-426F-49CE-92C6-67F5F412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CEAD2-93C8-4139-96BE-2C2C9E33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 flag 별도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E0B99-1A47-4A27-98DB-3B44DDD5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11A89-023E-47D5-B951-DA7E43A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A0213-9FAF-436F-BC09-BF24DAC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681453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82B82-892C-4C92-8411-30CC0D93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6B0A2-3A22-451A-837F-CF4311F7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83AC6-3951-4761-A2EE-64F510C8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40168-BC18-40BD-9288-48745A06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12904-433E-4B94-AA58-BB020C05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4CC79-E3E1-4CB2-8CB9-A5949FA6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7166A-DB83-4D58-9930-7740B289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DEB6B-4CA1-42BC-A47A-5BC5C5EC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task·owner·date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0DA3D-11EE-49EB-9C67-A64462C1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26C2A-A54C-4973-976B-0F17DBB3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segment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FB45F-3263-4E90-884A-F2020D5B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5C132-5CCC-46C5-955A-F9DDE105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 정책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E7E68-E628-490B-ADB9-70DD7ACE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2B3D3-8FFF-4553-AA15-AC87C3B4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시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AB78A-B2B1-4343-A2D6-61E0424A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43D6F-A3B4-4B55-BC10-6C7A6BE5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645F3-5F54-4B29-8A4B-1D9F6F0D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976775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34ED4-FBA7-4B41-8B5E-AFE75CC4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6825C-2A00-4FB2-9AF2-63CEDCCA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CC249-1987-4173-A787-8F8725EA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ADBE4-083A-4A74-A7AA-C5F11808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9970D-85A2-4032-BA0E-9F38502D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0224C-FA81-4121-9CD8-E447BE7D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93236-8E5E-428B-83AE-5345B5FF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3FE4F-6560-4EB2-B02E-330706CB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기준일 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53BD6-8C05-490E-A31C-ADD16AC1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47214-6462-4631-9BF9-127B4652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null 허용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8626C-1EC5-40C2-82D9-11A19B5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C11D6-31B4-4702-80C9-7A351D7E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모호성 코드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AEA1C-4CA0-4AE2-B656-7692EDC5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9DB63-32FB-44CF-9BFC-3F79356C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사람에게 질문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0ACC2-6F2B-474F-905B-2E6CAEF6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9685D-199F-4455-9A68-98B0EE0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3D595-5552-4B20-8BC2-87F0349F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833987601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8868B-CF70-4AB7-B654-C42A7C84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F768A-5212-48E9-B43D-BAF064CD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간단한 개인정보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076A6-9C9C-4319-AB27-F2D74714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D7BF8-A082-4120-BAD7-BC19121F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7A70B-E064-4FBF-A5C0-D252DCD8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E3A05-9E6F-4063-8327-24290E70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E021A-FF5A-4AB2-8469-D799675B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99060-17FE-480F-B8BB-93816CE8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정규식은 1차 필터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F1CD8-62D4-4EC8-A271-C629080B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B02F2-E102-4083-90EB-E25D0748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별도 보호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35E84-E509-4195-8F42-F1858A3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1F884-EDB3-4F0F-9943-6109E8B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과잉 masking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1ABA4-9F03-40EC-9CB6-2F4C9E83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1A688-73B7-4D60-B544-9CE687E1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 로그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5534A-BE35-41EC-8113-71D5524A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2DBF7-62A8-4053-823D-F1DC0B68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23CC0-C2EB-4322-8A9D-4AB22F4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patterns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"email": r"[\w.-]+@[\w.-]+",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"phone": r"01\d-?\d{3,4}-?\d{4}"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text = redact(text, patterns)</a:t>
            </a:r>
          </a:p>
        </p:txBody>
      </p:sp>
    </p:spTree>
    <p:extLst>
      <p:ext uri="{BB962C8B-B14F-4D97-AF65-F5344CB8AC3E}">
        <p14:creationId xmlns:p14="http://schemas.microsoft.com/office/powerpoint/2010/main" val="439524834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C770C-4486-4832-A99D-228BCFC1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9BCD7-1885-4648-994F-E93696CE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43785-7803-4C06-B60B-240E4CDC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C0722-F3B9-4A8E-807E-D04D9CD6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879B1-457A-43ED-988D-0159B1F6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4CD7B-DB6A-47B9-B8CC-E3318BAC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0FCA6-73D0-4F43-AC37-7847D898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CBC3F-AF50-4535-A6E9-A3F9230E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5DFA8-28DA-4E83-9210-AFFA931A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50DC4-D5EA-4FBA-B13C-6E293373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수집 시점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6969B-E46C-474A-955B-64663FB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E66EE-058C-4837-816F-685F97D6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C5051-0A8A-44CC-AA18-5BEC2BE8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41BCE-38D6-4BAF-BAB1-ACF062B9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변환·제한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44BBE-4D53-4C2B-91B5-93E760CE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648EB-F67B-44EA-8723-7D03146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B83E1-7C1D-4FF5-9863-A8C91E34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1991942658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A05C5-1304-42BB-898D-F21DA6FE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30DE7-4714-48D9-86F9-2BBDCBBF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A48DD-1C3C-4F46-8EF8-866B6C33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4771E-20A3-44E0-A501-6FEE0891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FEB67-C0DC-4843-93FB-2B1F62C1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E0085-98F7-4D82-BC4C-B08B3F56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068D6-018B-4D5F-A8C2-71DA8585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B1BD8-6FD1-48B3-9669-504B5386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41A48-E175-4244-A51A-B179088D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E59FD-5C22-461A-9118-A015CB65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8E1A9-D687-416D-9B50-5E2E6792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751E3-7959-4AB9-BB98-AE17A275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C13BD-FEDA-44B3-B47F-275FDCD3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A9941-EC35-41FB-A210-9FA479FD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CB800-1A6C-4AE5-BCE7-A400E47C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사례 후보를 세 개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C287B-769E-494A-9A96-A287EBF2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C6C57-1223-40C2-B2D8-B47B301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2B2F3-0202-4297-BFF7-B657CC2C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흐름과 가장 가까운 한 개를 고른다.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05E91-E103-4E78-B643-34005543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099D3-CD79-4EF3-B7B5-7650ED48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824A2-034B-4B8C-BA2E-579BAFDE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이유를 한 문장으로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1DC71-BACD-43B0-8BDB-C77969E8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58CEE-EBB2-4D67-952A-F36C2E2A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37743-14C0-4818-B747-D4959BE7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1266914125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D5AFD-4489-4B0A-B060-8F8019E3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47F4B-01D5-4B9F-9AFB-43802D46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CD675-E8E4-4973-8DB1-0E76D41D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46961-F84A-40AC-9AA8-9211AAFC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0082E-3581-410C-ADC8-6435432B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5B368-BC3D-45AC-8F18-539C541D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98A8A-9B84-4293-B29F-0DFCCA50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62047-328D-4B66-8675-E04CCAB7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2D5D9-0C04-4AA9-A8F3-BDAFDC10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18171-1A1E-432F-8F4E-463894CA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DEE94-4026-46B1-861E-F5342798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3B13D-CB92-4277-B23B-5039E00D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871EE-88E9-4AA5-B129-CFEADEC9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410E1-F9ED-43B6-B045-5833D40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655FB-A083-4586-8725-74702B6B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 필요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80771-D46A-49CF-986A-BF8E1EF5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E0D39-8200-46D2-BD23-9BF6B9CE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4DDEA-98E6-4D07-BA38-422181AE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가능 여부를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789BA-8C25-416E-8CCE-1EA5024E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A0E6D-09B5-4106-A54A-212A1D2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C289B-DE8D-43AE-8A7F-70816436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불확실하면 강사 fixture를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91282-D059-4500-B016-AEEC677A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EDB3C-A6EA-4A35-8651-52D3BB25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ED07B3-4C25-4855-87D0-73812CDC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1257733615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AAD41-7817-4C9D-8D1A-7FA69844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1A350-5BBA-4EEC-8DE8-5D084CA0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합성 회의 8문장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21F05-8CF7-49A5-8C67-2CE477E4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E0D9C-4E95-4494-A67F-D0AC0814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7EE52-05A0-40F0-B916-55D802EA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B8CC6-18F3-498B-87E9-6DF3219F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92FE0-94CF-40CD-8938-C107FCF2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B5644-FF20-495D-AA66-CA77C4C7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A32BE-01AC-4A6F-B075-92139CB7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4B0CB-FDD1-40F0-8C65-6EE12111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B78CE-167D-42E5-908B-6C1C7916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3A50D-5E3C-43E8-BBE2-2C1E7346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2명을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7968F-DD91-45FB-B79A-15DFB56A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C891B-5995-4A6E-A552-11FDEC55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DB522-D012-4492-85DB-62D1D73C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 1개를 대화에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89784-21FD-4AB9-B95E-0E03EA20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EC446-BDBB-45CD-947A-230424EC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8F93C-CB63-4AF7-8A0E-56C1293A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담당·기한 Action Item 2개를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23886-3E4E-4EF3-A948-CD2E4C80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9E6C8-DCAD-404B-9BBA-4511DB23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96F4D-C141-466E-8857-B407EB09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표현 1개를 일부러 넣는다.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2064E-9A07-40FE-9322-DF2DF53A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53A6E-B29F-466E-9C4E-AAA78DF7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0605BC-4A92-4F70-8758-BB163D9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합성 transcript 8문장</a:t>
            </a:r>
          </a:p>
        </p:txBody>
      </p:sp>
    </p:spTree>
    <p:extLst>
      <p:ext uri="{BB962C8B-B14F-4D97-AF65-F5344CB8AC3E}">
        <p14:creationId xmlns:p14="http://schemas.microsoft.com/office/powerpoint/2010/main" val="51577119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C4AA7-6DE9-4BD4-9125-22CF0B37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BB091-4A94-4B61-8ACC-0EA55E8A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Golden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51CCB-C727-4487-A425-17B6DFCB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9E368-B306-44C4-8F6A-EE2B56E4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EE5F9-B40B-4800-AB7F-02F21170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572BA-8CE4-437C-BBC0-52A03D41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068D8-102A-4E53-9878-EE99771B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21988-43DB-4AE4-87F4-0DC8C498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EBE49-E0C9-478B-86F1-31EA8C82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545BB-2F2A-457F-AD26-E8F0C7A8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BEB4D-1D2C-45F4-88C0-12AB47C6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2A928-B409-4CD8-9440-444F2D4C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title·summary를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CD35E-D0C5-41D7-AA0F-50A71339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7E9B9-5DB2-40A4-B0B3-C012E92D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F9573-CE91-49AC-81A7-3CAC42D2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decision을 한 개 구조화한다.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42500-05E1-4521-BE70-1562B8CF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EEE2C-D297-47A8-A304-CDE23424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B1BE8-5BA4-46A0-8EDC-96441A16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 두 개를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CCE0D-18EF-456A-B1DE-DD90669A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AAA1B-80DF-4514-A085-0959A7CA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631C4-0C71-495E-BB69-A4292FD2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항목에 evidence ID를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995C5-8950-48C1-8B86-752461F5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F23EA-CD36-4943-8ED9-4223C95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862CB-6501-40BA-9848-31EF4E71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정답 JSON 1건</a:t>
            </a:r>
          </a:p>
        </p:txBody>
      </p:sp>
    </p:spTree>
    <p:extLst>
      <p:ext uri="{BB962C8B-B14F-4D97-AF65-F5344CB8AC3E}">
        <p14:creationId xmlns:p14="http://schemas.microsoft.com/office/powerpoint/2010/main" val="1919587915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CFFF9-ED3B-433F-8D2D-19DE47A9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08A38-CBAA-4BE5-A327-934999E8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7C3A3-FD4F-4929-AC4B-1F73CD74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EED51-1158-47A1-8D76-97FEF9E0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8B9C0-EDF4-4142-AFAA-B842139D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2C572-6251-4881-94B2-76454E35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B1675-48A8-4617-8C50-91A7A52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48EAA-FC62-46B1-B7EC-9D46A7BC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21984-30CA-44DD-8379-663B6F80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9F74A-DAD3-4BBA-AB2B-4843D013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77AE3-2DD5-4BD0-8A91-3B7DD74A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BF46E-EDD1-4C6F-BF85-598C803A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3FF1E-EE28-404C-8CDA-B2FC6616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51203-1329-4684-8FB5-99768013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ECC33-D910-4903-B8E5-12301A25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743F9-0F5D-4530-8F10-1558530E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00A01-924B-46E3-AF17-0260CFB8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0C3E0-0727-4D4B-A404-F147C93D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A6ADA-7E62-45DC-B37A-7157161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2-3분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F776-90F7-48A2-A529-271D4A44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0E1BF-1F58-478F-AF77-54B362D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10-30건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BB4C5-A325-4BDC-A553-32AAA584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1CBAA-B7B9-43F1-8542-0D170BE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C2EC6-B780-4679-A1F9-2CC6CC73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B467C9-149F-439A-9C99-4CF88B20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1845278465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5C1A3-2545-43A8-AA8D-6430F19A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C2A31-BA13-4517-A7A7-D9165E46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B36F5-9464-42E5-8E09-F03C2EB5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222C8-746F-41FD-9E34-9FFDD1FA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90660-1621-4096-BB73-CF419C5B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45BC5-11BE-4D86-8C67-D230DDC0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33DAE-98BC-4B99-8ABE-2C35B12D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6B3C1-04FE-4661-A87C-46D268AA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CF26A-C36D-4894-AA57-E0AE5DC2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094F7-D0A4-4833-923F-EB044432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E624A-4DA0-4CE8-9455-DB9B3B90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44183-3187-43BA-B836-C3C2D3B1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9D811-C8EF-43D6-B736-59E0F4E7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03AC9-8C6C-485A-9BE9-335C5669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E0B0D-ACEE-40D8-97D9-84409B7C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6EF74-285B-4B8A-8749-9C83B208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E93BA-5DBD-4CCB-ABFC-A6D31349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02480-FF39-43C5-A76D-C31C4C47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FDC1C-1EF0-499E-8DE8-1005E06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02BE5-60BF-43E7-A770-819E55AD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BC397-A803-4DB2-A851-3DD76278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77944-C282-4279-8C0D-0521FB44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2F958-8CB3-4384-821F-0CFE4BD9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7BD8E-2843-4339-A424-1E679F01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1CD7A-1EE0-4E01-B083-B3E1E919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863242585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3139A6-A6DA-4EDD-AF2E-E24A67A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F6932-B170-4EBC-8637-23BFA068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655B3-7CD6-4911-92A7-174ED905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1E38A-A8D8-4CE6-959A-82457F75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C2EE1-7751-4658-8FBD-220CA77C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D3C1E-196B-4443-A7DF-513B6625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67EC1-C297-4B43-858B-27980B09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A12DD-EB87-4002-9623-9C89AB05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FB4C3-9704-40F2-B627-4945BB1B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6AF7F-9251-4F9E-B9ED-F147E4F2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DBE9B-BD98-46FF-843E-3F3A37DF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83A6A-A0DC-4BB6-97BD-763D980F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8BEA6-499E-4D1D-B139-206D612D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CF983-E6E0-426D-B4EF-9A94504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A046E-6EFD-4261-B385-1AE158BB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AAEE6-7A61-4C0A-9841-4356F5B3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EFB26-F0FD-464C-9D22-271EF809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1072A-BFAF-447D-AA87-9265EFDF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C7A77-19F6-46C0-A393-232FE32F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FA838-446A-4F17-BE14-12FF7335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518C85-55CA-4638-89D5-2571F022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25952-9C90-4498-AA01-36562840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AC9B5-6E79-4146-8706-0CB69BCB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9B56F-2C38-4D81-A7FB-33A0234C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F6C5F-9DCB-40C9-A54D-EA1CF034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1120980792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874A7-FC81-49D1-AA5D-BC313E38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2E5DF-A197-47B6-882D-BBEB76E5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9C952-7845-4885-AA3F-5FABCE44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A3DD1-0F64-4426-9D4F-8A2BB259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BC99C-14E3-460B-9141-C7B3CC9A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503E9-8D80-41B6-BA10-27910E8D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CB077-4974-46BA-AE89-9EC071BD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C514B-F053-4B45-ACC0-5156A674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C0B3D-2190-4092-910F-619D4115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C5A9F-B4AF-40CD-9881-A9533217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CF9FA-FE73-47B9-A308-6C5197F7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1B382-B344-43CC-BEA2-732CC422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BDEB1-57BE-435B-9328-41893073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88053-7F04-4944-8257-EDAF44E1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400D4-2D59-455B-B7FA-CE75FD40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1910E-8F11-42DA-9E4D-4E5CD71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EA322-3BDD-4C55-8E9C-83D0D665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58B37-DCEC-4F47-84D2-614174D5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AB91A-01E1-4087-9886-B48A631A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11065-80EB-402A-A030-9DBA6156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A0552-7CB3-4869-A863-4F909DFC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85672-B9BB-4032-B47D-5DBDF517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6AFD71-F5EB-4ED4-BC81-6943115C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C9993-146D-4066-8F6E-8F1D80AD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291CB-CEFE-4EA7-988F-C3D19471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1376220742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2413E-B61D-4AC3-A382-28CE85D8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7639E-52B5-4493-94E6-9AB5553A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 · 12시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CF7DA-1276-4064-A47F-982328D1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245D2-B61C-41B8-B6E5-32CD4516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F79B9-C55D-44C7-8CDD-80493FE9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B5455-1702-4517-AAB7-72FF777A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CB7C9-D516-4EFE-961C-409C5975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2AC15-88C6-4C89-B982-F4AD3C2D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9FEB7-7B22-43EC-99BA-D69C3D0E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88987-B085-40EC-A321-BF87634A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데이터의 공식 출처와 이용 조건을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31F1B-746B-4720-A4A7-5EAFA97B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CEFEB-F477-48AF-B04E-A2B62EAA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EF392-CAA9-4F20-B3CF-1522F083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연결할 evidence 단위를 정했는가?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A58C8-C845-41EA-B7A3-899A57AA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2AFBE-6126-49CD-9B3E-D0A5DD89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2F17C-8857-4291-83EE-505A9981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재직자/구직자 관점의 최종 증거가 무엇인지 정했는가?</a:t>
            </a:r>
          </a:p>
        </p:txBody>
      </p:sp>
    </p:spTree>
    <p:extLst>
      <p:ext uri="{BB962C8B-B14F-4D97-AF65-F5344CB8AC3E}">
        <p14:creationId xmlns:p14="http://schemas.microsoft.com/office/powerpoint/2010/main" val="109988140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5E28D-4761-40F0-B97E-0C2770B4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52874-2F20-4711-A269-A6B7633D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AF479-15DC-48F1-8E23-DA77628C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무료 환경과 Harness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14F5B-455A-402E-A418-17957BCB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모든 학습자가 완주하는 필수 경로와 Codex·Claude로 가속하는 강사 경로를 분리합니다.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5D01C-FD27-4C27-A0F2-7F16DF14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13E19-E0F9-40D6-A314-C14A3593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Python·VS Code·Git·repo · 무료/선택 lane</a:t>
            </a:r>
          </a:p>
        </p:txBody>
      </p:sp>
    </p:spTree>
    <p:extLst>
      <p:ext uri="{BB962C8B-B14F-4D97-AF65-F5344CB8AC3E}">
        <p14:creationId xmlns:p14="http://schemas.microsoft.com/office/powerpoint/2010/main" val="1860339571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9C735-17CA-4428-95FA-9A95B963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035BA-365C-406F-A0B9-82709333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12:00-14:00 · PART 1/2 · 여기까지 만들면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C6707-9CA5-4906-8CDF-95A18800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68453-8721-4EDD-AFC6-0E1D6D0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81DB0-1037-49C1-954D-4A8F1C10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CD478-3E8B-4B37-94B2-0D47152A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DFE7D-1909-4F25-8F59-F9F01C3B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종량 비용 없이 필수 실습을 실행하고, 설치 실패 시에도 fixture와 notebook으로 같은 학습목표를 유지한다.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3CD9A-5B32-4F0F-BBC7-8C480B41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A7636-5973-4143-AC8B-3DAD792B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29CF2-BD90-4606-BD8F-D1A171A1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2A879-A868-4AD3-8683-57873586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00147-ECB2-435D-804F-6709D372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1DC1B-131E-41C0-BDEE-A835DB52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91990-98CE-4C2C-B35A-B9C06189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1EC30-D469-4080-BB45-1AC3BFB7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050DA-7E4F-4A57-BAC5-DF45FDF4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52675-74B7-4A90-89D4-1CF385F9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6F4B6-12A0-4D03-80AD-98E52878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10C5E-98FB-4B77-BC06-F9FBEE50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DDEF7-194E-4B67-8352-E8EF9080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806F0-7754-4282-A56A-6CF359C4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1CF75-0815-4C8F-A609-64EBBCA0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718486917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527CD-0DA7-49CE-80AD-CF15813C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Execution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91A6F-3692-4555-934A-6FCDA41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18EA7-DA87-446E-8856-2A621A2C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38C0D-E915-4F87-876C-647E7045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1DD9D-7C9B-40BD-A221-EDCBA473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E0341-C336-45CE-995F-F5AF36B0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28E76-DC64-469E-9F52-5DDAFFCD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1A4F3-E6AF-4814-94C2-5A495C72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C0866-1357-4D3F-949D-8900EED4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코드가 실제로 실행되는 Python·운영체제·패키지 환경이다.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C00C4-B6FB-42CE-A0DE-8F7B50AF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47FDB-1AA6-4437-8558-C0F34A3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2D7E0-99E9-4AE9-9985-6697B482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AAB56-39CE-4887-A01C-D21C0B6D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코드도 Runtime이 다르면 import와 경로 오류가 발생할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E9D59-F6DC-481E-A071-0BAD0B5D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94C31-F028-42A6-A9B4-41D8CA79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42DE7-7D7B-4198-9F16-10E4B005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4B250-DCFD-4E3E-97F5-4A7F0918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python3 --version과 실행 경로를 먼저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5848F-C6FB-496C-806E-0A535808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2423309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6F7F6-8C5E-4B2E-A372-D676BAB7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Selected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DFD51-F389-4DBF-A7E7-739E9B92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4C1AE-AE90-49C3-AE59-F1895352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7BE3D-1F2D-41FF-894D-13E08D9C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0DD31-C15E-471A-BC14-4D392BF8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19C72-8344-4022-966F-70D5F25A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C4325-18CE-4571-9DDE-9213A64E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486D7-6EE5-4D64-8B0B-45983E28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2CD9B-5DED-44C5-B4B9-51DF954F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Code나 Notebook이 사용할 특정 Python 실행 파일이다.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DFE6B-7786-43CB-9C6C-B29DE340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7954A-96AA-4F2D-BE57-79887784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967F7-80E9-4FE2-ACF4-569591E1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BF6AD-C23A-4318-8E8F-5918697F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Notebook이 다른 Python을 쓰면 설치한 패키지를 찾지 못한다.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A25C3-7E40-4610-80C4-5C8AFC7A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8D8CA-6208-4792-8C93-2BEC5E9F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A4451-C556-4AA0-9C06-8E94E079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32863-BC7B-4ABB-BBA8-E0E8DD10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.venv/bin/python을 VS Code Interpreter로 선택한다.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25E75-655C-4063-9FF8-83C70EC3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8103036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2CA1E-1C4F-4CB5-93C8-04AD82F0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Isolated Packages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31BBE-43AE-4CA9-B64C-8E2D9001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C4DD9-26E6-479B-9222-D4ECC0AF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3C83D-110B-4308-8A3A-050A762F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A5EB7-BAB5-4D59-B091-DEEEDC35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1001B-3336-4E5F-BA30-C9915587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90588-C8EB-4B58-AA04-09EE10A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DA952-8B63-4673-AB35-C49B7EBB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C660D-68D5-488C-91A9-B9E7EB8C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프로젝트별 Python 패키지를 격리하는 폴더이다.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0242B-7FE1-42C9-A3AA-B8122060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BAB16-1A71-4923-A48F-0844058B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5250F-A84C-42E7-B159-C4FB1244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4DDDC-A098-4BD9-9641-C84D7A56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패키지가 다른 프로젝트와 충돌하지 않고 재현성을 높이다.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10371-CAC1-4B32-96FD-CABD399B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3B6D4-27D8-4C55-8A7A-4AA9827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C8106-9A02-4B92-B3DA-5A4C01D2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B012C-0398-49DB-9A75-84C36361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venv .venv 후 같은 환경에서 설치·실행한다.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9D296-D8A8-4C55-9702-8342E65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8831054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C8DB2-8477-4FC0-A6E7-94A227A3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Versioned Project Folder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E546E-D9C7-4CD9-851C-DFBA497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9753E-49F2-4777-BBD5-28A763A7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74994-0F3B-45F6-A162-C96194DF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D9190-5FBA-4439-9F74-4EA23678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1A114-5C40-490B-B91B-D4F8B25B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5DC83-B262-4446-A559-A8EA4585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DDE27-6882-4C8C-8EF4-D478AB23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D5F41-03C6-4198-A316-B34E6747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코드·문서·데이터와 변경 이력을 함께 관리하는 프로젝트 폴더이다.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E237E-0DFA-486C-8EE1-39121EB0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32D0F-A9E4-4672-A665-ECED68EE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FE540-648E-4EE9-BFC3-7C1CFA43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631E9-0B7D-40ED-8F25-FF3B653A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무엇을 바꿨고 언제 동작했는지 Git으로 설명할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1ABE8-1B2C-4179-B13D-1547E7E7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37A4B-1C5B-4CD4-B451-613F6F82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B577F-BE9F-4759-8537-A3F268E4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2D90D-1598-4BE5-9EF8-DAD48F4E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src·tests·data·materials 폴더를 하나의 저장소로 관리한다.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929DA-C46B-475F-9E41-34827013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9460354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9A3C2-E734-410F-B5F4-185AE4C0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9DFAA-D06A-40BD-B8AF-6BFDEF91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무료의 정의를 먼저 합의한다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C64FD-8FD5-453A-BCEA-967DC699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6D33F-2CC6-45AD-92F8-5634DC50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E237A-CD4B-4345-8102-1EE89802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59B37-844A-4167-A020-48FB97E0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3B64C-FF9E-4949-9629-B909B7EF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BB6EC-D5A4-4A0C-8565-244A86E3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학생은 외부 LLM API 비용 없이 필수 실습을 완주할 수 있어야 한다.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bf3b7ea8c48a2">
            <a:extLst>
              <a:ext uri="{96DAC541-7B7A-43D3-8B79-37D633B846F1}">
                <asvg:svgBlip xmlns:asvg="http://schemas.microsoft.com/office/drawing/2016/SVG/main" r:embed="Rd8bcb874967445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EAC06-835F-4DFD-950E-5C8FB4A8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25051-C295-4D53-9B23-FBA22F6F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4A4D6-87FD-4847-983F-019DD50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Python·Git·VS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787CE-D97B-4169-B9CD-7BFA4948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2D47A-6BB0-47AA-BCD2-5326D564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fixture·local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D13A4-FD5E-45CF-9DB1-086DEE65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F7DC2-A4AC-4FAD-819F-913BDE63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서비스 초과 과금 주의</a:t>
            </a:r>
          </a:p>
        </p:txBody>
      </p:sp>
    </p:spTree>
    <p:extLst>
      <p:ext uri="{BB962C8B-B14F-4D97-AF65-F5344CB8AC3E}">
        <p14:creationId xmlns:p14="http://schemas.microsoft.com/office/powerpoint/2010/main" val="1752043646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2D8E2-F419-4194-9830-C8AD5189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F2471-433E-4E50-90E3-D263F72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경로와 강사 가속 경로를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992D4-3FCE-4BA1-9D04-9D2956FC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06850-B8D0-49AA-BDDE-69568732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09281-8E77-4344-97BC-58FE412A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5B952-3E15-42FB-907B-50A8B3D3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738EC-00AA-4231-9946-C7AC4E7A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학생은 로컬·결정론적 코드, 강사는 Codex·Claude live demo를 사용한다.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E6D2A-5EF1-49F7-962C-1A576B41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4EFA3-D02F-486B-AC8A-52AE0816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필수: 직접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EBB7F-094D-459A-AD52-FECE65A8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395F4-1325-4CB1-9648-34363F73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강사: 생성·수정 가속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D0534-3C53-4378-995E-75C72337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595F7-33E0-4DD3-84BA-943A81B4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diff·test 검토</a:t>
            </a:r>
          </a:p>
        </p:txBody>
      </p:sp>
    </p:spTree>
    <p:extLst>
      <p:ext uri="{BB962C8B-B14F-4D97-AF65-F5344CB8AC3E}">
        <p14:creationId xmlns:p14="http://schemas.microsoft.com/office/powerpoint/2010/main" val="956722794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EBCA7-0E61-454D-8F5E-392195BF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85ED2-6DC1-4B5D-A51E-903BABBA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Python은 실행기, VS Code는 작업 공간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CCA86-011F-45F9-8FB9-D77F78D0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A831C-916A-4237-AE41-9EC62A29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A33C4-DBBF-415D-827A-2A455DE9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5675D-B2B7-41C2-84BE-26130BB7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C8AFD-F83C-4C07-A88B-6D53478A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F5943-5096-4F8F-8242-29B9FAEE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extension이 Python 자체를 설치해 주는 것은 아니다.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B3986-47A7-43DD-BEE5-779B3CB0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CAD44-FB43-45CD-8D17-624BB0E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1DE58-9678-4537-9881-9076CC1D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F558B-51DC-489F-8AFE-A2098D24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F366C-B1E8-4C67-8EB6-60CEE8C2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editor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83F30-B31B-4713-90C5-93F5C69A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F9381-A02A-405A-90F9-5202F093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1694096490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8838D-725C-417B-A53D-886F5E8E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72BE3-FB79-420E-816F-FE075997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가상환경은 프로젝트의 재현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63CFE-3514-4DBE-A00B-3A4E077A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10211-287D-48ED-A70C-697D667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707ED-7024-4AEC-8B69-A72F91E2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9443A-0364-43C2-87D9-95F3C62C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0ADEA-C869-4A43-B350-D0C0101C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전역 환경 대신 프로젝트별 dependency를 격리한다.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75489-1513-4A3A-B861-783AF1C6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26539-8402-4FD7-93ED-74C6AC73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248D6-DAEE-4039-BC2B-BF33B4E7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D67E5-8244-498E-8345-47BA69DE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DD6F4-25AA-4375-B38C-8F191243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C25A5-2D6E-43C3-AE74-0671C67E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requirements·pyproject</a:t>
            </a:r>
          </a:p>
        </p:txBody>
      </p:sp>
    </p:spTree>
    <p:extLst>
      <p:ext uri="{BB962C8B-B14F-4D97-AF65-F5344CB8AC3E}">
        <p14:creationId xmlns:p14="http://schemas.microsoft.com/office/powerpoint/2010/main" val="1996874837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24661-F777-47FD-8A3F-EDF82EF1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A3564-9479-4597-88C4-E9EDA867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Git은 제출 도구가 아니라 사고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92675-9E79-4F40-9883-CB513C79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EBA7A-5F15-4D12-A0F0-BD654C72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6700B-E975-4927-9291-4E4189B1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B6B15-4C93-4906-8636-6F73D712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DCE5F-1041-4905-B0FB-542C4B9C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AB5DB-8F78-4E41-A2A4-2AD578F5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commit이 무엇을 바꿨고 왜 검증했는지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3483E-5501-4533-ACAB-8A8E07A7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56AD4-14F3-4CD5-B463-65137AF0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ADF74-0B9E-42A6-88DC-7F6DEB06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667F5-7729-4371-9F2B-B32717F5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F0AC5-A31B-43FA-AA2A-30317C5A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C497D-5F67-4E08-B759-544CB204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20D1A-0E83-4FE0-8325-7D6C3C77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96955-1935-4E85-8848-B447A17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AA8FA-2ED8-4B08-8A19-59D1631E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585156705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E7644-C8B6-40D8-A07D-E0C8BDC6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290D5-B7E8-4330-A17C-84C9C0C3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Jupyter는 설명과 실행의 다리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6C2E6-D178-40BF-BFC1-19CE528F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D7A86-6DC2-4E6B-BCFD-F75375B1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F9A21-8128-4B2F-9703-FD32853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58B13-AC13-4CD2-86E1-8B06FD6C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1F508-5E9B-4BC4-8FD0-03A2CFB6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셀 한 개념으로 결과를 보고, 모듈 코드는 src에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8DE3F-2751-4324-AEE8-4CE87CFF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D95D3-492E-4409-B6FF-CEDDEA17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Markdown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7B437-6625-4C8A-8639-9D1D85C8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C3D85-8E84-4E9D-ACAA-FE0B15FF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BAEB0-D961-40E3-ADA6-0FE54831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767B9-5425-4E87-A25A-5FF8030B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증거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01742-0BBA-4853-9D7F-13E07846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B05FC-BC4D-405C-8F1E-D59759B4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219000241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3D22F-79A0-4575-B158-EFCB3A70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3E1C5-6D90-44CD-A6D3-454DD732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Secret은 코드·노트북·캡처 밖에 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87E0E-6753-4AA7-89FA-24ED6C15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9E26D-B8DF-4E63-82BC-1702752E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9C561-3CEE-47A2-8723-B1E10AF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EAF25-4694-4BAD-A638-7B1CC632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D6DBC-B552-4696-BC80-255F0DED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BB480-EF10-4F05-A6BA-87F41413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값은 환경 변수, 저장소에는 이름만 있는 example을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5E68C-5399-4F12-B687-890C92F5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2CBF2-AE3F-4BAB-9475-B290823F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FA0FC-31A4-4A40-8E76-0C3D0C9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0C158-8836-494C-8012-6BE0B3D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7E88E-E05D-4E2E-B761-81F827A7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.gitignore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97D2D-B379-47C7-9E24-20059ABE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DE4F7-228E-40D8-BCD7-9CE4AA2C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1143667927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8725B-AD05-4948-BB4E-2A66F4DC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61087-25B4-4861-A0C6-F71D1F96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Engineering은 작업 환경을 설계하는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F03D0-7BE9-4501-9479-8D3BB974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4C603-D11E-4F88-A3DD-2EAAB295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F73C9-A192-489F-B089-930C131F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B0EB7-2F75-4382-9C11-10066540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826A7-64C3-4832-B05F-255C468F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좋은 지시보다 좋은 파일·테스트·checkpoint가 Agent 품질을 높인다.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C7C36-D4CD-415C-B262-06DC374F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0108E-B42B-4F1D-8E2E-6D7FD9FC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AGENTS·README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2763E-4878-4AD3-B8D0-E8C068AC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E7C2E-E35F-4548-AE3F-5B35995C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small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CB37C-8947-4FC5-81BB-C3516F64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21DA6-5CC7-48BE-92BD-9AB976F4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executable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BF8E0-5F17-49D7-BCCE-4ED1F259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30C2E-65DE-49D4-B2BE-4BFBFBC6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loop</a:t>
            </a:r>
          </a:p>
        </p:txBody>
      </p:sp>
    </p:spTree>
    <p:extLst>
      <p:ext uri="{BB962C8B-B14F-4D97-AF65-F5344CB8AC3E}">
        <p14:creationId xmlns:p14="http://schemas.microsoft.com/office/powerpoint/2010/main" val="758462151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B6EC7-5C2A-474B-B4D6-465E8BDA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02624-3AF5-49F3-BBB2-103C149A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설치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71DAB-EE31-436C-953F-A11383C0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13859-5286-4583-A6CA-9EF7F9F2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7CCA8-2ED7-4E36-879D-AF29CE9D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EDBDE-78DC-47D2-8FF2-E340A134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9842C-F75A-4864-9FB3-C9EB96B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3FD2C-C0C8-47A6-8041-502594DD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6C819-CD2B-4ADE-A516-99ABDD64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50846-3CAF-4F89-AC28-D0010301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921B0-FF37-41EA-A533-C7BA2877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48999-B4CD-47AB-BA56-616FF1F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0B6F7-7241-40B1-9406-738F86A6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EFC3E-B78D-4C18-9813-F5BB998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90DBB-F3BD-4EEA-ADEC-98AC332D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40E2F-5A32-4E0B-B5C7-6D180BF9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68E3A-9957-4851-B27B-D55B00B2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B2113-B3DA-4542-89D3-D5FC5BE6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0A2BE-0A36-4F3F-BCF0-980DD792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40974-7BCC-4861-8D60-534D420C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58569-6077-4EED-80CE-9F16D40B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30570-27F2-408D-B3AE-152BBA0B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clone·open</a:t>
            </a:r>
          </a:p>
        </p:txBody>
      </p:sp>
    </p:spTree>
    <p:extLst>
      <p:ext uri="{BB962C8B-B14F-4D97-AF65-F5344CB8AC3E}">
        <p14:creationId xmlns:p14="http://schemas.microsoft.com/office/powerpoint/2010/main" val="1166652248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2F034-8CF2-4C3D-AAF9-7E24C87E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5042A-9581-49DD-831B-8E4CEF07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4FD89-6DB8-4901-B14F-1438C61E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DBF18-5691-40B2-96CB-C45FBF72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1D991-550E-4B08-B730-2A4E88B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848E5-657F-4113-AAF8-4903D8B8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D4137-1F21-4273-8EA1-3A516913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3805E-5A93-4C1D-898E-2B60D822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70E6A-7BCA-403B-8978-3EB9035D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627F5-1A50-4AF7-BD92-4F1A97BC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90A61-F860-4052-8D3D-AE7A5F76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BD140-281F-4BCC-A337-6D639727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22F0A-07CB-4D94-9307-AC085A6D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34701-222B-45E9-958B-B2A05388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OS별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6BD8D-A76D-4BFA-93C3-7C3666D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3EDAF-7258-4B74-9AAB-C9DADD8A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7EACF-5933-44BB-AED3-EAEF3C0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9846B-2D6C-4865-B2D3-4499CD8E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0C424-4E40-4E23-9FA0-724EFAFA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FE089-C117-4FDA-BAD8-AF4D6F6C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2C976-CD1E-4BA2-8144-1A2C10D2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7EDB78-5287-48CF-A052-D0075BCA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5211720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87A4C-D426-4F73-A219-81D5919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5B012-DB02-48FC-8AE5-CFFCD025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F0EC2-887E-40F3-B4BC-D1874AC6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361D7-A8F2-41C2-ACD7-5F639205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4B3CD-3F97-4F28-84FC-7732B124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4E074-B89B-42F1-94AE-46B89153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49FF2-F0C2-4EB7-BBDA-2693621F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B33B3-B1FD-402D-B105-503A22B3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0D13D-697A-4990-88C3-32C6228A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7A699-F446-4FB5-99C6-85A243BD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Command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A8EC7-8070-4F40-ABE5-0A045862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4119E-8A62-4264-9003-64E500E6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25A4B-BD22-420D-8004-0D0BBB37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2C69E-B3C1-42A1-95EF-7DBED4D5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50E8D-4E63-40F7-A273-7EE9057B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154CD-5F41-4BA6-8B23-1D3BD21A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D8E7A-E86C-4E65-83B3-CA9868D2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6DD88-9F64-457E-A178-0BCBFCE6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82DD1-504E-45DD-9B29-DF9E75AB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DFBE8-0D23-415E-8F4F-BD4234C7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6F60C-C510-401F-9F62-9713AC5C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D0D20-8B18-44EF-B59C-CBFED0FF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1409169962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E264A7-8696-4D86-B662-16313CA5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4BB7C-27AD-476B-A990-8CB5AD0B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D3D94-D6E0-48F3-8727-6443A94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6E71C-96FE-453F-862F-4607791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D91F7-3A9E-45CD-8134-E1663D88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B8073-3713-41ED-89CE-2817D20A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8F05E-1821-49CB-AB0F-FC3CE0F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F912A-3C0E-4AED-82B5-5345FD3A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867FF-5191-459C-AFB5-AF7E765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53704-7D61-40A4-93D7-07D48045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52F70-9F81-4F14-9AE0-56C01774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CF3ED-39D6-4322-B3C6-3661DDB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54BC1-9ECF-4D58-A205-0160250B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90DE9-49A6-42AE-9C8C-CBB1129F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3CB61-6E0F-4BD8-ADAA-08B3F2C0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292E4-682A-466A-B5AD-1D198448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365AC-D512-4CD0-8EBE-87485B98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AE388-5E54-48FB-9839-BBA521C6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관련 파일만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FA861-F689-459A-BE35-E9E9A55F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72EBD-9574-4012-8502-1B3EFB82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EF7C2-BBC8-4EA4-BDF8-533C9A7E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E21EF-70DA-4E2E-A3C2-8DF25527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의미 있는 메시지</a:t>
            </a:r>
          </a:p>
        </p:txBody>
      </p:sp>
    </p:spTree>
    <p:extLst>
      <p:ext uri="{BB962C8B-B14F-4D97-AF65-F5344CB8AC3E}">
        <p14:creationId xmlns:p14="http://schemas.microsoft.com/office/powerpoint/2010/main" val="845321924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08E50-C244-411E-A1F1-D3BA68FC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BE59-5AC6-45DD-9955-148435B0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작업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6B201-0CB1-4B52-A5B2-7D78B465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87137-8C64-46B9-A585-6CD84C09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B88EC-1125-4003-821F-47625F18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8F3B9-3D16-42B4-AF8C-B6814A73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D3CF5-518D-476A-98A8-040B1252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63318-2E38-408D-9BF5-915988B2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960F4-5DA7-4D61-96E8-7ED3590F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93009-AA7E-4366-90C0-67BBEE94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할 일·금지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CFCB8-EB48-47C7-8F15-D3A9A980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A2E6C-711A-49CC-A70E-6978B2F4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15111-01CA-4C69-BF04-E6637DE7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3B021-B758-43DC-830B-59F78878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필요 파일만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F87C3-8E3B-49C5-8FAE-522A9BD5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C52AE-F2A2-41A2-ABD2-D8CB9C50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EF0CC-68A3-4B62-872E-14EF5A56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A2A0F-37E8-4C82-BDC1-C1C945F1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C1C21-7B13-46F5-818D-B7CCAFA2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C1C7D-210B-475B-92AE-9F515913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0E6D2-FFEB-4787-BB9A-8864F85E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80A34-8A94-4DE9-A2E5-A6584189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diff·test·notes</a:t>
            </a:r>
          </a:p>
        </p:txBody>
      </p:sp>
    </p:spTree>
    <p:extLst>
      <p:ext uri="{BB962C8B-B14F-4D97-AF65-F5344CB8AC3E}">
        <p14:creationId xmlns:p14="http://schemas.microsoft.com/office/powerpoint/2010/main" val="1656490757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5C6FA3-C75C-4A6C-BCE5-CA139D8D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1E388-B94B-4018-B08E-7F0BDD33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56845-7890-4FBA-BC2E-D2C8F5D0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13180-C0CB-4641-BC3B-C49DB06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A1F9D-DA71-4A8B-BB0D-EDD04AFE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E86A6-D784-45E7-8DCF-647C895E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511AA-1798-462B-A615-73EC2B2E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FED49-6ABF-4C91-9B57-E2FEE242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97240-0EAB-41BF-AEEB-B500010B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4A2B2-4E16-46D1-866E-AACDC0EB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A4037-FEBE-40F4-AC41-69CEE2D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70C23-3FDD-49AC-9F73-B8D2458D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ED6E0-C50E-4EF9-AEED-1B7B124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C1D4D-0B02-405B-A386-A200C089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CB4E6-BE68-4F25-A3D3-9BEF832F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9FDA4-4929-4B4C-BF4E-728F6978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4444D-C273-48DE-A54C-96ECCBC9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A27F5-1E72-453E-9DAC-7F34DDD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B5F2A-957B-4B21-852E-8CD07292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AA6F5-8EB4-4942-89C2-9366C219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11A18-FFFF-403B-A183-3CA11F90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A98B1-AAFB-49EA-8733-EC762BAF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FE7AF-6286-4174-A7E1-4F303D67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5A820-E987-42D3-BDAE-D805CDD6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BFCAF-5A1C-478A-846E-620DDB05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BC00F-4978-4E85-B0CE-EC214195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05ADA-B2C3-4BB4-9B29-864CF498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1091342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4E570-7BA8-4855-BC03-EBC10927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7C7F7-1226-463B-98CD-8AD24079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9C6DB-F25C-4A19-88A8-3F975B7F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9FD27-A820-4B3B-A4A3-BC6EF8DA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0CBAB-ADBB-4022-9CEB-476DF0DA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82E44-2392-4656-BFDC-F31CFF60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439B1-9CBE-44EB-8CF2-164338F9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BE4F7-2733-4E86-9509-1FFAF1B4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F96B0-041D-430B-BC18-E444C882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OS와 버전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869BF-17F0-4DD0-B6FB-21B5A07D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CF860-9216-42D5-B005-8451A949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후 새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2F8AA-B758-4CB6-9F8A-498140BD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F7763-EB28-490C-86FE-F8C98068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A2FDF-0764-44F4-BC35-1247A8D4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80B1C-42CA-41E9-878E-F3C90C6D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2EBE1-A96C-4504-9B32-09545E20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a370e53464b3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263DF-3AFB-427E-9C41-B6622184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Python.org Downloads 공식 화면</a:t>
            </a:r>
          </a:p>
        </p:txBody>
      </p:sp>
    </p:spTree>
    <p:extLst>
      <p:ext uri="{BB962C8B-B14F-4D97-AF65-F5344CB8AC3E}">
        <p14:creationId xmlns:p14="http://schemas.microsoft.com/office/powerpoint/2010/main" val="597359788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E020B-DD4A-473C-9BEF-BA069292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69A23-91D8-46E9-AA74-884EC3C8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B9975-9DF3-4F39-8D5E-AC71159D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EDE4D-0695-46DE-951F-65455598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35F57-E48C-4037-88B0-8FF643F6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C618B-232C-40E1-935F-0D4868FD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780CB-9C53-4B37-8828-BF06767B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785E8-C496-4FE6-A9B8-F4F9A691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A1765-9502-402E-8948-8362C3AB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27962-D970-47C2-94F3-C30079BE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41D1A-E156-4564-8B38-4CB77FF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F2EB2-C117-42F1-9DC5-39EE3198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C7E63-C9E5-4D41-8145-3F776D01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6533F-06E3-46E9-8F72-728E6F10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74049-17B8-44DC-94E2-E89BCB71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36035-9AB6-4839-83DE-AA5EC729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c9eb74aa2473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6314F-F8A4-4070-BABF-82ACE9C9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439780701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C573B-512C-4E40-8FAC-B82E45F2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E7AF4-5526-4383-B883-56DD50AA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C770D-C402-417C-A71E-70B13912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AA10C-F53C-4913-9941-839EF5A8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5E3D6-901B-4C99-866B-C8C180B6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91045-3BA8-4D45-A91B-DD4B6A71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19846-5DC1-4C40-A802-E98861A5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A101A-278A-4DDB-9E08-DC274FBC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68751-1F57-4DC7-8ECA-150D9921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53F56-DADA-474B-B6AF-6EF0790C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A524B-16E8-4306-B9DC-ECF6DB1D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user.name·user.email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65556-1C28-4B06-AADA-91DEA001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9A415-B6E8-476E-A8CE-03C1522C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계정과 교육 계정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B7CB5-7FFC-4773-8744-8ADB5807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5358A-92A4-4C77-B0E1-59CD2EEC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6D9E0-04BD-477A-B25A-21BF44E9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be468183a45c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E71CC-0A1D-44A0-8CA8-5447F2F3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 Git First-Time Git Setup</a:t>
            </a:r>
          </a:p>
        </p:txBody>
      </p:sp>
    </p:spTree>
    <p:extLst>
      <p:ext uri="{BB962C8B-B14F-4D97-AF65-F5344CB8AC3E}">
        <p14:creationId xmlns:p14="http://schemas.microsoft.com/office/powerpoint/2010/main" val="721728292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C58DD-AFB0-4629-99FC-B70F200E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4159F-C4D5-4DA7-AB63-8AD079AF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7965B-6AE8-4871-A8E7-21EC621D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547E6-2991-45CA-92A4-008AC739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991F1-D0F1-45C1-B4BA-BB067540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CDFE5-DBDC-462B-B04F-BF78CBD7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31D34-3C50-499E-AAC5-793C9B0B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A1E1C-CD1B-4C36-A828-6E326A5C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E3E2B-CC7F-4799-9552-1888B118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공개/비공개 선택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C19EE-B52A-4ABA-BE6B-45FFE940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FCA6F-6112-48A6-B8A2-E784DE94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README·.gitignore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05736-3103-4591-B966-AE0D4A0B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F1D77-B877-4324-A4BF-17C79BA6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66A5B-1765-4CEE-890C-FDC10878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28076-3627-48DC-913E-BCBBB8EA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034FD-23F3-4257-A846-2A13D4AB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76c5177864c8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681B3-FD3A-4FE7-BAA9-BC6A673F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repository quickstart 공식 화면</a:t>
            </a:r>
          </a:p>
        </p:txBody>
      </p:sp>
    </p:spTree>
    <p:extLst>
      <p:ext uri="{BB962C8B-B14F-4D97-AF65-F5344CB8AC3E}">
        <p14:creationId xmlns:p14="http://schemas.microsoft.com/office/powerpoint/2010/main" val="311288647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74A3B-5D71-4AD7-9BFE-97294F12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D2F59-96D9-4103-ACB1-3F418565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A9493-0099-462D-9E15-02E61E67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8F8D5-4487-44AA-9528-3DFB0C65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6C505-D07A-46BB-ADB5-8B046D0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2B0EF-FA02-47D6-BC8F-A840F7FE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5A5B6-2647-43DB-A304-9BB6EF12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7CE6C-51F2-4771-A3A6-3D1B57AA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명령과 기대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70F7D-9198-47AC-9F81-AE52F74E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4720F-4739-42DF-BA3D-DE0D32C2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문제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9587D-0DA6-49E4-A6A8-27883E90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5F167-4FC3-4108-979D-9E9739D3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 재시작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38612-0F08-49D0-958B-CA0BB112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5F7CD-EC27-4D95-8D91-A6BA05D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캡처에 개인정보 최소화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74FE1-0227-4A71-BD23-538BE761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E5166-3471-4A2E-8A96-69464469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16B4F-91F1-49B8-BDF4-0EB85D89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1307231208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9DC4F-3E50-4680-BBD3-3FC14654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FEC07-290B-494D-AA4F-095FA32F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AF6B0-521E-4F29-9C13-ED431733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0AE7A-8DB0-441B-A696-9C346848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751B1-D254-4106-9E6F-245AB4AB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0FABA-C8B6-4729-AE92-3743CD6B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31917-F299-426F-902E-CC744CB1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4935A-24FE-401E-AA96-0B8124EA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9714B-51AB-477D-8621-19CFCD8F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61A94-512F-4905-8780-2EE12D1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활성화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69959-00EB-4995-BCAC-EA0F5748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D7664-B777-4844-8293-151722BA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dependency 설치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84BBC-FC9B-4F58-9F32-9B486C3E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05DA4-8955-4621-9911-266C7E06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경로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3699E-EF42-4F51-AAE3-097F88FC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19498-70B7-4E80-A0C7-B33D2F33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46451-8DBB-44DE-9AA1-7B81A74A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2106996292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F2F53-1EF6-4749-BAA3-3532EC2A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E9794-13D8-4D0C-AFE1-630B3494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89A68-7108-479F-9AC9-55CBFBB5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90B3B-A90B-496C-A121-249AA973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BD497-78DE-4F3B-B37C-D7C0CD89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541CF-0BDD-4802-9B32-F00ECB33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E5B57-F008-4E76-811C-9166660C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0D87C-BD49-41BA-8B51-79906F47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ExecutionPolicy 오류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A8E00-81AB-4308-B39C-8F1FD00B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B78D2-86CA-4B3C-8766-3791146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 launcher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CD08F-49AB-4DCF-AA31-4D9614A4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3BD9D-E5F4-46C9-A4A3-F7C7E286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B892F-D551-4C45-B9F6-6D56CF61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4B821-B62F-4923-8E0A-1C5B3B41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화면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3668B-89CA-429A-A97D-0B52C5CA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E2D07-E5D0-46D0-9578-C1A8EF07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231C2-CC4A-484F-9814-814D72F3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349757001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C00BE-317A-4E3B-A673-D2062672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06237-23C5-42C1-8F1F-9EB4F0E1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Git의 안전한 첫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2AE1B-F183-43AD-8E96-99F70996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36482-8387-482E-A08C-3DDF560B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CBBBF-192E-4B1C-B5AA-D9775285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E2994-0520-495A-935C-6E00658F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DE163-262B-4A90-9D33-9A7B7730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8AAE6-77E6-4173-AE63-2F6F69A6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unrelated 파일 제외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36470-5F44-4DC7-BA66-1CD7E78E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72930-8BE6-43BA-95DE-D4C2FAB0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 전후 diff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5CAE6-5B2C-4B0D-9387-7C111C6D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F9B8F-2D20-412F-8E36-63DED5E6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B0DF3-6269-4DCE-ADA3-8B8A681F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3240D-5D75-40B7-9F37-5B8AF214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명령형 메시지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49423-4F7B-47BE-93F7-87F6A071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50E99-0027-45BA-9055-BEFD678D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D5648-F449-422D-A887-646A61DF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--cached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"feat: add safe tool loop"</a:t>
            </a:r>
          </a:p>
        </p:txBody>
      </p:sp>
    </p:spTree>
    <p:extLst>
      <p:ext uri="{BB962C8B-B14F-4D97-AF65-F5344CB8AC3E}">
        <p14:creationId xmlns:p14="http://schemas.microsoft.com/office/powerpoint/2010/main" val="1124140628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A6A3F-0923-4C02-A4B9-C3FC0F5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5D1A3-4225-471D-91A9-7FB97569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.env.example과 .gitignore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325AB-54CB-4166-8037-7C9D5116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4F5B7-327D-42A8-BEFD-333D1763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D7A00-5410-4404-96BD-83DC8FEE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C61D8-6EE8-4463-A8D6-C487106C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87BFA-A79A-474E-83F2-E4CEB6AC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5FB8C-CFEE-4F86-839C-C4F3633B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이름만 공유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DDE10-CA67-4EF8-A03B-84F737A0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C4DAF-2A9F-47E9-AF80-CE642709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secret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3EE55-0AA7-4E29-8C0A-99A738BE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AE512-6E95-43B4-8064-B8C8B296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E0F61-32B2-4204-AA9D-D020871A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F2B98-A05D-40B5-95EC-0D3EFC26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생성물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9A481-3A05-49C9-B0EF-23F00FDB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F33A9-D03A-41C3-8BA8-36C6D16B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B3180-CC9B-4E12-868A-F3B04113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.env.example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OLLAMA_BASE_URL=http://localhost:11434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OLLAMA_MODEL=qwen3:4b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.gitignore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__pycache__/</a:t>
            </a:r>
          </a:p>
        </p:txBody>
      </p:sp>
    </p:spTree>
    <p:extLst>
      <p:ext uri="{BB962C8B-B14F-4D97-AF65-F5344CB8AC3E}">
        <p14:creationId xmlns:p14="http://schemas.microsoft.com/office/powerpoint/2010/main" val="1612874351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2204F-8003-46D3-ABCC-1B68C3B2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F6451-C305-4EB2-9BA0-6B67D09B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버전 확인 캡처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70491-5D3A-46AA-9DBA-CAA93DB4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72520-1041-4775-BB46-EA1FEF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76297-3C42-4AEB-9BCF-7AF69C5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BE98F-EB2C-434E-8526-2EEB1B24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B8F80-8DC3-44D7-9981-7B9B7478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80D24-2DDD-4830-ADA9-B28AAFB7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C741D-5E03-424D-8680-C1DB19D9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03125-37B6-4A3A-9538-8A364168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08248-9F13-4098-97E4-FE5F27FC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84323-1A97-4EF1-9425-49865449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D186D-B893-40E7-8293-2187C8F7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C35BE-745A-46EE-856A-770051F2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28127-053F-46A9-A869-7E43AC17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 버전을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AE166-1C50-4A8C-BFC5-A7182F2A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25174-15F4-4013-9D53-EEB7E5FF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1A9A72-AEDB-4CD0-8AF8-BE38428C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Code가 같은 폴더를 열었는지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9C30E-80F1-499B-9FB7-BA465EFA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9AD06-B713-4F90-A036-1D830100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04785-70BC-45EC-8218-125F86DA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항목을 표에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ECC16-FB6C-4C02-AB44-654E6871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022FD-79B4-4C46-A72D-63D2754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5CE8A-AA24-4DDC-88DA-4F825603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버전 3개 + 상태표</a:t>
            </a:r>
          </a:p>
        </p:txBody>
      </p:sp>
    </p:spTree>
    <p:extLst>
      <p:ext uri="{BB962C8B-B14F-4D97-AF65-F5344CB8AC3E}">
        <p14:creationId xmlns:p14="http://schemas.microsoft.com/office/powerpoint/2010/main" val="1922427852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FC7533-C5B6-40DD-8674-C43B62E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1C357-092A-42FE-9537-3A37C1EE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가상환경과 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2F8B6-8F0E-4620-9FF1-6C049518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BB001-A9B4-4D41-8397-01C747AD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15CBF-4CB5-45E6-8A68-47706DC2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C3044-41E6-4962-B316-4BFB4816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B27C8-12B0-4D05-B298-7F5A1BD4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FE4C1-DA80-4F60-82C2-3CD1BA86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9991E-A2CE-4C14-B1D4-D6DECCE3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83BEE-0A83-4828-B782-7F51F775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4FAF0-C748-453A-9420-45C6EB37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63116-892B-4993-ACF8-691A2EBA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ED2CD-0FED-44D0-B32E-1D49BD4C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07900-33D2-4454-86D8-8848BAB6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8536D-D675-4B68-95EB-797C1E64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가상환경을 활성화한다.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17163-FE39-4318-B961-49A8F72D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65DD9-5E98-4B69-98C2-A2D09470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C6608-3EF8-498E-9E94-BF8F4F27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56AD7E-9761-44B6-91F3-CA08C538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DEBBD-91F6-49AE-8ED6-D8041D04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9391C-AAF0-46C2-9977-783A61F3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sys.executable을 출력한다.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5F5C9-EE02-4C9D-A8D4-DED9E5AD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A1553-CED0-41A4-806D-91EF9CB2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3E188-3A93-4955-811B-CDAB18A5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가상환경 경로 출력</a:t>
            </a:r>
          </a:p>
        </p:txBody>
      </p:sp>
    </p:spTree>
    <p:extLst>
      <p:ext uri="{BB962C8B-B14F-4D97-AF65-F5344CB8AC3E}">
        <p14:creationId xmlns:p14="http://schemas.microsoft.com/office/powerpoint/2010/main" val="1290301966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95A02-182A-4550-8FD9-3456AD2B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A97D3-2DF7-4C44-85C8-56D18CE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CA379-15C2-4DB1-B1FA-F78481CC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5AE2C-3E6E-403A-9DF0-E8B7560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66471-AD11-433E-ABA0-2537C056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53082-A9B5-4750-B509-AF67C00E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6A514-1A46-4338-8A8B-E6AB768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065CD-03CC-4761-B7CB-E50213B0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88278-6C1F-4FF5-8DE0-AE91F5FE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7C461-2716-4917-9CC8-5BEDB71C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BA27E-A614-4D37-81D2-B134D80D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15E43-207B-4205-8175-A820D324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materials/day1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8D11B-A19D-4546-982B-FD426DEF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ACFE3-3C63-4FD7-9322-43512D16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7F09E-5246-4294-9DA9-42D5F414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선택한 kernel을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4BA30-1691-4E1F-8E47-A122E758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97DDF-7B4A-49AB-8664-F89DCB07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13CD5-F10D-4C3D-BC96-4C1C3B29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Markdown·Code 셀을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A55F6-5EA9-4B88-9798-B3FC91B3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0BE1C-8A0A-449C-A455-5A705BF0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E4050-3629-4672-BA51-C66E156F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output이 남는 위치를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10A5A-BEBE-4E5E-A2A6-4F407EB5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BEE4E-11E1-4F8A-A128-108AB630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3EBA9-E865-4AE7-BBC4-2BD690B3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첫 셀 성공 화면</a:t>
            </a:r>
          </a:p>
        </p:txBody>
      </p:sp>
    </p:spTree>
    <p:extLst>
      <p:ext uri="{BB962C8B-B14F-4D97-AF65-F5344CB8AC3E}">
        <p14:creationId xmlns:p14="http://schemas.microsoft.com/office/powerpoint/2010/main" val="1272505066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43C99-191B-4EC6-94B2-0D08F74B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281D7-673D-44B7-8B6C-3AC8171C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Git 상태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57DD4-4E4F-4730-824A-A6AC47B7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BD7C2-B600-48AC-AF1B-18263BEC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D44B3-EAAC-43F9-B15D-AD45149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DF9B-C1E3-40CF-85E3-91FA37E4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9580E-98C4-49BD-B26A-4568095E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58FEB-8783-4F96-AB64-2C6871CA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3714B-AB51-40F9-9A38-74A8B54D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BCB29-6C69-48BE-87AA-0187ACF4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6C320-FB6A-472F-AA86-762DC1F5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94F06-EB22-4131-9EF3-A05E8A11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status --short를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B0A66-3D9A-4AAA-8BAF-F7D347EC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07E76-42C7-4437-8AEC-C02D4DED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AC12B-25F3-447F-9390-B5F87900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수정·추적되지 않은 파일을 구분한다.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2A6DF-E7F3-4E81-98E9-DDFC303A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E19C9-6699-4871-87D6-0D747919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BCA63-FEB6-428C-A298-65844D13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diff를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C53F8-3054-46FE-9E8F-FFC705AD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9437E-3D0B-4B30-8E0B-0576CCB7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4D31C-26CF-4C61-9154-17648486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지금 stage하지 않을 파일을 말한다.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976BE-A3B5-498F-B430-F8AB0D6F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DA7C27-6D20-430F-957A-5533EF8E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2E9D6-6C56-4ACA-AEB0-0948540D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status·diff 설명</a:t>
            </a:r>
          </a:p>
        </p:txBody>
      </p:sp>
    </p:spTree>
    <p:extLst>
      <p:ext uri="{BB962C8B-B14F-4D97-AF65-F5344CB8AC3E}">
        <p14:creationId xmlns:p14="http://schemas.microsoft.com/office/powerpoint/2010/main" val="1633774027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E11B2-AB12-44A5-A66A-9A2657CC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F35E4-40BC-478F-90B5-EB41E64A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2D1DB-E045-4710-BC41-D25A6D32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DD886-2F5D-4BC9-92E2-940034D1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A74E4-EE61-44B3-A8FA-0C919EA4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ED918-D1A0-49C2-8E82-2570F4EB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C0B50-0416-4A0F-BFC5-9B619D4E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D6EB0-4836-4F16-AB0A-3AECB29A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9223D-B833-4BF6-BD98-6F5531E7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B6F42-BFAF-4D14-81F1-30F9775D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5ACBA-2517-49D5-A179-B86887BD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C7AFB-CBDB-46A9-8ECB-FB0D2379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12C2C-7C2B-4657-AB21-AC9DDEA2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CDA22-354F-4E9F-A9E7-A616A490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7893B-B291-4AAD-9C3E-A5368259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08BE2-977A-481E-AE87-29C83A20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AA4E0-3F59-4A01-92A4-F8923905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DCC7B-BACC-4C67-A746-27CBC7DE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A4D09-BAFF-4A8F-910B-B2E7CFBD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8F30A-17ED-425B-BA7B-2213D6F6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A77D7-9163-40D0-BD5F-ADC34F7A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57C8F-D349-4140-823D-57F095FA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26BF1-0759-4900-A95F-B0128429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6EF23-35D2-4EBE-91BB-3056DE77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3D328-A444-485A-8382-56E18517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992335138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FF29D-ABC7-4D3E-B1D2-0127BF77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41F0E-3314-4ABE-BC91-0017AA04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E3061-6FF9-4266-AE64-496766BE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636F1-D882-43F4-990B-85E57671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1FFE4-DE43-4C45-8CAB-19650181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B8AF8-1E36-47E0-9A88-EC8C90DD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3E267-BDBC-41D3-93EA-A6E69792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6F208-92E8-4449-8EC4-622712CE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BAE2C-9B94-4948-9147-E1996343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10F2D-7D8B-42F8-BD93-DA44B303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E0B33-1E3A-4919-9D26-DC6C5416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98098-D57D-413E-AF79-3ACAA947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2B56F-F2CC-4A2A-8D06-7523158A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B4439-1946-415F-9E65-8053776A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15495-BBB3-4C5C-9A22-402FE5A8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FF09D-F0D5-45AE-B96C-6E8B6B4B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418C6-2FCD-41EB-A607-D5BB4F22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684E1-49B1-4F1B-A2EE-707CEC2E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80F9A-509F-4D77-8A2A-8F10A522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081A2-0BDB-4C59-A12B-9048047D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37B7F-009D-4F3A-BF93-464AA51E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150A1-3C72-4FB9-803D-14D1C7B6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20C64-F9AE-4AE2-93F8-23E4392C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6D57F-609A-4D86-9411-76EEF29D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AEA26B-9F29-4DF1-8FFE-C02B2000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2068539969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DC452-A0B9-44CC-A5BE-308A0832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777D1-E969-4129-9631-39B162F5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85C1E-8872-46A7-B64E-F0ED84CC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4F436-7CD1-424F-8A88-9D1128C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5C63E-060C-435E-A717-5901FEF2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319FC-D100-47C4-81A9-983FD199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9D366-C861-4A85-99F0-E5E5E785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32EA4-2308-487C-9F11-43F3EBB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5DE93-A951-4953-9564-4C13D0FD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F2453-C840-4F88-B027-A03D16EB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C0335-A4FE-4774-96D2-9300E262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EBD88-1958-4E24-8592-BF7A1AA3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190DD-AAFC-4CF2-8544-3FAC0A00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08719-EFBB-4F86-9893-CA6C044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CF222-1FAD-436D-B707-9C81B3D0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D38AC-B71E-4D2D-8027-0B12964F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5CC8A-D8CA-4260-BBF4-BCC2D98C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73E38-4603-4B9B-BC5D-46FE160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D06AC-73AF-4E50-A44E-59768669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0F4A2-8D22-49AC-B32B-FDE15592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4096C-2434-4C17-9F4F-300D461B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D49F3-0DFC-4788-BFF3-F9674F93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68E15-0E34-4685-8417-27DC60D9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330F2-CF8B-401B-BEE8-4FB9E574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01D6B9-59C6-40E3-9449-D9A7B254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938504430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7B967C-E028-4A09-8705-BA595D56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8D066-D816-406B-9A1C-51594DBC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CDED4-D3CD-4B59-8EA4-90AED80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301FD-B738-46BC-96A6-C8D375A5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FAB32-C732-4E69-B3DA-DE87A4FE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9A15E-B764-4503-9521-7BB23365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B94CD-7E1B-43DA-9D74-F1605661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C1962-5E5D-43D0-A3DF-4F125C43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F5465-3422-490A-B787-3779658B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2022C-13E1-478F-97A6-967D40EB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58CEC-6453-4025-AC31-7108F130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82D24-F1E3-4656-902B-D592A0B8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C488B-63F6-4D57-BDB9-5E723C2A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D3871-FBF0-4ABE-A2A0-2283E6A5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5F1AF-D7EA-4BA9-922B-0AE9F871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F20AE-0D07-49D9-BA9A-D2BA8CAC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5B5E9-5FB4-437A-BCB4-1F7F50A8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2007E-38D4-4BC8-8B4B-D2142E6F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C2C64-6D79-420E-B6AE-DBA3CF1E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A1CCC-8D57-4C59-B9E6-663E454D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A1CEF-9501-40A4-8AF6-C70347B5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F9DF0-9F79-4CD2-A278-801BA03F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F072B-4227-4805-9A13-3CA96CD1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83928-B7B6-4C71-B8DB-23D2C2E9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1A125-1CF7-453E-916C-A541A4C8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12799016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4C90B-FACF-45BD-907A-13F73A61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44623-AFB4-456B-B227-778EE064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B · 첫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A9F58-492D-4B60-A70C-0D3BA0A5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3597D-FC6B-4488-AA45-14591226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3E43D-20FC-4969-A6CA-7F4B9C3D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57228-EFE9-4AB3-98C9-F2BD487F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B6A90-EC96-4DF1-A90B-8701384C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2D444-A429-4F05-88FF-55DDD823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0D792-9F6D-49CC-B1DB-AD023479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706F6-7757-4F7A-8CA5-65D96001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Code·Git이 각각 어떤 역할인지 설명할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D75CE-8327-44E9-99C9-37C0484B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B054D-1C56-4EAD-BD56-8235A994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56D38-D3B3-4552-AA31-F9A9B05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무료 경로와 강사 Agent 데모 경로를 구분했는가?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636F6-AF63-4E1C-BE77-6863ECBF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50ACF-BD7A-43E2-8A03-6CC84A45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F7F18-6E59-41CB-86BD-B07A6073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실패 시 10분 뒤 선택할 fallback을 정했는가?</a:t>
            </a:r>
          </a:p>
        </p:txBody>
      </p:sp>
    </p:spTree>
    <p:extLst>
      <p:ext uri="{BB962C8B-B14F-4D97-AF65-F5344CB8AC3E}">
        <p14:creationId xmlns:p14="http://schemas.microsoft.com/office/powerpoint/2010/main" val="1917251715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B9DF3-2ED3-41BB-AE7A-5D9951C1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420D2-74EA-43C3-B6E7-D0D24D33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21A5D-C370-4EE4-9F39-8A5B2E2F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Safe Tool Loop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26A2D-405D-417F-896A-FADC2817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점심 전 한 시간에 결정론적 planner·validator·executor·test·Git checkpoint를 완성합니다.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35E86-E409-42E2-A58A-B617F1D2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21D2C-0785-43B9-9DCE-655CD69C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실행 가능한 src · 9 tests · 첫 commit</a:t>
            </a:r>
          </a:p>
        </p:txBody>
      </p:sp>
    </p:spTree>
    <p:extLst>
      <p:ext uri="{BB962C8B-B14F-4D97-AF65-F5344CB8AC3E}">
        <p14:creationId xmlns:p14="http://schemas.microsoft.com/office/powerpoint/2010/main" val="1861547573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0BE61-B6E2-4FD5-8072-DA1B91C9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77F8D-87FC-47CC-B6D6-7FBBCD12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12:00-14:00 · PART 2/2 · 여기까지 만들면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54C46-90B7-49C1-8A9F-8FA117F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CEF26-4D2A-404B-8958-733B8893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CE3DF-FF4F-408F-9C07-DB5AFC3C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F25C6-E45F-410C-92D7-2B95FB32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6563E-6AF9-4A21-87D6-65F21FBC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Framework와 외부 모델 없이도 Agent 제어 루프를 실행하고, 정상 1건과 실패 4종을 스스로 재현한다.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108F7-6BCE-4D6A-8860-69052D2C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C619E-DD1E-4932-B30B-83D55266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9A669-030E-4C23-94C9-4E146333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88C4B-CED8-46E7-B14C-D0C4B1A7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B8257-09BD-48E1-B3CB-894CBA7D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2CE3A-7DB9-47BA-B2F7-D60109BC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F7630-13C4-40BE-99D5-6143F1E5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A4232-81B9-4089-A8E3-B57C7DB6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5C214-C89F-4501-9258-AFA8017F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7713E-D289-459C-B79A-53F14442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58211-9969-4E0B-87D9-3E1F91EA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746C8-528B-4234-A98C-2FE4C286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EE872-21FE-494C-B13E-3EBEF0FB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C0A31-0ADF-41CC-BEE1-B14512D2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E89F6-3375-4A13-8FD1-AA339767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504475141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5CF08-938F-4752-A474-EE29E64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1/4 · Next-action 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56BEA-C9E0-40FD-A9AB-BF406E7E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33748-1F22-48F1-A569-0F489317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AF7BE-2497-4563-98D1-EEDFD2D0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82F96-4798-41EB-B24F-A4ADCEB0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11BB1-DB1D-469E-A08F-B0A12A9E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0C1EA-E330-4045-96F7-B4C721E8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64E26-AC3A-4A9A-8540-8FC351A3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29C9E-87E3-497F-A91E-880A39D7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요청을 보고 다음에 사용할 도구와 인자를 정하는 부분이다.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EFC87-167E-4AD9-963C-3ABC78F2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9B9F4-4A80-4977-9B07-10E0B78F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8CF03-D060-45EA-B53D-BD325C8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1923-225C-4DB8-8EFE-A2B017AB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없어도 규칙 기반 Planner로 실행 구조를 먼저 검증할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CC6C1-5627-4C78-9CD6-F70D3B4C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76353-D6D7-4AD4-B0D1-84AE23DE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C23AD-8959-40A8-8252-F010CE0C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9B40F-FD02-40F2-AAA5-BA63D488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‘txt를 읽어줘’에서 read_public_text와 path를 추출한다.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0F977-357C-45FF-A1DB-418F0E75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8314796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E776F-B755-4B25-A5E0-8F9BFFD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2/4 · Validated Runner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CD9C1-DA6A-4DDE-943C-8D803746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EA23F-2011-4C07-8567-C1A79B2D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D73C7-72C2-4351-A171-2F90206E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28832-391E-4E48-BE88-E329712D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37AC5-241C-4786-8CE1-110F85FA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A94B7-37C2-477C-86BB-B79B5C53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7A9A3-15EB-433D-B261-6DCD1284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1D3F7-7A83-42B8-83BE-1EE7286D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Planner의 요청을 다시 검사한 뒤 실제 도구 함수를 실행하는 부분이다.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0C03A-74A1-44DA-AA36-8DCF63C8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35475-1C43-4ED1-9E92-EFABEDD5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87154-7879-47F7-851B-7A18A6F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824A8-440D-4CD8-AD11-A372E233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제안과 실제 권한을 분리해 안전 경계를 만듭니다.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00FB9-2EE7-491E-9B2E-2BB6B843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9DDF9-59D5-44FF-91CA-D9BB36E8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55C9F-6715-4614-B3CC-CFCFFE5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7FF09-4DD4-4D70-B7C4-559F85B2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있는 허용 도구만 호출한다.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58BBD-D9BA-4FDF-8EB4-DBCECE03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2646104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20394-7FAF-44CA-AC25-1AFD5C9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3/4 · Maximum Wait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B9662-5B6E-4C48-9E3D-669BA060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22AD9-9EDA-496E-AC60-ED2BAC98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77F0E-6AEC-428E-81EE-F98FB36A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6374D-43B9-4892-9B86-52DE8F6A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74B18-E741-479A-BA92-A883DC12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C3897-ADB9-4071-AD94-2AF34730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3976B-87C5-49E5-BD90-7E6AF79D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BEBAA-C1C4-4F49-AD88-E15ED814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도구가 응답하지 않을 때 기다릴 최대 시간이다.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B40F3-C3D3-4A25-BEAA-26AC4E59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E3C62-940F-4CE7-86B7-F5833B77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A5B06-9EEC-484C-9EBB-8ECB47FA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8ACBC-6BC6-480B-89D3-E000F4B6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대기 때문에 수업과 서비스 전체가 멈추는 것을 방지한다.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58005-B99F-4041-B3C2-B364AC75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75D1D-F3D7-4E35-A018-DD8B107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72BE2-E182-4790-A262-BB47B27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56633-68B9-4DEA-B59F-0F45010C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10초를 넘으면 timeout_error로 기록하고 fallback을 선택한다.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ED5C4-0B04-48DB-A9F1-D1537E09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0871330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BDE21-BDE0-4A83-A74C-3246069F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4/4 · Same Request, One Effect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B4A59-EF84-403A-B319-B7AE75B8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81C88-6815-4460-A0C9-4A82F197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34399-2C19-45E0-A5DD-FD230E6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74D3B-381C-4D7A-B1C4-A9213ADE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A3A8C-DFDC-47A7-84AC-FD724B0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755B9-6910-4422-9593-A834EA9C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B3136-D647-41D2-9A57-3AD6AC7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64379-E326-4E92-9802-A9BED2F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요청을 여러 번 실행해도 외부 결과가 한 번만 생기게 하는 성질이다.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2EB5E-DF37-498D-A9FF-9D89B8A2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70205-E8C9-4D0B-9C66-DC6AEEEA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A3BDB-326B-4D29-964F-B3CB8A94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6C6EF-7D61-48CB-BC2A-0445F20A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재시도·중단 후 재개에서 메일·게시글·결제가 중복되는 것을 막습니다.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7ECCC-CC19-4919-8565-EF1E642B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6453F-A9C1-4764-B2FE-E25EF94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F0739-CBB3-42FE-BFC7-DA83C1AF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3CEE5-ACA0-481F-B966-75B5F028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request_id가 이미 성공했으면 저장된 결과를 반환한다.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B2BAC-0BB7-4614-887C-C24F06D8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7253003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FF838-C50B-45A7-932D-732F72EF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6A2AE-331B-4906-90A5-AAD70A7A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처음부터 LLM을 넣지 않는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CB190-C53C-438F-A2CC-1464E1EC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BBF1F-BFC2-4C00-B872-E35C81C4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281D7-0466-4F7B-B963-58C76D04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CBA52-D665-4511-A41F-6A3C1BE2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98455-2FDC-446B-835F-1AEC585C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FF67B-C176-457A-9710-FEBA4DCC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planner로 제어 계약을 먼저 테스트하면 모델 변동과 코드 오류를 분리할 수 있다.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afbd987ca4ac8">
            <a:extLst>
              <a:ext uri="{96DAC541-7B7A-43D3-8B79-37D633B846F1}">
                <asvg:svgBlip xmlns:asvg="http://schemas.microsoft.com/office/drawing/2016/SVG/main" r:embed="R6e86fc75346943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638DF-A0A4-48AB-A4CC-9C224316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AF3CC-49F7-4D4B-9735-11A30AE8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154DE-2731-4C68-8A06-ED50ACE4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ABB5F-BA5E-4615-A732-A0826D36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337E0-2B6C-463D-B4C6-3DA0AA12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fixture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4FF1C-582A-4DC6-9DEC-8D662666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17170-DB3A-4F87-AB82-0A419503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executor contract</a:t>
            </a:r>
          </a:p>
        </p:txBody>
      </p:sp>
    </p:spTree>
    <p:extLst>
      <p:ext uri="{BB962C8B-B14F-4D97-AF65-F5344CB8AC3E}">
        <p14:creationId xmlns:p14="http://schemas.microsoft.com/office/powerpoint/2010/main" val="1655475168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DD978-9A7D-444D-AB56-A3526E22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518BD-499F-40BB-82D9-6A72EC56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Planner는 “무엇을 할까”만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D20C0-62B0-43A9-A774-4B1F4885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2A7AA-8230-47E1-852D-89BAC178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D3C1F-54BB-492A-AE64-C2C87DE0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30519-A502-4B6C-BA27-107C62D2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98E9B-3923-4597-A9FB-6D690E58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이름과 인자를 제안하고 실행 권한은 갖지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09F10-E108-40A6-B362-C4BC6FD6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C9532-3574-4CAF-AF35-3A65674E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F1890-1B58-4920-AFBF-C67B6260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DF8B7-1D09-4D3E-A484-102D9CF9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49559-3818-4E31-91BE-6595BA50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4253C-52BA-4A59-BC09-CEAC1DFA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567456484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7A3BC-0C7B-41E1-9497-24983EB0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18573-7C4A-4805-BD31-D0D5A337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Validator는 안전 경계를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C0429-7739-414F-8CD8-9DD37034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15EF0-3DE0-4A44-946F-6F078487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B0996-28F4-4031-8B42-BE734E40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05250-3F16-40C9-AAAB-9E69B2A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6074D-DE5E-4077-AB56-EF005AE8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34DD7-8341-45D2-A076-02D0EB33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도구·필수 인자·타입·추가 필드·경로를 검사한다.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B77AB-18C2-4E11-9861-9F80E91D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C0EED-FAC2-4C1D-A361-040DB9C4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20C8F-FBCE-4561-89C9-D9C5D7EB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02BC8-5FC2-4926-B896-D6048099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B40CC-DB75-4AF5-B8B5-2A46AAA0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C994E-BB11-412A-AC1F-2ACA2D10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8E83B-3F85-4603-B35E-5F2E69A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guard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3B4EC-54C4-4C30-AE14-FB869D78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910E2-3388-4E72-A2E8-8DA53BE2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 code</a:t>
            </a:r>
          </a:p>
        </p:txBody>
      </p:sp>
    </p:spTree>
    <p:extLst>
      <p:ext uri="{BB962C8B-B14F-4D97-AF65-F5344CB8AC3E}">
        <p14:creationId xmlns:p14="http://schemas.microsoft.com/office/powerpoint/2010/main" val="1837337437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5D54E-4092-4B66-B008-FBC2EE65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4BB94-1026-4626-A66C-76594065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Executor는 등록 함수만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64C10-1466-4682-A789-6348BC11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C7940-ED2A-4212-9F6A-28240DB0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39B2D-7E11-42C3-9162-4E62512A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61585-477F-4DDC-97EF-D559BF9A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D9F0C-38B3-4FD3-83A5-4D44B365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동적 eval이나 임의 import 없이 registry에서 함수 객체를 찾는다.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CF861-E69B-4A94-B2F0-8D4610A9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EC1E7-C18F-4259-B16A-636F4EC0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C575D-FB1E-4CAA-A70C-0FA5F35D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D5C4B-D4F0-41B6-A796-16362329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kwargs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96A2B-0705-40A9-8A9F-6230D96D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A3E0B-8F5B-4B6E-AAB1-CDDE0BD5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boundary</a:t>
            </a:r>
          </a:p>
        </p:txBody>
      </p:sp>
    </p:spTree>
    <p:extLst>
      <p:ext uri="{BB962C8B-B14F-4D97-AF65-F5344CB8AC3E}">
        <p14:creationId xmlns:p14="http://schemas.microsoft.com/office/powerpoint/2010/main" val="893286642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3CA54-2EA2-40E3-8B92-CC122355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013F0-0FF4-428E-BDE5-2D8F091A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ToolResult는 성공과 실패의 공통 언어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3CFD4-3BA1-458F-B97F-4C203A0E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E65BF-F36F-42B0-8904-9230D8B1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815E8-E6DE-4FA3-96EF-9638D27E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3A092-5838-4F5F-930D-1749138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334A1-1F60-4621-96D9-51E84BF4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47C7F-7778-4F41-A1AD-975E61C3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 graph가 traceback 구조를 몰라도 다음 행동을 고를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1442E-10AA-486C-BA91-DA2CF9C2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1B715-F55F-4C56-AFB3-5670D9A8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B1C6F-4204-44EF-85E6-1C3335A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D0345-819D-400D-9757-B833909B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E9621-7D61-4731-BB4A-9FABA6C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802F9-BAD6-40DA-ABD4-A08789D6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5E728-F31D-4AE3-A7A7-96063A98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06136-8C4E-4592-9A27-F55404CD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0C2CA-B0DE-4046-933A-C1B702A1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1916492628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66049-D09A-4F80-8401-43289653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9DFAF-971C-4D20-9F59-B6D6BA44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read_public_text는 의도적으로 좁다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F4627-1389-4B9D-BF9A-5166BACB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046D9-1A2E-41C8-A482-D4EA62BC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45870-CC67-4D44-B2AD-058B5FC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32F8E-8E18-4EE1-8FD8-51151D61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03326-E556-4885-84B6-C46A73D6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 안의 공개 txt·md만 읽는 도구로 최소 권한을 체험한다.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BE623-5192-47D6-A11F-651BC0B5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B4C46-C2A6-4CF8-8842-245CA99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root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7D85B-9A7E-480E-BC69-98DE23D3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05B3B-43D4-44DC-B229-7C4DB7FD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suffix allowlist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7C2A1-BE5D-4C3C-A137-8B77C756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CDDB5-E41F-4844-9158-53EF8329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1025681139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87957-F3AF-42EA-87E6-4C4B93B8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77DDB-1A86-46F9-B40C-A8391405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count_action_markers는 LLM 전 fixture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AAAD7-80BA-4BF7-A343-F8238562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79E82-4A3B-48FB-BE9F-7FA217D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E1C45-E31A-44DA-9A4E-80C0B353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A8CE3-AB02-4F85-910C-D14513E7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C6E05-BC74-4294-8233-E6DF52D2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EE5A8-A18D-4181-8D34-C48B5EC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행동 표현을 규칙으로 찾아 구조화 파이프라인을 먼저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02ACC-63CA-4432-82F9-8C17989E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776DA-9DFB-449A-9CC1-FFD570AF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A07C7-CFAE-4E88-83B4-119DA22A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까지·작성·검토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96147-05E9-400F-B2D4-8A3722EC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04E03-51A9-4749-B8DD-47C4469B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D7754-48F5-4DB9-BB1F-8CE192BD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4616A-4070-4E79-8243-4EF617C2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</p:spTree>
    <p:extLst>
      <p:ext uri="{BB962C8B-B14F-4D97-AF65-F5344CB8AC3E}">
        <p14:creationId xmlns:p14="http://schemas.microsoft.com/office/powerpoint/2010/main" val="1608262688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CDEB1-95EE-4BCA-AD3A-9C15162F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DF606-199E-484C-B904-F376F79F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D8464-D26C-4FFC-B000-867BFE0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52A52-218F-4C08-85D6-48CC79FD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CC191-6370-4B05-87C1-6375135C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F7926-3D6F-46AC-8150-2633B3C1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63111-A384-4FFC-82BC-19A52D3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CB66B-B678-48EB-B35E-3E9DE2AE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226EB-6E74-459D-A710-8912A05C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E6194-2F5B-444E-A685-A9DAB138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dataclass·schema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2C8AF-6D34-47C2-A7EA-01F3D49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9482A-FD3D-4C8D-A962-9877EF42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694F9-823F-4AAB-906F-4BCAC6D4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14AC3-4F24-475E-BD15-9AFBFC9B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validate·guard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6DCE8-E881-4958-AA05-F5418824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72AFF-3E8D-4D6B-8D56-018308C1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37021-64AC-4C96-AABE-C7E9C4A3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21429-9B22-4CC8-B8AB-F1E58612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registry·result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1C663-DE3A-4940-826B-4A9CC725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0ED0F-BDD6-41D4-8C30-3AF86347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C5226-9636-4EEA-BB6B-7F97F271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63E53B-1B49-4414-A96F-B119A2B3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878756012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5CFEC-0F64-4435-92CA-EEC896FE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3093A-182E-4DB5-8E7D-B95B0A19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F6368-B855-4115-8472-4545ECB9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DDA92-19BB-442C-AFDD-34463F6C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03406-7563-46C7-8E20-67729C10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A7877-7B5F-4D41-A4A2-B500EC48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F5BB4-BBD4-4ED9-B05F-0411876A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D2366-130F-4FB9-964E-465203BA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4328A-AA35-49EB-A44D-3DA8C3C2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1F45C-93A7-4D57-80C1-74582DBA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D4DB1-DDE6-46D2-A0F4-27F3C221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7061E-EA7C-4E58-8A35-CA926B73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2EA08-47B9-43C1-A735-7080722B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11AFD-3321-4549-9012-A43F3D7E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FEE0C-0BA4-4BED-87FF-51FEDBD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9A920-C92F-4FDE-8F05-13F33080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E4B4E-4673-43B7-BB6F-5FC7892A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CFB7B-5ADB-49A8-98AD-5E0E1AF7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F1AF3-760F-4B2E-918D-4F09D607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82F95-A05D-4D53-BC37-F9BA8C7D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E7763-49A8-437F-A10D-791F5F6A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BB2F8-2365-4E20-A716-6E0FAC9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1071723432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EF1D3-97AC-4FA3-BDCE-B14D0792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9FC6F-1944-4851-8A6C-BD19C679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EAF09-6CAB-4547-8CC8-6B40E94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B5C07-FA27-456F-BAA4-D4F9592B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53321-A7D6-4744-968A-CB30A800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DCB0A-8F53-4A3C-888E-7E0CF266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4289B-221E-459C-B20D-B1DD858F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FC1E2-833C-474E-A2C5-3C835BE9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0BCDF-9D5C-4C1A-A86F-C9D9344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31DBD-AA30-45C3-9BC0-7CBDD8AC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6DBEC-0BA8-4F90-A3F4-936A6479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1CE00-8EF3-4B6D-9ED1-09BFA838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9AF0B-1A06-428F-B425-CE7A4005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D81A4-1918-4EE4-89AD-34129722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인자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DACE5-87CD-484E-B392-1D5AE30E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454B5-7C3B-48B8-B5FB-84FF59B8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3D635-8B5E-4A2F-9C0A-847359D9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45216-8817-4C59-A1E3-2791F3BB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경로 이탈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3673E-5381-41B3-9126-20BA8ABA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D1EC1-7D8B-4EC5-B662-0BE4B287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B94F1-5171-4388-833C-FBAF0589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273FB-85A2-4A57-8BC9-491647A7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2002547704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B74DF-6963-4724-9026-A2963EC7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18CC1-965C-40A7-B32E-B94443EB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A1A16-88C0-4502-9626-6B6E5653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378EB-E9EE-48CA-92EE-BBDD81A1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A235E-AFB4-4346-87E5-5DD0F22E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7C9FC-5FA0-4471-A761-42696657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B20CA-D305-40F4-A69E-924325BC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2012C-DC9B-4129-A4CF-F7077E6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E54B2-0677-45DC-A3B6-701BED04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F241D-5F3C-48FC-89F2-ABF7EFCD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5BA3E-A80B-4530-9FF0-27572AAC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75E53-AF98-41ED-ADE8-F4D80ACB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979DE-82E5-441A-8FAA-3BA85F9C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9BDE9-CA33-4415-9CD0-5C48D230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5F6E0-15DC-4558-BEEB-B43114BA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98847-45CD-4704-9CFD-B99D3EB3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691D9-2199-40D1-801B-16C5BA43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325DC-B267-4876-A271-82369913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26DCD-BDF9-4B46-827C-F3EC28EA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C7A0C-851E-48C4-8C4E-26EADBCB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4036E-B58B-4682-81E0-2940DBCA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8102F-A504-4D9D-A29E-39A00C73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전체 9개</a:t>
            </a:r>
          </a:p>
        </p:txBody>
      </p:sp>
    </p:spTree>
    <p:extLst>
      <p:ext uri="{BB962C8B-B14F-4D97-AF65-F5344CB8AC3E}">
        <p14:creationId xmlns:p14="http://schemas.microsoft.com/office/powerpoint/2010/main" val="1351534895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5E671-7E47-4481-85DA-A642B477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14E00-A591-43E5-B257-5FB6D32C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4703B-EC97-4805-BB43-6C95E75F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02F79-1C47-419E-BDDC-3E36556D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AF8E3-B09E-4095-99A7-DCA88B76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88D48-A24D-432A-A33D-D100823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DDFBC-0721-4854-BA4A-3308D481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FA3F1-C711-4616-82EE-E0CDC4A5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2A70A-1283-4D5E-91FC-65E37AA6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AF59C-E380-433B-9621-3CA6670C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F4800-93EB-4747-B54B-2D113423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9E266-921E-4C16-AD38-4D5EF3CA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0F69C-8AF7-4619-AAB7-64927415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7B38B-2885-43E9-AD5A-E7E86FA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95688-E103-4C56-87E1-F52C6487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67DD3-677E-4283-8112-247044A8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5B741-0F3F-409B-9C0B-6141AF54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7F884-59FE-430D-88A3-6B235CCB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0AC7D-AA8F-4156-BEC6-79889902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459A3-8D28-427F-A438-38A05A0E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51732-5C33-469B-A11D-81A0B6AB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AA441-F907-461E-824C-B2C3D53E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863024424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09B8C-1C2E-4D52-89C7-C16B1ED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3A7A0-F437-42C7-8A37-BDFE064D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58BE0-B4A4-4E0B-A09F-C3862245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44A9D-0B17-4B66-ABFA-8A30F445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CBB24-70EC-43B1-BF64-6B0579A8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A8884-480E-4121-9CE5-695562B5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C8302-D5E4-4751-9BD5-E99EBE8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6C5C6-BEA7-4360-93BE-32E635B6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69733-18BB-4DC8-8C1A-7EB8E1FB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E0CF6-8C05-40B0-8F06-B4FF5AD3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07389-B441-4302-BBDC-4719F698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9B500-4415-4D83-BFD4-3BE53F7A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D680A-9C72-4C2F-9841-D5D19544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ECFB3-C02D-4A7C-B4ED-1346BB5D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473C1-64F1-4AD0-8888-FC6C33C3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110D9-7067-497A-B4D9-83A11A35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FDFF9-DF5B-4492-897D-4930394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81C29-B7AA-4CD8-91DC-F4C8F867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835A6-EAB7-4ACB-8910-C7BC06C8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59157-A4E7-47BB-B13D-F9FDE2CC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8544F-4E04-4912-A339-ACC831D7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CA43A2-E88F-4BFE-AC27-D566DA6C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A860F-2744-42A9-81F2-29731B97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5DD30-D387-4773-ADFE-867FD1AB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CAA38-401E-4F54-9D46-8C7439E9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D68E0-0C5D-4D64-80B9-98D21B34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7117FE-14C5-40B2-B099-C3C84CD2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70534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8AE4A-C8DF-43DF-A266-AF2AD5CE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45DC1-4DD9-489A-8867-99F096E4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C03B7-9129-47D5-9A9F-BEF2203E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B9C63-3BB0-4E85-90AB-36D0BC14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379AB-41CE-43DF-AB30-8984A388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B3D0F-7F1B-4449-8BEB-5B2856C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4CD1E-CB7D-446C-BB86-89E27116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2C3BB-680C-4D09-81F5-8DCCBAD0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71E34-17F7-49FA-BD29-A9BE970F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JupyterLab·Notebook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2F58E-EB4F-42CF-AA02-89BA0E08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6CBA5-E5BA-4042-9EC2-B808C382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extension과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9618B-87D2-4303-AF10-DE2E7B68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D5BB1-94B7-491D-994D-582FCA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가상환경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17D94-9871-4139-A31C-3DC430DD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E08AB-E888-457D-9C98-83EB6683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C4F48-98EB-449A-AA2B-75E10484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fdd4983454e0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4AB08-6825-48A1-B86D-D0955773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540474918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65B5B-2066-4FAA-B602-C83D9D33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F95E8-6CD9-4CF7-A813-EB3D7161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7CF46-DFD7-4E40-BBE1-E37FCFEF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DF2AA-BB9C-4AF0-853B-4767B1E7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12F4B-BB88-4A2D-A959-884838DD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1DB09-5D57-4A9B-A20B-39E85D01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1E0D6-D648-4B54-B920-D1849715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9B650-1474-4CE2-BB29-D9A29904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B9EDC-A635-4B7A-85B9-9C3101DF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0153E-044C-45CA-96A4-D57DF388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3DB2F-12BF-4A50-8447-D8EE37CE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56692-3CA2-4439-8604-45BDD4F6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7B7E9-9050-41D6-9D29-466A5064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Python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1C39E-619A-4394-B951-1E4E367C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8AEE9-3EB5-432B-8707-3D4DF4F0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A2749-CAAF-4AD7-BC97-C24746BC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c4b3ca82a44b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1063B-F9B4-4412-93B7-1A3C12F3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597817862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34728-5B62-415D-9524-973856A8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67A05-372B-428D-8A96-89620320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AA6E8-46B2-4618-9A4E-FA623E36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816DD-5F8E-4E69-A436-1016B73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006A9-4D90-4793-8D4A-85547601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0EEB7-D4FA-45D3-86D9-3C9E2D6F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95E53-DC64-4953-9ABF-A981CA88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8EC21-07FE-41EB-9961-BE3E0943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303A5-FB18-4BF2-8A63-7069893B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 한정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CCF5C-E4C2-4294-ADBE-7722B773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610DF-30BB-4049-84FF-0EFC672F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명령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5562B-816E-4471-90FB-66CF5B1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82EE3-9307-471C-88E3-EE69986C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결과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68EE5-F766-4908-9AA6-05381ED4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01AD2-54F5-47BA-B9FD-04239919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6E9AF-BC02-4C4A-B886-929D0386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9a8960da14c4e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572D3-5A16-49A1-9913-D3CE16DF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239786644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98CF8-BE9A-40AC-99D7-32883D6B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0CE3F-F81D-4A6A-B0CB-0794B41C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1867C-8633-4A62-B369-6EFBFF14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5CE3B-A24C-4002-AB96-45A28497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7349D-FAF1-4F53-A5C4-61C9B269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2AD38-8FC3-4026-9685-A16D4A60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550AE-0C15-45A9-8BC8-ACE4E031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AB92C-8B64-4DB5-89A2-32854394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B29BA-1923-4BA4-99BA-26DFA51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폴더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565EC-C9BA-4E74-B319-3D4A5F69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FC9F6-0DE3-4315-A3B7-D3E95026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전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42FD6-B89B-4EA7-A5BF-56114746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BD0DB-96D8-459D-8127-2C01BD3A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후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E61BD-8738-4488-AB7C-2E8EAE69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EADAF-02E5-403D-8146-95DB55BB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9C0DC-02F5-40D5-8043-D88B7345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85250f44a4ded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041FE-CBD9-4554-8686-D3F651E3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Claude Code 공식 터미널 가이드 화면</a:t>
            </a:r>
          </a:p>
        </p:txBody>
      </p:sp>
    </p:spTree>
    <p:extLst>
      <p:ext uri="{BB962C8B-B14F-4D97-AF65-F5344CB8AC3E}">
        <p14:creationId xmlns:p14="http://schemas.microsoft.com/office/powerpoint/2010/main" val="1136095827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D80E5-964D-44A2-8F75-635A3883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AB957-A8C8-4058-8E9E-80E49965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0DBE4-B86F-4900-85E1-CB07592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013F9-4EC6-476A-BCAC-B4C2B726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9CD19-7D0B-4DD8-91D1-E5799F6E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6145F-1868-4E60-B240-CEA45E59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0BD12-FE7F-49A4-BB24-6D8584BF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E2558-B7B6-4291-9B70-AAF2C371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B931F-C1C1-4089-ABF1-E9038045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C1C37-182C-468F-816D-11E86BAC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파일명만 추출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47E97-73A6-4D9E-8EE3-7B12CCE4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F3B9F-723C-4D25-B290-49EC11BA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unknown도 정상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52B0D-C91A-4CFA-846F-19D2FCB0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818CA-7AB9-415B-BE6B-F2CCF275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 model로 교체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955E2-1D4D-49F6-8C39-98EA6449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B95E6-68AC-4E96-BBD2-DACF15F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E99AE-E3F3-4C3D-87BE-E705F5B8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1126464146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784DE-726E-4C21-AB2B-CFBEDA88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A7B9A-94C8-434E-BFC5-329D4337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371FC-5D87-4DAA-8E2F-9C594FB0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40F0A-0161-4C28-9E86-27C3D57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3D08A-50FD-4AF7-BE11-E4B5DA5F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253AD-E8D7-4B71-95DE-7B4B15CE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E731C-D654-493A-B29E-9655C1C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5981B-8E64-4A6B-8314-8721B01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 먼저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BF397-506F-4313-B866-CB84D084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4A3A7-6B0B-43A6-957C-0CE26C8D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60C4B-2523-40F6-96CB-FAE54261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654F3-CA9F-4DE6-A3CA-FF50B81B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 정규화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209A1-0DF1-4A82-A00B-C0EA85E4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7ECFB-DCC4-48BB-A655-E4678E00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반환 계약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7BEE6-C9DE-4984-AEE6-137D25B4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276E3-4EA9-4B8F-8E39-D2FFD582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C38B8-DAA2-4064-960B-BC6C0D36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597307717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4B230-9B65-4209-8B50-A03C735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3A8A7-C015-4402-B275-967F4DC7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4EBB9-0D2E-4C70-9C8D-F065125D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E6366-067D-4B3C-81C3-644311EC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51D3E-71EE-43FF-BAB2-3BA733B8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534F2-B599-45F0-B050-A0B43AF8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AFB90-D413-46CF-ACF3-4BCABBB4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D832F-0109-4648-B5CF-679ADC24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목적에 필요한 형식만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7467C-561E-4FB6-A1ED-AAFB1F45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F0E04-89E2-4FF5-93D3-55BC7F3F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AC3B6-29E4-4707-84CD-5C83ADF4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15A35-6C39-4F42-BAD9-84A1507A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메시지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54297-8C78-4E93-999F-1F91A068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9F1D2-0097-4952-9472-0CF5DFF7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POLICY_BLOCKED로 매핑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741DF-8E75-481B-8803-C0F96A43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6A415-17D7-40CC-AC55-BE2F0393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4B9CE-3DFB-46B5-8FD9-634D76BE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48884944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41107-F01E-4A31-A8AA-0522D87B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92BCC-18DD-400F-9C6B-EF5012A0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CB1D9-23C8-4573-908B-6FBC3A8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25ACF-A922-4192-AFE2-47930F69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84271-9F56-4A9E-9506-F9376CE5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3018A-CCA0-4CDE-896F-F40C24A3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6CAC6-4E1A-4124-A225-9096F7C9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5B2F0-6D1D-439F-B5B8-8DB3ADE5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5E66D-36A1-4C01-98CB-C8EBEA23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8CA44-0ADF-40CB-8338-CFE43CD2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성공·실패 정책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55DFA-785B-45CC-B8EA-40625347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AC36F-6D84-408A-8DA4-DF1DFB98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cached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10632-243D-4E0D-AD44-A8E98A55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2843A-986D-4FC4-9911-132D869B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쓰기에는 영속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BB438-7109-4745-941C-ABDDF589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66166-2A45-42BE-9A61-2B5AF722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3A158-E1DA-4A61-B4D8-B33D3FD5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1775743620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7859F-76B8-4FE9-8241-F71A7CB7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BC384-DD12-44B5-8C3B-84380DAA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D7C09-E58A-45B3-811B-71A2630D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BEC9D-2B68-43E5-8FFE-7C623C3D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9F595-AF43-407B-9A5A-91411C9E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8544B-3A83-42AE-8935-F5A95DB5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7026C-7630-4F6D-A6CE-3413EF8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A2DAC-8F8B-414D-B4E5-274D87AA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B11F8-9A2A-49F8-B3C1-561EB25E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9EB1C-9B13-46E5-AEE6-302D2F97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6D562-B3DC-4ED8-BBA8-EEA35971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68363-742F-46F4-B1D9-F1E0B71E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56E1B-A7B8-4787-8500-489D66ED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D7EC7-908F-42A2-85A1-4455437C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 여부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6F8D3-47C1-43C0-A14A-D91FC65F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F9233-1A9F-4C08-8359-0DAD3E3B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7842C-DD1F-4944-A63D-99CA6D91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0035094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2939A-1626-4ECF-AD29-2AC15751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E4F4D-C5CD-4591-B49E-6229059D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Notebook Run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CCB62-F47B-467F-8430-8ED84BA5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652F7-22A5-498F-B715-3A984D24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38220-2158-48B4-AA0A-95C96BAC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1C5F7-EE32-4FEF-9DDC-8ECE2E7C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198CB-0AF0-4704-B288-0C894FFF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D1411-818D-4062-9EDD-53249A7D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20DA2-8F13-4F8D-849F-461302FE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B2C4F-31CF-488E-A76B-CB627F4C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FB224-62F8-43DE-8E5B-D8DFCF6A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D654B-A66A-433F-949C-6B79FB47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올바른 kernel을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5AED9-1B1E-4EA0-B2FD-14200570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5FCE9-C41D-4211-A64F-1F89D142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A4AAF-7838-44AF-A670-260DF118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Kernel을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64E95F-BDEA-424A-91E5-20F1866E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4E490-361E-41F2-B04E-BDAEC4F9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21FE2-68CF-473F-ACA0-376B0485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8533B-EEB4-48EA-BC52-AAC5DAAC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91BB1-B809-48D3-A6C9-CAD5DD2C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A7B7C-F38A-4C4E-AA11-E662CC14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실패 셀에서 멈추고 원인을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0CB2F7-6D56-467C-9187-CE1CBF6F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B941E-3633-46D4-A914-C33D807B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62340-D513-4007-8CD7-36870D56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모든 셀 성공</a:t>
            </a:r>
          </a:p>
        </p:txBody>
      </p:sp>
    </p:spTree>
    <p:extLst>
      <p:ext uri="{BB962C8B-B14F-4D97-AF65-F5344CB8AC3E}">
        <p14:creationId xmlns:p14="http://schemas.microsoft.com/office/powerpoint/2010/main" val="1306089756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262B1-EF42-464A-9A6A-2C3CDF4C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981AC-1487-48FB-9CE3-2D26358A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정상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CC8EA-30A6-4F88-A50F-FC046393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BA764-2292-4E32-9D2B-F9ECDDF6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2CF3A-B493-4A67-9986-6709B855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66A64-D757-42C3-B6E8-7A9E3902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58CD4-D05A-47F2-9D27-EF513DFA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989CA-9390-4430-AC97-120D1AFE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73AFB-31F3-4FB9-8DA8-124197CD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40D79-45AC-4645-93A2-01839605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9155A-5498-4849-B764-9231AB87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EA688-E74D-4FB4-8CD4-306272D4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 txt 경로를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DF60D-E475-4440-947C-60F6E3E7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8AA89-932D-45E9-8E0F-D3CCE495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0FC61-2062-406A-98EE-ADC45FE6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576FF-D2D4-48E2-B715-301CF860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02B34-7646-4466-8976-EEBE7EA1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8A138-AC8D-46C1-986C-59F12E93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 ok와 data를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0E2AD-8902-4900-ACC2-2A0CE944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9A7B0-FC73-4A46-93E5-21C7281A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51B13-30F2-4066-A9DC-7097451D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글자 수와 경로를 검증한다.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E6E34-40CA-4735-86C6-D30ACC5C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24167D-E8A5-454A-9D9A-B93D399F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3786E-D620-4754-9A51-9CB6250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event 1건</a:t>
            </a:r>
          </a:p>
        </p:txBody>
      </p:sp>
    </p:spTree>
    <p:extLst>
      <p:ext uri="{BB962C8B-B14F-4D97-AF65-F5344CB8AC3E}">
        <p14:creationId xmlns:p14="http://schemas.microsoft.com/office/powerpoint/2010/main" val="145978846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CC199-C1D9-4436-A45A-958080F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48781-21CF-448B-83AD-14ED08A1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실패 4종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76625-1826-4A78-8165-0DB0D63D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CAE22-8DC6-4F1D-82A6-7FACDA12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1A6C1-0DE8-40A9-B96E-64073FA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29717-A0CF-4842-8733-75590823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DD333-E0BF-4509-85BA-86A82219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3A746-58EE-4C41-B8C5-F4A95EA2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F543D-F5A9-4DD0-893B-2E17E28D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0A874-B498-48FB-9F98-38102F03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6DC3E-DC5D-4215-BDE2-A69CBDE6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5CA02-C6F8-44A5-836B-B4CECFBB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BD31D-61C8-4728-B0D6-DF894F53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8BA16-5FA9-49C1-B1D3-3CE71BD5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5DE6F-1114-418C-8189-0B67CF4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4F7E4-8A51-4987-A31B-D48F9D30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8AF5C-3EBB-4CDC-A719-57A80CF7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4AFB2-20FF-490F-85DA-04B2F627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경로를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BD003-E98B-4F3C-AC69-6FD5C796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B012F-A31E-4B59-8897-7D70D02D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BE6A2-6518-471B-8DB3-3FD31AE1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호출을 두 번 실행한다.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6B54F-C3A8-4E82-84BE-A47EC01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26A5AF-4006-4FFD-9B0B-74EBB709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DB66A-57F0-445D-98D0-CCEEC1D3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error_code 3개 + cached 1개</a:t>
            </a:r>
          </a:p>
        </p:txBody>
      </p:sp>
    </p:spTree>
    <p:extLst>
      <p:ext uri="{BB962C8B-B14F-4D97-AF65-F5344CB8AC3E}">
        <p14:creationId xmlns:p14="http://schemas.microsoft.com/office/powerpoint/2010/main" val="1020299506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EF1A1-AAD9-4AC6-9973-1D7FCBD4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8E498-3A06-4609-8554-77343000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pytest 9개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7B042-B313-4803-951B-163F265F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E5F62-3F92-4178-BC81-ADFEAEA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89B8D-B395-43B2-B392-3A717F8C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00C73-C665-4F3E-8384-62A6C6B3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709DE-6946-445C-95C5-4DE07B5E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9981A-AFC5-4B7F-A930-A3C1285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2E0EF-DC94-4D93-8BDB-03AA0967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A106D-288A-43BE-A2C2-C1775D4A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77953-51D1-4567-87B1-AC25252A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3153-749D-43C3-8203-4384D511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66C97-57EF-4406-A435-8E572352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5C9A5-6496-4724-BAA0-97AAD8D8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C609E-2FCE-4104-813D-2FEE8F6C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pytest -q를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AA5B9-9FD2-43EA-A9E7-6ADD394A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A6811-D524-49AC-B002-95F817E2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32AAD-47D1-40E5-B9BD-9E7EF785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시 첫 오류만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B66B7-B29A-4671-BA99-13C39943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7E396-F207-426B-81B9-6AB33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A942E-5997-40F4-BC08-16091BC1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9 passed 화면을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F6F3E-9E22-429E-BA91-C40F2C72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F47FE-3322-46EE-8122-81072A32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BCEBA-B058-4FB5-9BC9-63FAA23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9 passed</a:t>
            </a:r>
          </a:p>
        </p:txBody>
      </p:sp>
    </p:spTree>
    <p:extLst>
      <p:ext uri="{BB962C8B-B14F-4D97-AF65-F5344CB8AC3E}">
        <p14:creationId xmlns:p14="http://schemas.microsoft.com/office/powerpoint/2010/main" val="1223839224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6C21E-5ADB-4FE4-AAB0-0BC8B8BD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4C374-761A-4E05-8E46-7DD4B32B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DCB78-68B7-4DA1-AE6A-F8E80EA6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C8026-DD4E-47BF-9D32-FAD3A462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E6FFD-675A-4BF1-A6F6-86A8109E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5A7C0-C647-4059-901A-851805A5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D21D7-2E09-46BA-9EC3-C821BE91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7E60A-53F3-450B-83F5-A571E4C8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E2DF4-3BE0-4E9B-9541-B2A9448F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8EE0A-01C8-44CD-9F62-9A6A3F96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CDEAF-AB2C-4E28-BB2A-60AB8D6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2164E-A2E1-4A77-9DC3-59D12B5B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B7E75-6A85-48FA-9135-768D41F2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69A3B-30A6-4EF1-ADEE-EAD7819E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C11C0-EF21-48C7-A86A-1F036A3C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5CECE-1A00-43AD-BF98-3DF3A7AA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8631F-EC6B-4A02-9CF9-5807E504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D4775-82D5-4679-BF5D-F327D5B9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0AC53-ED98-444A-B925-0B18C948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E1BE6-3D7D-46D5-BF03-B2237A53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10651-6563-4D8F-8C61-9F78D1B8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4C8D1-259E-4B2B-A450-05F37EE6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7C927-A89E-4E0B-8863-6C1BEF09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A5A59-73EA-4C6D-A46E-F7CA308D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E61C3-78D7-4839-86D9-88910981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1000904862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4F32C-E820-4C61-9A60-4C1F3B49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BA75F-4839-4C69-8E35-6253E25B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C9C33-0E7C-4FF9-8997-A26AA228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561E7-6B64-4A4C-93C1-13BE6A47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A8C69-35A4-4C33-849C-7341D3EE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79583-E1D1-49B4-B229-9BAE5961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8E511-9671-4425-A4E9-1F601EC4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1E315-5F31-45C1-B4D5-DCF8AEE9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1ABA9-A692-488C-A0AA-A97E940A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1536C-7EDB-41BF-9EEB-81A9B0A7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485E4-4E33-4D12-A138-B08EB649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BC959-FDC1-4685-8B2F-31983FBF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23294-12FA-4781-B2A7-19D0D19E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CBE5A-319A-4467-8C1F-BF3A0F7E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5959B-46F6-41C0-95B7-5812A291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2EBDD-5E5B-4B36-A29D-91EAD037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E717C-D6DB-4957-A3B9-18B7157A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0C659-0911-451F-9FA1-1BF8A1AB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B3240-18D4-4A8E-A31F-55E3E01D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D8A0FC-7564-45CD-AB43-01B4E9E9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3991E-47A6-480F-944B-4CBE8963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576A0-3608-4280-B1FD-A0DE3A63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C75B6-99DD-40E8-AC84-160A4BAE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04CBDA-47C5-4AE3-8291-F81715E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1C5815-510A-4E48-A5F9-4EA83B9E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326493120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C1054-61EA-43AB-B50A-8530CE68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C9CDA-C176-42FD-8F70-C9359C57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5232D-A375-486D-93E7-722F106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70752-D024-442D-BED9-5678F707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BAE58-0202-459B-9FDD-63927590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40A3A-B58E-4F7C-8450-0DB3B12B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E1586-D0AA-4157-8327-546003AA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8A5DC-AD83-41A4-9E55-3ED3FBF4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F36F8-2EF4-482B-ADA9-92DAEE6C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ACAA9-7959-4BFD-AC8E-E0B01700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0DF53-A2D3-43AD-8B35-D2915B4D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EE24F-F72B-49A7-9BD7-42FA7362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A7730-2123-4ABE-9227-F726BFA1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97030-B48D-4C24-B12F-1D302A71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7B7FE-B104-448B-98BA-9C8FDEF5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3B422-A12B-4BF9-A7BD-B06F3FDA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3164D-5B61-4B3A-A1A5-E8B726BD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31F0B-08BE-4633-A53A-EE076CF8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A24BE-D3F3-4B57-B025-244DCEA8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71BEB-277A-42DA-8DCE-F58CFDE1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CC8AA-ED51-4766-A561-63642083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7A4C5-C03B-4287-BD2A-0FC22067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4638C-E89C-45A4-B15F-60B9F0C9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2EF543-A185-4933-B695-72CA0689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BFA96-D135-4A6F-943D-2CA1585B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1672795798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E58FCD-709D-4F7D-86CD-38CEBEE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3903D-D0F1-4B6F-938B-C04D2E72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3D60D-7BD0-46DA-B78A-0C0A023A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D2CCD-DF82-45EB-9E5C-DE78E428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3362E-EEDA-427B-B4CB-2DE2F349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DFDAA-9969-4E17-A23A-963A3B3C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7E172-E949-49A9-B2C5-F68B7D90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74FFA-F016-4854-B3FC-ABA6027F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CCF00-F864-4369-AFBD-4FA0ED1F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FF15A-1F06-4AD1-8833-4ECC7ADA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7F704-FFE1-46AB-B172-807BFC9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E819B-DA1E-455A-8C34-999C1CCC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7EEAE-D8B0-4C6B-94AE-510ADAC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2614D-1982-4C7D-B506-1022BC8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AE8E4-3ACF-40A7-B939-87A558DF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A751D-4E20-43C1-AB5A-77C2D0F4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05249-9415-4CDF-94FE-EB099747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56991-20DC-43B4-BCC6-AF6F39E7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B7CC6-163F-4D00-917E-7DD63CB2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C6F4B-F7BE-46FE-A9F0-A6DE7D3D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48F7F8-58ED-4A15-AD08-AD061CE6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E3CBAF-B69C-45F0-95A7-854F8D66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3A9A3-5627-4494-BE6E-0AFA3525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3F478-E120-4327-ADCD-1FEBBE53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77BDB5-C9C9-4EB3-BE1C-46D31AFC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17165027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80D41-BA01-4688-9985-C8505D4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90113-2D2B-45FC-AB44-00FD5C3E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전 Gate · 14:00-15:00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B4290-25E1-4F12-AD4A-A05AB48C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7DF9C-8FDA-45A9-9D77-AA55CF68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F1E49-6AA5-49BB-B475-959992EA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92A24-6C86-4203-9F82-8AEEB0B0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084E5-1C05-4D20-95FB-7505BF82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첫날만 점심이 늦어져 죄송합니다. 14시에 바로 쉬고, 14:55까지 돌아와 주세요.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13981-25C9-4871-88E2-08FD86BF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C873B-4E6C-4695-8D03-7E98058A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FE145-40D2-467B-B687-3FDD9CCA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Run All이 끝났는가?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4E572-64D4-4E50-BA97-3F3A2A8F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BBB3F-E142-4A9D-9670-B8BADB04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A2516-031C-43EF-87B4-F7A3A100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9개가 통과했는가?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BA3B8-CD0F-4F72-9F0E-9F139624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2D876-9732-45AC-BC7B-B7FC3C28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DC910-18CE-4451-A73A-2ACDA0C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commit diff를 60초 안에 설명할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587742071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87DA8-F1D1-45E0-8CCE-BBA6CA15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3EBDA-2FEA-4C7C-A8A5-C6EE7606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9DB89-15BD-435B-8719-66DF687C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로컬 LLM Adapter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EA9BE-189B-46DB-89E5-4196358C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Ollama·LM Studio·Jan을 선택지로 두고 provider가 달라도 같은 계약을 유지합니다.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05628-6395-4A8B-A18C-4A0F87C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A599A-493B-46D6-B57D-283B9080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공통 provider result · structured output · fallback</a:t>
            </a:r>
          </a:p>
        </p:txBody>
      </p:sp>
    </p:spTree>
    <p:extLst>
      <p:ext uri="{BB962C8B-B14F-4D97-AF65-F5344CB8AC3E}">
        <p14:creationId xmlns:p14="http://schemas.microsoft.com/office/powerpoint/2010/main" val="123410609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81C73-73E9-42B1-B361-8B2CBE92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FF10B-A762-4AB3-86B4-BCC13EAC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15:00-17:30 · PART 1/3 · 여기까지 만들면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CD8B9-5D8C-4BA0-874A-794EADCD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2B994-2B6E-4230-9C0D-968A0CAE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6E914-0B21-490C-8B47-2AE18767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04D90-4EB2-40CD-95EF-F6CC3998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B65BC-EB0E-4D2E-B9DF-3CC618E3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모델 성공 여부와 관계없이 공통 adapter를 실행하고, 연결 실패를 예상된 결과로 처리한다.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895D2-C9B3-43B2-9452-6501E3B5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7D395-0A64-45FE-B75C-871C76B0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5BAB0-A07D-4A6A-A86E-98924711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A73A9-19DF-4EE9-A9CA-2F2BD887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84BC2-664E-43D0-AA9F-4742F7DE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19734-D721-48AC-A81C-265D6CAB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EB855-12F7-444B-A843-B472C044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60A02-A759-479F-91BF-52232180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A855D-A7A4-48A8-B39F-217D462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10C99-BC4C-4874-993E-6AA5EE84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1974C-57FB-48A8-8638-AA66D0A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1D2C1-1B12-4207-8544-69263B85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C65AD-FC9E-430B-A527-6FE17B21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18F41-AD6A-49B8-A512-E38856E8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5D4AC-7CB7-44DA-A42E-9D8B85E3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390279069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69DDA-5B15-429E-B912-7705EC94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Model on My Computer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CDC48-16CE-4D06-8427-190416C8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04CDF-2B71-40C0-8D88-7EAAE04B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B7CE4-BEF4-4F2B-905B-57A7A5DF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9190C-0037-4ABF-BE81-416F7B67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8A7D1-04D5-402A-966F-75A1F081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B5CE4-24C3-4F69-8CD5-51A062BC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AD79D-1610-4691-85D4-28D4E58F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9CC43-C124-4F28-AF63-EA26E44B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API가 아니라 내 PC에서 실행되는 언어 모델이다.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EE5F8-1916-4150-A350-09A86D0F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6BB4E-E8D5-4DF3-A205-8033F79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E7DC3-077D-444F-B024-14731BA8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A920A-69AC-4131-9C8E-16F79730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실습과 데이터 통제에 유리하지만 설치·메모리·속도 제약이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5D6AD-88F9-4828-B2F2-5EC662A6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FA330-B980-4DFD-83DF-611AF7AC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D6744-8380-4172-92F6-1A179A73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7B350-29CB-4688-9F92-B85E42FC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Ollama에서 qwen3 계열 작은 모델을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E67E5-885B-4DF2-A5A7-6710F8D1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2169152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1068D-192B-4E0F-9DFF-6065500A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Model Access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355A3-B9EA-4B88-9807-C658438F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EB8CC-9F0E-47F0-B2FE-6E80AB57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A8A70-0FED-4C24-920E-DC8BFBB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D8192-0F33-424F-9D21-D42B626A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BA046-AC40-4FB0-BD25-F96F10F8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330B6-94E8-4530-9857-39D9A11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0E13E-626D-4D5C-9A1D-3E65E152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93E32-FC7C-47C2-88BD-1FCE7302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OpenAI·Anthropic·Ollama처럼 모델을 호출하는 서비스 또는 실행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53339-7432-49B2-9993-C7359E19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EE562-6F87-4138-8088-8383168D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AFB41-8F0B-4D35-829E-C6F93B01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63AA6-4877-4DA5-BD2C-A0021353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Provider마다 URL·인증·응답 형식이 달라 코드 결합을 줄여야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CCAEA-C829-454F-BAA6-2871E9B9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A0B04-E5B3-4AE3-B455-17A82690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12551-0F4D-4586-93CB-745B5B7C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E0AE7-BEAD-492E-8A24-8AAA6C24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provider와 fixture provider를 같은 인터페이스로 부릅니다.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5E5D8-208B-43D1-9255-A5E7AED8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2027692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6779A-FFFD-44A5-B63F-9FB144D5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Common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5EF98-14B3-4927-BECB-F7DF5361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F2DB7-036B-48E3-BBEF-8157F75C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817B2-9867-48F0-A80C-DC87F5B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55DB6-63D5-4DA3-9357-AAF0C509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DA817-0BDA-4A91-B9B8-0B548019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FDA84-ED5B-44FD-81E1-ED14E67F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00A11-D00C-4501-83CF-B93CA15B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61396-4029-4169-BF9A-FD831B68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서로 다른 Provider 호출 방식을 하나의 공통 함수로 감싸는 계층이다.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3F1CD-A86D-4675-B33F-B549D40E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02408-9BFE-499B-8845-2662D47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E3542-5738-44AE-B537-8ED248C7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B5196-6638-4170-8C73-28590006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모델을 교체해도 나머지 Workflow를 바꾸지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B811C-C717-4D64-962D-F1037F7B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9ABA3-7073-45F3-9F2B-6B0D7378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F9A4C-FEDC-4744-BAA2-630B4189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97217-FD4B-466E-827D-F6272C9A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 함수 뒤에 Ollama·LM Studio·fixture를 숨깁니다.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B1E18-616A-42C6-812F-BE23F757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7422797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14D0C-EB92-44A7-8211-23FB6E72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Alternative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26861-0A9E-40F6-8538-FCB630EF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B9F14-9AF4-4B44-AB9D-7403B46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DA42F-4140-4EAA-86D5-7BC7783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1AC19-1B49-49A0-B5B1-3AF3CC20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CE68A-3A82-46AE-9DD4-9A02C000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83B1D-305F-446C-9A4D-9518F452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83907-4CA7-4EA1-A123-E62E7D26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66F3B-F805-42A6-9134-D2F2B2B8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주 경로가 실패했을 때 학습이나 업무를 계속할 대체 경로이다.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DE9BE-B4D2-4607-B0A9-5E961970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4DCA1-C99F-4432-93BD-28444C76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BA397-D98A-42D4-8473-3E7EFBAD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DDD35-9B9E-48CE-A98B-CFC05420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설치와 네트워크 문제 때문에 전체 실습이 멈추지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F8167-663F-4641-9828-702E69AE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46502-4CB7-4296-BB20-FD0A6F04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9472E-A4A8-4F5B-A2C3-9DA34774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18501-1AFE-4C1E-AF57-5E89220E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LLM이 없으면 고정 JSON fixture로 Schema·Graph 실습을 계속한다.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9D494-F237-4A66-A16A-F367E6E4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5994058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323DB-86BE-4A77-9AF0-1CDE0E8A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B5E0E-8C3B-4D37-A165-6E1BB6B4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목표는 “모델 설치 성공”이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A2155-CB22-45ED-B244-391D70FA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0A27F-57F5-4C79-A589-E3BEB1B4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9CF69-4EEF-43CA-95B9-B48ABE1C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C9641-5D7F-4148-90F5-EF7F580D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C7DF1-9A9F-4BD8-B908-0D09222C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0565A-3DA0-46A8-894D-8319A755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provider가 없어도 mock·fixture로 adapter 계약과 예외 처리를 완성한다.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4c2cb8a2c4ed7">
            <a:extLst>
              <a:ext uri="{96DAC541-7B7A-43D3-8B79-37D633B846F1}">
                <asvg:svgBlip xmlns:asvg="http://schemas.microsoft.com/office/drawing/2016/SVG/main" r:embed="Rce709f2ff96441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39F15-170E-44CB-9811-BB968D0A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67AFC-A46B-4092-B0ED-B13F653B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531FD-FE1E-472C-9875-33585DB0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mandatory: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1B515-3561-481D-9C86-D90D843E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EEB5C-0D31-4D54-8F99-BF79727D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optional: local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C0FFB-5609-4A24-A7B6-EC4AF843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D8D64-87CB-4277-89A7-7B6BF4A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score penalty</a:t>
            </a:r>
          </a:p>
        </p:txBody>
      </p:sp>
    </p:spTree>
    <p:extLst>
      <p:ext uri="{BB962C8B-B14F-4D97-AF65-F5344CB8AC3E}">
        <p14:creationId xmlns:p14="http://schemas.microsoft.com/office/powerpoint/2010/main" val="363930115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81899-4CA8-4AFC-8A81-E9A5BFA8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65AFD-1929-4990-8F8C-A8E66412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CLI와 localhost API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5CB51-9E0E-4717-8553-C12DF9C7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FE1B-ABC0-4504-A17C-42CA0E7D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FB028-059B-40B9-B58F-2DF66EFD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C130D-0D46-4319-A14C-8A1E7356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D2C68-EF4D-4AD5-ABDC-851738FD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pull·serve·generate를 간단한 로컬 흐름으로 제공한다.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D4A53-5088-4136-BD5C-E1BC0F12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598D5-2B23-4CE5-9309-A12E4F63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pull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0128-CC5C-4A52-B636-7A212422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E778E-D40A-4943-865C-D1C26445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localhost:11434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DC80E-F67F-4EA7-A257-31D443F0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35859-6F65-436A-9305-E5EF0CF2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855822504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B0DD2-D0D1-473C-B321-2FFA1D12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A0ECF-2107-4B45-A21C-3B46265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Studio는 GUI와 OpenAI-compatible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72D25-E4F1-4274-8899-8376DE53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DC46D-9351-4664-9F41-C3C81E5C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08492-18FB-46AA-B752-1B55DE5A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00F62-F3D2-4C86-849C-35FD3F29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006A3-BE10-4CB3-A336-3D0D7A46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9B663-0344-4DBF-8DE3-F6AE1839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관리와 local server를 화면으로 다루기 쉬운 대안이다.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A5769-786E-4E83-B1EE-CFFE0043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47FAE-E985-4C50-90E2-17464CDB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CC6BD-351B-4446-9FA9-662C3141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download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9CC8C-288D-46B0-9E0B-1D99BAA1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34483-E7AB-487E-9719-028B540B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A5D48-35FD-40AE-A39F-ECCBFB1C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F9C5B-9404-43DB-B0BA-4E8A5930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</a:t>
            </a:r>
          </a:p>
        </p:txBody>
      </p:sp>
    </p:spTree>
    <p:extLst>
      <p:ext uri="{BB962C8B-B14F-4D97-AF65-F5344CB8AC3E}">
        <p14:creationId xmlns:p14="http://schemas.microsoft.com/office/powerpoint/2010/main" val="1711523712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1A69B-2606-424E-B661-B5358AAF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C0553-BC28-4485-8FC6-F18F3197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Jan은 desktop local API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6DB8A-9AE9-4958-AEB0-8E23967E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40351-A819-4B6B-97C5-CBFBB3F1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097BF-7092-4E6E-87B7-F359D87C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48A30-2F4B-46AC-885C-F899EFEE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3EEB6-3B5A-463E-9E7C-61CCAD91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endpoint를 통해 기존 client를 재사용할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EC795-FF63-43ED-9742-0A357BE7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49D35-A90F-4107-BE86-3FE06B03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AE85B-AC84-4384-B1BC-3CC1FA97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FE1DB-5812-4836-8A36-4F07EDEF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0650A-5DEA-4CD7-84F6-3352572B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8F30E-D1B0-4CC8-9296-826BD7FB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offline-oriented</a:t>
            </a:r>
          </a:p>
        </p:txBody>
      </p:sp>
    </p:spTree>
    <p:extLst>
      <p:ext uri="{BB962C8B-B14F-4D97-AF65-F5344CB8AC3E}">
        <p14:creationId xmlns:p14="http://schemas.microsoft.com/office/powerpoint/2010/main" val="936874437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37925-E7B7-444B-9565-23170B39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58CAC-CF46-4693-BC79-F00EC7D4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차이를 감춘다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2F29B-A651-46A1-AD83-79A4EFAA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136BE-6373-44D8-A89C-0D8E0B84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81AC4-3C29-479F-A906-67117A8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E972C-31CD-4F9A-8C10-06475606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FC249-40DF-46E1-9008-08735C06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64343-0C28-44E5-AA84-8A81FC91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URL·인증·payload·response를 provider 내부로 모으고 앱에는 공통 result를 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E4578-2CC9-4BE6-A534-D66AD7F0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22A2C-6A11-4137-9F24-E5A873BC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73B85-77F6-44F6-9FBC-672432DE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CDF7C-5E8D-447B-8E8C-DB4AB0E9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AECDD-6F9C-4171-B7AE-37C86268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success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6E5C3-F6EB-416E-AEBA-F77365B3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40C19-9A56-4DE4-90C9-58FD714E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2045218383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EE355-E319-4403-99DC-955CB884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BF25A-0130-4412-A2DB-2F77FAC4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OpenAI-compatible은 완전 동일을 뜻하지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D67AF-A4F7-4A34-B8CC-B2933EBA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77A1C-41F8-4F4C-8AF3-DC13E25A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BBB1C-F241-43E9-BDE4-F6004054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F8B51-00BE-4CA1-93A2-7114808A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90E40-0904-4E7D-8800-BCE34EA1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name·지원 필드·tool calling·structured output 차이를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66100-0170-48A1-BFF6-C73E0520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C5F0F-1473-4955-B701-6162AE2A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CABC4-A465-4F4C-B19B-0C2F87F2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4C2B5-46C1-4616-89C0-FF6468F1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payload subset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38DA1-2B57-4F9A-B8E4-38D2B6A3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54D65-5346-46C8-8CE6-48606E8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1423601973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0A0D1-E0CC-45DB-8E65-311C87C5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AC4FF-5FD0-445C-B546-738107CD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출력 계약을 더 엄격히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2D313-F90C-411F-A82E-CEDF2224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5AECD-4274-4E95-8AEE-6942EDB5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ABB16-283A-4089-8EF3-33754144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D96BE-8B2F-46ED-AADF-15B0464E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1AB09-6ADA-4F64-9DA7-7DF3FDCA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CD449-A980-4A68-8FC6-2A5AED46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parse·schema validate·repair·human review를 별도 단계로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59DCC-587C-4448-A9F4-1276C0FC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957F3-A2B3-41C0-91B6-0760D12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9B7CE-2249-4D7F-B46E-6235259C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extract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52A68-3261-47C8-8B9D-A7B1E2BD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99C2C-A153-411B-9503-355DF3EE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C5AD-D5BA-4244-B973-07E43F36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87925-7E4A-40DE-A825-744018BF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EE28E-BA27-4585-AEF1-D36A4D9B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88BDF-824F-4FCD-8FA7-12D4AC77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771155201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E881C-0A19-4D97-AA01-BFBE47BF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CEE66-DC47-400C-BAD4-94675702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provider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B4BEF-F71E-4767-907B-531236C8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765B7-D280-4312-8EE0-847993DE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E5C79-360D-4FF7-BCC8-CF51179A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C5CBA-C9F0-45DD-8CDD-379759E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23B0A-24CC-46B7-8BE0-3F72A952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C4F67-9136-4639-9306-F83EE2B6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9416B-C3BB-4B14-A09E-54A06D15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B0453-9FC6-416B-88E0-6A354DB9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RAM·권한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FC663-0EB5-4430-AA87-B3538AF7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9811A-C3E9-48E2-9FF9-75CC6A46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D2688-80DD-4719-B946-30CE42F5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CHOOSE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229A1-3A63-45BB-A6ED-74F75F5B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Ollama·GUI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FDB5A-1DDB-41BA-B922-0AA73884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8181C-40D4-41C4-99E2-DD8CD0EC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D330A-FE3A-4DA4-A304-1B8FE054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422F3-8AAD-4BE9-ACBB-E876B73C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health·model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E5F33-58B3-451D-9CA9-E5DF534D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C2608-7AD4-4B8B-A4CF-5C639E48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A1623-BEEF-446C-81E6-6E20BC74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90D4B-1B20-4FD9-AD63-E1DD3253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1948441369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CADB7-9536-4F95-84DF-6F1BC32A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A946B-B0CA-4387-B965-AEFC0FC0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최소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2BBF2-3085-43E5-9ACF-3CE50AC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FE26F-E13A-40AC-9E9C-44FAF299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00F45-4808-4112-A02E-5CB98BFE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4D740-AF35-494E-AE0D-793C9137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C7EFB-7EEE-496B-8C64-77C921CC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98307-D379-42BC-9A55-427C096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8B12D-7E62-45BC-900F-035D02A6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49CA2-0C4C-45EB-A89C-B001AC51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배포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BEAC3-761F-43D7-83AA-4C62ACC6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8C2A3-87BB-4F4E-8E08-D3172839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BCFB5-8C52-4A4A-B3A8-1E11BB00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B262D-3056-4FC8-82CF-8C093F08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작은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F24A6-4708-4AAC-B0A0-CA28A154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4AEE9-0524-4687-8180-AE4C0607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D677F-1E72-4F59-B4D0-F5EEB85F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F9BEE-BED3-4B2F-8C0B-F7EA8B47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80E66-E9CF-481D-B605-6AB0457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81668-E8FB-480A-9AC0-8E3EFD59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31274-9D25-4C62-B822-D88CEE1F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FBC76-82B6-488E-94E7-BA1257B6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호출</a:t>
            </a:r>
          </a:p>
        </p:txBody>
      </p:sp>
    </p:spTree>
    <p:extLst>
      <p:ext uri="{BB962C8B-B14F-4D97-AF65-F5344CB8AC3E}">
        <p14:creationId xmlns:p14="http://schemas.microsoft.com/office/powerpoint/2010/main" val="555732465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2387B-E7D0-4F33-9116-FA6B465E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40BD7-939A-451A-9D99-4D676DFD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653D3-C134-4853-ADD8-358F90A7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55F1C-BCCE-4467-AB00-393E2A1C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40605-89A6-45A9-9B11-447202B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F1DD1-D86E-4B64-B962-B72D7BE7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5FF64-7A19-4353-AFB6-2B638E32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0AD97-555A-45A1-A6D9-586D53F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7CC87-DECF-4212-A90F-729B5F68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37E00-D667-4101-8D9C-46BB116E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01ECE-DCBA-4546-98A6-5E8ADE2B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B10FD-40B9-4038-AEFF-FE7CA492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8B234-BD54-4BBB-A608-2DEC7225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DAD8D-21D5-4C85-B2E2-08A1888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provider 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1DACA-2231-4EAA-A77D-2F9516A5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E3D80-40C6-45D0-9331-1FFB4A7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46780-5C6D-499F-8F36-5B889ED8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4B6A0-2BD2-46DE-9062-E9E73BFD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4B978-0AA2-4E18-9AB0-B92CBFFF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58E38-38F3-4779-84F1-7F0CD3D6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2D399-54FD-4210-AACC-C4A83305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A02E7F-977B-4AA3-B608-39FF2CAB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result</a:t>
            </a:r>
          </a:p>
        </p:txBody>
      </p:sp>
    </p:spTree>
    <p:extLst>
      <p:ext uri="{BB962C8B-B14F-4D97-AF65-F5344CB8AC3E}">
        <p14:creationId xmlns:p14="http://schemas.microsoft.com/office/powerpoint/2010/main" val="1240077881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741D9-2BA2-466E-A426-A87DA9E9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D65E8-4EFE-41E6-B0D8-30E50CB7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59D7D-644F-4B7A-92EB-1D74596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A1646-A8C2-46B3-8431-BF76BE05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6F126-A7E4-477A-98AC-F2DB9156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1A0C0-FCE9-43C1-8A37-453FF271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DCF01-7091-4261-802C-C4D79B43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B1A68-8EA7-4C48-AD4C-E055E725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291A4-883E-4B6E-99ED-AB52A205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F6EF6-2ACC-4B46-B02C-3A33DF70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4EBC8-98EC-4A1D-BA21-82DA98BA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A97F8-44AC-4FEE-AFD3-35EBD45F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1800A-BAA3-4DCE-BA47-78FADA2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14F99-518E-43C3-986F-2F40F688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97C87-7662-4D3F-A7E6-411A201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2C4AB-7C47-4D77-8FC2-F4A7EC1A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63320-1405-4D93-9BAF-47C1F02F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2FCED-A751-4DD9-9B93-8FC5BFAC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EB0C6-AACD-490D-8AC6-3FE5C20F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83A81-FC06-4C01-AC1E-7B26A4EF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9098A-EB08-498B-968B-84B6B47A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13B3F-A5C1-4A6D-A7A6-FFA7FEDD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1632800786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E1769-B850-42FA-B3F0-43B1E3D2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84242-5A80-477F-91E1-C88AFE3C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4B436-79AE-44C3-AFD6-F384FD89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858E6-0AF4-4A79-9208-10054A00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4DC97-B99F-4543-821A-AF84BC2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67D62-9E3B-491B-A6B8-6D62B043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90A6F-4091-4B70-8605-E3E7BF84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A754C-209A-48DD-9A67-CAB3D23D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5A2E4-2DF0-4E96-9B3C-531AEBAB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D75D5-1BF2-4740-8835-19D3D0DB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FA0FA-7176-42DE-947F-33063C44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A0E57-6D53-4F68-98DA-53369E5C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A316D-3681-4CDA-BC3E-29A400D2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6E2A3-C5AD-4209-8AB6-35F1B119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tag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4A8CC-A373-444B-8119-92748B27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9DD60-67EB-4190-B8A2-4637A2EC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7584C-446F-490C-9F04-E98C3AA2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1DC85-EC06-4E91-8FAD-15EBFFF2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71528-9C3A-4EEE-BEDF-86355B2F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D72FB-9CD8-413E-BBDD-8A0D199D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D93F6-9E79-4A8A-8F74-8A97CCE0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A86C6-CF67-4581-AE6B-87586216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987147812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546E0-4323-464A-BB8F-EF565297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19102-03C7-4D85-B957-42298AD8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3143A-95A5-47DA-81B8-9B4147CF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62C2D-6072-40AF-8A22-FA18C91D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8A104-5393-4493-862D-FBE43A01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1AE3F-7FD1-406D-9A62-8EFA97A3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DB6C9-B7B4-43E1-B65A-87EBCB4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0893A-0445-4CFA-ACA0-38A83CB0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6ECD6-7CDB-4933-9BA7-B4A9C57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2459E-7108-4992-9261-B4AA956E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ECC99-122A-48E3-BB52-69B386A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45386-F463-4BAF-97BE-8A1DA760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D413E-626E-4C26-A0D4-3FFC6CD1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CCA5A-E3F1-47CC-96FF-5F34FD4B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8FFDD-3E83-461F-9B48-A650A5D7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F18EC-B4CA-46B4-B105-CFB422CB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E4397-BFD8-4F53-8D54-725BF473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C1C9F-3D40-4209-8E00-9D2B823A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A5AA2-F4FE-45AC-B68B-ED978CE7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543CF-750C-4960-8785-A78F8034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4ED53-4176-4DE1-B878-354E7601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FE72E-CEB9-43A0-BD70-D45D6AF6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B0467-444B-4B94-B4B7-2EC5102E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79CE7-3510-4196-BCBD-EFBC1B20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309CC-B826-47A6-8901-A246DA12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BA4B2-B751-4DCE-BC98-BF95CAE4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75856E-44E2-447D-ABFC-12488748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2054803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C8ED4-F797-4B95-80F4-9E6428A1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A36FA-9711-4862-8BC6-18CEBB8F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89451-29A0-4FB6-951D-7058CD52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58B18-369E-4AED-8B91-5398AA9C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80EA8-5752-45EC-9939-3F3EEC09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71B88-E785-4D0D-9E01-CFFBCFC7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8EC35-65BF-4E45-BC7E-3D23F52C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B13FC-BA55-47A0-B6F4-CB619A28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612AF-0D55-43CE-8B88-F6E88230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설치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EC391-94E7-4CBC-AC54-65C6F745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DAE40-9E29-411B-AF0C-CEF55942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 지원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8A7FF-2A2E-40C3-A5AE-02971C1F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C48D6-B494-45DF-8487-F8B40888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A13BB-B0BC-46B8-82CD-109CE200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A1724-EC73-4DA6-9522-27E12B0A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48492-EA73-4152-A07D-8F754AC0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c40947a624a8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46B50-6364-4C07-A9E2-088B345E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Download 공식 화면</a:t>
            </a:r>
          </a:p>
        </p:txBody>
      </p:sp>
    </p:spTree>
    <p:extLst>
      <p:ext uri="{BB962C8B-B14F-4D97-AF65-F5344CB8AC3E}">
        <p14:creationId xmlns:p14="http://schemas.microsoft.com/office/powerpoint/2010/main" val="9660358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F04FC-9861-4C59-A544-B8E8111F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D37E-BBD8-4E7B-90C0-29F04798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385F1-6E1E-48B6-9131-268C5507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4C019-4A7C-47E3-A218-C35A67B9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9219E-D48C-47AB-A205-78E422CC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97E35-D918-47CE-BF35-13D88795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3B31B-80E2-4409-A011-0DBC9692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1782F-C27E-422F-86B5-5C3568FB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E285C-9C90-40F2-994A-9CFBA91C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tag를 그대로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F88F3-0A3C-4E6C-B755-CD93182E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1F5A7-9ADA-4FC2-9389-65800BB5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크기·RAM 고려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E9BEF-952B-4FF2-A323-AFFFB43E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1DB8B-B523-4A83-A72A-797DCFCE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모델만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012D9-98BB-4BD3-90E9-1C648CF7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4624E-0070-4ACC-93C1-B66601C7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6DAFD-14C8-47C5-A179-A869FF5C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4cde5ae844b0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67909-274A-4D8E-99DF-EBE26787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671120750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0DEFF-E60F-4661-A9FB-48468963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CC0AC-2230-4BB9-92D7-03ECCBC3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E996F-45CE-44EE-B143-858CD9A0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4C04A-14BF-41E0-B021-490076A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FC87C-6884-47AD-90E0-EFEBB34D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C1255-4A3B-4712-8A44-90EB2BD0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0920F-E167-4F8C-B623-E0AF7BC9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FD291-5114-411A-A995-A0C13C45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475D8-D8DB-4DA9-A2D6-AE3731B1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 모델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75625-B348-43FC-98F0-2593DE9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59EAA-0EFE-4260-A91C-71FB5954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983EC-9847-40E2-B7D4-900127C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2412B-AEBF-4F5B-9D26-5DF18D65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9B44D-3CD7-4F15-969E-F6974A7F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F11D0-5DD9-44E8-B937-6C489C6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5ACA2-8680-4957-8294-F9CC0E66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0b184da344f4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EF269-7B56-44AB-B236-B9797D83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LM Studio local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722834438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EBF30-3ABC-4C7F-A66E-6D1930A1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19AF1-B2A2-4CE7-AFC4-0F616BD4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E367B-0112-4A84-B2E5-C7EC34D1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DAC14-DB4C-4A96-8E2F-AEF24FD4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244E7-C316-4BDF-81B8-2794E83A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ABE58-337C-4AED-8F9F-19A97A0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15BD8-5F92-49AD-A576-DAEBBADC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51C7A-F921-43D8-9DA4-92F81ECE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37CC5-7001-4002-9BB0-B02F69EC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대안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D20AC-2FF3-4935-B8A2-C4B1419B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FF0E1-DFBB-41C5-8348-B9E77585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5A6D3-C730-49FC-B3C2-BA2972D3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9CA78-0C66-4E4D-A5F9-7E7FFDBE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BABCB-8D25-41A5-BEF3-12A81808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B2010-4B00-466F-AF8C-077577C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6BD69-C38B-4ADD-BB24-EE7A88AA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61a2c6331482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058E3-CEBD-4771-951D-9A22F5BC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Jan Local API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997155696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999E9-8C8B-4CDA-A7FA-79020A52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1298E-DAB3-46D0-A5C0-254586F9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E34E-158B-482B-91A8-2F6C25CE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2A61C-DD1E-4A9B-80AA-E119C484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B9F01-F8B7-4733-BF42-50FAF5E6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09676-8E31-4CE0-BF42-460A0E5D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E7F93-DF42-4939-8FA9-3276F60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ED008-9961-4758-9873-994C3D31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D7913-6271-48E1-807B-0E2851C0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4B9C0-E6AF-4288-B613-CCF0E227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tag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077FB-EF85-43FA-AD2C-797455DD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30E50-7A50-45DB-BF43-A8C31AE8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stream 단순화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08A5B-3CE9-4F7C-AFAB-2F11A1CB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06A85-A72D-4F47-B3D1-C53C273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 필수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7C7C0-E548-40A4-B29A-FEA94317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D6F40-A041-4E32-AF4D-56B3EF25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BE84D-7C3B-4379-965F-195BCFBF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875885384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11B1F-9A9F-4A92-AC8B-92F02086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8D58D-A8FA-4780-97DD-FEA24CB3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39798-54BC-41CE-A91C-FE66C918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423A0-C0A8-459A-A0D1-73E7C3CF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3D81A-EA14-4F1A-A052-D8881C20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72587-DFB9-48DF-A35C-E9DA8D5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DBE4E-8989-49AA-ABE2-EDD845F9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3DAAC-77E0-475B-9EED-51F23A9B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밖으로 누출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D2C65-90A9-428A-9FF7-03DF06DB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6287F-8945-4D73-B633-0E2CB1D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579B3-67E4-4E22-8E45-57688646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C5C2E-FF93-4634-BD06-26F5FE4A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상세 원인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60760-54CF-4F73-86EB-1083942C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5B2FC-3A67-47E1-9E16-EDDD3A2A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723C7-B1CD-476C-8FCF-877BC983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C8B92-8B08-41B5-A96B-F8AB8F7D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0B070-A5C7-44BB-BF52-E936D5C3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678430798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A52FE-5853-4A6A-B0FB-DA158640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63697-B34E-4A0A-BFB6-EE0F0318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B0CB8-E2F4-4E6B-83C4-586ED71D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6FC9D-573D-4ED3-AC16-621C3CD8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59204-B782-4DB5-9383-6671902D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C0C65-ABA4-47BC-8A9B-6785A326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CE8D8-7DD0-4DCA-BEC2-3EE37BAC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AF121-1429-4F48-9BB5-E4308026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앱과 provider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994F4-49E9-4030-9235-701562F8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DF5DD-5CB7-4C44-B210-50995940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37908-F07D-4899-95CE-E9B4DB47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BDB07-9437-43BD-9031-4054004F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B83AC-E471-48C5-9B69-C6C6AF47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C1EA9-CB4C-4E78-B921-B56B9C28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double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95628-C757-46DE-9F74-21EFF670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642EF-DA45-439A-B0BC-C6D0E6A4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3622F-606C-4AB3-B871-29338865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8861269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FF525-58B3-4680-A2F2-15BD82AB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C7E61-C36C-4F1C-A83E-BE6989C9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35321-500E-4C9D-8551-B32C679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C681C-1318-47CE-A1C1-0236C061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131DA-A7B9-4646-AAD1-7F8DB5A0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610A7-AB92-407C-9E67-EF2D4203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6908B-49AA-4175-8748-0AEAE2A5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AD105-4038-4283-A32E-6039C5EF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보존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B6F13-71A5-4466-BAE3-3EDFDF06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7CA0F-9F2A-40BC-BDD5-769B795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단계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3D7B3-E37C-417F-B2F2-D9B3D4E2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D253E-A741-423D-A605-CF0C33D8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CE267-B400-43A4-AF6C-A0EB0A64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E2936-BAE2-47E2-99F5-E81E0CBF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정책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A90CB-2413-4BAE-AA32-2910CC4B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60B46-FFF8-4639-A351-D614E459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F7CBE-0691-4A02-AA1C-5DB9EF2D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774759521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BC75B-648F-4C57-9FCB-ACA1D7BA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2ECBB-9C48-4820-97D6-92C71AC0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F91B3-D4C3-41C1-B458-82CB82B9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840FC-A000-4219-BFF5-488BE5AE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05BCA-D35A-4698-AB58-A913CEA8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A2BA0-43A6-4770-88B8-28E702E6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80332-6843-4184-B160-ADAAB45A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9FA29-1444-40D9-8747-8DD2E5F5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repair 금지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3DF93-A0D4-479A-AD3E-A2019E0C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18568-D0C6-43AB-86BD-14EFF81D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정보 제공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780E0-2BA7-4EAF-8140-6BB9C2B7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7C309-A180-45CE-A450-E83F729F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최대 횟수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A86AE-DF1B-422D-B4DA-AAF19731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A7BDD-80FA-4EA8-AB0D-B2097057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D3340-BE6C-4B13-B9E4-6A748C48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7300E-D104-45CB-A8BD-2963F3BC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B9E49-516B-40E3-AF32-7E7E675D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755199848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8F2D0-AD51-43E1-8F6C-1D583B16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58BD0-B238-4146-8ECC-D9FF7BF4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Ollama health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CB7F0-7717-4E26-8CCC-6648E3F5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FE124-C064-42FE-8C77-AD3D8619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7EE29-4435-438F-BFC0-26C49C0B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23758-E2BA-4B73-9C68-A4D0B44D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2AB97-D979-4C76-993C-5CCC8512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58584-7B97-4A41-914E-C6CD7A81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45ED3-3FA2-4A73-AE1F-D7E8D5AD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55FD2-53CE-4F26-A186-43A1CFD1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114CA-B938-4267-BDAB-ED533DCD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5B8BC-D37D-4B68-8B46-8AA035E2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list를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64480-1089-42E4-B7E3-5F71FFCE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A74FE-934C-4AC7-9F88-CDADA6B2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6F035-A7A0-453E-B4F8-F1B85A6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서버 연결 여부를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63032-36E9-4DB6-8F5B-BE76461C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07041-8272-4D22-ACF8-CFB62CC6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117B0-731D-4118-B52A-74C1B710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없으면 설치를 강행하지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BF668-B3D7-44FF-AB7A-55581F19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A6843-B3F4-4EC0-9BEE-D11EEBEE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69201-E039-4D1A-B3E8-872C2EDA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lane을 선택해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E0051-69AD-4B0C-A028-9AEDF9CE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91381-BE8A-469D-8152-BC26CB13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595AD-5994-4D03-93CA-1C8B6A98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상태 1줄</a:t>
            </a:r>
          </a:p>
        </p:txBody>
      </p:sp>
    </p:spTree>
    <p:extLst>
      <p:ext uri="{BB962C8B-B14F-4D97-AF65-F5344CB8AC3E}">
        <p14:creationId xmlns:p14="http://schemas.microsoft.com/office/powerpoint/2010/main" val="1706542796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A2136-A71C-4102-A3BC-C3B4920D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968BC-F178-4EBA-9140-BCE544E8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선택 provider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3910E-B191-4EDB-B452-679A41E6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7FAE4-4475-47A6-A856-E1FAE65A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40353-A0EB-4C3A-9EFF-DFD9DE93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42572-7B6A-41D7-9AEE-B713E284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CA649-B9D6-49FF-8752-55671FAA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94B6E-30D2-4912-95D9-5A34AC04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1E2DD-65CB-4D34-858F-E2BA971A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73EB6-EBD7-4767-B304-D6A1695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93183-1405-4E85-A169-9BBCF529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A9D00-A026-411E-BED3-E3803307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prompt를 짧게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FDDD7-B6A0-42AF-9F58-93691E08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E725A-57AE-4AF7-B45D-58128943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E4887-C10B-4E5D-8E5A-C833DBA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timeout을 지정한다.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A24C7-027C-4942-B52F-7676BE87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008C0-B909-4046-A5BE-BE4252A6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14314-E45C-4911-9431-26F91F90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성공이면 response 일부를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1F142-7320-470E-9541-F348874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7CE15-7012-4472-9688-9C851BA5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E4B3C-FD26-4B0E-9CEB-28AB0089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실패면 error_code를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7D745-1648-4AB6-BA5F-9FC6A0EC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8D7E9-28A3-448F-AC25-3C25E380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646CE-D7EE-4D11-A094-EEF7DB7C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성공/실패 result 1건</a:t>
            </a:r>
          </a:p>
        </p:txBody>
      </p:sp>
    </p:spTree>
    <p:extLst>
      <p:ext uri="{BB962C8B-B14F-4D97-AF65-F5344CB8AC3E}">
        <p14:creationId xmlns:p14="http://schemas.microsoft.com/office/powerpoint/2010/main" val="1387768627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FA481F-EF55-465B-8125-EC9587FE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E6450-A10B-48B5-96A3-11D8B22F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0D63D-B725-4117-B283-585FC0B2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E2996-9DA4-40B9-AFE3-ABFD74B3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2A726-10C0-4116-8009-12582E9D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CC3F1-958C-496D-A6E3-9441689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2BB2B-A2A8-42C0-9FCE-5067CF71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F824E-C4ED-4473-81CF-6F12F2AA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3F30C-5008-4F90-929F-BED6C982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02F54-4848-4F0E-A3AC-210AD1E1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6ADFD-E5FA-4D6B-9823-F0A4D48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8CCEF-B6D1-4639-BBF3-4D7D2204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8207D-9FE5-46EA-9336-AD172C1B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613F0-8122-4957-AD0E-4ECA29DE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4618C-50AC-41A3-9837-BBA9CCED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B5754-D6E0-47B3-9BD6-B8D6B76F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8408A-68F3-48DF-855C-F81D4F99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D67AA-6787-4397-B510-9F30313C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필드와 provider 전용 필드를 구분한다.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89D48-1FCC-4081-BE06-EC9D4527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38C56-534A-4006-8EAA-6A846AD6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A8199-5A3F-42B8-95B7-B0521FE4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볼 필드를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1FD7F-566D-46BE-A2BB-FEA5404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81F1C-5A3D-422B-8DE2-52C4C78D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62C11-B3A9-4812-8417-90D4659A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1111814890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AC8F9-029E-434E-A679-91931B89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7ACC-18DC-4B1C-97D1-1BAAD2B0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깨진 JSON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B72E6-6B3C-49A5-817D-24A4E005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BDF35-FE7B-4D1F-AA7B-F8CC3C0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29E08-4513-4531-B592-07308ACD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71936-BF49-4A21-9E7C-03345AAF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2DA34-3C39-4630-A17B-80081301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83130-91E7-4CCD-AB56-378F877C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1E1EE-7C58-41E1-BC6B-CA6140AB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CDFC6-3B45-49CB-83B9-AFF39D7F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002DF-2F58-4F52-B616-B5CB6F8A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B54F0-8E3F-4C94-9A61-53775403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마지막 괄호가 없는 fixture를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1C047-E1C0-4998-A8C8-35363E28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9BAE5-A572-42B9-AA1B-333732F6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5B9B7-5FCC-4C5B-9B66-4518D15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오류를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E60BB-1BB7-4CCF-8FAA-ED2210A8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FE889-55DE-4037-987C-5030CAC5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B9490-E64A-4DD6-85CC-D2FA971E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repair를 한 번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0ED08-3082-4BB2-BD6E-A1140B27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E5018-BA12-403D-8353-B6E605BF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0384C-CD1A-4181-BCFE-43E09E96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번째 실패 시 NEEDS_REVIEW로 멈춘다.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591D9-E80A-437C-B8D9-8F5A5617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049FF-C513-4ADF-82AD-125A74EF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54767-4598-41CF-963E-404E412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repair 1회 + stop</a:t>
            </a:r>
          </a:p>
        </p:txBody>
      </p:sp>
    </p:spTree>
    <p:extLst>
      <p:ext uri="{BB962C8B-B14F-4D97-AF65-F5344CB8AC3E}">
        <p14:creationId xmlns:p14="http://schemas.microsoft.com/office/powerpoint/2010/main" val="968704082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384E3-CD03-45C4-B00D-46BE6734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3CBA3-ED8E-4E1B-90D7-460C15AB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EACC9-B054-435E-97E9-2F5433F8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704F8-953D-4F53-81F3-89F08DF4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79D64-A725-4CA3-B68C-EAB59D12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25E77-8FC8-4704-8E2C-2A463052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F4A4C-5E69-4C32-AF9F-A313FEAB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0A47F-DAB5-4572-B69F-A569698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1D0F6-0F39-4038-A2E5-A9C31F78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30E2A-1839-4C1F-BB3D-86982989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A025B-DFDC-4EAE-AC2C-FC60C709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A7AAC-6C50-4599-B4D3-D7C6FB51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E4A3F-CCC9-4C69-894A-35DD4390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F88B8-2587-4251-AB53-D3BBCE9C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E112D-504B-4416-895B-39FEC4A2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DB5CF-1296-4DE0-A146-6A590BCB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5F453-5BB7-4BD2-A727-4055F178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D8C81-48B2-429E-86D0-BD464E35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BDE75-3D7F-4C92-9D1E-0DCD5C71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E1091-BDBA-4DBB-ACA4-C5D97ACD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81E29-FAB5-4169-953A-2EDC4E6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5C729-F80D-4395-8B44-D2120B22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07E9D-C815-4E9C-BEE5-4481B6CC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4CA79-E9E6-4024-9E75-E557EA93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371E0-3DB7-486A-AB28-B7C35663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1026916493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88D22E-41DD-426D-84D4-11B2E0A3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3FA62-D6E0-4F98-9577-11B81450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7B9CE-8489-4128-BA7E-1DD03697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58610-06B0-4346-BA36-42152562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AE630-7FAF-47D8-B798-4D40ED95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9700B-B2A5-4297-966F-2E93350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F2191-BD57-4CCA-BF86-168F8FB2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065FF-AF6F-4173-A353-7F7A2242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F7646-26D0-4A9B-B07E-1B7A4E4E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10BCB-AA23-4940-83CF-F486DB03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87954-4E29-4ABE-9B77-C4CF60EF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68E6D-7A74-47EE-82FD-634BB776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B3E31-91FB-4CD9-8B56-CB31544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7D8B5-7AB5-4A5B-B552-3BD36BE5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D0A07-827B-4F0C-9A85-52BA3690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F2313-08D1-4F5B-A2F8-43C15F1A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4CE68-2988-47EB-B7F0-15BF4868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0AD9C-FD7D-429B-9DF3-173CBA1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06E9A-E280-43E9-B354-335E9B33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6F566-899E-4727-8DED-A842527C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B447D-2AE1-41E7-8AB6-7BBF73F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5CEAA-E359-41A5-A392-AA98B7C9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5476C2-91A7-46B5-916F-4E6D39A6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47316-0C66-41CA-94BB-B5D45728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7862E-65D4-443D-88BD-802D5F1C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1379936684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2D2E52-5EFC-438D-B452-21A4E25E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A0FF7-0D71-46E4-A5E8-8B910805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2D6B3-6E22-4C4C-88AF-89557C4A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5C692-4A8C-405A-B9CC-06B40C4F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C7281-41CB-4E4E-9760-17DBEFE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DF9DF-D18D-49BD-82C5-F1655487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F720C-A059-41EF-B196-48BCAFC3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A7AE9-1A2A-49A5-B211-53CDD84C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6D6A4-FE9D-4913-B010-B0A222AC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C337E-6D79-4201-B387-4552C253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1C882-6D68-49A5-A1BE-0C87B02A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27187-C157-4E50-A5A5-93EE9F24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5B7CF-5BF4-4A93-9794-F822F399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A77F9-DFEE-4FE7-B88C-B2DE21F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5D4F6-0DA2-43CE-89C8-6D313740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B8E38-36E1-4115-8635-DE6C8C6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C45F7-636B-4F06-9CA9-584BEC36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8C144-A0DE-4280-8229-50654BEC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3D453-098B-4BC7-9E87-C49DFBB9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EF4D6-BAA0-4CB4-A838-453A48C4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FDB69-D73A-4246-900F-28544DA9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8F449-204C-4091-9BB9-8D4F1A85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51D2B8-24F7-45F8-B5E2-0D346A7E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FE8C7-BCED-46D0-AEA1-7D335F7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47071C-3D77-43C8-9634-F7F45C1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119102672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0DBC0-4686-40DB-B216-A91C08EA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FA7D1-F33C-4B7C-BF09-8D115700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12924-63DC-4F51-B08E-35AC9281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B1408-A1FB-4750-9A25-031D7294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F971A-B994-4F66-A78F-381DFC4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1CC8B-751A-4A59-A102-440D9822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FC71A-3AAE-479C-9459-2BB2198C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CE068-3348-4651-A21A-C23BD551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2108B-F494-4561-827A-5754993C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F9A6E-E38D-4FED-BDBE-97BEB7D3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C6335-5204-410B-B0E6-28F201A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3C696-0193-42F8-9478-C30848EE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2EC28-E5DD-4FED-8833-9A85F1E4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52EA5-8F76-403A-A942-2B984C09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4023C-F832-448E-86FA-15BA0B2E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17D5C-B7F5-411F-96C4-E3B2B0A0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4CEFA-D575-4B75-A4C1-44C4ED90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0C77E-5A20-4E5E-B959-725C4D70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3FA2F-C154-4A7A-9A06-8275BC34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68D2F-2342-492C-B14B-02FE362D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33FD6-E2FA-47D8-A310-A8BF6B6C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4154B-9DA8-4881-A64F-40BFF05B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C8506-9FC0-4BDA-BA32-34ABBAF5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9DC43-4841-44AE-AF7B-0518B4D4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CFDC93-14C6-48AB-A096-89E2A6B1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1206053156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027B6-EFCA-4FB1-B100-347A291A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0663A-9030-47B6-8B66-71CD530E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C · 첫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8714E-98EB-4DDC-AE8B-0872F2B3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08DAA-04B4-462A-9813-AD4C3B0F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31810-CD88-46E4-B319-AA7F188A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A7451-6163-430E-AB9B-3154D197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2A2B1-ADB8-44AE-B66A-F6031844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B098B-F176-4B83-85FE-177DE397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801C4-D4B0-4A98-931B-EB7FA0DE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A77AE-DD33-4ACD-806D-8C149716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감추는 차이를 세 가지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DB84D-FE38-4F16-BDC2-1EBE3E75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56C1A-E414-4999-9B4F-CE110F6A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82F8B-C605-4C54-9237-32B8386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Ollama가 없어도 필수 실습을 완료하는 경로가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F7894-C3E4-432C-9AD0-1C5D435B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A451E-138D-4C50-BF55-84593368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F5B6A-5325-4F14-8DF0-09177F05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 parse 실패 후 어떤 상태로 멈추는가?</a:t>
            </a:r>
          </a:p>
        </p:txBody>
      </p:sp>
    </p:spTree>
    <p:extLst>
      <p:ext uri="{BB962C8B-B14F-4D97-AF65-F5344CB8AC3E}">
        <p14:creationId xmlns:p14="http://schemas.microsoft.com/office/powerpoint/2010/main" val="2015206000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D76A5-356E-4841-BD8E-FF6ADDEE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7BAEB-D4F3-4DEF-A436-224F718E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6CC28-5DC8-41FC-8832-0F92D083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State·Retry·Human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E4881-E428-4C33-B6CC-D6C4FCD3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여러 단계가 실패·중단·재개되는 흐름을 LangGraph의 state와 interrupt 관점으로 설계합니다.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D53F1-7793-4DDC-B438-80AF583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6F4AF-A296-4273-BB34-6C9D49B9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State schema · branch · approve/edit/reject event</a:t>
            </a:r>
          </a:p>
        </p:txBody>
      </p:sp>
    </p:spTree>
    <p:extLst>
      <p:ext uri="{BB962C8B-B14F-4D97-AF65-F5344CB8AC3E}">
        <p14:creationId xmlns:p14="http://schemas.microsoft.com/office/powerpoint/2010/main" val="1840008099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B59894-DD5F-4B58-9C55-43F116D5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DE68A-8E23-4C95-B63A-55B62BD0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15:00-17:30 · PART 2/3 · 여기까지 만들면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718A2-A789-4F9F-B204-944C613B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442D0-20B9-4095-96DB-C95632DE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98E18-768D-4D3D-8A7F-F0DE1714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6DB34-51BB-4B0F-B80B-43AC8D02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0F8BC-1FA1-440B-BF93-19701108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재시도와 중복 방지를 구분하고, 승인 전 side effect가 안전하게 재실행되도록 Human-in-the-loop 경계를 그립니다.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86090-7FD3-45A4-93C2-E51435C4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DA48E-AB5F-4467-BBF3-5CA40D9A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947EF-3D25-4C79-94B0-4159D13D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F8F09-5392-47BA-9243-93E55B1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EC430-2271-4315-AF2D-2F0004C4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A48B7-B91C-4692-B5F2-55AF72D0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0B777-62D1-4E7D-87A5-7FB3F03E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9B44E-2538-49F0-8707-FA0CA9D5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8E015-F4EB-4A7E-85C2-1BB66BB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A5022-7C26-4AF3-AC87-0DAE32E8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FB6D0-07A8-423F-BEAB-0FA536A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BD4B4-5532-48D1-A382-1348545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7316B-6BD7-4B36-B613-D4AB89DE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1F36D-439A-40A9-B76B-0AD74AFB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BCF4C-A7AC-46EB-B8ED-00C1EEC4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99262240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FE682-6B87-4F7E-B7BE-88F19F7D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Workflow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ECF69-6C2A-4480-BC0C-2DABA9D0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F6653-7F68-4FAE-AAAB-5EBBC09D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7FB54-15B7-487D-96B4-6D15F1F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3029E-D57A-48EE-8A2B-5A3A8084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AFD32-2909-480E-9656-2CD7FD13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00829-CC34-49BA-ACE2-24687EE4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EAE60-EDE8-4D10-A932-A9C7DCBA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27FBC-8099-491B-BBB3-9712FF6F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Graph의 각 단계가 읽고 갱신하는 구조화된 현재 상태이다.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8913F-29B0-44BB-9723-2F81B55C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75DCF-62A1-4C75-890C-C256FE52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54F0E-F043-45E1-8951-AAF5369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EEF35-5394-4254-AE7D-177AB0EB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전체를 저장하는 대신 다음 단계에 필요한 값만 명시적으로 전달한다.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F247B-F4FD-493C-AF40-202DA665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C35C1-C1FE-45BD-995B-487AD996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44B55-2039-48FF-83D3-311A4529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C13F5-1AAB-4CBE-83BE-CA4D121B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transcript·draft·errors·approval·status를 필드로 둡니다.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72645-5145-411D-920C-70B405D2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6074979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64939-912A-43D0-B099-721C698B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Step /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20B89-F60F-456B-8636-946864A4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/ 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7BF9B-4617-495D-B492-26C4AC95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20A21-D82B-48DE-8829-EFFA40F9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18079-C59B-4494-9FF9-61D2F204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3F8FA-21FB-49C2-9F3D-11E0ED58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FB0DF-CE8C-4E83-A488-E4E1517F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602DA-3DC1-4A35-A143-A65AFB40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97A3E-6C88-411B-86B0-D6EB740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책임의 작업이고 Edge는 다음 단계로 가는 조건이다.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2AF8B-03AF-4BE1-A8BF-63C5E8CE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95FC8-965B-415B-876B-D4D9E97C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1DBB1-94B7-4933-9AC7-6F282B12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B5B72-4109-45BE-A87E-A5F6416C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복잡한 업무를 작은 단계와 명시적인 분기로 설명할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56597-318F-4835-A032-D5C62363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AF7F9-22C0-4064-9956-1763B51A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6368D-479B-4DCB-A5A1-001DA59A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26850-F6CB-46FF-901A-1AFB4FA4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 Node가 READY면 review, 오류면 retry 또는 failed로 이동한다.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C24D1-C2E8-4444-93E3-1B0363B9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9816707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46E04-996D-422C-91AC-78DC9F0F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Saved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157C6-884A-4D04-8C1B-D4796D93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FEA4E-0CE1-47F1-9D48-BEFF23B1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046D2-83C3-42C9-B624-B53FDF12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1BB56-E3EC-411B-85D6-BBE41325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58644-5DA6-4AB3-971A-1140F1B4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91884-7A29-48B4-A671-4C316CA9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9D6EE-2391-47AD-99FC-01CE335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08DD9-2093-418B-972A-70A1368B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Workflow의 중간 State를 저장해 나중에 같은 지점에서 이어갈 수 있게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5D151-685A-4DC5-9FD8-11E757AE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C29F0-12B0-4BC0-A210-641E3614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8B5BE-D7B7-4B8E-B3A8-D2AE7ACB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66818-B81C-4FF3-BA4F-BBFA7F86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긴 작업·사람 승인·오류 복구를 처음부터 다시 하지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D232F-619F-449A-841F-BC97A924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495B3-6710-4842-8430-2BF9659E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F60D3-8242-45E8-85FE-7A135228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44575-842A-45F0-9C00-72DC1614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thread_id로 저장된 State를 불러와 승인 뒤 재개한다.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46AA2-C648-41BD-8C38-239F5603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9327830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2CED2-DD56-40B6-B895-2350B271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Human in the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DA971-C8F1-4A1D-A19D-44AD39FC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HITL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03BE6-B2D2-41C2-92D7-94CBBCC6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74665-0D22-4595-940B-D2B1CBD9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05358-7502-41DB-9B71-DB206E03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2D99A-644B-4525-86E0-5901F877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A440A-2210-486D-AB85-9FA3B3E7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D458C-1699-4909-A1BC-802B395A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3B32A-5335-4338-AFF9-38FB2EFA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중요한 결정이나 외부 변경 전에 사람이 확인하고 승인·수정·거절하는 단계이다.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35025-3202-45B0-94CD-AEBE096F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AD714-DDD1-4AE1-9395-392D98D6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B8834-C58E-4CAA-B5E2-79B14FC1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9436C-9B9C-416A-B9F7-2D956EFD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불확실성과 조직 책임을 사람의 판단으로 연결한다.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3F59A-2341-4C1F-B0EB-38E708D0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A217D-5424-4243-BEFE-D72C8CC7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F6C41-5718-4E0F-9722-FA14855F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74DD7-E712-42B0-8F2F-E84CB8D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 Action Item은 reviewer가 근거를 보고 승인한다.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8CF95-F446-47DD-8BDC-9D4302C4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1357264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98BF8-D75A-4C03-ADDC-B4211DA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A956F-9180-4ECC-A1AD-153DE761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State는 다음 행동의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9DD93-C41E-41A5-8DA1-AA028A3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C3824-824A-4D4C-A755-5A32F232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D2A78-C257-43D3-A1F2-D6DDC00C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39E35-F067-49F9-AAC3-B5C769DA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EBDFF-109C-42C5-85E7-144205BF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EBA63-5927-458D-844C-3E68FC63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전체가 아니라 node가 판단에 필요한 최소 구조를 저장한다.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06fa8ed874429">
            <a:extLst>
              <a:ext uri="{96DAC541-7B7A-43D3-8B79-37D633B846F1}">
                <asvg:svgBlip xmlns:asvg="http://schemas.microsoft.com/office/drawing/2016/SVG/main" r:embed="R3978fe92833548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E69E1-09DA-4508-98F9-55292CFE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66AE9-516A-4182-A4D9-827638FE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33B16-B3C8-4818-B7A2-32D52D67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request_id·step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FB701-D91F-4A93-A825-CD56C1DB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E5D5D-4C2B-440A-B955-EE8678F2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470F1-7ED7-46C2-9115-9B0C420C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66F7C-4552-49EA-8448-A71FE972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retry·approval·status</a:t>
            </a:r>
          </a:p>
        </p:txBody>
      </p:sp>
    </p:spTree>
    <p:extLst>
      <p:ext uri="{BB962C8B-B14F-4D97-AF65-F5344CB8AC3E}">
        <p14:creationId xmlns:p14="http://schemas.microsoft.com/office/powerpoint/2010/main" val="1150105954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43BBC-DEC9-4D6E-9017-1858E011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19882-2124-4DA0-957C-2CE80123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가지 책임의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BADA0-8B96-49A4-87CF-5BA8F7C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9F6E6-8F36-46B2-927F-2D09DF67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CBA38-0ECF-495A-B26A-E22CE207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DB7E0-22FD-4B4C-8A53-21E4A34A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FB865-18B4-4301-A910-19C285C9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state를 읽고 부분 update를 반환하도록 작게 나눈다.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1B2A9-325E-462E-B714-7CC40273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2C5EA-525C-4811-886D-0E1ED868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6FA22-8F57-40F6-9B06-3EC25CC1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949D1-57DC-4113-AA7B-5225C43C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3A4C8-3216-4EDB-ACF2-0B49B4DB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9AE02-8DDD-4BA2-A226-B6D569DD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FB65C-F2FB-4ADE-A6E4-86C6BCEE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67541-2B6D-4607-85B1-AAB92236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898950621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35DA0-D2B9-4C36-A1FB-81915EA8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1BDC1-1E9B-4A93-9B3D-6815614B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Edge는 다음 node를 정하는 정책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07432-AB24-436F-9734-1D733CD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C2CC5-2219-4E66-B3C2-4F5779A2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E8F7D-6A84-4810-8E13-1A8BF8C8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F3737-26DE-4836-B0FA-923C0042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B42A4-2CC4-4077-A165-E5F2B357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847F4-157F-4478-A8BB-80B6A55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성공·오류·위험·승인 결과에 따라 명시적으로 분기한다.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5E22C-1B6A-4B3C-BBA8-2F46C3B7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EDF3A-E5E5-4EBD-B8AB-3B499EF4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D81AC-9F3F-4900-8A5D-E3860123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conditional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F7EB0-1D5C-46DB-AD53-03D45DBC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7F256-C5D2-4A6A-B1A7-D8F38389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3C05D-DE5B-4B07-BE57-D417AC7F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4B21B-766E-40A5-A9F1-0FC12B5D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loop</a:t>
            </a:r>
          </a:p>
        </p:txBody>
      </p:sp>
    </p:spTree>
    <p:extLst>
      <p:ext uri="{BB962C8B-B14F-4D97-AF65-F5344CB8AC3E}">
        <p14:creationId xmlns:p14="http://schemas.microsoft.com/office/powerpoint/2010/main" val="2114599318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14919-E65E-476E-A0F9-FED079A4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3D5C1-8E33-425D-A474-572D7088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Checkpointer가 중단과 재개를 가능하게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BE486-094C-4650-A940-348D27A0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28B52-1408-4659-8FF4-407D70EA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44C8A-B83F-4ECC-9CD3-11CF0739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7437C-A935-423B-8DB7-78F81679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A0FB2-7F45-40AB-A22D-A7A30882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각 step의 state snapshot을 thread 단위로 저장한다.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79AE3-53A2-48AB-B6C9-0CACD957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3AAB4-4E71-42B8-A8AE-1D159B9E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19A5E-B1DB-4883-ABF4-096F3152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AE478-CC12-4E66-9A3B-A47E24E6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B540B-10DF-4001-97A8-4FFCEEAF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B84E6-0EB4-45C9-A0E3-372DA9C8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</p:spTree>
    <p:extLst>
      <p:ext uri="{BB962C8B-B14F-4D97-AF65-F5344CB8AC3E}">
        <p14:creationId xmlns:p14="http://schemas.microsoft.com/office/powerpoint/2010/main" val="832911996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C81B7-35C6-43DA-8E98-4E0A1C1B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GLOBAL REFERENCE · IBM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E1E6F-DD4B-4B29-9376-930B6E99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Interrupt는 “잠깐 멈춤”이 아니라 업무 상태다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D8381-A595-4CB7-A81D-F6BDECD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AC9E9-074D-4BB1-816D-25DCC1EA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B3DA8-FD64-4DF0-9A77-31BB2296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C055B-E815-4332-B8A7-35EC72A7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67E0A-106E-471F-A054-9F6ABE69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E0B13-F91D-45E5-A800-70F4BBAD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어디에서 멈추는가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710B2-E2C8-4E25-A94F-AA6AD88C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0B8AD-540C-4ED5-B27A-83034D52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무엇을 보는가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3FFAD-B849-4498-8F61-42987187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ADD47-D246-4B4A-B233-543F5C73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상태로 어떻게 재개하는가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20ca0ded54188"/>
          <a:stretch xmlns:a="http://schemas.openxmlformats.org/drawingml/2006/main"/>
        </p:blipFill>
        <p:spPr>
          <a:xfrm xmlns:a="http://schemas.openxmlformats.org/drawingml/2006/main">
            <a:off x="4476750" y="1755626"/>
            <a:ext cx="7105650" cy="399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90569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37B86-4E57-44D8-A6E8-E43FC937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4005F-47F8-4968-BA0B-B098DAEA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Approve·Edit·Reject는 다른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6D142-5BE1-4D1C-9178-4DD93CED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A3849-D69B-4B9E-9D9E-0D055D5D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97B27-97C9-4A0A-B63E-EB718808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8737E-7041-4789-84DA-08B3107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33801-A7BA-4E66-936F-2CDDAB95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승인은 원안 진행, 수정은 새 payload, 거절은 이유와 종료·재계획을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F3C2C-AF55-499D-B4DB-444E4E56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B5BE9-2559-46F7-BB30-725AD382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86D38-DA9A-443F-B505-7CCD6226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2195E-AABC-47F3-8E3B-83EA40C2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7519C-C413-4FB4-BEB3-0BA90735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59387-3885-448E-BE42-028644A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14EA1-3CA8-454B-B7F4-06373B4E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F9AB4-1B12-442E-A653-F828EDDC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733107681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F3B68-B379-4B0E-8479-8F21A284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E9151-4666-40D3-A909-A751B91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Retry는 일시 오류에만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44F9E-1BB5-4D05-8189-55093708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B0AB4-BA50-4B49-9B0E-E0AFCF4B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96377-E0C2-4BE4-A1B7-2DA81AD2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358BC-48A6-4685-8E54-E9BC513F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3C0FF-626D-408D-B84D-C5AFABA7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D090A-65BF-49E3-B8BE-4216BACF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class·max attempts·backoff·stop을 state에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348CE-0529-4418-9EBD-3F35ED10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F1BB4-0143-4675-B850-25BDBC0C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9638D-8BD3-45CD-B8CF-1B2E1F3F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22F2A-6946-4F0B-B930-9216CEF4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29933-A454-4476-8817-FA5D3975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attempts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A2C58-CE56-4E9C-AA80-104F16BF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98174-57CB-40E4-A38A-7252A5B7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 delay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95617-BC31-4F64-AC1A-78A08B87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04E07-BDFA-463F-989D-66B6BDE4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</a:t>
            </a:r>
          </a:p>
        </p:txBody>
      </p:sp>
    </p:spTree>
    <p:extLst>
      <p:ext uri="{BB962C8B-B14F-4D97-AF65-F5344CB8AC3E}">
        <p14:creationId xmlns:p14="http://schemas.microsoft.com/office/powerpoint/2010/main" val="846195430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28710-191C-4BF0-8318-7033869C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CDA31-8833-400E-9D8A-59EA8604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9BA74-78B3-442E-879A-ECD1688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00BBE-E28E-42AB-9D9C-ECDBEC94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FD67B-B345-4929-8A67-A03F9F7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4B5E9-7EF0-4F14-96CB-CDF6EF77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95F16-A367-4025-BC6B-CAE15CD5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20E73-6033-4F1E-A89F-F90824F5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41BDD-C015-4E91-B534-329DC6C8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431E6-0F01-48A1-96FE-E9E5F127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필드·status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D932E-97A8-4054-92E2-1B0C8AB6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68127-3E02-478E-86E4-6726B617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4FCC9-7646-48F9-9255-BF8D482A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AF32D-43C9-4962-A26F-D8F4B4FC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B0EE1-2179-4533-A2C3-89F225CF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8EF6C-E442-4427-BF49-A36F2A85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2470E-4C26-479B-8315-6152BD11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60B5F-BCF0-4564-BB64-F37A561C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분기·END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FBAE7-B126-47A9-828F-C38931B6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7F0B5-9236-4660-921C-C64540ED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E7A3A-AF9D-4F2F-BD1D-20DC0AC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DD76E-0ECC-47A3-BE21-76526F52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1072368203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2AEBA-1EA4-4D7E-A81A-EB08EE2E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47F71-7B32-4534-B21A-9912917D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10425-3F49-4788-BBB6-42C2F284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EF6C9-3654-4966-927E-77FE0E7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B736C-FA1A-44E5-9064-18DF6C59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6C0BA-7212-45A1-809F-4ACE0CC1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2CDA3-419D-4E4F-B593-EEB0F6A0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3FC5F-2FFB-4E7E-87BA-EEF2F127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29EF3-4984-4B26-85A2-4B59F4B9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59769-A5E2-47A2-93EF-04BBBECE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D7843-B7EC-43B9-8AF3-6211D575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1131C-CCB2-46A1-A67D-F76ACC83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609E1-FB55-425B-A83C-E12C4AED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19087-32FC-4D6A-B3FF-DEFF6D3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1E7EC-5390-43C5-8729-49DD5E4D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D9EC4-EA7F-46A0-88CB-C32E043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F2E8F-EAAD-4F5F-AB9F-9B8864F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6D46E-05BB-427C-8C21-4CA09032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retry·review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AE35A-6066-49D0-A7A0-539EE54E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9E371-BCE9-40F3-954A-485D881C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386A2-2270-43D1-9A36-D1BBE675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6C6E2-690A-40EB-A97D-33AC0032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1254738318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5B811-DF72-4E73-BBA4-93F1F22B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44CC9-935E-4C1B-AB1E-9EF85A7A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AC22F-41E5-4B76-8150-537D48AC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0492D-2B6D-4DA9-AAAC-5D78CC6E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FB268-40D0-4F49-906B-F8469167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5FEB1-E58D-462F-A0D6-B6B35A38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DC39D-3DB8-4482-A687-5C48BCA9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7127B-C9FC-4573-8688-3CF197DF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B8A4F-E8D2-4B99-A1F0-1995E9AE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3D47B-DFBE-48AA-B20F-B5685E1E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draft·evidence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D531A-94F7-41D7-8DFB-B282A0AA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F38C0-63CD-4C7B-A3E1-EB099D58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A0FDE-80D1-4360-87D8-0A899945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7DC30-C9FD-4381-8AF5-56A539F4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A/E/R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E25B7-538D-46BA-A9BA-857EFBAD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CB7A5-ECD1-4A69-A847-42B2DBC5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73F2A-9858-4443-84A2-35065945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C6DA6-3EA4-4181-B388-F5D7CBBF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review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D7CE8-3EAA-4237-AF85-072B4183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06C0C-FD98-4214-B904-02120900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B7DD4-3CA0-404E-82DD-86D67245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CF686-C492-4B15-B2C8-A0CF8937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1244956285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5DF0D-D9D5-4D94-9BBB-450852E2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59FB8-E518-4DB3-B102-A999FCDC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DFE2D-E239-4BB9-ADCB-8FBF9F3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68074-8FAE-460F-89D0-7A0B4DD3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584F6-E1EE-4AB2-9C43-B4AA1563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3F72B-29B0-481D-9A8D-293FE082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30461-E327-4615-A4F2-A0FE46C9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C4176-7D88-46E9-BD79-E3FEB153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2FCC4-4DC5-4765-A770-6D306087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31423-C537-4080-A9E4-1FEBB10B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하려나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A73F6-53C8-4C1A-A84A-34943932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44311-12C8-4FB3-9F1A-9C34DF9F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07E54-08D4-4AE9-BABC-7B228084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79B24-8FB9-43ED-89E1-B7D1AB86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어디에 쓰나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E0927-F378-4A61-A3C0-1EC82468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F57CD-1B41-4788-8375-59F81CE7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6C5F8-C372-4D4D-92D8-B1F4497E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613AC-623C-4C05-9071-54110EBB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검토하나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CE6A9-D17B-4E43-BFAA-6932DEA7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DC12F-76BF-45C4-A96D-8E6D50BE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4D2A7-EDF9-4F87-9731-E6980240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89D4C-C334-4E67-A3C1-188DE490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1372809377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817C2-C34C-40F4-AE24-14BA528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FC685-EABA-410F-83C3-F26F691E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B4F0C-A1CA-4B8C-84F8-02461071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674B9-2FC6-4EC0-8E33-AF5AA810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9A356-06B8-4FDC-89EF-2BD85415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4F902-9376-4818-81CD-9F4D11E4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01DF0-EA54-4D16-8095-69A99F9B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6E72C-411E-4A98-BB9E-F779C672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9E742-1A05-4297-AD72-FEC96EB3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6909E-1AD2-496C-933C-C9D7B4BF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request_id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70B2C-852C-4BCC-9078-E98C48D6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F7851-1C78-444B-8448-42995375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FEB92-BE83-473B-82EC-2ADC1D63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5A412-D51A-45B4-84D0-C044AAFD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기존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EB1D2-F57A-4AD3-BDD7-2E555BB2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070AC-9AF5-4777-8129-830532D9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86CDD-270B-4E58-8F4D-9EC3B4CB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185DB-4B3F-41BC-A4B1-5BECA856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번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7C31A-7FD0-4171-A640-BF9CC7EC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64066-8F0D-46EE-B6C6-D0EA20BC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959ED-51D9-479B-ACD9-233B7D0B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061BC-234E-421D-8425-DD81339C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1919727826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A2D8A-55A2-4AC6-9AD3-C5A8780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9A3F9-5ABB-4D5F-97A5-AB284755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68319-68F9-4044-A499-8B6BF141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6C02F-D7EB-47C7-B55D-F41F65D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AC548-4931-47CE-8534-A53D9289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5F1D2-4703-41E5-88DB-180925C2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1F9B2-4226-4983-B896-3959F219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A60BB-AF56-49B4-96D7-CE7BF488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E631E-F511-43F2-9B6F-0350A34F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1DB2D-7BF4-4ACA-B59E-0439BAFE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4A0C8-4A0B-4680-9B9D-33B011C2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E0236-904C-4503-8E09-8C9C7F64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A3EBE-5FA1-41B4-BC67-68F11A7E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15BE2-4D59-4C98-A0A2-BFB2E937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5E00C-EBBB-4A8F-A4B0-BFE54784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5B2E4-4975-4EDE-B473-EABA0264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2FD77-E409-43AF-9449-AD87088E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1BC72-69F4-448F-A0F7-A55763DD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A58AF-76BA-4FBB-AF00-A9582663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87985-70E2-49B7-ABAB-7745F8DB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0B5FD-AA08-4DB5-9BEE-F3D218FA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16D99-F4E2-427D-B02E-5E7C0FD1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58518-607E-425E-B784-3AA2C2CA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2132E-673A-4816-9939-D2CCE62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0D39C-B61B-4BA2-A1C6-C29D449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3BF1E-603E-47B7-9C89-79AE2CB1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3434E-82B4-4CB0-AB93-65CAEE04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0846577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0C571-CB9F-40A9-B290-2F0A376F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DB58A-4FAB-403F-A51B-E4A775C0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7026F-1EA9-46A6-BC31-A5A4380B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0F4D2-F5BD-4C36-BC20-841EEDF8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495C8-C063-4981-B3C8-0A0DD802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6ADD4-C9E5-4A51-85EE-BFD50DB3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C32F0-FF1D-428D-B58E-3F740FBE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73286-7611-4EFF-B0A3-2E00F77F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67748-7A0B-4830-B362-AFEF27DD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model·messages·tools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9FC55-8C54-4751-8ED8-0BA833BC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3A5DE-6441-4873-95E9-3AC264B3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45654-C87E-411E-BE55-10494DEE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5275C-89EF-4F66-8990-178E2F9A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B9626-5D5B-442F-9858-9F4F16A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41758-C7FB-4CC5-AD12-D7AAEFB6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535D8-A490-4367-918C-F335F35C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43bbdf7e248b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7A8FC-7D3D-4DFC-9D59-F5445F20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707461273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92823-93EE-4321-96CE-71AC559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1AE4B-BD27-4E6C-A948-DB8CCBA6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CA193-671A-4604-8625-E04E4206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AB160-CCEC-41B0-B648-83587C38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A0F68-2970-4130-AEF1-F19F0EA3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527FF-ECD8-4DD0-A64B-BBA77E47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27390-E1B5-4965-8686-AA0FD1EC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364DF-9A13-4966-9D42-5638B4B6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528C8-8764-45CB-820E-AA49B1D0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state·nodes·edges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6F6B5-0AE1-49A0-9B52-C13A1FCC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55829-A79D-4BF4-9EF7-39982DB8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durable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6EA82-0CBE-43D4-9978-730ECA8E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40923-5B05-45D3-8D6D-5285BE51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human-in-the-loop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77557-5CCD-4811-B90B-01E36C92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5E6DF-57F7-4D77-998C-458FEF79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65A5C-73D5-43EF-9977-808E785D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6a612e4664b6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DAE9A-6932-4155-A762-65CF223D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541171006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E5BA5-39BC-4752-B781-86A26B1B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FFD1E-1631-43B2-A57F-97CE1D3F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A23F0-80A1-4DD3-8846-752BA44C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2C5B7-BE54-4D93-8D37-3890D46E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07C3C-25F6-4826-ACCA-6FF51157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76B7C-F2FF-4E91-BC96-485F430D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5EEA8-0708-4A3C-BFB6-E85A1A9F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2F39A-BA2E-4578-AF62-E1E21901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D09DD-7969-4753-8F7F-062D1929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D2C31-167D-4D2E-9B62-BD8E1187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422A5-0208-4F8E-8D9F-8B34C5E9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86A02-2117-450C-A2EC-52FC6DE4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DBA0A-FBDE-4C41-92C5-0A727AEE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JSON-serializable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09D1C-6543-42F1-89FC-5030515B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2F0DE-51DB-4E5A-B17C-0BF6ED3F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3B6DC-A5C8-4456-86D5-DF1498E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e2f998d1e46d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47290-31D6-48BC-B967-58C9E721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Interrupts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951576930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B4E09-25CA-4141-BBB2-EF834A9A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A6DCE-E9FC-4BDD-9258-93BAA989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327F5-9806-41D5-B041-4B6A270F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7E7F5-39BB-4E1C-86E9-0C63AE78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8D6EF-5C2E-410C-A245-E58C492E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863A8-FE14-4B10-8CC3-95819AEC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11E02-C1A0-4EF2-A105-FBBAFE09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8F17F-DAF9-42C0-9AFE-95519AE3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8C6F2-B210-4BFA-A053-8960E992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0FF82-53D3-4110-8999-97717514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8573F-4506-4737-92B0-7EB6C446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1FC44-F700-4B58-9689-5DD03D2B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8E026-DB02-4AD0-A2CA-D6CD36A7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39DA9-4A39-4881-A856-36853C7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AAA74-E23B-4760-AF9A-443EA6E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81766-BA58-4B2A-90F7-107C33E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f8ea08ebd4d7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7095D-510C-484B-95DD-8846DC5E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Persistence 공식 문서</a:t>
            </a:r>
          </a:p>
        </p:txBody>
      </p:sp>
    </p:spTree>
    <p:extLst>
      <p:ext uri="{BB962C8B-B14F-4D97-AF65-F5344CB8AC3E}">
        <p14:creationId xmlns:p14="http://schemas.microsoft.com/office/powerpoint/2010/main" val="284362889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41539-700D-41EB-9B8E-77179D11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1D50A-F203-4FAA-A54A-AF73AC47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57F70-FA4A-4991-B693-6721063D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EFFE4-9E72-4D1A-B84D-39AF637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01D65-BF13-4ABD-8EAF-C12114B9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16FD3-9C00-4EF2-AFD0-01CE2F00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991E6-06A1-4C42-BF20-DE585774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F1E47-431E-463F-AFC5-5A62EB06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9CBEA-1AB1-4F5B-90C1-7EC1FB7A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2AEFF-E0C9-4889-9D73-FA5358B4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data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830AC-F506-4FBA-8DBC-5F640093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594E7-4D83-47A0-914C-E00F6867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누적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2FF20-BB95-4CDF-8515-AD9DB3C7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2AE1C-25A9-46FC-9260-F8688C74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E7E0D-1DBC-41F1-BA66-3C716AD8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88FBA-9B6A-48E8-BEAB-B5670C40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A1C97-308F-4F46-85A2-F1E72A17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State(TypedDict):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transcript: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draft: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retry_count: int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approval: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status: str</a:t>
            </a:r>
          </a:p>
        </p:txBody>
      </p:sp>
    </p:spTree>
    <p:extLst>
      <p:ext uri="{BB962C8B-B14F-4D97-AF65-F5344CB8AC3E}">
        <p14:creationId xmlns:p14="http://schemas.microsoft.com/office/powerpoint/2010/main" val="125259207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B0162-BDF3-4FD6-AE15-C8939F4B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2A2EB-B628-4B4A-9F0D-C175A57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route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9EAFC-353F-4B4B-95E4-45589197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6AF76-FEAC-4344-8DFF-573CD585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7A8B0-AB69-4207-9A5A-FA589C8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721C9-1D85-4AE5-886C-C8B917A3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09B8E-9546-4D8A-AB7A-B7D2D89B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68C31-E164-491D-81E3-A9E72CE3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 기반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940E6-9498-4257-99EA-2A2F5F7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3F165-930E-4340-9034-A8197CF8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F5968-AAD5-450D-A459-AFD7A743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20E79-ACF4-4DC4-9AF2-36A86468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BAAE8-7483-4393-8FD6-B2C902C3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8C551-C433-47DC-8E93-1E4DBEC6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failed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8FB4A-19D4-4114-A8F2-6FBC5F32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91221-A4EE-40E2-8A88-85380650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42EC4-A63F-41BE-9E38-CF29F8C5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"READY":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"human_review"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"TRANSIENT_ERROR" and state["retry_count"] &lt; 2: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"retry"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"failed"</a:t>
            </a:r>
          </a:p>
        </p:txBody>
      </p:sp>
    </p:spTree>
    <p:extLst>
      <p:ext uri="{BB962C8B-B14F-4D97-AF65-F5344CB8AC3E}">
        <p14:creationId xmlns:p14="http://schemas.microsoft.com/office/powerpoint/2010/main" val="1662389480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F4492-C475-4BF6-B5B6-9247BDA5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68319-767B-433C-A377-C4C33834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Interrupt로 검토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352F2-1BC2-43FF-8ABE-4FFA1E66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3810A-8315-4A0E-93DA-B3571CD9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947BE-ABE9-4BF4-A3A5-D7D549EF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086A3-2AFE-4104-A2A2-717A0638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91E1A-B799-452C-94AA-A3704CE5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8E363-451A-42E7-B3DD-39676069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정보 한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B7DE1-BAA7-4121-9D1B-413A15B1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03D19-0771-41A4-B7F4-7E5F7CB5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가능한 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19B2F-F4D1-4D71-989D-0C379D56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CB73F-1DD5-4D79-9F6F-F015BB86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버튼만 전달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4A674-0E53-47C8-8D20-3778F10F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DA69D-0E00-4E20-BBC7-25541B86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결정은 event로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218F3-34BB-486C-BF7C-E8DFAC4F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D5A51-4B4A-4E38-925A-A32C8F9E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5F17C-2FC5-4371-8211-B567CA65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"draft": state["draft"],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"evidence": state["evidence"],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"target": state["publish_target"],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["approve", "edit", "reject"]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045637946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C0A90-FC34-4E8A-A6A6-BF2968A8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1A7B4-EF7E-460B-A539-EA9CB12E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5C8FB-3F48-4A16-AA92-56ACB428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285CF-270B-4DA9-83B4-F8030634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AF96C-86C9-4A27-AECD-42FDF017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A3240-AFDE-4FA9-B391-6CEC5F73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ADE9D-82DA-4951-91A2-A3D4C444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191A6-4606-4588-B002-7E743319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0C128-0A6E-46DB-B10C-4175900D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C8782-0C79-4A9F-B9FC-898C0E60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1C86E-A56D-4D05-A224-76B19E7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39684-AE2A-4977-B14A-1B7CDCE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67A3E-2762-4EB7-85D7-9ACDBE4C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8D8C2-40B2-4E16-8E8E-9209245D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new thread와 구분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4D600-2EE0-48CC-B85D-3D0D23D6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A79A9-1424-4011-8EEF-14D1F8C5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42FC6-CB36-4BE0-B055-2B246557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179192352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EC986-3342-45E1-83F3-E21DC2DE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474E3-79FA-4BE5-A6C4-5D2C2807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92F64-D997-4435-8A19-F250639D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17338-B409-4628-B259-C7C5C99B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3FE3D-2879-4BED-8FEF-BEFCB7EC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F0FB5-FF73-402D-90EB-9711A9CE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56651-AA6F-4316-A5AD-3F2281BA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B08CA-93B8-46F0-8C1B-27F86651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40CBF-D4EF-4C81-913A-D96718F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B1164-23FC-469D-9B25-A6D91744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무슨 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B194C-5D12-4CE0-92D8-B01D9DF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6B6F1-FC7A-4F92-8C72-0BD13AAB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2D788-590E-4886-A325-3BA073B6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F8C76-A2FC-4117-B4A3-3E3D9D10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 payload·시각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00E08-94BE-465C-9082-4BBAC3CB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C8637-992F-4D72-BB4B-E88574DE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5D306-E8D1-46F3-8E4F-91D78C0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3062375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0A81B-AD3A-4541-9420-AE38FB10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B52B0-5FEE-4C73-9382-9167FA3C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State 필드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FB9B9-9F5A-436B-B042-E0818194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4C2D8-4CA5-456B-B24C-4E5C9551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79C41-688B-4039-BF17-D90DE9AE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C96DA-1967-4855-B060-1A42BF9E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56D39-F7D2-45ED-AF37-D56DE1DE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71467-ED46-4408-9656-F61703A6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450D7-ED52-4CA8-86DA-B1371C26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AE9AF-C423-4FA1-B59A-77ED9066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2605C-407D-4744-BD4A-1D64019F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4C6B6-35DE-49B6-9A64-EE43FC9B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입력·중간·오류·승인 필드를 나눈다.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095CC-27A3-44CD-ABDF-F07E59CA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3E553-63A7-4970-BA56-EBEEC5AF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E2ACB-D365-486F-861D-774EACD8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node가 읽을 필드를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4E72F-7DBD-4A79-AE43-6BC906D7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76B33-63D2-46E9-B7FD-38B3B979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3C7A8-F465-4836-917E-DD23FFCF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status를 세 개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80383-52C7-4475-9726-EF71D3E6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A4DE6C-6A53-468A-93BD-41565627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529FB-C546-4764-9B59-2CE19E94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불필요한 chat history를 제거한다.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F9202-AD33-47F0-8183-7EC3EFED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E5BC6-C1E0-4476-AA10-BB8E6F68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B8C4E-A2BA-40E9-8565-8EEB932D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State schema 1개</a:t>
            </a:r>
          </a:p>
        </p:txBody>
      </p:sp>
    </p:spTree>
    <p:extLst>
      <p:ext uri="{BB962C8B-B14F-4D97-AF65-F5344CB8AC3E}">
        <p14:creationId xmlns:p14="http://schemas.microsoft.com/office/powerpoint/2010/main" val="795560394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6C10E-69EE-465B-8410-0BF85D16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03294-6596-45CB-837D-8B478589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Node와 edge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CE69E-1D1A-45E9-9322-DFC9FD5D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E8E46-56E5-4D7D-A558-4BDD67E1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4BD4B-42C1-4163-8F66-318E7CFD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7E2D3-B96D-4F5D-A2D8-CBD9461F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3DDEA-B42C-41F1-A1C6-21ACEE9A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33E3E-81B4-4888-8765-25D34792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6799D-3DE0-440F-8DC9-8F1AEC19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D47D6-9778-4321-AA71-17971DBE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27639-2B39-44EC-8213-5FC504C4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EBDA3-4047-42BD-9BDE-1F1329D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transcribe부터 publish까지 카드를 놓는다.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DB27F-6027-4623-BD94-D82D3235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9AFCD-9839-482E-A912-8D87595B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B7787-F3EF-4C38-A3FF-5C223821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 한 책임을 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D30FA-6C40-4426-8CAD-497C5FFC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E3C0B-342F-4161-8C78-54DD83FC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764C6-07FC-412F-A1FE-5F731822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edge를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4A730-DAD9-4684-A7F9-72064AD0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274FB-7ED9-4CFD-89B6-8B3A64AD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87A5B-820D-4E10-B89C-2A5C8452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오류·review edge를 다른 색으로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4E38B-55DA-427F-8877-4A2CD02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F892D-A4DE-44ED-A781-0438959A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695F0-4681-4EC2-9888-37295B7F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graph sketch</a:t>
            </a:r>
          </a:p>
        </p:txBody>
      </p:sp>
    </p:spTree>
    <p:extLst>
      <p:ext uri="{BB962C8B-B14F-4D97-AF65-F5344CB8AC3E}">
        <p14:creationId xmlns:p14="http://schemas.microsoft.com/office/powerpoint/2010/main" val="2123799073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F3E82-76E2-41FF-A949-333299B0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89447-44C8-4DBB-877A-27343482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Retry 정책표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19641-66BA-41C6-B9FF-03E5F2DB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1526E-70A1-4C39-B777-633C5B9D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5FCD1-2DDB-4721-AF1C-8F4E2F6D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59739-89C3-489E-8A64-CB903538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FB9D9-0DCE-4D6D-B4C1-F3E44C9B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4A034-C563-4DDA-9934-3490460C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C6E70-E64F-4435-AD37-3246280A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8C944-3A38-4E00-92AF-E36AC63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0B876-868A-4BF2-BB1A-355DC845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BDD0E-9E45-48B8-AB69-F2B6D066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네 종류를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33913-F1FC-477B-9C5A-A24D96D5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8B360-FB35-4AA5-A059-320A75A9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55A31-745C-4097-9047-7F77D8DC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오류의 retry 여부를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C1759-8378-4E4E-AAAB-A218A255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F7793-BADE-4242-B56B-7315FCCF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88EB2-AB22-485C-8CB9-A19E93DA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attempts와 backoff를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6B4A7-7962-4D3C-B3DA-534E84D7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BE468-9E15-4EDE-A6F2-8EFDE891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791F2-EA56-48C3-ADA6-D1D78C66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 후 상태를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EDB37-0937-4100-8AE9-571B16E0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0E3F7-DAE9-4C73-92D6-C82BC158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33CF9-4FD9-453C-81E9-1964BF32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retry matrix</a:t>
            </a:r>
          </a:p>
        </p:txBody>
      </p:sp>
    </p:spTree>
    <p:extLst>
      <p:ext uri="{BB962C8B-B14F-4D97-AF65-F5344CB8AC3E}">
        <p14:creationId xmlns:p14="http://schemas.microsoft.com/office/powerpoint/2010/main" val="804069627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AF6BA-D640-4D40-897F-B3EC8B1B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16F34-EA5D-4B40-A820-480E6688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BA3E0-16A9-41E9-B4B6-C28A3105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C6D3F-FFF8-40F9-8996-8652E3AD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58133-11B2-4E03-AF50-52CFF7DC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25A39-017B-4ABC-8BFB-4EC40553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EA85C-F943-4FA8-98B1-501E72F8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78A76-D650-4909-A4E1-88B0E2EC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0EE74-489B-413A-849F-C3BB9526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CB190-B06C-4CA8-A53C-7F0149E4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6BA74-8FAF-4A36-BEDA-566062A6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F359A-045A-45CA-BA19-9A6CD91E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A는 Agent, B는 Reviewer가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0073A-DAB9-4D4B-8CA5-5828C576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DC54E-FC8E-4B7E-A26F-E6E72F07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6A59F-D9AD-44D0-AD03-328F9FF5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초안과 evidence를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8E19D-F4D7-4407-8DB9-B30ECBD6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51BB8-4427-49D6-801D-AABD3B2F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45833-95E0-456E-825C-8EA99334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approve/edit/reject와 이유를 남긴다.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89B5A-1C87-466E-A2CF-CFC0831C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91E66-EAB6-49DE-9F31-D15E9E51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60DBC-5C2E-4C5E-B6B1-FAC6AA86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역할을 바꾸고 낮은 confidence 사례를 반복한다.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4BEE1-1FD7-45C2-8046-DDF36F04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3EDE1-02D2-4A40-8691-B815E6CA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6E312-322F-49A0-A419-2ED63131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review event 2건</a:t>
            </a:r>
          </a:p>
        </p:txBody>
      </p:sp>
    </p:spTree>
    <p:extLst>
      <p:ext uri="{BB962C8B-B14F-4D97-AF65-F5344CB8AC3E}">
        <p14:creationId xmlns:p14="http://schemas.microsoft.com/office/powerpoint/2010/main" val="897600457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35CEE-C097-4013-A02D-805760B2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C249C-50FE-4CA8-A2F4-7B80F70B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62C74-EF68-4C28-8F16-DCBD13EA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77E5D-18DC-4686-BAEC-13C2A97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D44B3-82A1-4A89-ADF6-19CF8037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88138-3E6D-458B-B80B-CEDADFB6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A5445-352D-4892-895C-3D1AEB0E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1C656-E8DD-44AF-B148-B2EC9692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E2297-21A0-4AA5-AA11-511D03BB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38DE6-C0C4-4BBF-A5E8-75F6EDB8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C1D58-85C6-4CD8-9951-44443AB4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75A50-749D-4C5F-B6A4-79BDFD03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75E23-F98A-43E2-B050-B8A6BD7E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9FC42-0498-4D79-8422-384ECFC7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2204A-3299-492E-9DDC-5C851A20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C60CA-A6E3-483E-A452-D3BFD12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3FB2C-3BA2-468D-9540-7E8A582F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75D6A-05F0-48C9-AAF5-35746453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0D45C-A17F-4A42-AE57-A4CF02DE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E3E80-C18F-4A2B-BEBB-8EE82A5A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07EE1-4C29-4B9C-BD51-89503E05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B8510-0C73-4BEE-B317-3BC50652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EAB37-2345-499C-AAF4-E3CDF32C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85408-EAD6-4B90-A7D8-BD0AAEF1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DA60D7-A893-4EE2-8782-3ECAD339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1264012961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B5582-4CF2-455F-9968-5CF527A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3146F-690D-4BAC-AF49-D2AE68A7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58BC3-D400-4515-8804-BDEA174B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19A5E-CB22-4B46-A820-5AE36CCE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91A62-BA7A-42DA-82EE-312B3AEF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8422A-0F51-4633-B6F7-DB81212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D3740-ED84-4A15-BBB9-664121E6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4F96C-102A-4ECC-A3E8-DC95F90F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10840-7B5A-45BC-975A-2606CE73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5A343-2A8C-4BAB-8646-B3180C50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449EF-5462-4CEC-87C6-F0358773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D4895-10B0-4124-A326-D2A12860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D3B03-EF50-4197-8960-7767E2D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92648-B487-4BA9-B079-DDC1805D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8D284-3F72-4828-BAF9-62199570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BDE0E-53DD-48FB-85E3-6F0E5262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A7C93-F422-4140-930D-DE8E9883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5F66E-0511-400B-AE34-756625C3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C6480-B623-4A7A-A83D-CFF0A4F1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8AE31-C22C-408E-AF92-54CEFE6F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649E3-E4A1-4695-AB72-EB3A2410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17BF1-802B-4E3F-8EE0-FEB6493E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39952A-ED07-4235-A9C5-9E589186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2495F-F8C5-41F0-AE7C-3AEAFF06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E96F1C-37D2-4E68-B216-FC137982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1112254072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3FBECE-148F-49B6-808C-15B2F500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FCEAC-BA4F-42EC-90A5-3E62720B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05EFB-A883-4B62-96F6-B4EA88AE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E298D-4810-4964-B398-5FD4313F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290D5-308A-46BA-90B8-4736F645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3877F-363B-4083-930B-5F4C919C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612B9-389F-4A0A-A70A-C22BBEB9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14A2A-438A-455B-9BE7-5ADC72AD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AE7E8-2EB9-4F4D-8117-2C243872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30939-97AC-45B3-993D-6EC14A9C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2B355-BA4C-4FFE-B4AD-3BE3043D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A553B-BBD7-4CA8-A7EA-35169CEA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494B6-8CC3-4D12-85F7-DAD8CA8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C3890-EB73-4FAE-93A6-2639302E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05F13-1747-465E-AF77-52E218BB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D4062-EDF9-46EA-969D-8D837747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F241C-EDE4-44E6-9118-54A8FF03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AAC7D-8D0C-4096-9E96-35036704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76CAF-A7FA-4AEA-9050-E6F7AAE2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A26FA-FB80-4FF0-9919-9D35D8CA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478C0-6DE5-4162-BF37-D898098F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E6ED3-B861-4DC0-9060-0550B76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70B26-FA0B-4DDD-92D2-4A3319C5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28585-9745-48BB-890D-79CED95D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B8C1A-8435-4EA6-A5BD-F9326BF8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447634727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2D276D-7AFC-471D-8B6C-BA02453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C2950-3C6C-42D6-93CC-7F713FD2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5D82D-F66D-4C74-B9AD-09FAEC4C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EC3BE-4312-409A-84AB-C4D70793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539F2-C5FA-4A37-B802-7A7507F6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FB386-B9BD-4B85-BAD0-014923C6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EBFAA-B293-4619-B19C-8933AAC1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0F01F-5E85-4D2C-AD25-76EFCF9D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A4D79-34F9-4F24-8D27-AD5DA9F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5ED6F-FCA2-46B6-8391-3EB12C8B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5D443-3404-4B48-A86A-6123B4B6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157E1-AD81-4223-89F3-508DA2A6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47F2D-90B9-48A2-82A4-E9952021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CB8DC-E6C0-484D-BFFA-0AAECA3F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FCAFC-9E7D-4479-8983-182B4E50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2F41E-6B0F-4157-8719-54A78AEB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DBDB5-49E0-4193-8EDE-30F8344B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C2097-8AAE-4DD3-A1E1-5A628E18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21C6B-77A9-41A9-96AE-D2AD7C8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3C26F-D064-4814-9A79-E4B96611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57C18-EAD6-400E-BC48-2AC22D67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DB000-B1A8-4B97-B904-923C25B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4F2728-B878-4EBF-86D5-AFFEEA56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2FEE6-0A09-4D62-AA89-C08FEC36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B0D0C-16B0-436E-BE9B-4D398AB6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1485429504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5D45C-57E9-4581-AE94-DB2872EF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23748-266A-4496-924C-8E129119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C · 두 번째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E0D51-51CD-4A6A-8622-A35AE9A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F5112-70A2-4450-8D27-E513D442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4A2FB-19E3-40F8-9B27-3005397E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E775C-9DDA-4A3B-9494-BE3798C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5FF59-8309-46A9-AD3C-04111FF9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옆 사람에게 60초 안에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79ADC-832E-4BE3-9C7C-9B962874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646D2-C5CC-4648-8BAD-943D0C41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C9233-943B-418A-88B7-DBD78211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State와 chat history의 차이를 설명할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9F7CA-8B81-42CD-B914-267DFA54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31997-937E-4A26-BA83-A00BE08D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9119C-004E-4D28-BCF4-9BE9D191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전에 idempotency를 왜 확인해야 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11409-59FB-4C1D-B93B-42693E21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17AD0-0034-469A-9EA9-A7665073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851DD-FB5D-40C5-ABD4-0C7F2B2D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event에 남길 필드를 네 가지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245074329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ABE21-088A-4450-BC00-84E2D666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68CA6-814B-40B3-BEDF-7FCE79B5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4D49D-4171-4BAD-89C4-07441E5F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STT부터 LangSmith까지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20C28-639C-4B86-8692-ADFE4694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Managed 회의 기능과 local STT 원리를 구분하고, trace·dataset·evaluation으로 40시간의 평가 루프를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627E3-405A-4964-B4B3-043928EB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F8047-8430-4B0B-B8E4-B21BC83E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전체 architecture · 관측 필드 · 다음 32시간 실행 지도</a:t>
            </a:r>
          </a:p>
        </p:txBody>
      </p:sp>
    </p:spTree>
    <p:extLst>
      <p:ext uri="{BB962C8B-B14F-4D97-AF65-F5344CB8AC3E}">
        <p14:creationId xmlns:p14="http://schemas.microsoft.com/office/powerpoint/2010/main" val="699223807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A0A50-204C-4CBC-944A-267F8445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B2195-51D3-48A2-A7F8-47EE8CB2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15:00-17:30 · PART 3/3 · 여기까지 만들면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CA4A1-3A74-476B-A3AA-0898FC2E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597D4-E421-4C9D-AE25-11B0DE3D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BFD7E-0A20-40F7-9030-A0A877BE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CACEA-EA9F-4B03-AB2C-DD8D9A9D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C0F7B-09CE-4921-A4F4-879E2739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STT→LLM→Validation→Human Approval→Publish 흐름에서 무엇을 관측하고 어떤 기준으로 배포를 보류할지 설명한다.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54418-47DB-497A-ABF9-680B69FA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688F7-2852-44B7-862D-67A61F01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9E479-C3C5-4FE2-A1FD-C9295F5A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8B6AC-8BC7-44F5-9E7C-7AE7EE0D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26C0C-6C4A-4DFB-8570-FBDC94C3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73343-16EE-4FA5-9AFB-1D16054D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07AAC-A1E0-4D55-820C-99C72A63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4C5BC-1071-4933-9EE2-45246629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F029C-8120-4A86-8F16-8AA73B4F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6EDBE-BD66-4C6A-8E68-228423F6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24F67-29DE-48BC-9967-B2C9547C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1CE08-901A-4DC6-8A98-1EE0867A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CE35E-D0F1-4F0E-977B-037B8CAD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5BCC5-A95F-4A50-A762-F72E0554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806B4-8EE5-43FA-BEE8-30F4FA1A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941209917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6BC00-4A51-462C-9AFC-8EF0B909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Speech to 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431DE-E1EF-4508-9392-DE396DA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E7152-F136-483A-B5A3-32E58ADF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10292-899B-400A-A92A-908ED9C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38609-D2B5-45F1-9E0A-B13D2824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DD48D-E42B-4690-99DF-C2052D85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B627D-AA41-46F8-A3BA-4777EC7F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385C6-AB74-4F9C-B588-AEDB4C5D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75F30-E0F3-4D3E-BB67-013FC9D3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사람의 음성을 문자와 타임스탬프로 변환하는 기술이다.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22976-A71C-4079-8167-DFF4829B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95603-91A2-4635-98F4-D0F963B9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CB74B-1E33-4DFF-87B8-58C6DD5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FA606-4FA7-478F-8201-F355AC23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내용을 검색·요약·평가하려면 먼저 검토 가능한 텍스트가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4AA25-1C5D-4B1D-A8B2-FB2C1477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CBB70-C8C6-4718-A2C4-BEDA2F19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FB33F-C531-49F1-B90D-24E070BE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B0361-10F6-435A-A371-342B1E72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faster-whisper가 audio를 segment 배열로 변환한다.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50B76-22A9-4FD1-B003-56329E63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1688768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1A3BF-3164-40E4-8C20-FC16D4EA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Execution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A7518-E670-4513-924A-CA8E5E3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7D207-00C8-459B-BFDA-F19EA84F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56477-C911-4277-89DB-D6DEB913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77B3B-7719-466A-8F1D-6882CFAD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5A5FC-297C-4A6A-B2B7-B76914C3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949F4-8497-4997-8AC9-7B61D64F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3CC83-AF92-4DBD-8E90-ACAF0E5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B033D-ECE6-4AA5-B587-4762E4E6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요청 안에서 Node·LLM·Tool이 어떤 입력과 출력을 냈는지 연결한 실행 기록이다.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2B7C6-1F78-4516-A07E-BA52296D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E1BE0-19B7-4514-8104-9B60B757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AF844-1433-414A-9940-F65EF4D6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3273D-A59E-4900-89CD-2FD80F77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느린 단계·실패 원인·사람 수정량을 실제 실행 단위로 찾을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2891C-9EA2-4F3A-8D59-2892F628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AD950-F5D1-4472-9660-62E34FB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14997-E294-4598-BFFA-7FFEF662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BA281-0615-4DD4-9B95-2BB5F2C8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run tree에서 Graph 아래 child run을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C9829-A731-4A5C-8385-77FB160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7360207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75174-7F54-4E44-A80F-3C145E3C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Fixed Inputs / Compared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8E813-D55E-470E-A548-6FEF63DE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/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266FF-408D-4F15-9483-78032E91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D1FCF-3D4D-4967-ADDF-B1D8569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CA9AE-E024-4F2C-9989-37BEE40D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E0CE6-11C2-4F4A-8C1C-9201DA1C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13FBD-010F-43EF-9F29-1999EFC4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8054F-D306-47D4-9D74-D64F4FE0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4DF09-416E-4CBC-A6EC-0FAB4966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Dataset은 평가 입력 묶음이고 Experiment는 같은 입력으로 특정 버전을 실행한 결과 묶음이다.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09E73-91A4-42F3-ADB6-04B852D7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7E29D-83ED-4C29-A6A3-4AA0D0DA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5A2A6-625C-4719-B848-96F1BBF2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01DFF-6075-4F7D-A5B3-F9384452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프롬프트·모델·Graph 변경 전후를 재현 가능하게 비교한다.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BCE34-8E76-4252-B1AF-A169F970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6F16F-B458-43F9-BDDA-2C79D89A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C81A0-B93E-45DD-BABB-93D73E29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C44EB-23DA-4F37-B214-88C4E291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day2-v1 데이터셋에 baseline과 candidate를 각각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956E9-66F9-4CE1-B671-101BBA9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5820664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E80DE-85EB-4178-B8D0-80F14A94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Ship or Hold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63545-8416-48C7-8139-67D7ECA5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BBCDF-207D-4427-9657-275D692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F1806-262A-492A-BA7D-577DEDE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466A8-ADD8-4478-BAC3-F6BA7245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B8AB8-E78E-4E2B-9DCA-F580632E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A2E76-2C2B-4DB0-91E1-B0427F01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B2F21-89C8-4518-B1F3-7E67271B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쉽게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4F704-282E-495D-99E3-1720FF09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품질·안전·지연시간 기준을 모두 통과할 때만 배포를 허용하는 규칙이다.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23B56-DA79-4444-9990-19B224D0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1BF97-D155-486F-82FA-5C46534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C4456-A8C5-45DC-81FC-7527BDCC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35FD5-E945-4D2F-8BEA-0491568C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점수를 실제 운영 결정인 READY 또는 HOLD로 바꿉니다.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730A8-FF5C-468B-B3F1-6AB1A359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01C02-51C5-45ED-9F95-27D407CD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C04EC-ADC1-45FA-BABC-ED73F6D3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수업에서는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E7F90-DF30-4A1B-803D-CA4A2C52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98%·근거 연결 90%·오발행 0건을 모두 만족해야 READY이다.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F8EE1-BC62-475A-8920-834E73BA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196127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6E055-CCE8-4A16-BBC6-80C9E85E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7499F-00DA-4A51-9DB7-456A9F61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기능은 현업의 현재 출발점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57645-B9BF-43EE-9CC7-E4DAF64F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979A9-2B0D-4F63-9D50-5BAB3986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B4754-0EB8-4FA2-9B65-E57FEE12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74BE8-0387-4B35-B128-A0B4966B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06BCA-6852-40A2-AC9B-8D4DA213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E0854-DB53-4812-9EBA-4AF8256C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등은 전사·노트 기능을 제공하지만 계정·edition·관리자 설정에 의존한다.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21f417da94b58">
            <a:extLst>
              <a:ext uri="{96DAC541-7B7A-43D3-8B79-37D633B846F1}">
                <asvg:svgBlip xmlns:asvg="http://schemas.microsoft.com/office/drawing/2016/SVG/main" r:embed="Rcbc0319a6b0348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2CDC4-5F19-4128-A91D-7C1BF4B5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54147-E099-4FF2-9CAC-58BBE55B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C4383-A70E-447D-9F8C-0584526A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활용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B94B2-A24B-406D-91C7-6E5711DA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C6C6F-D152-48A9-8824-EC2D870D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정책·보존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0B8C5-AF32-47C8-8A63-3D9C4795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5A108-0BD0-4B86-A625-2C7FF052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언어·edition 확인</a:t>
            </a:r>
          </a:p>
        </p:txBody>
      </p:sp>
    </p:spTree>
    <p:extLst>
      <p:ext uri="{BB962C8B-B14F-4D97-AF65-F5344CB8AC3E}">
        <p14:creationId xmlns:p14="http://schemas.microsoft.com/office/powerpoint/2010/main" val="761170968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DF2A3-9F45-4C5F-8C89-F8C23767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0E2A9-2CD0-412E-8AB5-7BAC6A82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수업의 local STT는 원리를 이해하는 최소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F6232-77C0-4D0B-A5E7-442E239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558DE-7942-424D-A4AC-D2BF0A12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EDA3A-278C-43B0-BE3B-CD11F95B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1E55D-C47A-428C-A18C-EE2756D6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5953D-D2A9-4619-9593-E91619F3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또는 whisper.cpp로 audio→segment contract를 직접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46B8F-F365-4B09-8103-3EC24635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18DAF-B340-4933-A6EF-E4A20E2D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F6C3B-5A53-4483-BDCD-94EFD9EC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21D7A-0234-43D2-AEBC-789C90E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3114F-2F71-485A-866A-AC909F06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530CF-B8F7-4191-83B0-60A8C149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958031149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FDF2B-E7EB-4E39-AE49-BC45C271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57B5F-1FAF-491B-A760-BE84355F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품질은 WER 하나로 끝나지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453CE-13AF-4814-86D2-059592D6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C96A6-4EB5-46E2-8EE0-1D5F6140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3DF38-43A6-4210-BF96-3B65F61E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8F083-8502-47FB-905D-4550E428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30C50-B047-4F63-AEDD-FFDA5CE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72F25-3705-4321-AD10-53FCA312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업무에서는 이름·숫자·날짜·Action Item 근거 오류를 별도로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CE717-BB58-4881-8067-E0DBBD03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7E2DB-8B51-40A1-AEB9-68AC27F0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D3CA0-2AB9-44B8-908F-BDFF9B04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empty·repetition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ACEE9-EEBB-4BCC-AE9C-26532AAC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A0BE9-7A74-4EB1-B257-E250C6A1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entity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746F8-F066-4231-AA45-0F41B0A1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1EE90-012C-4E23-B8B0-2D6D1166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CE50C-B5A2-4F6F-86ED-7D899640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EF391-A2B3-472A-B8DB-366D34E9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correction</a:t>
            </a:r>
          </a:p>
        </p:txBody>
      </p:sp>
    </p:spTree>
    <p:extLst>
      <p:ext uri="{BB962C8B-B14F-4D97-AF65-F5344CB8AC3E}">
        <p14:creationId xmlns:p14="http://schemas.microsoft.com/office/powerpoint/2010/main" val="1028420290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146EA-5B64-4894-8A88-13B89E0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31F10-9577-4A21-8CAB-B976B0A8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trace는 실행의 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B8188-4B88-40B5-B9F9-5B9017F9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4CC85-B21E-4074-9207-69C25C64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D1F21-2D3A-43CD-9630-C58F23C3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7423B-FF13-421F-80AE-E2088D97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C4E4D-A604-4ECB-8833-D944ADEB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graph run 아래 node·LLM·tool의 input/output·latency·error를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08EC2-935F-4AB8-AA69-AB5C6E0A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3AD78-051D-42E8-A8CE-61B15EC6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parent-child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9B468-E3B0-4970-9837-0E2E5275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85541-838C-4FF8-AC87-8E454F30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176B1-C2C4-4361-A9E2-470A547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76875-72FB-4D0E-90BA-DBBD2EBD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E06BF-9F01-417A-B8EC-DEDFB48E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DC0A2-BCB9-47BB-9254-5EBFAA21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704936738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E1EA5-8F92-4882-B6AF-426AF32A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8D4F1-5C66-42AD-8D1A-2EF55499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trace 전에 줄인다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BEADF-0D23-4518-8CEB-2CA80DAE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DFDEB-CC1B-492E-B0C8-865D6D16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4A875-E99A-4A15-8CBE-C5C5ACF5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475A1-92E8-4A88-8BCF-E6AA1EBB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E9212-420F-403C-97E2-35D9FE42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B6D5D-4CD4-4A7B-B064-8D6DAE8F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계정에는 공개·합성 샘플만 전송하고 원문·secret을 masking한다.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A1E8F-6056-41D0-ADC1-FEF0EBDD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핵심만 남기면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F0A77-7D4F-4579-B2B5-379EEF6E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4BAE3-8490-414D-B19D-10D59C07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anonymize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35A13-B765-4F41-A9AB-E066D6EA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0CBF0-17A3-4B99-9611-88CBFD9E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8A9D3-5811-4662-AD71-C7AB2E88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3CFAC-8AA0-4A57-AA75-35BBEDC3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68F53-49CC-441C-95F5-7F56A2CA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2D2C4-4CBC-4A08-848D-1EDBC74B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906522845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4FC88-53DB-4176-995B-19935A72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AF66A-2C6D-4FF5-B2ED-4FA96CE5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Dataset이 평가 입력을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33D5D-5362-42B1-A932-49893764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7522D-9B93-4A7E-BA95-EF85CA1B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AE926-A123-4F31-9913-12082A85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B033B-BB5B-457C-B9E0-CB32AC4A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2E502-C036-4E0C-B852-DDC8A018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example과 실패 사례를 dataset으로 만들고 experiment를 반복한다.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EF533-1A0F-4203-8B82-EE1A8B55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20599-AEFF-44D2-B73F-E172D81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3E11D-10C1-405E-9CB1-2133FF55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C85C4-E626-459D-B6EB-F4482A28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86685-50E8-4409-BA37-CEA2AB13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36D72-0A60-4271-B080-7D79AA1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2F90E-E068-40CF-A001-145CEB91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E4E9D-FD38-4CEA-84F5-67B8EC5A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1526952976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4480B-EFDB-400C-849A-F7A7CD0B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BDC6B-09BA-4A5B-807B-C99923B3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1EA68-4DC3-4245-A7E3-0065611A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E0CC8-3003-49DD-9E62-ECE53092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EBA30-E745-4793-96BC-54AD45FE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FB350-EC59-4328-B38D-1ADE0279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308DE-0D1A-487D-BBAA-1F69FFEE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25E4A-88F2-43EC-891F-FBBA365D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9D6A9-87AD-43D6-8708-42409A56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4C06-121D-46B2-8948-7BBAFC63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metadata·STT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5803F-3674-4E65-9649-D55A6F9B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04F48-D930-4B39-AE55-7B00C2B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443ED-0B5A-4D56-8EAA-DA9A3327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20617-E622-48E7-B6B1-E99159E0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LLM·schema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BFE24-AD5E-44FB-A693-50F608CF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701FF-1A08-4069-81D9-F595FBEF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512F3-D7F5-4EDF-8117-F366ED91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6B65A-C0B3-49E8-9C83-20FF5D58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evidence·interrupt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16148-3383-4C67-9980-CA9801A4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A2AAB-0C09-4B20-B101-307F0DE2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3C8E9-9FAA-4C0A-AC96-B6B2ABF8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F2790-3494-4678-AB23-96E38B09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1235896392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D9839-06FC-4830-B1C2-7060A7F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05216-1CEF-4574-981F-42C93522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8EE5B-6F04-4F72-84F7-BB687D70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D2056-EE0A-4F8E-8ACC-FA597E53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92384-EA12-4674-B202-99E2CE96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26300-A056-4757-8722-BB424281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8E694-2FAB-4FF9-86BA-203C2ABE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8F281-6763-437F-A146-8467C1F2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71739-BA9C-4F15-AC7B-6DA2D7A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96E4B-4AB8-4AAD-9CBB-3E0D6A79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format·duration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9C4E6-B487-4003-AB7E-CB7EF5AF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AE4BD-678B-4564-B7F4-AF29D153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D417B-FAC5-462D-8560-2F00AEE3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D7BC5-FC3E-407E-B6AC-B8953E0E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4618B-4CB5-4115-B85F-72804F94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A998D-A883-431B-B7A1-89E48324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54195-C2DB-4ECF-BBD6-42AF8311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AD0DF-D5C4-424F-8906-17CBAB2E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empty·repeat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3FFCA-7D34-4F22-BD8D-7F4475D1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99FC3C-F4B7-4EB1-9649-5D66DD0B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5064C-BA9B-4809-96B9-035F8166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24355-D238-49D7-AB7C-6416F2AE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1441638797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E1F82-A6B2-40D3-A97B-A53E88C9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A0EE2-7029-443A-84FC-12BD3CCE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68D69-EEE6-445B-A905-6EB237A1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C6241-0DDE-4E94-A40D-F9DF863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496C1-9427-457D-BCA0-BD14EE5B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0D309-CB23-4332-892F-8295EC9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5E482-F346-41A1-BBD7-98D2D8D1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FB43F-6730-462E-AB78-FFA0AA2C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16804-2A08-49AF-A341-FF5F638A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21E99-A073-4101-B389-86062014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알고 싶나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5EBDF-8647-4EB9-A52C-EB5016D2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FA333-FEC2-4727-BDE7-201A6160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08EB1-AF83-49D4-8096-736C14E2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B762F-6354-44BC-BF1D-A0A75659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어떤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51857-70DC-474E-8E95-6E8C40E4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93F09-BADF-47DA-A566-CB666F69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A5853-8A66-4106-A842-CBC291E0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8588D-C69B-4701-8C99-54F26230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숨기나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F15D3-CA46-45B7-9E34-8F39C6BE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CDBA6-902D-46B6-B752-166D25B1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60374-F6DA-4300-A40F-D7EEE505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DC3E9-A775-4AFB-8F07-6963E40F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397156375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3D642-FA3E-4483-98D9-7307AC19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93A01-1AC0-4B14-9077-56D65F28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C2297-62B9-4EF3-9139-30DCBBF7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875C8-0139-4522-9F57-4E204DD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E8A1B-EB66-493A-883C-A5AC952E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5626D-553F-438B-88B5-A2574AD2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B274F-4B81-4ECB-9A5C-D978EC57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E1FA5-C247-4BF2-AB7B-FD822C4C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06A3A-13F3-4801-9940-221EAB0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8148A-6A11-41D5-A165-43428EFE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48338-698B-4BA3-B321-2F6BA521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E1D33-B05A-43CA-9269-AD47D6AF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44696-6594-41F0-A0BA-83821B41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B3A81-BE39-486A-BE17-22759956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예외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8D602-6F52-4FA3-A3DA-AC2A81FE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9A41B-9F75-460C-9CF7-31C05F66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EF3FF-54D9-4020-B432-F7BE8BC1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86C4D-1B6D-4B24-BA48-B5260DB0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486D5-430F-46F2-A6D3-0CBFD63D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CFAE7-83A0-47FF-AE88-D0467DE2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4F684-1FF6-4C9B-8C80-157913FD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205DF-5FAE-4A1B-AA81-128C22DC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712233168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5D55D-19AF-4AB2-9879-019A1640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36BDA-C5DB-44B8-907D-FD512F1E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E462-AA10-4F7C-A97E-D671835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283DB-5042-4CDB-B88D-F01E6276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B4091-585D-472F-8ACB-D7667F8C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66FE8-586E-48A4-AEEF-DB1F2B8F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B7913-AC22-4BA4-B0D6-B8C26E64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47C29-0ACE-4B6F-8B97-E2F08201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5E2D1-1B63-41BE-B0D6-ACB2D28F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79223-0664-4F69-B2DD-18E1D625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DD87B-631B-409E-9F83-1F983AB1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29620-3B7C-4739-BFC7-248FA658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B70B3-9DBF-4152-8F38-C69A9A93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4704D-FBEE-4B3B-8D2F-16D4E1D4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AE6B8-0AF6-428C-A752-AEFF58E4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F7FAC-70D0-4D3E-ABF9-26297EC9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C8359-50BA-4714-9259-BC781014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FE89F-EF1A-4111-804E-9EE7780A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human rubric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0ED66-2975-4DEC-BFD3-D7C4C2D8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6AABB-6E32-4929-8CB0-4C20B109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973F1-D897-4B78-A37F-EE89F812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0C692-4B3E-4BFE-A0E4-CC8C0CAF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1072581379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CAE045-45B8-4F19-80C9-8E9FC885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F2FB7-6C6C-4FBF-9A71-F2B69AA0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11B10-2EF7-4D4B-B61F-5C585B04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364F2-00C6-43FB-AFC9-D4EC1E36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B55F1-2C23-4CFD-AACF-25312151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CAE3F-2CF9-46A1-B538-6DB24247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A45A8-6BEB-473F-A49D-AC94AFE7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8D972-55DD-4AEA-9B18-CC784CC5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F324-CE52-4980-B5F7-43E156CF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37D68-9D2F-483D-A71B-2CE35947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6FC84-8A66-4139-A813-709B18F0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FCD3B-4969-4FE4-8ED7-11540E70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A48D3-A148-4B66-A526-23BDB4C9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EC32C-9EEE-477C-92B3-BEBBBDFA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7B839-AB14-46C7-A771-DE6016ED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BEC6C-1353-40B2-962F-80FBF803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BA053-D14B-4E2C-BD59-1AB17F63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076D7-194B-41F5-9327-BF5E8038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E5D2A-916B-4102-8D00-9914B3B6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A781B-D529-44A1-93C4-15740FD1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0926F-621E-492C-B624-D61764BF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6F101-A574-4BB9-A43E-1E5B1191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0B0B6-7A43-4DF7-9477-FB2C84DB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AA66E-5908-4E76-8641-7EFF74B5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11A44-00FE-4522-99E0-6591F117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FBD42-D95F-439D-BC8F-A083049A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3C5CF5-6908-4600-9624-73DEA5D4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C5F57-78E3-40B0-896D-DF5ECEDA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68A5E4-4DAA-4DB3-8BF6-73237B93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DDF84-7398-4E35-A9A1-D1603C79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20BEBA-AF24-437E-976A-96B5530D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3A4E84-6585-4C84-9BC0-8784DB65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435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7290737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B629D-CB99-438B-A947-DCDA7CC2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3E0DB-E75B-4EC9-B8F0-C0B03821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F2D1F-C750-4451-A808-FC7413E6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8FE20-46AE-42A5-BABC-CB1483FA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35D6E-9B5E-4FBD-BDE7-6276EFD7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13F9B-B9DC-43BD-B621-22A9822F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B15AE-E231-466A-9FD2-13F2B40C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705EC-3348-45C0-B9DF-A6341D50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7C01B-60CC-468F-A562-7E82397C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 재구현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2095B-9B1F-46C9-AFC8-977E395E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C22E9-D4C2-455A-9BBC-D4B4F60F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model·device·compute_type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E9218-16C2-4D78-8A9C-5739CF11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195C8-3271-4218-9BEB-4828D9C9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segments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C820E-78FA-4AA0-B94F-52773395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C43D7-BFED-4BB7-8420-B6D0AAC3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E340F-DE41-40FB-9D0A-5F57DA3F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347f67a05481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E11B7-E1FA-4864-8A86-FAEF3B54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918977866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A08A8-B9E8-4F4E-AC4C-0B363CE9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57F82-2C23-4BC9-9A12-518E5CED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6CF7D-4B88-4B54-844B-58CAC3DB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6DBA9-57A1-47B0-8BC8-4226F2AA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F95B3-F1A4-475D-BC45-C507D047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7CBF5-CF85-4690-80EB-8EC01BC5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4D549-2B42-4D8D-84F5-D8B89032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EFECF-F22C-41E7-AD24-ABE03F3E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B81FA-DA0E-4F3C-9139-534BC0AE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C/C++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70C31-E117-4DA3-9C1A-5BB10026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96456-1DAB-4E16-9F79-CBAB8676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다양한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3081E-5AE3-4BCD-A69B-0AEA5BF8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2A037-9FCC-484D-8119-18E72D83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 실습 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87488-7612-4023-9135-D2F5B8A6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53FB0-4D9D-479A-9E44-506923D1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3F969-C44A-488A-AB70-C00B0EB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fd6a97f03402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A4A0A-B02D-4288-B10F-FCA80107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717048823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69468-1F9C-44C3-BABF-567D679A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40D1B-F9F5-42CE-8DF7-89305882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E34FD-DB51-4510-B9AC-41E836AE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D33A9-A9C5-4E4A-B6A7-55D49707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59BC4-72B4-4588-95A6-DCD8FA8D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54B5C-736C-45D2-A384-59E06758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8517B-9FB9-4986-B268-CB1D45A4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528F7-E66F-4FC7-89DC-1B0D1463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9C27F-5B13-461F-9A28-6687FC33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구독·관리자 설정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5C212-7D18-4172-B2BF-93918DFB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E17C3-2045-46C8-A7F9-92DA7303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전사·요약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B4366-14FE-46B9-9749-3DEE3879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84586-98AD-4FEC-B623-7E15BB26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local은 예외·통제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ADA83-6B95-457C-B19E-34F296A9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B60E0-D021-40C3-86D7-F3770D39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923FF-54E0-440E-AF6C-2422F772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09e088fcb478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DEBB1-C3FB-4CF4-9048-81EB709B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1909055809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5EA3A-C91E-44E2-804C-EC8124FF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1D9F2-B54B-41E9-B21A-B6D93E6C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D4FF9-3685-4315-89C8-B1B93BC2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4C604-BABF-4F98-8E94-5B40EA94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CA467-8C7E-437C-8783-1B5CBDBA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E563E-4EBD-4DAD-853D-92ACEE13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6C97B-0C09-48EF-B37A-1F5C25B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367E7-8EE1-428F-914C-F78DB34F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3C452-1AD4-4AB5-85D6-5857B948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input/output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1E005-A312-4AB0-8826-8A369031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7AE01-9B4E-4520-9523-EB5BE695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latency·token·error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55898-E977-4077-806A-A0B133C0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08B0B-999A-4FB4-84DE-239C667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metadata·tag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9C517-31B8-4821-9DCD-E5DA0504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D7148-E1B1-4C15-9E8B-615578AD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23DDE-AEEA-4BC7-B420-AB22C0A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ff1c6f29547b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D68EE-3993-408E-A041-592761C5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395203208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0F0F2-011C-4972-8B5B-309E7224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5/5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FADF6-9EDB-42C7-BF69-2947BD70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66B6E-5926-44FE-998B-8981668B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3967D-86F6-4768-AE00-2B4291D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5E944-1F26-4AC4-9544-F6543054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F00F0-07F7-4AC5-B173-F22EBC07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557AF-4C08-4875-9A6B-E23BD6C0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화면에서 찾을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FBAB0-16D4-4F0C-BA16-18A48308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75D03-D88E-46CF-9B4B-2AE18B04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B3C3A-2A06-4D9B-ADDB-6B3758BF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B1E3B-18CA-44C2-8EE8-B1381B23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online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0CE10-CD05-49D3-A821-3F799A59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3D17B-F188-4C55-A150-962E3243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1BE75-6B74-4F13-AC6F-D0545C1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DF913-D868-4DFE-A1F2-5855828E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04563-A40D-4DCE-9001-DBB1CA38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ca6f2c760403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0F3D5-9E40-44CA-8C6D-B30B8580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905518246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5152F-4CA3-4624-8645-BB01D241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05053-C43E-4B2C-80A3-88731040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890BE-A905-41E5-B38E-C7523502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B6F0C-7429-45C6-9CA5-67D03B7E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88D6A-CB96-43E5-BCB4-54CF131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B95F6-EBAB-4938-A745-33977124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28BA6-4E02-4329-B58F-F0C08049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84E9D-BB38-403F-BA2B-CF28FA2B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CPU int8 경로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B2594-FD2F-44FC-8C11-BF413BBD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98C0F-E48D-47AE-932D-A91C2046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language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2D357-C9ED-4757-A3BF-2D3A3BDE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BF7EA-9814-4FAE-941A-C9CA871A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timestamp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848B8-296E-4D26-A92F-FE698DC4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03B73-597B-468A-87D3-FB9CE485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generator 소비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EA4D9-F75B-4E6E-BA07-4DA3DB80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8CDDE-5AB3-41E2-85D8-6D6AB7AA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19672-254E-4074-ABA0-C5945D61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1480271348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3B537-EC15-4671-BFEF-CC291190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C5745-178E-4613-9668-1698D090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DC0F7-6408-4358-8475-9B9EBF2F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B6F16-3B33-4E60-BEF3-E8102F6C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1941A-13E2-4177-A476-18A61773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E06FD-B858-4D7E-8946-E70AA260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0E1FD-6636-4B79-9E51-58B038D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5EE84-1A67-4101-AC95-D15569B6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1B23B-7006-472C-B558-52DC26EE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F5176-4AD5-4257-9913-DB92AC1D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67586-6584-4E1B-BF2C-4F64E9A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F8803-32AE-4DDA-BD68-237F28D6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지나치게 희소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D6438-1BCF-4B0F-94B4-6C274293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2160E-B81C-4703-9DF4-84886A8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E5506-0C9F-4E98-A2CB-40DD33C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F0B90-5581-4B97-85D7-F7A69C59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18775-8F23-4119-B4F7-DBD45533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1193898972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B3BFB-957E-4972-803E-9E12753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05427-4E2F-49D6-96B4-090D856D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0CE4A-BAF6-4FA8-A4CD-C8DC83A7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96B61-5C36-446D-93BE-5455C863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456D4-3796-49E6-83FB-7E0A304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F9640-3CAE-4C74-9F41-683DD83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F5C86-AA7D-4851-AFCA-4913A730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AAE1D-0257-474C-980D-5C29BEA4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672DD-7FAD-46B4-880D-3EF058FB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65368-BA0D-429B-B7A6-4FF2D5E0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 환경 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050CB-4306-4AEB-8086-3742A907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36E9E-D96A-4A8A-9ED4-7D759BA6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샘플만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C8764-9CA5-4143-9E5B-A553EC39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5505D-7CF6-4E37-98C6-4212660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tracing off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D3259-58D3-4F24-916D-81AB992D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8D397-1CB1-4723-93A8-FDD5E3FB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EF8B0-F040-4337-8D75-80FCE170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234361125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426D9-19B6-47C2-84C5-37E48DB3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ADAC7-EC1B-460D-A2EF-8ADB9061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511B4-E594-4C53-8A62-604702AD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04324-7D06-4DE9-9957-F0147DEB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0849C-AAE0-476F-A89B-F3B8987F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B4535-D8E1-497A-9D4E-FF282093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5ACA5-F9DA-496D-ADCE-ECDD388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CBD0B-BB04-4DDB-9683-CECA8D0D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70A0B-24E6-4EF2-8379-5825C66D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DFF49-3459-4561-86BD-A4BB54C7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provider·model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F23B0-C1C2-42C3-AD01-DE22416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33729-7229-4543-9C8F-79D4B5EB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81A1E-FE99-4041-BC2E-31937786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00190-80B9-4D31-9A84-47E89E1B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민감성·fallback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5B432-0EF5-425F-960B-177363F0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9FE5A-651A-4B43-9ECA-5046CA4B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D67DB-B5ED-4628-A687-0786B00A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9399340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42848-AB0F-46D4-8A33-5C9CD913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0C663-5A1D-4B9F-B845-08814247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A0A00-97AA-4149-B2AD-35930095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4FC97-BAB0-4D90-B154-A9110BFE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18298-A2B9-4EA6-B930-242BED60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7AB21-D03E-44E3-A21E-7A1132AC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B9442-09FC-431C-AB29-505A74A8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A2561-36FD-44D5-94C0-9F4F0F81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연결률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E691C-1FC5-4755-86DD-10330EC0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92233-9279-451F-A8A6-E29F6F6F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25A3F-7CA2-4BBC-BF32-638B8C49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9A36F-9720-49BF-B188-4B86C90B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계산 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EE411-4A21-4EBF-A09E-AF28EA4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34B93-0C9C-4645-B6FC-3180C8E4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threshold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5F2BC-6ADF-4E65-ADDE-3D43FB61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B3A46-9616-4409-A73C-71611C11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1BBBF-6D62-4FF7-A9E2-D7BC0D30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2094627290"/>
      </p:ext>
    </p:extLst>
  </p:cSld>
</p:sld>
</file>

<file path=ppt/slides/slide2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03DFD-C1C1-4B4B-8EF9-A870FC64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B9CCC-FA5D-453C-9DBA-1ECFC1E2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Managed vs Local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28F20-F167-4489-B585-ACFB0C07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84EEE-63FB-4556-917D-7906834C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8C05D-4FD1-4D32-BE99-B22C055E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E94BA-BD5B-41AB-8F88-748CD027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F6EFE-6407-4D22-865E-27E2A25D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F1D01-332F-409C-A8C2-993026B9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CAA50-34DC-4A82-BA30-8C80F9F9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960E8-AB44-4DDD-AC24-AB7749D6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C02C9-A33A-4C3D-AEAD-3D85009A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329CE-9548-4E29-9317-361EF458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72819-FABD-47EB-8265-625ED8BC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4AD78-3806-448A-8D3C-7FE6CD9C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557E0-B735-44EF-8614-C9FE10F6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 제공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B2E10-8CDC-4E31-A718-E062E62E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ACCC4-0C83-4C9B-8705-061E4AE0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368C8-52F5-497F-9FE8-9E85B3EE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계정·보존·권한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A6303-DD76-4721-B0DB-BD1DAC04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376FC-6B3B-4867-AC19-91B9EECF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96173-136D-44E1-8896-44784C42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최소 실습이 필요한 이유를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34363-7573-453C-967B-04E6BABB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699F6D-1189-4D08-95E7-518819B5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8FAFA-8194-42F4-80BE-61828112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Managed/Local 비교표</a:t>
            </a:r>
          </a:p>
        </p:txBody>
      </p:sp>
    </p:spTree>
    <p:extLst>
      <p:ext uri="{BB962C8B-B14F-4D97-AF65-F5344CB8AC3E}">
        <p14:creationId xmlns:p14="http://schemas.microsoft.com/office/powerpoint/2010/main" val="168476628"/>
      </p:ext>
    </p:extLst>
  </p:cSld>
</p:sld>
</file>

<file path=ppt/slides/slide2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5EA84-5AB2-44AD-A107-107F1A63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DBB22-CD38-4749-AAEE-5A6C886C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STT quality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28D11-A8E5-4F87-92BC-1B8E4839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230EB-2170-4219-B17F-2AED6086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09038-50C6-4553-BDF4-9064F398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6FEA6-0B64-4292-A33E-8E7964FB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14D56-7CDF-40F7-9D00-4EA9C5BB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7DDB1-D15B-4934-A715-98A2704F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44704-5709-46D1-92B1-9B41E2CC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44746-E3BA-4580-8DE1-0442FED0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33793-9BFE-4A56-8AB9-95BF1A5B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88A0D-8444-4DC5-9576-CD370244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기준을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B531A-5CD3-472D-81F3-EEB1E382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CC092-5012-4D56-846A-0BD01E13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4F36C-6B44-40AB-BC3F-37BBA4A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기준을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9271C-F560-4327-A181-7F3B32F0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69EB9-8CB8-4FDF-ADAD-89B218A6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5CAFA-4A60-4148-A3BE-556F4DB1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이름·날짜 오류를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A0210-89E9-4337-9B73-E5F0225F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5E7ED-3AC3-4213-AA9F-79701E98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D78EF-6DD8-4B03-BC24-79B71EE7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검토로 보내는 조건을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965DAE-7F05-431D-885B-6F8104B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24E1E-1BD0-4612-B2BA-E2DB9974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29346-C8EE-434B-9FBD-4932685A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STT review rule</a:t>
            </a:r>
          </a:p>
        </p:txBody>
      </p:sp>
    </p:spTree>
    <p:extLst>
      <p:ext uri="{BB962C8B-B14F-4D97-AF65-F5344CB8AC3E}">
        <p14:creationId xmlns:p14="http://schemas.microsoft.com/office/powerpoint/2010/main" val="369534401"/>
      </p:ext>
    </p:extLst>
  </p:cSld>
</p:sld>
</file>

<file path=ppt/slides/slide2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BD3D4B-0DBC-4987-9884-4B7ADE79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6BF80-1BA2-44D7-955E-CF6AC13B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Trace에서 답할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921BF-DCBA-4B4E-AAD8-EA03A78D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582EC-A452-44BC-BF40-7D5921A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82572-F641-446B-AB43-7471DA4D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75ABD-03B7-4817-8822-623A562F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81CB0-EE2F-412A-82B1-CFB65141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CBA0A-C002-400D-B0EC-83C43738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4DCD9-DAD5-4EE2-AE93-7E62C5A7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39B69-291C-4E2E-BFB6-52D103DB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A5726-CCBA-4E57-96CF-44F9B945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8F270-B8BD-420C-9A5B-D6FF2B7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느린 node를 묻는다.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6E069-9A26-4AD9-996F-540A4146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621C8-EB8D-4455-96C1-A25578DD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C7733-70D8-4424-B070-A198C075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자주 실패한 오류를 묻는다.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41AFB-A728-4554-B330-D818F774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9DA19-B622-40E0-89B0-8759BE3C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A9205-BB78-40E5-93CB-910183E9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많이 수정한 필드를 묻는다.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71088-92E5-4BC4-AA32-B371058B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C9833-3BA9-4AB5-908B-8EE9B5F3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F0370-2079-4C2E-9A12-D65AED39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질문에 필요한 metadata를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07056-2345-4CC0-9ABA-249F1663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51DCA-ABC8-4089-8DB7-DC60F75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CAFAC-DDE8-41ED-A7E3-0B50E3EC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질문 3개 + 필드</a:t>
            </a:r>
          </a:p>
        </p:txBody>
      </p:sp>
    </p:spTree>
    <p:extLst>
      <p:ext uri="{BB962C8B-B14F-4D97-AF65-F5344CB8AC3E}">
        <p14:creationId xmlns:p14="http://schemas.microsoft.com/office/powerpoint/2010/main" val="24733242"/>
      </p:ext>
    </p:extLst>
  </p:cSld>
</p:sld>
</file>

<file path=ppt/slides/slide2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3B5AF-E97A-490A-9F72-494F126D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C3475-84F3-44A1-9996-5442A2BA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Evaluation dataset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35917-71C4-43A5-A3B3-2259F9A8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9E7D8-9664-4A47-BF07-051AF2EA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20D7D-DAFF-48BE-AAFE-7A08994D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BBB4C-49F5-4E71-B458-84C0101B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9E41D-2B88-45A0-96C9-758187A7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2BCB4-2783-48BB-B396-30D24D11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AEEE1-7E90-467C-ACB7-FBFA4746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화면과 같은 순서로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99AAD-62FB-43D7-936A-4045A71C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첫 오류 한 줄과 현재 화면을 공유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4E83E-8589-4EE7-9FDA-A139DD56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6E7FB-2C6A-4DA9-BACB-6C17CA5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 2건을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F146E-E03D-49D7-B022-1A69FF22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2C6B9-780D-460C-AFD1-A723D23A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C0C32-623C-41D3-A0D0-A24C6417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무음·모호한 날짜·근거 누락 사례를 추가한다.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A9520-9807-4064-BF92-7565E165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66AE0-89CD-480A-B45E-A8DBA8F6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4FB5D-D746-45AE-9B6B-F5F05617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JSON을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F22D8-7E61-49EE-BA9A-D5DC59ED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71722-A488-4E21-91DF-8B40C7CB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5CC8B-9EB2-43F9-9540-F9126B0F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 evaluator를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BB55F-C702-464A-A148-CAE4BF11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68A5F-4123-4D01-AC9D-B7DF78B6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E2306-9DBE-4FBD-AD44-2171EB7D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dataset 5건 설계</a:t>
            </a:r>
          </a:p>
        </p:txBody>
      </p:sp>
    </p:spTree>
    <p:extLst>
      <p:ext uri="{BB962C8B-B14F-4D97-AF65-F5344CB8AC3E}">
        <p14:creationId xmlns:p14="http://schemas.microsoft.com/office/powerpoint/2010/main" val="223706932"/>
      </p:ext>
    </p:extLst>
  </p:cSld>
</p:sld>
</file>

<file path=ppt/slides/slide2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608A3-3A24-4530-8DCF-A8175104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45FDB-34B0-483C-9A4D-0D25AC10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CD9D4-754D-45AE-BFCB-0E8589E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C2D95-6F22-43C8-9B71-9A4D0964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743BE-55C9-4445-9E34-86864164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1348-2B13-4BE8-AA1A-1630700D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BB91B-AD25-4426-9EE0-00976B3F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7620D-6E2F-447F-87FD-7F8F0CC1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24474-006F-4AF1-B546-9D945936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09058-77EC-4EC8-8899-216CF41D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7CD22-E31B-4985-A9BF-E6587651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EBC13-0237-435B-A2CD-B41A1D4D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E2E0A-8C1C-4601-AAB7-096AE47B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139C9-8FAA-4165-A735-5E159026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D3659-A153-476F-BB81-33CB7DC1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BDBFE-6459-4B0E-92DA-77B66142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AC75F-8BAE-4AB5-9970-C43D80B9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6C33F-5F3F-48A2-B204-4804E9F4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A5D19-D3A9-489F-B8F3-31BCF5FB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3374E-4DE6-4499-BDA9-555CCA1D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4B0DE-3627-471A-AC53-93AC1DA5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E61FFA-A13F-4223-8D4E-CDCBC383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6F0DB-ED11-4693-A253-98CFCD5E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D555C7-EA41-4F0D-8410-0093770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AF410-18CC-4825-A7EB-B68F6C68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541217624"/>
      </p:ext>
    </p:extLst>
  </p:cSld>
</p:sld>
</file>

<file path=ppt/slides/slide2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3B7E1-A667-4B95-B3C2-01271AB0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24561-667F-488E-9F4D-C338EA6A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E4497-477B-467F-BD35-EFE0DB54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A1737-7BCD-4B71-ABEA-D389755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99341-E5F6-4181-A43D-073AC68F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E4E06-5009-4069-B95F-C46BD188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9F50B-62E9-4141-8E26-EBDFCDA3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A5597-D058-4D80-AE4F-54E244F6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24895-1BE1-4762-9750-65DFAB5B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EF791-689E-4A16-A081-01151EA2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CC8C0-2C9E-446A-93D1-B467C2AF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8BE3E-FF5D-4B4F-9192-3DBAB716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4506A-D834-4333-89B0-53A3BD7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E6765-E5B8-470B-888B-8C0F07FD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1360B-4164-4D50-9175-737E3D1E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8C11B-7E25-4D49-AF18-843295E2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439DF-0E51-48CC-826E-2177987D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D1C49-B853-4496-808F-F2849408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B3C53-51EF-48D0-824F-560D7496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77876-EE4A-4936-8466-956D127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87BA8-9947-44CF-BE3C-9B22F64A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C5335-26DE-4962-AEDC-B3F9279E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9EA13-936F-4375-ABA9-9991FFDE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D1C666-5C5D-413E-A168-4DAD786A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7FD72-B912-48E2-A72E-CAD0D931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374411382"/>
      </p:ext>
    </p:extLst>
  </p:cSld>
</p:sld>
</file>

<file path=ppt/slides/slide2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F2DC45-EE39-4853-A286-62CEAE73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638F4-66B4-4CAD-8D8F-75714285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21E00-4D3E-4972-8069-534B6301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42E91-A011-427E-8E41-320A939B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35903-DB51-4EA3-B252-0A524C4D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AF09A-A96C-4AD9-B5EA-DAF86EA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E2561-DFF5-4662-9073-B3ACFCBE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실패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299C4-47BD-4C4B-A48F-D8DB2147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복구 원칙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5D7A6-7C00-4D02-A64F-C07A15DE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B82C2-34AD-49CF-8BD3-DDF89563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813B0-021B-4E97-9EA9-705FDE0C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4B03A-C87F-46FA-9CBB-4B5490B8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6B018-AC42-4C8F-97EF-9B30E2AB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E5238-B7A5-4433-98F9-9A77D635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F17DA-D74E-4EFB-B8D1-91E0C0ED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B0393-D1DB-44F3-A724-ADB67A04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3289C-A66F-4C63-8025-459B0872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A12F7-F32A-45B8-8CC2-E4D09E3B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BAEDF-E8A6-447A-B046-83CCE49B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6DF02-C741-4397-B144-4993474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ACAD8-5825-48D6-A0B8-633EA178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8FD57-BB3D-4B7B-9791-7B41A439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19E15-906F-48B3-8666-160520A4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723B4-93D8-4EF2-A20E-2BA8FA6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64581-0DF5-4C24-91E5-3910D3F3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267372"/>
      </p:ext>
    </p:extLst>
  </p:cSld>
</p:sld>
</file>

<file path=ppt/slides/slide2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13619C-B7D6-4074-BF30-129C07B9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D55A7-CC76-4D3D-8AAF-27B410BA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CBD9E-30AB-4FE9-A793-7E3A9632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78C72-ACE7-4AC0-8D05-D23E4DAD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B11A6-36DF-4B3E-BB2E-3EE8E53C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5F8F0-6BCC-4420-A8FC-6D7D2B69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2789E-03C0-4087-8E93-AD484608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D3515-7664-4B74-B588-33F90823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3A2A2-417F-4394-BA47-C246D160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34444-C170-47C3-A711-213B4502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AA7D3-BA86-44B8-AE43-9FD292E3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C018D-9E44-4C7C-A7D4-7D4DD565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03FF1-3F2C-4BDD-89D3-431FC425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7FEF1-BF6C-4681-A4D6-2F21E93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CBE4E-5CFC-44E2-B5F2-BE8D83BB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4749A-644E-461A-B03C-4C948C3F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1C44F-4BB4-4469-905D-F946D54D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0BFE3-7F04-4AD4-89FC-3A63075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91EDE-F531-48B0-B6A6-80078E08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CEEFF-2A27-4A0E-A033-2FACFF95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55FE2-A28D-46BD-BB2B-396F4921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8D930-5F73-483A-AE20-F454259F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095DA-3D3E-4E31-A353-AB6476D6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EEC24-BF54-4D9C-944D-807E9807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6D4C2-10A7-4B77-AC1A-3616AFC0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669575011"/>
      </p:ext>
    </p:extLst>
  </p:cSld>
</p:sld>
</file>

<file path=ppt/slides/slide3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01B6B-E7E2-4049-B4F2-7BCC91E6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AD658-2AF1-44BC-B5F4-411ADA10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17:30-18:00 · Q&amp;A와 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61560-A1C5-4BA1-B170-4747F00F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6ABB8-DCC4-43B8-8FB3-85C864B1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EB9DD-F30B-4A7A-AC5C-0B9BE9E8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792C1-2DBE-4166-AD15-41C8BBF6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300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e786e3d4f4e80">
            <a:extLst>
              <a:ext uri="{96DAC541-7B7A-43D3-8B79-37D633B846F1}">
                <asvg:svgBlip xmlns:asvg="http://schemas.microsoft.com/office/drawing/2016/SVG/main" r:embed="Re12b9a36cef74c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66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C72B1-0406-4E53-8509-B8632F0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오늘 막힌 부분을 먼저 묻고, 남는 시간에 다음 32시간의 계획을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03CAF-88AC-4AB6-94EF-2DE4A43C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4ED88-DE79-459D-B45C-2AFC46D8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780F4-D842-4014-854B-08DDB72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STT·LLM·LangChain·LangGraph·LangSmith의 역할을 한 줄씩 말할 수 있는가?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AC37F-8527-4272-B2BB-18A756C0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CC8B2-C5FD-41FC-82B0-3AA0286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17CC4-7077-4B81-AB99-06D09124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 전에 Human Approval과 idempotency가 필요한 이유는?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6EE5C-4171-4976-BE72-05B7432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7A271-A5B2-4A57-9E3A-AAA9FBF9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B7303-2FF5-4949-B807-2417AD83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프로젝트가 HOLD되는 release gate를 한 가지 정의했는가?</a:t>
            </a:r>
          </a:p>
        </p:txBody>
      </p:sp>
    </p:spTree>
    <p:extLst>
      <p:ext uri="{BB962C8B-B14F-4D97-AF65-F5344CB8AC3E}">
        <p14:creationId xmlns:p14="http://schemas.microsoft.com/office/powerpoint/2010/main" val="1020863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2026-08-22T08:53:06.1210000Z</dcterms:created>
  <dcterms:modified xsi:type="dcterms:W3CDTF">2026-08-22T08:53:06.1210000Z</dcterms:modified>
</coreProperties>
</file>