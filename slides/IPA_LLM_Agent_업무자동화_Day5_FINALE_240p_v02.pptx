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ab90dafcda47a4" /><Relationship Type="http://schemas.openxmlformats.org/officeDocument/2006/relationships/extended-properties" Target="/docProps/app.xml" Id="R7b17bc8e836b4966" /><Relationship Type="http://schemas.openxmlformats.org/officeDocument/2006/relationships/officeDocument" Target="/ppt/presentation.xml" Id="R3f8f89e6235b44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64cfbb32c44928"/>
  </p:sldMasterIdLst>
  <p:notesMasterIdLst>
    <p:notesMasterId xmlns:r="http://schemas.openxmlformats.org/officeDocument/2006/relationships" r:id="R53a8b8cc24f84ab7"/>
  </p:notesMasterIdLst>
  <p:sldIdLst>
    <p:sldId xmlns:r="http://schemas.openxmlformats.org/officeDocument/2006/relationships" id="256" r:id="R6f027ba24b7f4cee"/>
    <p:sldId xmlns:r="http://schemas.openxmlformats.org/officeDocument/2006/relationships" id="257" r:id="R31b0572e4da047d0"/>
    <p:sldId xmlns:r="http://schemas.openxmlformats.org/officeDocument/2006/relationships" id="258" r:id="R6f3dfcc2db344871"/>
    <p:sldId xmlns:r="http://schemas.openxmlformats.org/officeDocument/2006/relationships" id="259" r:id="Ra09bcc19b198493a"/>
    <p:sldId xmlns:r="http://schemas.openxmlformats.org/officeDocument/2006/relationships" id="260" r:id="Ra69e976892e74db0"/>
    <p:sldId xmlns:r="http://schemas.openxmlformats.org/officeDocument/2006/relationships" id="261" r:id="R189bb4cc32c9415a"/>
    <p:sldId xmlns:r="http://schemas.openxmlformats.org/officeDocument/2006/relationships" id="262" r:id="R06f2afdb4f4a4a4e"/>
    <p:sldId xmlns:r="http://schemas.openxmlformats.org/officeDocument/2006/relationships" id="263" r:id="R72910153d6a44c88"/>
    <p:sldId xmlns:r="http://schemas.openxmlformats.org/officeDocument/2006/relationships" id="264" r:id="R4a3b821a554047b5"/>
    <p:sldId xmlns:r="http://schemas.openxmlformats.org/officeDocument/2006/relationships" id="265" r:id="R93e03e825dbf4ecb"/>
    <p:sldId xmlns:r="http://schemas.openxmlformats.org/officeDocument/2006/relationships" id="266" r:id="Redeac8fb9338481c"/>
    <p:sldId xmlns:r="http://schemas.openxmlformats.org/officeDocument/2006/relationships" id="267" r:id="R7c924761e53b451b"/>
    <p:sldId xmlns:r="http://schemas.openxmlformats.org/officeDocument/2006/relationships" id="268" r:id="R0b115112de514338"/>
    <p:sldId xmlns:r="http://schemas.openxmlformats.org/officeDocument/2006/relationships" id="269" r:id="Ra8fe218eafa64110"/>
    <p:sldId xmlns:r="http://schemas.openxmlformats.org/officeDocument/2006/relationships" id="270" r:id="Re31d553c06754b36"/>
    <p:sldId xmlns:r="http://schemas.openxmlformats.org/officeDocument/2006/relationships" id="271" r:id="R565297540d2945ea"/>
    <p:sldId xmlns:r="http://schemas.openxmlformats.org/officeDocument/2006/relationships" id="272" r:id="R81b833c307484fc6"/>
    <p:sldId xmlns:r="http://schemas.openxmlformats.org/officeDocument/2006/relationships" id="273" r:id="Rcca57b3f2a124e5d"/>
    <p:sldId xmlns:r="http://schemas.openxmlformats.org/officeDocument/2006/relationships" id="274" r:id="Rcee5ea83469a4583"/>
    <p:sldId xmlns:r="http://schemas.openxmlformats.org/officeDocument/2006/relationships" id="275" r:id="Rf8cb63c59e664014"/>
    <p:sldId xmlns:r="http://schemas.openxmlformats.org/officeDocument/2006/relationships" id="276" r:id="R3ce0c717b1cd4161"/>
    <p:sldId xmlns:r="http://schemas.openxmlformats.org/officeDocument/2006/relationships" id="277" r:id="R002791faf4fb4cff"/>
    <p:sldId xmlns:r="http://schemas.openxmlformats.org/officeDocument/2006/relationships" id="278" r:id="R019d225bdaa34558"/>
    <p:sldId xmlns:r="http://schemas.openxmlformats.org/officeDocument/2006/relationships" id="279" r:id="R2d4fea7698124e9e"/>
    <p:sldId xmlns:r="http://schemas.openxmlformats.org/officeDocument/2006/relationships" id="280" r:id="R440e0cae3c9c445a"/>
    <p:sldId xmlns:r="http://schemas.openxmlformats.org/officeDocument/2006/relationships" id="281" r:id="R2eea504cb9dd4a38"/>
    <p:sldId xmlns:r="http://schemas.openxmlformats.org/officeDocument/2006/relationships" id="282" r:id="R8f48c88466414267"/>
    <p:sldId xmlns:r="http://schemas.openxmlformats.org/officeDocument/2006/relationships" id="283" r:id="Rb356c0696a4a4462"/>
    <p:sldId xmlns:r="http://schemas.openxmlformats.org/officeDocument/2006/relationships" id="284" r:id="R5612f3ea1f0b418e"/>
    <p:sldId xmlns:r="http://schemas.openxmlformats.org/officeDocument/2006/relationships" id="285" r:id="Rc33fcd445eb747ba"/>
    <p:sldId xmlns:r="http://schemas.openxmlformats.org/officeDocument/2006/relationships" id="286" r:id="R8d2b9b61de864b81"/>
    <p:sldId xmlns:r="http://schemas.openxmlformats.org/officeDocument/2006/relationships" id="287" r:id="R7d5b5ddf46024554"/>
    <p:sldId xmlns:r="http://schemas.openxmlformats.org/officeDocument/2006/relationships" id="288" r:id="R57cffad228e64dfd"/>
    <p:sldId xmlns:r="http://schemas.openxmlformats.org/officeDocument/2006/relationships" id="289" r:id="R683099bef1264df5"/>
    <p:sldId xmlns:r="http://schemas.openxmlformats.org/officeDocument/2006/relationships" id="290" r:id="Rde2aa0146ffc43e8"/>
    <p:sldId xmlns:r="http://schemas.openxmlformats.org/officeDocument/2006/relationships" id="291" r:id="R761b2cde7d724de1"/>
    <p:sldId xmlns:r="http://schemas.openxmlformats.org/officeDocument/2006/relationships" id="292" r:id="R45a03800c4474680"/>
    <p:sldId xmlns:r="http://schemas.openxmlformats.org/officeDocument/2006/relationships" id="293" r:id="R3a1815de40524f9c"/>
    <p:sldId xmlns:r="http://schemas.openxmlformats.org/officeDocument/2006/relationships" id="294" r:id="R61e3342e57c24c36"/>
    <p:sldId xmlns:r="http://schemas.openxmlformats.org/officeDocument/2006/relationships" id="295" r:id="Reba45a1aabd04d88"/>
    <p:sldId xmlns:r="http://schemas.openxmlformats.org/officeDocument/2006/relationships" id="296" r:id="R98de0997ada04c8f"/>
    <p:sldId xmlns:r="http://schemas.openxmlformats.org/officeDocument/2006/relationships" id="297" r:id="Rbfe57480bc9943da"/>
    <p:sldId xmlns:r="http://schemas.openxmlformats.org/officeDocument/2006/relationships" id="298" r:id="Reea092f1de5e451c"/>
    <p:sldId xmlns:r="http://schemas.openxmlformats.org/officeDocument/2006/relationships" id="299" r:id="Rcb4ca2ba40794886"/>
    <p:sldId xmlns:r="http://schemas.openxmlformats.org/officeDocument/2006/relationships" id="300" r:id="Rd34aa0d48077490d"/>
    <p:sldId xmlns:r="http://schemas.openxmlformats.org/officeDocument/2006/relationships" id="301" r:id="R74aba8f5505c485b"/>
    <p:sldId xmlns:r="http://schemas.openxmlformats.org/officeDocument/2006/relationships" id="302" r:id="R25686539a59a4c57"/>
    <p:sldId xmlns:r="http://schemas.openxmlformats.org/officeDocument/2006/relationships" id="303" r:id="R304b62044eca455c"/>
    <p:sldId xmlns:r="http://schemas.openxmlformats.org/officeDocument/2006/relationships" id="304" r:id="R87b3d7c591084e45"/>
    <p:sldId xmlns:r="http://schemas.openxmlformats.org/officeDocument/2006/relationships" id="305" r:id="R7c94b32a203e43a3"/>
    <p:sldId xmlns:r="http://schemas.openxmlformats.org/officeDocument/2006/relationships" id="306" r:id="R73b1597e122243ee"/>
    <p:sldId xmlns:r="http://schemas.openxmlformats.org/officeDocument/2006/relationships" id="307" r:id="R9ec22ec1453b4303"/>
    <p:sldId xmlns:r="http://schemas.openxmlformats.org/officeDocument/2006/relationships" id="308" r:id="Rf2f6cb4fe30145a2"/>
    <p:sldId xmlns:r="http://schemas.openxmlformats.org/officeDocument/2006/relationships" id="309" r:id="R776b63890f8c4301"/>
    <p:sldId xmlns:r="http://schemas.openxmlformats.org/officeDocument/2006/relationships" id="310" r:id="R68a1b112c6bc49f3"/>
    <p:sldId xmlns:r="http://schemas.openxmlformats.org/officeDocument/2006/relationships" id="311" r:id="Re60e5e78475d466c"/>
    <p:sldId xmlns:r="http://schemas.openxmlformats.org/officeDocument/2006/relationships" id="312" r:id="Rbedc4c1239754cef"/>
    <p:sldId xmlns:r="http://schemas.openxmlformats.org/officeDocument/2006/relationships" id="313" r:id="R05f9993750c84b35"/>
    <p:sldId xmlns:r="http://schemas.openxmlformats.org/officeDocument/2006/relationships" id="314" r:id="R0132bbf05c724dce"/>
    <p:sldId xmlns:r="http://schemas.openxmlformats.org/officeDocument/2006/relationships" id="315" r:id="Rf5d18d6dd6304dae"/>
    <p:sldId xmlns:r="http://schemas.openxmlformats.org/officeDocument/2006/relationships" id="316" r:id="R3ddf1ce1bcec4fc2"/>
    <p:sldId xmlns:r="http://schemas.openxmlformats.org/officeDocument/2006/relationships" id="317" r:id="R371c3d64923f44ab"/>
    <p:sldId xmlns:r="http://schemas.openxmlformats.org/officeDocument/2006/relationships" id="318" r:id="R872bf8908f4c4322"/>
    <p:sldId xmlns:r="http://schemas.openxmlformats.org/officeDocument/2006/relationships" id="319" r:id="R6d83cf046ecc4ff1"/>
    <p:sldId xmlns:r="http://schemas.openxmlformats.org/officeDocument/2006/relationships" id="320" r:id="R078d4a71cf244028"/>
    <p:sldId xmlns:r="http://schemas.openxmlformats.org/officeDocument/2006/relationships" id="321" r:id="R688fa80d06f64957"/>
    <p:sldId xmlns:r="http://schemas.openxmlformats.org/officeDocument/2006/relationships" id="322" r:id="Rdefe5d1a8b014608"/>
    <p:sldId xmlns:r="http://schemas.openxmlformats.org/officeDocument/2006/relationships" id="323" r:id="R2236c0538088498c"/>
    <p:sldId xmlns:r="http://schemas.openxmlformats.org/officeDocument/2006/relationships" id="324" r:id="R9faf373bde2c4362"/>
    <p:sldId xmlns:r="http://schemas.openxmlformats.org/officeDocument/2006/relationships" id="325" r:id="R2ee739abdc4243c8"/>
    <p:sldId xmlns:r="http://schemas.openxmlformats.org/officeDocument/2006/relationships" id="326" r:id="R09a9df3015c54940"/>
    <p:sldId xmlns:r="http://schemas.openxmlformats.org/officeDocument/2006/relationships" id="327" r:id="R7fb8c58ba2c94c06"/>
    <p:sldId xmlns:r="http://schemas.openxmlformats.org/officeDocument/2006/relationships" id="328" r:id="R594ba24bf3da49a8"/>
    <p:sldId xmlns:r="http://schemas.openxmlformats.org/officeDocument/2006/relationships" id="329" r:id="R71ca23b94bef4dd9"/>
    <p:sldId xmlns:r="http://schemas.openxmlformats.org/officeDocument/2006/relationships" id="330" r:id="Rc2d3fb7520ad4c02"/>
    <p:sldId xmlns:r="http://schemas.openxmlformats.org/officeDocument/2006/relationships" id="331" r:id="R8898f615ca5448dd"/>
    <p:sldId xmlns:r="http://schemas.openxmlformats.org/officeDocument/2006/relationships" id="332" r:id="Rebff52313eb2427d"/>
    <p:sldId xmlns:r="http://schemas.openxmlformats.org/officeDocument/2006/relationships" id="333" r:id="R01be050da7914abe"/>
    <p:sldId xmlns:r="http://schemas.openxmlformats.org/officeDocument/2006/relationships" id="334" r:id="R9e32de9fa7f843e5"/>
    <p:sldId xmlns:r="http://schemas.openxmlformats.org/officeDocument/2006/relationships" id="335" r:id="Rc8990f35efc940b9"/>
    <p:sldId xmlns:r="http://schemas.openxmlformats.org/officeDocument/2006/relationships" id="336" r:id="R9d1960b8afba4a2a"/>
    <p:sldId xmlns:r="http://schemas.openxmlformats.org/officeDocument/2006/relationships" id="337" r:id="R66d80c20a9344b30"/>
    <p:sldId xmlns:r="http://schemas.openxmlformats.org/officeDocument/2006/relationships" id="338" r:id="Re295ece845734a3d"/>
    <p:sldId xmlns:r="http://schemas.openxmlformats.org/officeDocument/2006/relationships" id="339" r:id="Rd4a55b9361d44af3"/>
    <p:sldId xmlns:r="http://schemas.openxmlformats.org/officeDocument/2006/relationships" id="340" r:id="R63c50d4ce6264fc3"/>
    <p:sldId xmlns:r="http://schemas.openxmlformats.org/officeDocument/2006/relationships" id="341" r:id="R8aa29618060744a8"/>
    <p:sldId xmlns:r="http://schemas.openxmlformats.org/officeDocument/2006/relationships" id="342" r:id="Rd78a144ce83a4852"/>
    <p:sldId xmlns:r="http://schemas.openxmlformats.org/officeDocument/2006/relationships" id="343" r:id="R73cde3e65b0d421d"/>
    <p:sldId xmlns:r="http://schemas.openxmlformats.org/officeDocument/2006/relationships" id="344" r:id="Rc6eb616b51cd4611"/>
    <p:sldId xmlns:r="http://schemas.openxmlformats.org/officeDocument/2006/relationships" id="345" r:id="R2eaa30109626496b"/>
    <p:sldId xmlns:r="http://schemas.openxmlformats.org/officeDocument/2006/relationships" id="346" r:id="R5bc658d7c1914200"/>
    <p:sldId xmlns:r="http://schemas.openxmlformats.org/officeDocument/2006/relationships" id="347" r:id="R57d3413bb4fb4312"/>
    <p:sldId xmlns:r="http://schemas.openxmlformats.org/officeDocument/2006/relationships" id="348" r:id="R148c3b378fa84bf4"/>
    <p:sldId xmlns:r="http://schemas.openxmlformats.org/officeDocument/2006/relationships" id="349" r:id="Re730cdea962f488c"/>
    <p:sldId xmlns:r="http://schemas.openxmlformats.org/officeDocument/2006/relationships" id="350" r:id="R8515c0154303416b"/>
    <p:sldId xmlns:r="http://schemas.openxmlformats.org/officeDocument/2006/relationships" id="351" r:id="Rd4e95d1432ae4891"/>
    <p:sldId xmlns:r="http://schemas.openxmlformats.org/officeDocument/2006/relationships" id="352" r:id="R9ec20c7c41cb4630"/>
    <p:sldId xmlns:r="http://schemas.openxmlformats.org/officeDocument/2006/relationships" id="353" r:id="R4c8bcb3ab010467f"/>
    <p:sldId xmlns:r="http://schemas.openxmlformats.org/officeDocument/2006/relationships" id="354" r:id="R4507052f0d4d46f5"/>
    <p:sldId xmlns:r="http://schemas.openxmlformats.org/officeDocument/2006/relationships" id="355" r:id="R3eba6dcbc50a43c5"/>
    <p:sldId xmlns:r="http://schemas.openxmlformats.org/officeDocument/2006/relationships" id="356" r:id="R5e82357447034925"/>
    <p:sldId xmlns:r="http://schemas.openxmlformats.org/officeDocument/2006/relationships" id="357" r:id="R6329c0950b334fd7"/>
    <p:sldId xmlns:r="http://schemas.openxmlformats.org/officeDocument/2006/relationships" id="358" r:id="Rc59846ff19f4441d"/>
    <p:sldId xmlns:r="http://schemas.openxmlformats.org/officeDocument/2006/relationships" id="359" r:id="R7aae36a34fa84c7f"/>
    <p:sldId xmlns:r="http://schemas.openxmlformats.org/officeDocument/2006/relationships" id="360" r:id="Rf11ddf15f7334846"/>
    <p:sldId xmlns:r="http://schemas.openxmlformats.org/officeDocument/2006/relationships" id="361" r:id="R20b77975804740d8"/>
    <p:sldId xmlns:r="http://schemas.openxmlformats.org/officeDocument/2006/relationships" id="362" r:id="Rb6993adfd7cd425b"/>
    <p:sldId xmlns:r="http://schemas.openxmlformats.org/officeDocument/2006/relationships" id="363" r:id="R85b52454c0004c97"/>
    <p:sldId xmlns:r="http://schemas.openxmlformats.org/officeDocument/2006/relationships" id="364" r:id="R60f831c5e9d84031"/>
    <p:sldId xmlns:r="http://schemas.openxmlformats.org/officeDocument/2006/relationships" id="365" r:id="R14bb7833379d4236"/>
    <p:sldId xmlns:r="http://schemas.openxmlformats.org/officeDocument/2006/relationships" id="366" r:id="Rf9b1c819e54b4966"/>
    <p:sldId xmlns:r="http://schemas.openxmlformats.org/officeDocument/2006/relationships" id="367" r:id="R6bcd4b75ef9f472f"/>
    <p:sldId xmlns:r="http://schemas.openxmlformats.org/officeDocument/2006/relationships" id="368" r:id="Re5cf62c5b01b4bbc"/>
    <p:sldId xmlns:r="http://schemas.openxmlformats.org/officeDocument/2006/relationships" id="369" r:id="Rc023a63ae1e847a0"/>
    <p:sldId xmlns:r="http://schemas.openxmlformats.org/officeDocument/2006/relationships" id="370" r:id="R706c59c11cef4e42"/>
    <p:sldId xmlns:r="http://schemas.openxmlformats.org/officeDocument/2006/relationships" id="371" r:id="R11e8e12341e441d2"/>
    <p:sldId xmlns:r="http://schemas.openxmlformats.org/officeDocument/2006/relationships" id="372" r:id="Rb88766f300c8414a"/>
    <p:sldId xmlns:r="http://schemas.openxmlformats.org/officeDocument/2006/relationships" id="373" r:id="R3dad06a344654fbc"/>
    <p:sldId xmlns:r="http://schemas.openxmlformats.org/officeDocument/2006/relationships" id="374" r:id="Rd782f87c3b7045cc"/>
    <p:sldId xmlns:r="http://schemas.openxmlformats.org/officeDocument/2006/relationships" id="375" r:id="R4cc8fdfa3ae24f89"/>
    <p:sldId xmlns:r="http://schemas.openxmlformats.org/officeDocument/2006/relationships" id="376" r:id="R0018502d8c0349b6"/>
    <p:sldId xmlns:r="http://schemas.openxmlformats.org/officeDocument/2006/relationships" id="377" r:id="Rfaf6bfebb11342fd"/>
    <p:sldId xmlns:r="http://schemas.openxmlformats.org/officeDocument/2006/relationships" id="378" r:id="Rc2dbe0fc1d234345"/>
    <p:sldId xmlns:r="http://schemas.openxmlformats.org/officeDocument/2006/relationships" id="379" r:id="Rfcd6057126ef48a1"/>
    <p:sldId xmlns:r="http://schemas.openxmlformats.org/officeDocument/2006/relationships" id="380" r:id="Ra79011938af24838"/>
    <p:sldId xmlns:r="http://schemas.openxmlformats.org/officeDocument/2006/relationships" id="381" r:id="Raed0aa8012f04383"/>
    <p:sldId xmlns:r="http://schemas.openxmlformats.org/officeDocument/2006/relationships" id="382" r:id="Rbddd81c60d724a00"/>
    <p:sldId xmlns:r="http://schemas.openxmlformats.org/officeDocument/2006/relationships" id="383" r:id="R2617646620ac41ab"/>
    <p:sldId xmlns:r="http://schemas.openxmlformats.org/officeDocument/2006/relationships" id="384" r:id="R28cbb70bf92b479c"/>
    <p:sldId xmlns:r="http://schemas.openxmlformats.org/officeDocument/2006/relationships" id="385" r:id="R3c86ac1382ad400b"/>
    <p:sldId xmlns:r="http://schemas.openxmlformats.org/officeDocument/2006/relationships" id="386" r:id="R197979862cd64a55"/>
    <p:sldId xmlns:r="http://schemas.openxmlformats.org/officeDocument/2006/relationships" id="387" r:id="R1ff2081b5c974c0e"/>
    <p:sldId xmlns:r="http://schemas.openxmlformats.org/officeDocument/2006/relationships" id="388" r:id="Re195422808f041be"/>
    <p:sldId xmlns:r="http://schemas.openxmlformats.org/officeDocument/2006/relationships" id="389" r:id="R2f619c58efef4732"/>
    <p:sldId xmlns:r="http://schemas.openxmlformats.org/officeDocument/2006/relationships" id="390" r:id="Rb168a90695db43d9"/>
    <p:sldId xmlns:r="http://schemas.openxmlformats.org/officeDocument/2006/relationships" id="391" r:id="Rfbb5b6ae0476414d"/>
    <p:sldId xmlns:r="http://schemas.openxmlformats.org/officeDocument/2006/relationships" id="392" r:id="R57308c5937d543d3"/>
    <p:sldId xmlns:r="http://schemas.openxmlformats.org/officeDocument/2006/relationships" id="393" r:id="Rcb9c43fbc542446d"/>
    <p:sldId xmlns:r="http://schemas.openxmlformats.org/officeDocument/2006/relationships" id="394" r:id="Re9f026ea714d49f9"/>
    <p:sldId xmlns:r="http://schemas.openxmlformats.org/officeDocument/2006/relationships" id="395" r:id="R46527cc0a0ce4132"/>
    <p:sldId xmlns:r="http://schemas.openxmlformats.org/officeDocument/2006/relationships" id="396" r:id="R2013d4d63d3040e2"/>
    <p:sldId xmlns:r="http://schemas.openxmlformats.org/officeDocument/2006/relationships" id="397" r:id="R5cd2d35a72f646e8"/>
    <p:sldId xmlns:r="http://schemas.openxmlformats.org/officeDocument/2006/relationships" id="398" r:id="R31a7963e2f4448b3"/>
    <p:sldId xmlns:r="http://schemas.openxmlformats.org/officeDocument/2006/relationships" id="399" r:id="Rad78fade5b514988"/>
    <p:sldId xmlns:r="http://schemas.openxmlformats.org/officeDocument/2006/relationships" id="400" r:id="Rf845742e91c94128"/>
    <p:sldId xmlns:r="http://schemas.openxmlformats.org/officeDocument/2006/relationships" id="401" r:id="R428bdd23923a49d1"/>
    <p:sldId xmlns:r="http://schemas.openxmlformats.org/officeDocument/2006/relationships" id="402" r:id="Rb2852f052f7347d8"/>
    <p:sldId xmlns:r="http://schemas.openxmlformats.org/officeDocument/2006/relationships" id="403" r:id="R00bc30a3fbc2479c"/>
    <p:sldId xmlns:r="http://schemas.openxmlformats.org/officeDocument/2006/relationships" id="404" r:id="R450ec64420324be2"/>
    <p:sldId xmlns:r="http://schemas.openxmlformats.org/officeDocument/2006/relationships" id="405" r:id="Rb594d923c3224b50"/>
    <p:sldId xmlns:r="http://schemas.openxmlformats.org/officeDocument/2006/relationships" id="406" r:id="R008ba2fbc7a84f78"/>
    <p:sldId xmlns:r="http://schemas.openxmlformats.org/officeDocument/2006/relationships" id="407" r:id="Rbb00f903c2ff453c"/>
    <p:sldId xmlns:r="http://schemas.openxmlformats.org/officeDocument/2006/relationships" id="408" r:id="R5b2bde4827234b06"/>
    <p:sldId xmlns:r="http://schemas.openxmlformats.org/officeDocument/2006/relationships" id="409" r:id="Rd0da47f5d0524ab8"/>
    <p:sldId xmlns:r="http://schemas.openxmlformats.org/officeDocument/2006/relationships" id="410" r:id="R7c3d2645adac4c1c"/>
    <p:sldId xmlns:r="http://schemas.openxmlformats.org/officeDocument/2006/relationships" id="411" r:id="R6ecd612ad2094988"/>
    <p:sldId xmlns:r="http://schemas.openxmlformats.org/officeDocument/2006/relationships" id="412" r:id="Red90511833284209"/>
    <p:sldId xmlns:r="http://schemas.openxmlformats.org/officeDocument/2006/relationships" id="413" r:id="R09ee859c596b499a"/>
    <p:sldId xmlns:r="http://schemas.openxmlformats.org/officeDocument/2006/relationships" id="414" r:id="R04468a5af3534e29"/>
    <p:sldId xmlns:r="http://schemas.openxmlformats.org/officeDocument/2006/relationships" id="415" r:id="R0ebb6dc09c0c4523"/>
    <p:sldId xmlns:r="http://schemas.openxmlformats.org/officeDocument/2006/relationships" id="416" r:id="R6010d29386204d54"/>
    <p:sldId xmlns:r="http://schemas.openxmlformats.org/officeDocument/2006/relationships" id="417" r:id="R388fb6a0b79549de"/>
    <p:sldId xmlns:r="http://schemas.openxmlformats.org/officeDocument/2006/relationships" id="418" r:id="R49a7caa9876e4994"/>
    <p:sldId xmlns:r="http://schemas.openxmlformats.org/officeDocument/2006/relationships" id="419" r:id="Rafa4f5b9fc13410d"/>
    <p:sldId xmlns:r="http://schemas.openxmlformats.org/officeDocument/2006/relationships" id="420" r:id="Re1835cc278324239"/>
    <p:sldId xmlns:r="http://schemas.openxmlformats.org/officeDocument/2006/relationships" id="421" r:id="R25ca01075db149a6"/>
    <p:sldId xmlns:r="http://schemas.openxmlformats.org/officeDocument/2006/relationships" id="422" r:id="R734c5fbbff824be4"/>
    <p:sldId xmlns:r="http://schemas.openxmlformats.org/officeDocument/2006/relationships" id="423" r:id="R31cde1c8323649c7"/>
    <p:sldId xmlns:r="http://schemas.openxmlformats.org/officeDocument/2006/relationships" id="424" r:id="R4ce91ac4fcd248d8"/>
    <p:sldId xmlns:r="http://schemas.openxmlformats.org/officeDocument/2006/relationships" id="425" r:id="Rac1f3edac5394da8"/>
    <p:sldId xmlns:r="http://schemas.openxmlformats.org/officeDocument/2006/relationships" id="426" r:id="Rdef8d857369c4213"/>
    <p:sldId xmlns:r="http://schemas.openxmlformats.org/officeDocument/2006/relationships" id="427" r:id="R67f5e01e58534a92"/>
    <p:sldId xmlns:r="http://schemas.openxmlformats.org/officeDocument/2006/relationships" id="428" r:id="R36252e3d3313489c"/>
    <p:sldId xmlns:r="http://schemas.openxmlformats.org/officeDocument/2006/relationships" id="429" r:id="R0f0765c099da4815"/>
    <p:sldId xmlns:r="http://schemas.openxmlformats.org/officeDocument/2006/relationships" id="430" r:id="R16707143a04d434c"/>
    <p:sldId xmlns:r="http://schemas.openxmlformats.org/officeDocument/2006/relationships" id="431" r:id="R82a406e89fb74549"/>
    <p:sldId xmlns:r="http://schemas.openxmlformats.org/officeDocument/2006/relationships" id="432" r:id="R6eebc8c1a4fc4d50"/>
    <p:sldId xmlns:r="http://schemas.openxmlformats.org/officeDocument/2006/relationships" id="433" r:id="Rf3852d3c497748f8"/>
    <p:sldId xmlns:r="http://schemas.openxmlformats.org/officeDocument/2006/relationships" id="434" r:id="R4b79e75230ec4482"/>
    <p:sldId xmlns:r="http://schemas.openxmlformats.org/officeDocument/2006/relationships" id="435" r:id="Re0d141bed3de46a3"/>
    <p:sldId xmlns:r="http://schemas.openxmlformats.org/officeDocument/2006/relationships" id="436" r:id="R004d280e3b2d41a9"/>
    <p:sldId xmlns:r="http://schemas.openxmlformats.org/officeDocument/2006/relationships" id="437" r:id="R93158412418141a3"/>
    <p:sldId xmlns:r="http://schemas.openxmlformats.org/officeDocument/2006/relationships" id="438" r:id="R869bb07ae7a54fc5"/>
    <p:sldId xmlns:r="http://schemas.openxmlformats.org/officeDocument/2006/relationships" id="439" r:id="R85fdee333a7c4bb2"/>
    <p:sldId xmlns:r="http://schemas.openxmlformats.org/officeDocument/2006/relationships" id="440" r:id="Rabe1c650ca7d4fa7"/>
    <p:sldId xmlns:r="http://schemas.openxmlformats.org/officeDocument/2006/relationships" id="441" r:id="R4369b3d3d83b414b"/>
    <p:sldId xmlns:r="http://schemas.openxmlformats.org/officeDocument/2006/relationships" id="442" r:id="R4dd0ea7b4b7b41f9"/>
    <p:sldId xmlns:r="http://schemas.openxmlformats.org/officeDocument/2006/relationships" id="443" r:id="R2dbd4224c3b5485b"/>
    <p:sldId xmlns:r="http://schemas.openxmlformats.org/officeDocument/2006/relationships" id="444" r:id="Rdfcab0535d3f4787"/>
    <p:sldId xmlns:r="http://schemas.openxmlformats.org/officeDocument/2006/relationships" id="445" r:id="R38e06718c7cb4236"/>
    <p:sldId xmlns:r="http://schemas.openxmlformats.org/officeDocument/2006/relationships" id="446" r:id="Rf1434248fb954225"/>
    <p:sldId xmlns:r="http://schemas.openxmlformats.org/officeDocument/2006/relationships" id="447" r:id="R3efa78f5cbd54912"/>
    <p:sldId xmlns:r="http://schemas.openxmlformats.org/officeDocument/2006/relationships" id="448" r:id="R8abcb3a4d5c946e7"/>
    <p:sldId xmlns:r="http://schemas.openxmlformats.org/officeDocument/2006/relationships" id="449" r:id="R2dec8bade1224292"/>
    <p:sldId xmlns:r="http://schemas.openxmlformats.org/officeDocument/2006/relationships" id="450" r:id="R263502a04bec4f69"/>
    <p:sldId xmlns:r="http://schemas.openxmlformats.org/officeDocument/2006/relationships" id="451" r:id="Rebddddaffdc64791"/>
    <p:sldId xmlns:r="http://schemas.openxmlformats.org/officeDocument/2006/relationships" id="452" r:id="R2eaae291c29c45c0"/>
    <p:sldId xmlns:r="http://schemas.openxmlformats.org/officeDocument/2006/relationships" id="453" r:id="Rfdbe0d21fe7e4d70"/>
    <p:sldId xmlns:r="http://schemas.openxmlformats.org/officeDocument/2006/relationships" id="454" r:id="R8244caca1b6e4516"/>
    <p:sldId xmlns:r="http://schemas.openxmlformats.org/officeDocument/2006/relationships" id="455" r:id="Rc3b68cbb6a4849dc"/>
    <p:sldId xmlns:r="http://schemas.openxmlformats.org/officeDocument/2006/relationships" id="456" r:id="Rafec6321f9444c71"/>
    <p:sldId xmlns:r="http://schemas.openxmlformats.org/officeDocument/2006/relationships" id="457" r:id="Rf54aa3f7613a43cb"/>
    <p:sldId xmlns:r="http://schemas.openxmlformats.org/officeDocument/2006/relationships" id="458" r:id="Rac7724f1180b4ece"/>
    <p:sldId xmlns:r="http://schemas.openxmlformats.org/officeDocument/2006/relationships" id="459" r:id="R1bd4bbae908c470e"/>
    <p:sldId xmlns:r="http://schemas.openxmlformats.org/officeDocument/2006/relationships" id="460" r:id="R0970811b40524cfa"/>
    <p:sldId xmlns:r="http://schemas.openxmlformats.org/officeDocument/2006/relationships" id="461" r:id="R1dbffc6c002348b0"/>
    <p:sldId xmlns:r="http://schemas.openxmlformats.org/officeDocument/2006/relationships" id="462" r:id="Re936cd39023d4e45"/>
    <p:sldId xmlns:r="http://schemas.openxmlformats.org/officeDocument/2006/relationships" id="463" r:id="Rb7dc35ad9cc14ac4"/>
    <p:sldId xmlns:r="http://schemas.openxmlformats.org/officeDocument/2006/relationships" id="464" r:id="R2110ac5cdc6748b0"/>
    <p:sldId xmlns:r="http://schemas.openxmlformats.org/officeDocument/2006/relationships" id="465" r:id="R2b5c744e1e98403a"/>
    <p:sldId xmlns:r="http://schemas.openxmlformats.org/officeDocument/2006/relationships" id="466" r:id="Raf34ae1ce28845a2"/>
    <p:sldId xmlns:r="http://schemas.openxmlformats.org/officeDocument/2006/relationships" id="467" r:id="R0f421158e39d4373"/>
    <p:sldId xmlns:r="http://schemas.openxmlformats.org/officeDocument/2006/relationships" id="468" r:id="Rff901131251d4357"/>
    <p:sldId xmlns:r="http://schemas.openxmlformats.org/officeDocument/2006/relationships" id="469" r:id="Rcd688566dd4146bc"/>
    <p:sldId xmlns:r="http://schemas.openxmlformats.org/officeDocument/2006/relationships" id="470" r:id="R3ca07c303249407f"/>
    <p:sldId xmlns:r="http://schemas.openxmlformats.org/officeDocument/2006/relationships" id="471" r:id="R8a70eefc525a4c15"/>
    <p:sldId xmlns:r="http://schemas.openxmlformats.org/officeDocument/2006/relationships" id="472" r:id="Rf5ed1c8f8902468c"/>
    <p:sldId xmlns:r="http://schemas.openxmlformats.org/officeDocument/2006/relationships" id="473" r:id="R0451218d0eea4161"/>
    <p:sldId xmlns:r="http://schemas.openxmlformats.org/officeDocument/2006/relationships" id="474" r:id="R2c4650fb6b314aea"/>
    <p:sldId xmlns:r="http://schemas.openxmlformats.org/officeDocument/2006/relationships" id="475" r:id="R9834d9befe064dfc"/>
    <p:sldId xmlns:r="http://schemas.openxmlformats.org/officeDocument/2006/relationships" id="476" r:id="Rca29cc36959446d7"/>
    <p:sldId xmlns:r="http://schemas.openxmlformats.org/officeDocument/2006/relationships" id="477" r:id="R9d7713db234d49d8"/>
    <p:sldId xmlns:r="http://schemas.openxmlformats.org/officeDocument/2006/relationships" id="478" r:id="Rcfae291516ee4721"/>
    <p:sldId xmlns:r="http://schemas.openxmlformats.org/officeDocument/2006/relationships" id="479" r:id="R03ac368565cd41bc"/>
    <p:sldId xmlns:r="http://schemas.openxmlformats.org/officeDocument/2006/relationships" id="480" r:id="R975e423e3c404c27"/>
    <p:sldId xmlns:r="http://schemas.openxmlformats.org/officeDocument/2006/relationships" id="481" r:id="R95efc793f7054fe8"/>
    <p:sldId xmlns:r="http://schemas.openxmlformats.org/officeDocument/2006/relationships" id="482" r:id="Reb74d17d3a664178"/>
    <p:sldId xmlns:r="http://schemas.openxmlformats.org/officeDocument/2006/relationships" id="483" r:id="Re58465bb91ea473a"/>
    <p:sldId xmlns:r="http://schemas.openxmlformats.org/officeDocument/2006/relationships" id="484" r:id="R1800d992dc494c84"/>
    <p:sldId xmlns:r="http://schemas.openxmlformats.org/officeDocument/2006/relationships" id="485" r:id="Ree085fc4f88046b9"/>
    <p:sldId xmlns:r="http://schemas.openxmlformats.org/officeDocument/2006/relationships" id="486" r:id="R28f3faf714af47cf"/>
    <p:sldId xmlns:r="http://schemas.openxmlformats.org/officeDocument/2006/relationships" id="487" r:id="Ra32324d7b3f9406d"/>
    <p:sldId xmlns:r="http://schemas.openxmlformats.org/officeDocument/2006/relationships" id="488" r:id="Rf30f0046b08a45fd"/>
    <p:sldId xmlns:r="http://schemas.openxmlformats.org/officeDocument/2006/relationships" id="489" r:id="R32c672c5a55f4fd0"/>
    <p:sldId xmlns:r="http://schemas.openxmlformats.org/officeDocument/2006/relationships" id="490" r:id="R800a9bf4f66c41fb"/>
    <p:sldId xmlns:r="http://schemas.openxmlformats.org/officeDocument/2006/relationships" id="491" r:id="R7669f9d45e4047df"/>
    <p:sldId xmlns:r="http://schemas.openxmlformats.org/officeDocument/2006/relationships" id="492" r:id="Rac20f7bbf77446c6"/>
    <p:sldId xmlns:r="http://schemas.openxmlformats.org/officeDocument/2006/relationships" id="493" r:id="R30ce5b17f7284612"/>
    <p:sldId xmlns:r="http://schemas.openxmlformats.org/officeDocument/2006/relationships" id="494" r:id="R0eacb209997144d9"/>
    <p:sldId xmlns:r="http://schemas.openxmlformats.org/officeDocument/2006/relationships" id="495" r:id="R70aa89d8d80f4a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07c7a57adc43f1" /><Relationship Type="http://schemas.openxmlformats.org/officeDocument/2006/relationships/slideMaster" Target="/ppt/slideMasters/slideMaster1.xml" Id="Rdc64cfbb32c44928" /><Relationship Type="http://schemas.openxmlformats.org/officeDocument/2006/relationships/notesMaster" Target="/ppt/notesMasters/notesMaster1.xml" Id="R53a8b8cc24f84ab7" /><Relationship Type="http://schemas.openxmlformats.org/officeDocument/2006/relationships/presProps" Target="/ppt/presProps.xml" Id="Ra0334361f1584f46" /><Relationship Type="http://schemas.openxmlformats.org/officeDocument/2006/relationships/tableStyles" Target="/ppt/tableStyles.xml" Id="R8a5e087e2eca432e" /><Relationship Type="http://schemas.openxmlformats.org/officeDocument/2006/relationships/slide" Target="/ppt/slides/slide1.xml" Id="R6f027ba24b7f4cee" /><Relationship Type="http://schemas.openxmlformats.org/officeDocument/2006/relationships/slide" Target="/ppt/slides/slide2.xml" Id="R31b0572e4da047d0" /><Relationship Type="http://schemas.openxmlformats.org/officeDocument/2006/relationships/slide" Target="/ppt/slides/slide3.xml" Id="R6f3dfcc2db344871" /><Relationship Type="http://schemas.openxmlformats.org/officeDocument/2006/relationships/slide" Target="/ppt/slides/slide4.xml" Id="Ra09bcc19b198493a" /><Relationship Type="http://schemas.openxmlformats.org/officeDocument/2006/relationships/slide" Target="/ppt/slides/slide5.xml" Id="Ra69e976892e74db0" /><Relationship Type="http://schemas.openxmlformats.org/officeDocument/2006/relationships/slide" Target="/ppt/slides/slide6.xml" Id="R189bb4cc32c9415a" /><Relationship Type="http://schemas.openxmlformats.org/officeDocument/2006/relationships/slide" Target="/ppt/slides/slide7.xml" Id="R06f2afdb4f4a4a4e" /><Relationship Type="http://schemas.openxmlformats.org/officeDocument/2006/relationships/slide" Target="/ppt/slides/slide8.xml" Id="R72910153d6a44c88" /><Relationship Type="http://schemas.openxmlformats.org/officeDocument/2006/relationships/slide" Target="/ppt/slides/slide9.xml" Id="R4a3b821a554047b5" /><Relationship Type="http://schemas.openxmlformats.org/officeDocument/2006/relationships/slide" Target="/ppt/slides/slide10.xml" Id="R93e03e825dbf4ecb" /><Relationship Type="http://schemas.openxmlformats.org/officeDocument/2006/relationships/slide" Target="/ppt/slides/slide11.xml" Id="Redeac8fb9338481c" /><Relationship Type="http://schemas.openxmlformats.org/officeDocument/2006/relationships/slide" Target="/ppt/slides/slide12.xml" Id="R7c924761e53b451b" /><Relationship Type="http://schemas.openxmlformats.org/officeDocument/2006/relationships/slide" Target="/ppt/slides/slide13.xml" Id="R0b115112de514338" /><Relationship Type="http://schemas.openxmlformats.org/officeDocument/2006/relationships/slide" Target="/ppt/slides/slide14.xml" Id="Ra8fe218eafa64110" /><Relationship Type="http://schemas.openxmlformats.org/officeDocument/2006/relationships/slide" Target="/ppt/slides/slide15.xml" Id="Re31d553c06754b36" /><Relationship Type="http://schemas.openxmlformats.org/officeDocument/2006/relationships/slide" Target="/ppt/slides/slide16.xml" Id="R565297540d2945ea" /><Relationship Type="http://schemas.openxmlformats.org/officeDocument/2006/relationships/slide" Target="/ppt/slides/slide17.xml" Id="R81b833c307484fc6" /><Relationship Type="http://schemas.openxmlformats.org/officeDocument/2006/relationships/slide" Target="/ppt/slides/slide18.xml" Id="Rcca57b3f2a124e5d" /><Relationship Type="http://schemas.openxmlformats.org/officeDocument/2006/relationships/slide" Target="/ppt/slides/slide19.xml" Id="Rcee5ea83469a4583" /><Relationship Type="http://schemas.openxmlformats.org/officeDocument/2006/relationships/slide" Target="/ppt/slides/slide20.xml" Id="Rf8cb63c59e664014" /><Relationship Type="http://schemas.openxmlformats.org/officeDocument/2006/relationships/slide" Target="/ppt/slides/slide21.xml" Id="R3ce0c717b1cd4161" /><Relationship Type="http://schemas.openxmlformats.org/officeDocument/2006/relationships/slide" Target="/ppt/slides/slide22.xml" Id="R002791faf4fb4cff" /><Relationship Type="http://schemas.openxmlformats.org/officeDocument/2006/relationships/slide" Target="/ppt/slides/slide23.xml" Id="R019d225bdaa34558" /><Relationship Type="http://schemas.openxmlformats.org/officeDocument/2006/relationships/slide" Target="/ppt/slides/slide24.xml" Id="R2d4fea7698124e9e" /><Relationship Type="http://schemas.openxmlformats.org/officeDocument/2006/relationships/slide" Target="/ppt/slides/slide25.xml" Id="R440e0cae3c9c445a" /><Relationship Type="http://schemas.openxmlformats.org/officeDocument/2006/relationships/slide" Target="/ppt/slides/slide26.xml" Id="R2eea504cb9dd4a38" /><Relationship Type="http://schemas.openxmlformats.org/officeDocument/2006/relationships/slide" Target="/ppt/slides/slide27.xml" Id="R8f48c88466414267" /><Relationship Type="http://schemas.openxmlformats.org/officeDocument/2006/relationships/slide" Target="/ppt/slides/slide28.xml" Id="Rb356c0696a4a4462" /><Relationship Type="http://schemas.openxmlformats.org/officeDocument/2006/relationships/slide" Target="/ppt/slides/slide29.xml" Id="R5612f3ea1f0b418e" /><Relationship Type="http://schemas.openxmlformats.org/officeDocument/2006/relationships/slide" Target="/ppt/slides/slide30.xml" Id="Rc33fcd445eb747ba" /><Relationship Type="http://schemas.openxmlformats.org/officeDocument/2006/relationships/slide" Target="/ppt/slides/slide31.xml" Id="R8d2b9b61de864b81" /><Relationship Type="http://schemas.openxmlformats.org/officeDocument/2006/relationships/slide" Target="/ppt/slides/slide32.xml" Id="R7d5b5ddf46024554" /><Relationship Type="http://schemas.openxmlformats.org/officeDocument/2006/relationships/slide" Target="/ppt/slides/slide33.xml" Id="R57cffad228e64dfd" /><Relationship Type="http://schemas.openxmlformats.org/officeDocument/2006/relationships/slide" Target="/ppt/slides/slide34.xml" Id="R683099bef1264df5" /><Relationship Type="http://schemas.openxmlformats.org/officeDocument/2006/relationships/slide" Target="/ppt/slides/slide35.xml" Id="Rde2aa0146ffc43e8" /><Relationship Type="http://schemas.openxmlformats.org/officeDocument/2006/relationships/slide" Target="/ppt/slides/slide36.xml" Id="R761b2cde7d724de1" /><Relationship Type="http://schemas.openxmlformats.org/officeDocument/2006/relationships/slide" Target="/ppt/slides/slide37.xml" Id="R45a03800c4474680" /><Relationship Type="http://schemas.openxmlformats.org/officeDocument/2006/relationships/slide" Target="/ppt/slides/slide38.xml" Id="R3a1815de40524f9c" /><Relationship Type="http://schemas.openxmlformats.org/officeDocument/2006/relationships/slide" Target="/ppt/slides/slide39.xml" Id="R61e3342e57c24c36" /><Relationship Type="http://schemas.openxmlformats.org/officeDocument/2006/relationships/slide" Target="/ppt/slides/slide40.xml" Id="Reba45a1aabd04d88" /><Relationship Type="http://schemas.openxmlformats.org/officeDocument/2006/relationships/slide" Target="/ppt/slides/slide41.xml" Id="R98de0997ada04c8f" /><Relationship Type="http://schemas.openxmlformats.org/officeDocument/2006/relationships/slide" Target="/ppt/slides/slide42.xml" Id="Rbfe57480bc9943da" /><Relationship Type="http://schemas.openxmlformats.org/officeDocument/2006/relationships/slide" Target="/ppt/slides/slide43.xml" Id="Reea092f1de5e451c" /><Relationship Type="http://schemas.openxmlformats.org/officeDocument/2006/relationships/slide" Target="/ppt/slides/slide44.xml" Id="Rcb4ca2ba40794886" /><Relationship Type="http://schemas.openxmlformats.org/officeDocument/2006/relationships/slide" Target="/ppt/slides/slide45.xml" Id="Rd34aa0d48077490d" /><Relationship Type="http://schemas.openxmlformats.org/officeDocument/2006/relationships/slide" Target="/ppt/slides/slide46.xml" Id="R74aba8f5505c485b" /><Relationship Type="http://schemas.openxmlformats.org/officeDocument/2006/relationships/slide" Target="/ppt/slides/slide47.xml" Id="R25686539a59a4c57" /><Relationship Type="http://schemas.openxmlformats.org/officeDocument/2006/relationships/slide" Target="/ppt/slides/slide48.xml" Id="R304b62044eca455c" /><Relationship Type="http://schemas.openxmlformats.org/officeDocument/2006/relationships/slide" Target="/ppt/slides/slide49.xml" Id="R87b3d7c591084e45" /><Relationship Type="http://schemas.openxmlformats.org/officeDocument/2006/relationships/slide" Target="/ppt/slides/slide50.xml" Id="R7c94b32a203e43a3" /><Relationship Type="http://schemas.openxmlformats.org/officeDocument/2006/relationships/slide" Target="/ppt/slides/slide51.xml" Id="R73b1597e122243ee" /><Relationship Type="http://schemas.openxmlformats.org/officeDocument/2006/relationships/slide" Target="/ppt/slides/slide52.xml" Id="R9ec22ec1453b4303" /><Relationship Type="http://schemas.openxmlformats.org/officeDocument/2006/relationships/slide" Target="/ppt/slides/slide53.xml" Id="Rf2f6cb4fe30145a2" /><Relationship Type="http://schemas.openxmlformats.org/officeDocument/2006/relationships/slide" Target="/ppt/slides/slide54.xml" Id="R776b63890f8c4301" /><Relationship Type="http://schemas.openxmlformats.org/officeDocument/2006/relationships/slide" Target="/ppt/slides/slide55.xml" Id="R68a1b112c6bc49f3" /><Relationship Type="http://schemas.openxmlformats.org/officeDocument/2006/relationships/slide" Target="/ppt/slides/slide56.xml" Id="Re60e5e78475d466c" /><Relationship Type="http://schemas.openxmlformats.org/officeDocument/2006/relationships/slide" Target="/ppt/slides/slide57.xml" Id="Rbedc4c1239754cef" /><Relationship Type="http://schemas.openxmlformats.org/officeDocument/2006/relationships/slide" Target="/ppt/slides/slide58.xml" Id="R05f9993750c84b35" /><Relationship Type="http://schemas.openxmlformats.org/officeDocument/2006/relationships/slide" Target="/ppt/slides/slide59.xml" Id="R0132bbf05c724dce" /><Relationship Type="http://schemas.openxmlformats.org/officeDocument/2006/relationships/slide" Target="/ppt/slides/slide60.xml" Id="Rf5d18d6dd6304dae" /><Relationship Type="http://schemas.openxmlformats.org/officeDocument/2006/relationships/slide" Target="/ppt/slides/slide61.xml" Id="R3ddf1ce1bcec4fc2" /><Relationship Type="http://schemas.openxmlformats.org/officeDocument/2006/relationships/slide" Target="/ppt/slides/slide62.xml" Id="R371c3d64923f44ab" /><Relationship Type="http://schemas.openxmlformats.org/officeDocument/2006/relationships/slide" Target="/ppt/slides/slide63.xml" Id="R872bf8908f4c4322" /><Relationship Type="http://schemas.openxmlformats.org/officeDocument/2006/relationships/slide" Target="/ppt/slides/slide64.xml" Id="R6d83cf046ecc4ff1" /><Relationship Type="http://schemas.openxmlformats.org/officeDocument/2006/relationships/slide" Target="/ppt/slides/slide65.xml" Id="R078d4a71cf244028" /><Relationship Type="http://schemas.openxmlformats.org/officeDocument/2006/relationships/slide" Target="/ppt/slides/slide66.xml" Id="R688fa80d06f64957" /><Relationship Type="http://schemas.openxmlformats.org/officeDocument/2006/relationships/slide" Target="/ppt/slides/slide67.xml" Id="Rdefe5d1a8b014608" /><Relationship Type="http://schemas.openxmlformats.org/officeDocument/2006/relationships/slide" Target="/ppt/slides/slide68.xml" Id="R2236c0538088498c" /><Relationship Type="http://schemas.openxmlformats.org/officeDocument/2006/relationships/slide" Target="/ppt/slides/slide69.xml" Id="R9faf373bde2c4362" /><Relationship Type="http://schemas.openxmlformats.org/officeDocument/2006/relationships/slide" Target="/ppt/slides/slide70.xml" Id="R2ee739abdc4243c8" /><Relationship Type="http://schemas.openxmlformats.org/officeDocument/2006/relationships/slide" Target="/ppt/slides/slide71.xml" Id="R09a9df3015c54940" /><Relationship Type="http://schemas.openxmlformats.org/officeDocument/2006/relationships/slide" Target="/ppt/slides/slide72.xml" Id="R7fb8c58ba2c94c06" /><Relationship Type="http://schemas.openxmlformats.org/officeDocument/2006/relationships/slide" Target="/ppt/slides/slide73.xml" Id="R594ba24bf3da49a8" /><Relationship Type="http://schemas.openxmlformats.org/officeDocument/2006/relationships/slide" Target="/ppt/slides/slide74.xml" Id="R71ca23b94bef4dd9" /><Relationship Type="http://schemas.openxmlformats.org/officeDocument/2006/relationships/slide" Target="/ppt/slides/slide75.xml" Id="Rc2d3fb7520ad4c02" /><Relationship Type="http://schemas.openxmlformats.org/officeDocument/2006/relationships/slide" Target="/ppt/slides/slide76.xml" Id="R8898f615ca5448dd" /><Relationship Type="http://schemas.openxmlformats.org/officeDocument/2006/relationships/slide" Target="/ppt/slides/slide77.xml" Id="Rebff52313eb2427d" /><Relationship Type="http://schemas.openxmlformats.org/officeDocument/2006/relationships/slide" Target="/ppt/slides/slide78.xml" Id="R01be050da7914abe" /><Relationship Type="http://schemas.openxmlformats.org/officeDocument/2006/relationships/slide" Target="/ppt/slides/slide79.xml" Id="R9e32de9fa7f843e5" /><Relationship Type="http://schemas.openxmlformats.org/officeDocument/2006/relationships/slide" Target="/ppt/slides/slide80.xml" Id="Rc8990f35efc940b9" /><Relationship Type="http://schemas.openxmlformats.org/officeDocument/2006/relationships/slide" Target="/ppt/slides/slide81.xml" Id="R9d1960b8afba4a2a" /><Relationship Type="http://schemas.openxmlformats.org/officeDocument/2006/relationships/slide" Target="/ppt/slides/slide82.xml" Id="R66d80c20a9344b30" /><Relationship Type="http://schemas.openxmlformats.org/officeDocument/2006/relationships/slide" Target="/ppt/slides/slide83.xml" Id="Re295ece845734a3d" /><Relationship Type="http://schemas.openxmlformats.org/officeDocument/2006/relationships/slide" Target="/ppt/slides/slide84.xml" Id="Rd4a55b9361d44af3" /><Relationship Type="http://schemas.openxmlformats.org/officeDocument/2006/relationships/slide" Target="/ppt/slides/slide85.xml" Id="R63c50d4ce6264fc3" /><Relationship Type="http://schemas.openxmlformats.org/officeDocument/2006/relationships/slide" Target="/ppt/slides/slide86.xml" Id="R8aa29618060744a8" /><Relationship Type="http://schemas.openxmlformats.org/officeDocument/2006/relationships/slide" Target="/ppt/slides/slide87.xml" Id="Rd78a144ce83a4852" /><Relationship Type="http://schemas.openxmlformats.org/officeDocument/2006/relationships/slide" Target="/ppt/slides/slide88.xml" Id="R73cde3e65b0d421d" /><Relationship Type="http://schemas.openxmlformats.org/officeDocument/2006/relationships/slide" Target="/ppt/slides/slide89.xml" Id="Rc6eb616b51cd4611" /><Relationship Type="http://schemas.openxmlformats.org/officeDocument/2006/relationships/slide" Target="/ppt/slides/slide90.xml" Id="R2eaa30109626496b" /><Relationship Type="http://schemas.openxmlformats.org/officeDocument/2006/relationships/slide" Target="/ppt/slides/slide91.xml" Id="R5bc658d7c1914200" /><Relationship Type="http://schemas.openxmlformats.org/officeDocument/2006/relationships/slide" Target="/ppt/slides/slide92.xml" Id="R57d3413bb4fb4312" /><Relationship Type="http://schemas.openxmlformats.org/officeDocument/2006/relationships/slide" Target="/ppt/slides/slide93.xml" Id="R148c3b378fa84bf4" /><Relationship Type="http://schemas.openxmlformats.org/officeDocument/2006/relationships/slide" Target="/ppt/slides/slide94.xml" Id="Re730cdea962f488c" /><Relationship Type="http://schemas.openxmlformats.org/officeDocument/2006/relationships/slide" Target="/ppt/slides/slide95.xml" Id="R8515c0154303416b" /><Relationship Type="http://schemas.openxmlformats.org/officeDocument/2006/relationships/slide" Target="/ppt/slides/slide96.xml" Id="Rd4e95d1432ae4891" /><Relationship Type="http://schemas.openxmlformats.org/officeDocument/2006/relationships/slide" Target="/ppt/slides/slide97.xml" Id="R9ec20c7c41cb4630" /><Relationship Type="http://schemas.openxmlformats.org/officeDocument/2006/relationships/slide" Target="/ppt/slides/slide98.xml" Id="R4c8bcb3ab010467f" /><Relationship Type="http://schemas.openxmlformats.org/officeDocument/2006/relationships/slide" Target="/ppt/slides/slide99.xml" Id="R4507052f0d4d46f5" /><Relationship Type="http://schemas.openxmlformats.org/officeDocument/2006/relationships/slide" Target="/ppt/slides/slide100.xml" Id="R3eba6dcbc50a43c5" /><Relationship Type="http://schemas.openxmlformats.org/officeDocument/2006/relationships/slide" Target="/ppt/slides/slide101.xml" Id="R5e82357447034925" /><Relationship Type="http://schemas.openxmlformats.org/officeDocument/2006/relationships/slide" Target="/ppt/slides/slide102.xml" Id="R6329c0950b334fd7" /><Relationship Type="http://schemas.openxmlformats.org/officeDocument/2006/relationships/slide" Target="/ppt/slides/slide103.xml" Id="Rc59846ff19f4441d" /><Relationship Type="http://schemas.openxmlformats.org/officeDocument/2006/relationships/slide" Target="/ppt/slides/slide104.xml" Id="R7aae36a34fa84c7f" /><Relationship Type="http://schemas.openxmlformats.org/officeDocument/2006/relationships/slide" Target="/ppt/slides/slide105.xml" Id="Rf11ddf15f7334846" /><Relationship Type="http://schemas.openxmlformats.org/officeDocument/2006/relationships/slide" Target="/ppt/slides/slide106.xml" Id="R20b77975804740d8" /><Relationship Type="http://schemas.openxmlformats.org/officeDocument/2006/relationships/slide" Target="/ppt/slides/slide107.xml" Id="Rb6993adfd7cd425b" /><Relationship Type="http://schemas.openxmlformats.org/officeDocument/2006/relationships/slide" Target="/ppt/slides/slide108.xml" Id="R85b52454c0004c97" /><Relationship Type="http://schemas.openxmlformats.org/officeDocument/2006/relationships/slide" Target="/ppt/slides/slide109.xml" Id="R60f831c5e9d84031" /><Relationship Type="http://schemas.openxmlformats.org/officeDocument/2006/relationships/slide" Target="/ppt/slides/slide110.xml" Id="R14bb7833379d4236" /><Relationship Type="http://schemas.openxmlformats.org/officeDocument/2006/relationships/slide" Target="/ppt/slides/slide111.xml" Id="Rf9b1c819e54b4966" /><Relationship Type="http://schemas.openxmlformats.org/officeDocument/2006/relationships/slide" Target="/ppt/slides/slide112.xml" Id="R6bcd4b75ef9f472f" /><Relationship Type="http://schemas.openxmlformats.org/officeDocument/2006/relationships/slide" Target="/ppt/slides/slide113.xml" Id="Re5cf62c5b01b4bbc" /><Relationship Type="http://schemas.openxmlformats.org/officeDocument/2006/relationships/slide" Target="/ppt/slides/slide114.xml" Id="Rc023a63ae1e847a0" /><Relationship Type="http://schemas.openxmlformats.org/officeDocument/2006/relationships/slide" Target="/ppt/slides/slide115.xml" Id="R706c59c11cef4e42" /><Relationship Type="http://schemas.openxmlformats.org/officeDocument/2006/relationships/slide" Target="/ppt/slides/slide116.xml" Id="R11e8e12341e441d2" /><Relationship Type="http://schemas.openxmlformats.org/officeDocument/2006/relationships/slide" Target="/ppt/slides/slide117.xml" Id="Rb88766f300c8414a" /><Relationship Type="http://schemas.openxmlformats.org/officeDocument/2006/relationships/slide" Target="/ppt/slides/slide118.xml" Id="R3dad06a344654fbc" /><Relationship Type="http://schemas.openxmlformats.org/officeDocument/2006/relationships/slide" Target="/ppt/slides/slide119.xml" Id="Rd782f87c3b7045cc" /><Relationship Type="http://schemas.openxmlformats.org/officeDocument/2006/relationships/slide" Target="/ppt/slides/slide120.xml" Id="R4cc8fdfa3ae24f89" /><Relationship Type="http://schemas.openxmlformats.org/officeDocument/2006/relationships/slide" Target="/ppt/slides/slide121.xml" Id="R0018502d8c0349b6" /><Relationship Type="http://schemas.openxmlformats.org/officeDocument/2006/relationships/slide" Target="/ppt/slides/slide122.xml" Id="Rfaf6bfebb11342fd" /><Relationship Type="http://schemas.openxmlformats.org/officeDocument/2006/relationships/slide" Target="/ppt/slides/slide123.xml" Id="Rc2dbe0fc1d234345" /><Relationship Type="http://schemas.openxmlformats.org/officeDocument/2006/relationships/slide" Target="/ppt/slides/slide124.xml" Id="Rfcd6057126ef48a1" /><Relationship Type="http://schemas.openxmlformats.org/officeDocument/2006/relationships/slide" Target="/ppt/slides/slide125.xml" Id="Ra79011938af24838" /><Relationship Type="http://schemas.openxmlformats.org/officeDocument/2006/relationships/slide" Target="/ppt/slides/slide126.xml" Id="Raed0aa8012f04383" /><Relationship Type="http://schemas.openxmlformats.org/officeDocument/2006/relationships/slide" Target="/ppt/slides/slide127.xml" Id="Rbddd81c60d724a00" /><Relationship Type="http://schemas.openxmlformats.org/officeDocument/2006/relationships/slide" Target="/ppt/slides/slide128.xml" Id="R2617646620ac41ab" /><Relationship Type="http://schemas.openxmlformats.org/officeDocument/2006/relationships/slide" Target="/ppt/slides/slide129.xml" Id="R28cbb70bf92b479c" /><Relationship Type="http://schemas.openxmlformats.org/officeDocument/2006/relationships/slide" Target="/ppt/slides/slide130.xml" Id="R3c86ac1382ad400b" /><Relationship Type="http://schemas.openxmlformats.org/officeDocument/2006/relationships/slide" Target="/ppt/slides/slide131.xml" Id="R197979862cd64a55" /><Relationship Type="http://schemas.openxmlformats.org/officeDocument/2006/relationships/slide" Target="/ppt/slides/slide132.xml" Id="R1ff2081b5c974c0e" /><Relationship Type="http://schemas.openxmlformats.org/officeDocument/2006/relationships/slide" Target="/ppt/slides/slide133.xml" Id="Re195422808f041be" /><Relationship Type="http://schemas.openxmlformats.org/officeDocument/2006/relationships/slide" Target="/ppt/slides/slide134.xml" Id="R2f619c58efef4732" /><Relationship Type="http://schemas.openxmlformats.org/officeDocument/2006/relationships/slide" Target="/ppt/slides/slide135.xml" Id="Rb168a90695db43d9" /><Relationship Type="http://schemas.openxmlformats.org/officeDocument/2006/relationships/slide" Target="/ppt/slides/slide136.xml" Id="Rfbb5b6ae0476414d" /><Relationship Type="http://schemas.openxmlformats.org/officeDocument/2006/relationships/slide" Target="/ppt/slides/slide137.xml" Id="R57308c5937d543d3" /><Relationship Type="http://schemas.openxmlformats.org/officeDocument/2006/relationships/slide" Target="/ppt/slides/slide138.xml" Id="Rcb9c43fbc542446d" /><Relationship Type="http://schemas.openxmlformats.org/officeDocument/2006/relationships/slide" Target="/ppt/slides/slide139.xml" Id="Re9f026ea714d49f9" /><Relationship Type="http://schemas.openxmlformats.org/officeDocument/2006/relationships/slide" Target="/ppt/slides/slide140.xml" Id="R46527cc0a0ce4132" /><Relationship Type="http://schemas.openxmlformats.org/officeDocument/2006/relationships/slide" Target="/ppt/slides/slide141.xml" Id="R2013d4d63d3040e2" /><Relationship Type="http://schemas.openxmlformats.org/officeDocument/2006/relationships/slide" Target="/ppt/slides/slide142.xml" Id="R5cd2d35a72f646e8" /><Relationship Type="http://schemas.openxmlformats.org/officeDocument/2006/relationships/slide" Target="/ppt/slides/slide143.xml" Id="R31a7963e2f4448b3" /><Relationship Type="http://schemas.openxmlformats.org/officeDocument/2006/relationships/slide" Target="/ppt/slides/slide144.xml" Id="Rad78fade5b514988" /><Relationship Type="http://schemas.openxmlformats.org/officeDocument/2006/relationships/slide" Target="/ppt/slides/slide145.xml" Id="Rf845742e91c94128" /><Relationship Type="http://schemas.openxmlformats.org/officeDocument/2006/relationships/slide" Target="/ppt/slides/slide146.xml" Id="R428bdd23923a49d1" /><Relationship Type="http://schemas.openxmlformats.org/officeDocument/2006/relationships/slide" Target="/ppt/slides/slide147.xml" Id="Rb2852f052f7347d8" /><Relationship Type="http://schemas.openxmlformats.org/officeDocument/2006/relationships/slide" Target="/ppt/slides/slide148.xml" Id="R00bc30a3fbc2479c" /><Relationship Type="http://schemas.openxmlformats.org/officeDocument/2006/relationships/slide" Target="/ppt/slides/slide149.xml" Id="R450ec64420324be2" /><Relationship Type="http://schemas.openxmlformats.org/officeDocument/2006/relationships/slide" Target="/ppt/slides/slide150.xml" Id="Rb594d923c3224b50" /><Relationship Type="http://schemas.openxmlformats.org/officeDocument/2006/relationships/slide" Target="/ppt/slides/slide151.xml" Id="R008ba2fbc7a84f78" /><Relationship Type="http://schemas.openxmlformats.org/officeDocument/2006/relationships/slide" Target="/ppt/slides/slide152.xml" Id="Rbb00f903c2ff453c" /><Relationship Type="http://schemas.openxmlformats.org/officeDocument/2006/relationships/slide" Target="/ppt/slides/slide153.xml" Id="R5b2bde4827234b06" /><Relationship Type="http://schemas.openxmlformats.org/officeDocument/2006/relationships/slide" Target="/ppt/slides/slide154.xml" Id="Rd0da47f5d0524ab8" /><Relationship Type="http://schemas.openxmlformats.org/officeDocument/2006/relationships/slide" Target="/ppt/slides/slide155.xml" Id="R7c3d2645adac4c1c" /><Relationship Type="http://schemas.openxmlformats.org/officeDocument/2006/relationships/slide" Target="/ppt/slides/slide156.xml" Id="R6ecd612ad2094988" /><Relationship Type="http://schemas.openxmlformats.org/officeDocument/2006/relationships/slide" Target="/ppt/slides/slide157.xml" Id="Red90511833284209" /><Relationship Type="http://schemas.openxmlformats.org/officeDocument/2006/relationships/slide" Target="/ppt/slides/slide158.xml" Id="R09ee859c596b499a" /><Relationship Type="http://schemas.openxmlformats.org/officeDocument/2006/relationships/slide" Target="/ppt/slides/slide159.xml" Id="R04468a5af3534e29" /><Relationship Type="http://schemas.openxmlformats.org/officeDocument/2006/relationships/slide" Target="/ppt/slides/slide160.xml" Id="R0ebb6dc09c0c4523" /><Relationship Type="http://schemas.openxmlformats.org/officeDocument/2006/relationships/slide" Target="/ppt/slides/slide161.xml" Id="R6010d29386204d54" /><Relationship Type="http://schemas.openxmlformats.org/officeDocument/2006/relationships/slide" Target="/ppt/slides/slide162.xml" Id="R388fb6a0b79549de" /><Relationship Type="http://schemas.openxmlformats.org/officeDocument/2006/relationships/slide" Target="/ppt/slides/slide163.xml" Id="R49a7caa9876e4994" /><Relationship Type="http://schemas.openxmlformats.org/officeDocument/2006/relationships/slide" Target="/ppt/slides/slide164.xml" Id="Rafa4f5b9fc13410d" /><Relationship Type="http://schemas.openxmlformats.org/officeDocument/2006/relationships/slide" Target="/ppt/slides/slide165.xml" Id="Re1835cc278324239" /><Relationship Type="http://schemas.openxmlformats.org/officeDocument/2006/relationships/slide" Target="/ppt/slides/slide166.xml" Id="R25ca01075db149a6" /><Relationship Type="http://schemas.openxmlformats.org/officeDocument/2006/relationships/slide" Target="/ppt/slides/slide167.xml" Id="R734c5fbbff824be4" /><Relationship Type="http://schemas.openxmlformats.org/officeDocument/2006/relationships/slide" Target="/ppt/slides/slide168.xml" Id="R31cde1c8323649c7" /><Relationship Type="http://schemas.openxmlformats.org/officeDocument/2006/relationships/slide" Target="/ppt/slides/slide169.xml" Id="R4ce91ac4fcd248d8" /><Relationship Type="http://schemas.openxmlformats.org/officeDocument/2006/relationships/slide" Target="/ppt/slides/slide170.xml" Id="Rac1f3edac5394da8" /><Relationship Type="http://schemas.openxmlformats.org/officeDocument/2006/relationships/slide" Target="/ppt/slides/slide171.xml" Id="Rdef8d857369c4213" /><Relationship Type="http://schemas.openxmlformats.org/officeDocument/2006/relationships/slide" Target="/ppt/slides/slide172.xml" Id="R67f5e01e58534a92" /><Relationship Type="http://schemas.openxmlformats.org/officeDocument/2006/relationships/slide" Target="/ppt/slides/slide173.xml" Id="R36252e3d3313489c" /><Relationship Type="http://schemas.openxmlformats.org/officeDocument/2006/relationships/slide" Target="/ppt/slides/slide174.xml" Id="R0f0765c099da4815" /><Relationship Type="http://schemas.openxmlformats.org/officeDocument/2006/relationships/slide" Target="/ppt/slides/slide175.xml" Id="R16707143a04d434c" /><Relationship Type="http://schemas.openxmlformats.org/officeDocument/2006/relationships/slide" Target="/ppt/slides/slide176.xml" Id="R82a406e89fb74549" /><Relationship Type="http://schemas.openxmlformats.org/officeDocument/2006/relationships/slide" Target="/ppt/slides/slide177.xml" Id="R6eebc8c1a4fc4d50" /><Relationship Type="http://schemas.openxmlformats.org/officeDocument/2006/relationships/slide" Target="/ppt/slides/slide178.xml" Id="Rf3852d3c497748f8" /><Relationship Type="http://schemas.openxmlformats.org/officeDocument/2006/relationships/slide" Target="/ppt/slides/slide179.xml" Id="R4b79e75230ec4482" /><Relationship Type="http://schemas.openxmlformats.org/officeDocument/2006/relationships/slide" Target="/ppt/slides/slide180.xml" Id="Re0d141bed3de46a3" /><Relationship Type="http://schemas.openxmlformats.org/officeDocument/2006/relationships/slide" Target="/ppt/slides/slide181.xml" Id="R004d280e3b2d41a9" /><Relationship Type="http://schemas.openxmlformats.org/officeDocument/2006/relationships/slide" Target="/ppt/slides/slide182.xml" Id="R93158412418141a3" /><Relationship Type="http://schemas.openxmlformats.org/officeDocument/2006/relationships/slide" Target="/ppt/slides/slide183.xml" Id="R869bb07ae7a54fc5" /><Relationship Type="http://schemas.openxmlformats.org/officeDocument/2006/relationships/slide" Target="/ppt/slides/slide184.xml" Id="R85fdee333a7c4bb2" /><Relationship Type="http://schemas.openxmlformats.org/officeDocument/2006/relationships/slide" Target="/ppt/slides/slide185.xml" Id="Rabe1c650ca7d4fa7" /><Relationship Type="http://schemas.openxmlformats.org/officeDocument/2006/relationships/slide" Target="/ppt/slides/slide186.xml" Id="R4369b3d3d83b414b" /><Relationship Type="http://schemas.openxmlformats.org/officeDocument/2006/relationships/slide" Target="/ppt/slides/slide187.xml" Id="R4dd0ea7b4b7b41f9" /><Relationship Type="http://schemas.openxmlformats.org/officeDocument/2006/relationships/slide" Target="/ppt/slides/slide188.xml" Id="R2dbd4224c3b5485b" /><Relationship Type="http://schemas.openxmlformats.org/officeDocument/2006/relationships/slide" Target="/ppt/slides/slide189.xml" Id="Rdfcab0535d3f4787" /><Relationship Type="http://schemas.openxmlformats.org/officeDocument/2006/relationships/slide" Target="/ppt/slides/slide190.xml" Id="R38e06718c7cb4236" /><Relationship Type="http://schemas.openxmlformats.org/officeDocument/2006/relationships/slide" Target="/ppt/slides/slide191.xml" Id="Rf1434248fb954225" /><Relationship Type="http://schemas.openxmlformats.org/officeDocument/2006/relationships/slide" Target="/ppt/slides/slide192.xml" Id="R3efa78f5cbd54912" /><Relationship Type="http://schemas.openxmlformats.org/officeDocument/2006/relationships/slide" Target="/ppt/slides/slide193.xml" Id="R8abcb3a4d5c946e7" /><Relationship Type="http://schemas.openxmlformats.org/officeDocument/2006/relationships/slide" Target="/ppt/slides/slide194.xml" Id="R2dec8bade1224292" /><Relationship Type="http://schemas.openxmlformats.org/officeDocument/2006/relationships/slide" Target="/ppt/slides/slide195.xml" Id="R263502a04bec4f69" /><Relationship Type="http://schemas.openxmlformats.org/officeDocument/2006/relationships/slide" Target="/ppt/slides/slide196.xml" Id="Rebddddaffdc64791" /><Relationship Type="http://schemas.openxmlformats.org/officeDocument/2006/relationships/slide" Target="/ppt/slides/slide197.xml" Id="R2eaae291c29c45c0" /><Relationship Type="http://schemas.openxmlformats.org/officeDocument/2006/relationships/slide" Target="/ppt/slides/slide198.xml" Id="Rfdbe0d21fe7e4d70" /><Relationship Type="http://schemas.openxmlformats.org/officeDocument/2006/relationships/slide" Target="/ppt/slides/slide199.xml" Id="R8244caca1b6e4516" /><Relationship Type="http://schemas.openxmlformats.org/officeDocument/2006/relationships/slide" Target="/ppt/slides/slide200.xml" Id="Rc3b68cbb6a4849dc" /><Relationship Type="http://schemas.openxmlformats.org/officeDocument/2006/relationships/slide" Target="/ppt/slides/slide201.xml" Id="Rafec6321f9444c71" /><Relationship Type="http://schemas.openxmlformats.org/officeDocument/2006/relationships/slide" Target="/ppt/slides/slide202.xml" Id="Rf54aa3f7613a43cb" /><Relationship Type="http://schemas.openxmlformats.org/officeDocument/2006/relationships/slide" Target="/ppt/slides/slide203.xml" Id="Rac7724f1180b4ece" /><Relationship Type="http://schemas.openxmlformats.org/officeDocument/2006/relationships/slide" Target="/ppt/slides/slide204.xml" Id="R1bd4bbae908c470e" /><Relationship Type="http://schemas.openxmlformats.org/officeDocument/2006/relationships/slide" Target="/ppt/slides/slide205.xml" Id="R0970811b40524cfa" /><Relationship Type="http://schemas.openxmlformats.org/officeDocument/2006/relationships/slide" Target="/ppt/slides/slide206.xml" Id="R1dbffc6c002348b0" /><Relationship Type="http://schemas.openxmlformats.org/officeDocument/2006/relationships/slide" Target="/ppt/slides/slide207.xml" Id="Re936cd39023d4e45" /><Relationship Type="http://schemas.openxmlformats.org/officeDocument/2006/relationships/slide" Target="/ppt/slides/slide208.xml" Id="Rb7dc35ad9cc14ac4" /><Relationship Type="http://schemas.openxmlformats.org/officeDocument/2006/relationships/slide" Target="/ppt/slides/slide209.xml" Id="R2110ac5cdc6748b0" /><Relationship Type="http://schemas.openxmlformats.org/officeDocument/2006/relationships/slide" Target="/ppt/slides/slide210.xml" Id="R2b5c744e1e98403a" /><Relationship Type="http://schemas.openxmlformats.org/officeDocument/2006/relationships/slide" Target="/ppt/slides/slide211.xml" Id="Raf34ae1ce28845a2" /><Relationship Type="http://schemas.openxmlformats.org/officeDocument/2006/relationships/slide" Target="/ppt/slides/slide212.xml" Id="R0f421158e39d4373" /><Relationship Type="http://schemas.openxmlformats.org/officeDocument/2006/relationships/slide" Target="/ppt/slides/slide213.xml" Id="Rff901131251d4357" /><Relationship Type="http://schemas.openxmlformats.org/officeDocument/2006/relationships/slide" Target="/ppt/slides/slide214.xml" Id="Rcd688566dd4146bc" /><Relationship Type="http://schemas.openxmlformats.org/officeDocument/2006/relationships/slide" Target="/ppt/slides/slide215.xml" Id="R3ca07c303249407f" /><Relationship Type="http://schemas.openxmlformats.org/officeDocument/2006/relationships/slide" Target="/ppt/slides/slide216.xml" Id="R8a70eefc525a4c15" /><Relationship Type="http://schemas.openxmlformats.org/officeDocument/2006/relationships/slide" Target="/ppt/slides/slide217.xml" Id="Rf5ed1c8f8902468c" /><Relationship Type="http://schemas.openxmlformats.org/officeDocument/2006/relationships/slide" Target="/ppt/slides/slide218.xml" Id="R0451218d0eea4161" /><Relationship Type="http://schemas.openxmlformats.org/officeDocument/2006/relationships/slide" Target="/ppt/slides/slide219.xml" Id="R2c4650fb6b314aea" /><Relationship Type="http://schemas.openxmlformats.org/officeDocument/2006/relationships/slide" Target="/ppt/slides/slide220.xml" Id="R9834d9befe064dfc" /><Relationship Type="http://schemas.openxmlformats.org/officeDocument/2006/relationships/slide" Target="/ppt/slides/slide221.xml" Id="Rca29cc36959446d7" /><Relationship Type="http://schemas.openxmlformats.org/officeDocument/2006/relationships/slide" Target="/ppt/slides/slide222.xml" Id="R9d7713db234d49d8" /><Relationship Type="http://schemas.openxmlformats.org/officeDocument/2006/relationships/slide" Target="/ppt/slides/slide223.xml" Id="Rcfae291516ee4721" /><Relationship Type="http://schemas.openxmlformats.org/officeDocument/2006/relationships/slide" Target="/ppt/slides/slide224.xml" Id="R03ac368565cd41bc" /><Relationship Type="http://schemas.openxmlformats.org/officeDocument/2006/relationships/slide" Target="/ppt/slides/slide225.xml" Id="R975e423e3c404c27" /><Relationship Type="http://schemas.openxmlformats.org/officeDocument/2006/relationships/slide" Target="/ppt/slides/slide226.xml" Id="R95efc793f7054fe8" /><Relationship Type="http://schemas.openxmlformats.org/officeDocument/2006/relationships/slide" Target="/ppt/slides/slide227.xml" Id="Reb74d17d3a664178" /><Relationship Type="http://schemas.openxmlformats.org/officeDocument/2006/relationships/slide" Target="/ppt/slides/slide228.xml" Id="Re58465bb91ea473a" /><Relationship Type="http://schemas.openxmlformats.org/officeDocument/2006/relationships/slide" Target="/ppt/slides/slide229.xml" Id="R1800d992dc494c84" /><Relationship Type="http://schemas.openxmlformats.org/officeDocument/2006/relationships/slide" Target="/ppt/slides/slide230.xml" Id="Ree085fc4f88046b9" /><Relationship Type="http://schemas.openxmlformats.org/officeDocument/2006/relationships/slide" Target="/ppt/slides/slide231.xml" Id="R28f3faf714af47cf" /><Relationship Type="http://schemas.openxmlformats.org/officeDocument/2006/relationships/slide" Target="/ppt/slides/slide232.xml" Id="Ra32324d7b3f9406d" /><Relationship Type="http://schemas.openxmlformats.org/officeDocument/2006/relationships/slide" Target="/ppt/slides/slide233.xml" Id="Rf30f0046b08a45fd" /><Relationship Type="http://schemas.openxmlformats.org/officeDocument/2006/relationships/slide" Target="/ppt/slides/slide234.xml" Id="R32c672c5a55f4fd0" /><Relationship Type="http://schemas.openxmlformats.org/officeDocument/2006/relationships/slide" Target="/ppt/slides/slide235.xml" Id="R800a9bf4f66c41fb" /><Relationship Type="http://schemas.openxmlformats.org/officeDocument/2006/relationships/slide" Target="/ppt/slides/slide236.xml" Id="R7669f9d45e4047df" /><Relationship Type="http://schemas.openxmlformats.org/officeDocument/2006/relationships/slide" Target="/ppt/slides/slide237.xml" Id="Rac20f7bbf77446c6" /><Relationship Type="http://schemas.openxmlformats.org/officeDocument/2006/relationships/slide" Target="/ppt/slides/slide238.xml" Id="R30ce5b17f7284612" /><Relationship Type="http://schemas.openxmlformats.org/officeDocument/2006/relationships/slide" Target="/ppt/slides/slide239.xml" Id="R0eacb209997144d9" /><Relationship Type="http://schemas.openxmlformats.org/officeDocument/2006/relationships/slide" Target="/ppt/slides/slide240.xml" Id="R70aa89d8d80f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c2302cd4eb4a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fc19846b29474a" /><Relationship Type="http://schemas.openxmlformats.org/officeDocument/2006/relationships/notesMaster" Target="/ppt/notesMasters/notesMaster1.xml" Id="R598ec08f38ae4d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aeee55a11d4063" /><Relationship Type="http://schemas.openxmlformats.org/officeDocument/2006/relationships/notesMaster" Target="/ppt/notesMasters/notesMaster1.xml" Id="R9a4c28327ddb44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65af09a7574da7" /><Relationship Type="http://schemas.openxmlformats.org/officeDocument/2006/relationships/notesMaster" Target="/ppt/notesMasters/notesMaster1.xml" Id="R905a462236844f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7126c57d7346c5" /><Relationship Type="http://schemas.openxmlformats.org/officeDocument/2006/relationships/notesMaster" Target="/ppt/notesMasters/notesMaster1.xml" Id="R8ef2d49bb6664d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b4f9fe750646f0" /><Relationship Type="http://schemas.openxmlformats.org/officeDocument/2006/relationships/notesMaster" Target="/ppt/notesMasters/notesMaster1.xml" Id="R589392216735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d300ce60f64794" /><Relationship Type="http://schemas.openxmlformats.org/officeDocument/2006/relationships/notesMaster" Target="/ppt/notesMasters/notesMaster1.xml" Id="R19250fd5aa414c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2862a16ba441c6" /><Relationship Type="http://schemas.openxmlformats.org/officeDocument/2006/relationships/notesMaster" Target="/ppt/notesMasters/notesMaster1.xml" Id="R4957cbaafb8847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a7e078fed74e69" /><Relationship Type="http://schemas.openxmlformats.org/officeDocument/2006/relationships/notesMaster" Target="/ppt/notesMasters/notesMaster1.xml" Id="R8ed981853d9f45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ec82e36fd048f8" /><Relationship Type="http://schemas.openxmlformats.org/officeDocument/2006/relationships/notesMaster" Target="/ppt/notesMasters/notesMaster1.xml" Id="R8c7d5abd35a947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1f4bcc6f764756" /><Relationship Type="http://schemas.openxmlformats.org/officeDocument/2006/relationships/notesMaster" Target="/ppt/notesMasters/notesMaster1.xml" Id="Re18fecce61d54d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3a2193aff2446d" /><Relationship Type="http://schemas.openxmlformats.org/officeDocument/2006/relationships/notesMaster" Target="/ppt/notesMasters/notesMaster1.xml" Id="Rff8d9d99f82e43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cb50054e15479d" /><Relationship Type="http://schemas.openxmlformats.org/officeDocument/2006/relationships/notesMaster" Target="/ppt/notesMasters/notesMaster1.xml" Id="Ra054c1db724545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c8794e8bc448df" /><Relationship Type="http://schemas.openxmlformats.org/officeDocument/2006/relationships/notesMaster" Target="/ppt/notesMasters/notesMaster1.xml" Id="Rf1148c2a05924d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d13a028aae46f2" /><Relationship Type="http://schemas.openxmlformats.org/officeDocument/2006/relationships/notesMaster" Target="/ppt/notesMasters/notesMaster1.xml" Id="Rb54623572a074c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638601d4ef4421" /><Relationship Type="http://schemas.openxmlformats.org/officeDocument/2006/relationships/notesMaster" Target="/ppt/notesMasters/notesMaster1.xml" Id="Rcd9f32864e104f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e4d571ca194e8e" /><Relationship Type="http://schemas.openxmlformats.org/officeDocument/2006/relationships/notesMaster" Target="/ppt/notesMasters/notesMaster1.xml" Id="Rba282592fdac48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96f1c345ce4695" /><Relationship Type="http://schemas.openxmlformats.org/officeDocument/2006/relationships/notesMaster" Target="/ppt/notesMasters/notesMaster1.xml" Id="Rb4905a839c9b40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1148db00744c4d" /><Relationship Type="http://schemas.openxmlformats.org/officeDocument/2006/relationships/notesMaster" Target="/ppt/notesMasters/notesMaster1.xml" Id="R9025347e300946a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eaa1f556474742" /><Relationship Type="http://schemas.openxmlformats.org/officeDocument/2006/relationships/notesMaster" Target="/ppt/notesMasters/notesMaster1.xml" Id="Rea202bd972c44c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47e9e08e324889" /><Relationship Type="http://schemas.openxmlformats.org/officeDocument/2006/relationships/notesMaster" Target="/ppt/notesMasters/notesMaster1.xml" Id="R48af3d51c8ad4ea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2142667b6942b4" /><Relationship Type="http://schemas.openxmlformats.org/officeDocument/2006/relationships/notesMaster" Target="/ppt/notesMasters/notesMaster1.xml" Id="R9b6619e1be7b44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46260e3a134fa8" /><Relationship Type="http://schemas.openxmlformats.org/officeDocument/2006/relationships/notesMaster" Target="/ppt/notesMasters/notesMaster1.xml" Id="Rf95ac9540118408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e2fa8ad8b6e44a2" /><Relationship Type="http://schemas.openxmlformats.org/officeDocument/2006/relationships/notesMaster" Target="/ppt/notesMasters/notesMaster1.xml" Id="R7d2cea6fce1e46f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357688ad6749bb" /><Relationship Type="http://schemas.openxmlformats.org/officeDocument/2006/relationships/notesMaster" Target="/ppt/notesMasters/notesMaster1.xml" Id="R29fe05c58dcc40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0fe43fe8d74927" /><Relationship Type="http://schemas.openxmlformats.org/officeDocument/2006/relationships/notesMaster" Target="/ppt/notesMasters/notesMaster1.xml" Id="R2afa89da5d744ba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071a4131c354f17" /><Relationship Type="http://schemas.openxmlformats.org/officeDocument/2006/relationships/notesMaster" Target="/ppt/notesMasters/notesMaster1.xml" Id="R5bccbb4ffc7a4f6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59bfad5efd4753" /><Relationship Type="http://schemas.openxmlformats.org/officeDocument/2006/relationships/notesMaster" Target="/ppt/notesMasters/notesMaster1.xml" Id="R59a14234cf8147e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a1cf121e514eaa" /><Relationship Type="http://schemas.openxmlformats.org/officeDocument/2006/relationships/notesMaster" Target="/ppt/notesMasters/notesMaster1.xml" Id="R59d043f3d5034f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bd4dccf988e4b97" /><Relationship Type="http://schemas.openxmlformats.org/officeDocument/2006/relationships/notesMaster" Target="/ppt/notesMasters/notesMaster1.xml" Id="R19843cf8fb6a4cc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0726e12fbd34ad9" /><Relationship Type="http://schemas.openxmlformats.org/officeDocument/2006/relationships/notesMaster" Target="/ppt/notesMasters/notesMaster1.xml" Id="Rb565772a2c524be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fb16f59bffb44e7" /><Relationship Type="http://schemas.openxmlformats.org/officeDocument/2006/relationships/notesMaster" Target="/ppt/notesMasters/notesMaster1.xml" Id="Rcba8e3de3c80449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a22f5604a9c4b3a" /><Relationship Type="http://schemas.openxmlformats.org/officeDocument/2006/relationships/notesMaster" Target="/ppt/notesMasters/notesMaster1.xml" Id="Rf57001350f16403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1815d6bdb75426c" /><Relationship Type="http://schemas.openxmlformats.org/officeDocument/2006/relationships/notesMaster" Target="/ppt/notesMasters/notesMaster1.xml" Id="R479178a9e0c042a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784e357bf3948a8" /><Relationship Type="http://schemas.openxmlformats.org/officeDocument/2006/relationships/notesMaster" Target="/ppt/notesMasters/notesMaster1.xml" Id="R9db899509166403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90a6064acba4ec2" /><Relationship Type="http://schemas.openxmlformats.org/officeDocument/2006/relationships/notesMaster" Target="/ppt/notesMasters/notesMaster1.xml" Id="Rb96d689ebbcc440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500acd4b2bc4d4e" /><Relationship Type="http://schemas.openxmlformats.org/officeDocument/2006/relationships/notesMaster" Target="/ppt/notesMasters/notesMaster1.xml" Id="Rce6f186f7b0e46d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6dd6a0c51a648ab" /><Relationship Type="http://schemas.openxmlformats.org/officeDocument/2006/relationships/notesMaster" Target="/ppt/notesMasters/notesMaster1.xml" Id="R018da6f5853c4d0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bf49df2c1f048ae" /><Relationship Type="http://schemas.openxmlformats.org/officeDocument/2006/relationships/notesMaster" Target="/ppt/notesMasters/notesMaster1.xml" Id="R3d0aa80ac743442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caee3f30fb341ac" /><Relationship Type="http://schemas.openxmlformats.org/officeDocument/2006/relationships/notesMaster" Target="/ppt/notesMasters/notesMaster1.xml" Id="R282182f5c291440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7be6dc369884c1e" /><Relationship Type="http://schemas.openxmlformats.org/officeDocument/2006/relationships/notesMaster" Target="/ppt/notesMasters/notesMaster1.xml" Id="R6e59e462f4b24a0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b74eef376244d1c" /><Relationship Type="http://schemas.openxmlformats.org/officeDocument/2006/relationships/notesMaster" Target="/ppt/notesMasters/notesMaster1.xml" Id="Rdbbe71d0719b456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1826fa1bae64e45" /><Relationship Type="http://schemas.openxmlformats.org/officeDocument/2006/relationships/notesMaster" Target="/ppt/notesMasters/notesMaster1.xml" Id="R041390316a87451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ca84bb5b8124ff7" /><Relationship Type="http://schemas.openxmlformats.org/officeDocument/2006/relationships/notesMaster" Target="/ppt/notesMasters/notesMaster1.xml" Id="R5a4a16771b50412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976899682da400b" /><Relationship Type="http://schemas.openxmlformats.org/officeDocument/2006/relationships/notesMaster" Target="/ppt/notesMasters/notesMaster1.xml" Id="R1f34f3fac1a043b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c584913a26a44b1" /><Relationship Type="http://schemas.openxmlformats.org/officeDocument/2006/relationships/notesMaster" Target="/ppt/notesMasters/notesMaster1.xml" Id="R94923b82be29423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8d0a50d12254d38" /><Relationship Type="http://schemas.openxmlformats.org/officeDocument/2006/relationships/notesMaster" Target="/ppt/notesMasters/notesMaster1.xml" Id="Re3aeb1d230c2485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933eda9170f45c0" /><Relationship Type="http://schemas.openxmlformats.org/officeDocument/2006/relationships/notesMaster" Target="/ppt/notesMasters/notesMaster1.xml" Id="R3327d7ccbbff4d4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a742cea0dd14497" /><Relationship Type="http://schemas.openxmlformats.org/officeDocument/2006/relationships/notesMaster" Target="/ppt/notesMasters/notesMaster1.xml" Id="Rc3024dc948554ed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c246d536ef34f32" /><Relationship Type="http://schemas.openxmlformats.org/officeDocument/2006/relationships/notesMaster" Target="/ppt/notesMasters/notesMaster1.xml" Id="Rda454bd5e9954c5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0689e793cfe43e1" /><Relationship Type="http://schemas.openxmlformats.org/officeDocument/2006/relationships/notesMaster" Target="/ppt/notesMasters/notesMaster1.xml" Id="Rfe8ad1280af3451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17eaf29c8d44b7a" /><Relationship Type="http://schemas.openxmlformats.org/officeDocument/2006/relationships/notesMaster" Target="/ppt/notesMasters/notesMaster1.xml" Id="R0f2c8dd240b34ad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f152e9a1fb144a2" /><Relationship Type="http://schemas.openxmlformats.org/officeDocument/2006/relationships/notesMaster" Target="/ppt/notesMasters/notesMaster1.xml" Id="Rb43befc397e741a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d61ec26ada44b3c" /><Relationship Type="http://schemas.openxmlformats.org/officeDocument/2006/relationships/notesMaster" Target="/ppt/notesMasters/notesMaster1.xml" Id="R2b1c2c167d0b436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db7ddfa0876472e" /><Relationship Type="http://schemas.openxmlformats.org/officeDocument/2006/relationships/notesMaster" Target="/ppt/notesMasters/notesMaster1.xml" Id="R211997901f974f3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a2b814f331a4da1" /><Relationship Type="http://schemas.openxmlformats.org/officeDocument/2006/relationships/notesMaster" Target="/ppt/notesMasters/notesMaster1.xml" Id="R419c00a5bebf448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df3c7acf2aa4c2c" /><Relationship Type="http://schemas.openxmlformats.org/officeDocument/2006/relationships/notesMaster" Target="/ppt/notesMasters/notesMaster1.xml" Id="R7ebc6b9b524b4d4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85daa0aded143a9" /><Relationship Type="http://schemas.openxmlformats.org/officeDocument/2006/relationships/notesMaster" Target="/ppt/notesMasters/notesMaster1.xml" Id="Rfe22af07059d431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94767e931a84fcb" /><Relationship Type="http://schemas.openxmlformats.org/officeDocument/2006/relationships/notesMaster" Target="/ppt/notesMasters/notesMaster1.xml" Id="R9aaa73f4787844c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a87f084b6454aac" /><Relationship Type="http://schemas.openxmlformats.org/officeDocument/2006/relationships/notesMaster" Target="/ppt/notesMasters/notesMaster1.xml" Id="R5fe797eecd9e47f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87a793446bb4517" /><Relationship Type="http://schemas.openxmlformats.org/officeDocument/2006/relationships/notesMaster" Target="/ppt/notesMasters/notesMaster1.xml" Id="R0560895cef32480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757db23d727425f" /><Relationship Type="http://schemas.openxmlformats.org/officeDocument/2006/relationships/notesMaster" Target="/ppt/notesMasters/notesMaster1.xml" Id="R13aa775c6457469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eee1c8df55b417b" /><Relationship Type="http://schemas.openxmlformats.org/officeDocument/2006/relationships/notesMaster" Target="/ppt/notesMasters/notesMaster1.xml" Id="R3ee1e568f78f4ed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85cda957bba4aac" /><Relationship Type="http://schemas.openxmlformats.org/officeDocument/2006/relationships/notesMaster" Target="/ppt/notesMasters/notesMaster1.xml" Id="R27f740abb2664e8c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9825f03b1ce42a0" /><Relationship Type="http://schemas.openxmlformats.org/officeDocument/2006/relationships/notesMaster" Target="/ppt/notesMasters/notesMaster1.xml" Id="Rd408774177c6429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c0fe5c2d866748df" /><Relationship Type="http://schemas.openxmlformats.org/officeDocument/2006/relationships/notesMaster" Target="/ppt/notesMasters/notesMaster1.xml" Id="R6c7bcd7ea0ea4bc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fb27feba92a4bfd" /><Relationship Type="http://schemas.openxmlformats.org/officeDocument/2006/relationships/notesMaster" Target="/ppt/notesMasters/notesMaster1.xml" Id="R36893e364e844645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6569e7d342a34352" /><Relationship Type="http://schemas.openxmlformats.org/officeDocument/2006/relationships/notesMaster" Target="/ppt/notesMasters/notesMaster1.xml" Id="R42955acc4c334162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78be3acb2ec4a8f" /><Relationship Type="http://schemas.openxmlformats.org/officeDocument/2006/relationships/notesMaster" Target="/ppt/notesMasters/notesMaster1.xml" Id="Rf9fa2991d6954e9b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db7eb4fe217467d" /><Relationship Type="http://schemas.openxmlformats.org/officeDocument/2006/relationships/notesMaster" Target="/ppt/notesMasters/notesMaster1.xml" Id="R792a96c3c5d743e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196c01f29959463b" /><Relationship Type="http://schemas.openxmlformats.org/officeDocument/2006/relationships/notesMaster" Target="/ppt/notesMasters/notesMaster1.xml" Id="R3b830c10f1af48d6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359491da70441eb" /><Relationship Type="http://schemas.openxmlformats.org/officeDocument/2006/relationships/notesMaster" Target="/ppt/notesMasters/notesMaster1.xml" Id="Ra5dad866d74840d2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7d75cd4bb0e64afd" /><Relationship Type="http://schemas.openxmlformats.org/officeDocument/2006/relationships/notesMaster" Target="/ppt/notesMasters/notesMaster1.xml" Id="R46a2c2043af243a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9f2db6b043e4c60" /><Relationship Type="http://schemas.openxmlformats.org/officeDocument/2006/relationships/notesMaster" Target="/ppt/notesMasters/notesMaster1.xml" Id="R2fcadd861cf8435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5b78210301304b3c" /><Relationship Type="http://schemas.openxmlformats.org/officeDocument/2006/relationships/notesMaster" Target="/ppt/notesMasters/notesMaster1.xml" Id="R56ec2c6585b14806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9bd271f45ff64d2f" /><Relationship Type="http://schemas.openxmlformats.org/officeDocument/2006/relationships/notesMaster" Target="/ppt/notesMasters/notesMaster1.xml" Id="R2cb534cd4f714a11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fae981e7b0414ab8" /><Relationship Type="http://schemas.openxmlformats.org/officeDocument/2006/relationships/notesMaster" Target="/ppt/notesMasters/notesMaster1.xml" Id="R3a5cf9be8f3449e7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35ab5a8d97f7451c" /><Relationship Type="http://schemas.openxmlformats.org/officeDocument/2006/relationships/notesMaster" Target="/ppt/notesMasters/notesMaster1.xml" Id="R8d47ae212e6442b0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d5dc3015a044c71" /><Relationship Type="http://schemas.openxmlformats.org/officeDocument/2006/relationships/notesMaster" Target="/ppt/notesMasters/notesMaster1.xml" Id="R1aa0c3771d854b89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1eacd9187b34288" /><Relationship Type="http://schemas.openxmlformats.org/officeDocument/2006/relationships/notesMaster" Target="/ppt/notesMasters/notesMaster1.xml" Id="R9aff94e12a5947e9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de5495c0bdd24010" /><Relationship Type="http://schemas.openxmlformats.org/officeDocument/2006/relationships/notesMaster" Target="/ppt/notesMasters/notesMaster1.xml" Id="R74222d1d4f0747b2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683af65437c4d1f" /><Relationship Type="http://schemas.openxmlformats.org/officeDocument/2006/relationships/notesMaster" Target="/ppt/notesMasters/notesMaster1.xml" Id="R2fb52905f93a416d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efdd6b76c923471e" /><Relationship Type="http://schemas.openxmlformats.org/officeDocument/2006/relationships/notesMaster" Target="/ppt/notesMasters/notesMaster1.xml" Id="Ra7e7de52fe5c412c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a0ebbfec661649ec" /><Relationship Type="http://schemas.openxmlformats.org/officeDocument/2006/relationships/notesMaster" Target="/ppt/notesMasters/notesMaster1.xml" Id="Rf2595e33c28945c6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0c193cfea6b7416b" /><Relationship Type="http://schemas.openxmlformats.org/officeDocument/2006/relationships/notesMaster" Target="/ppt/notesMasters/notesMaster1.xml" Id="R11d68703ed004581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cd74d194e5ef4828" /><Relationship Type="http://schemas.openxmlformats.org/officeDocument/2006/relationships/notesMaster" Target="/ppt/notesMasters/notesMaster1.xml" Id="Rcdc8740b08934f7b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1445daedc6e5415d" /><Relationship Type="http://schemas.openxmlformats.org/officeDocument/2006/relationships/notesMaster" Target="/ppt/notesMasters/notesMaster1.xml" Id="R6871ab1d5a4745eb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21ae1241f60a4b10" /><Relationship Type="http://schemas.openxmlformats.org/officeDocument/2006/relationships/notesMaster" Target="/ppt/notesMasters/notesMaster1.xml" Id="R34cc8aaf00644ab8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95bcbf8d08c543b8" /><Relationship Type="http://schemas.openxmlformats.org/officeDocument/2006/relationships/notesMaster" Target="/ppt/notesMasters/notesMaster1.xml" Id="R356ddedbc8884bd4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f1212368840848bb" /><Relationship Type="http://schemas.openxmlformats.org/officeDocument/2006/relationships/notesMaster" Target="/ppt/notesMasters/notesMaster1.xml" Id="R548b4a86202142f8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0bdc45c017dc4ca1" /><Relationship Type="http://schemas.openxmlformats.org/officeDocument/2006/relationships/notesMaster" Target="/ppt/notesMasters/notesMaster1.xml" Id="Rce54c71e19e24cdc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9a05b9c61d9e4943" /><Relationship Type="http://schemas.openxmlformats.org/officeDocument/2006/relationships/notesMaster" Target="/ppt/notesMasters/notesMaster1.xml" Id="R7d2d2ce20e14433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ea7d0702eb4c4a1a" /><Relationship Type="http://schemas.openxmlformats.org/officeDocument/2006/relationships/notesMaster" Target="/ppt/notesMasters/notesMaster1.xml" Id="R07e9fa19b5044dac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c5ce539e8fef4166" /><Relationship Type="http://schemas.openxmlformats.org/officeDocument/2006/relationships/notesMaster" Target="/ppt/notesMasters/notesMaster1.xml" Id="R9cb74f1a9ee14c61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d384de9407e44bec" /><Relationship Type="http://schemas.openxmlformats.org/officeDocument/2006/relationships/notesMaster" Target="/ppt/notesMasters/notesMaster1.xml" Id="Ra5266bffd2b74b16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8f0c84bc8def48ca" /><Relationship Type="http://schemas.openxmlformats.org/officeDocument/2006/relationships/notesMaster" Target="/ppt/notesMasters/notesMaster1.xml" Id="R138bb20d8e1a4e1e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618267ab32884dd3" /><Relationship Type="http://schemas.openxmlformats.org/officeDocument/2006/relationships/notesMaster" Target="/ppt/notesMasters/notesMaster1.xml" Id="Rf0d67709d0604089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c169b5c26c744c17" /><Relationship Type="http://schemas.openxmlformats.org/officeDocument/2006/relationships/notesMaster" Target="/ppt/notesMasters/notesMaster1.xml" Id="Ra27a9b3014684480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f534c8d270274e85" /><Relationship Type="http://schemas.openxmlformats.org/officeDocument/2006/relationships/notesMaster" Target="/ppt/notesMasters/notesMaster1.xml" Id="R9c5e71b2fee9420f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4ec2d8aa07f84aa4" /><Relationship Type="http://schemas.openxmlformats.org/officeDocument/2006/relationships/notesMaster" Target="/ppt/notesMasters/notesMaster1.xml" Id="R2deb463bbb4b444d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ca19dc438ef145d6" /><Relationship Type="http://schemas.openxmlformats.org/officeDocument/2006/relationships/notesMaster" Target="/ppt/notesMasters/notesMaster1.xml" Id="Rc3484ad3756c4af6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64c7cf5cd6164831" /><Relationship Type="http://schemas.openxmlformats.org/officeDocument/2006/relationships/notesMaster" Target="/ppt/notesMasters/notesMaster1.xml" Id="R4a099f7ca87744f0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3f5b627fb64f49dc" /><Relationship Type="http://schemas.openxmlformats.org/officeDocument/2006/relationships/notesMaster" Target="/ppt/notesMasters/notesMaster1.xml" Id="Rd4738212e7a04c2a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ff5cb7ddd27741dc" /><Relationship Type="http://schemas.openxmlformats.org/officeDocument/2006/relationships/notesMaster" Target="/ppt/notesMasters/notesMaster1.xml" Id="Rf506eaadf9f74c30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2a2895b34d2d426e" /><Relationship Type="http://schemas.openxmlformats.org/officeDocument/2006/relationships/notesMaster" Target="/ppt/notesMasters/notesMaster1.xml" Id="R97e1be78dbce4923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3f82929f2e17436a" /><Relationship Type="http://schemas.openxmlformats.org/officeDocument/2006/relationships/notesMaster" Target="/ppt/notesMasters/notesMaster1.xml" Id="Rf4f98fd6a0074341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85e918f2068d4eab" /><Relationship Type="http://schemas.openxmlformats.org/officeDocument/2006/relationships/notesMaster" Target="/ppt/notesMasters/notesMaster1.xml" Id="Rb8a39696eced4d2d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97e2f1ca32f74601" /><Relationship Type="http://schemas.openxmlformats.org/officeDocument/2006/relationships/notesMaster" Target="/ppt/notesMasters/notesMaster1.xml" Id="R5170855caa2d47c5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919e561a5bb84950" /><Relationship Type="http://schemas.openxmlformats.org/officeDocument/2006/relationships/notesMaster" Target="/ppt/notesMasters/notesMaster1.xml" Id="Rbdb4fc7e7b6243a7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fc81a24817f449ad" /><Relationship Type="http://schemas.openxmlformats.org/officeDocument/2006/relationships/notesMaster" Target="/ppt/notesMasters/notesMaster1.xml" Id="Rdc04a9a613f54e6e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f55e6caac37f4bfe" /><Relationship Type="http://schemas.openxmlformats.org/officeDocument/2006/relationships/notesMaster" Target="/ppt/notesMasters/notesMaster1.xml" Id="Reacfab5252b44f2b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8594ee88decb4781" /><Relationship Type="http://schemas.openxmlformats.org/officeDocument/2006/relationships/notesMaster" Target="/ppt/notesMasters/notesMaster1.xml" Id="R480d4779e8e443f7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888167606db24a4c" /><Relationship Type="http://schemas.openxmlformats.org/officeDocument/2006/relationships/notesMaster" Target="/ppt/notesMasters/notesMaster1.xml" Id="Rc74aafd899c74a7f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6de2ab36a2374011" /><Relationship Type="http://schemas.openxmlformats.org/officeDocument/2006/relationships/notesMaster" Target="/ppt/notesMasters/notesMaster1.xml" Id="R535debb8c24f4f3f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0c71e476b2b64736" /><Relationship Type="http://schemas.openxmlformats.org/officeDocument/2006/relationships/notesMaster" Target="/ppt/notesMasters/notesMaster1.xml" Id="R92c82aae46d74b3e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cc0e6ea98f8f45ec" /><Relationship Type="http://schemas.openxmlformats.org/officeDocument/2006/relationships/notesMaster" Target="/ppt/notesMasters/notesMaster1.xml" Id="R934ad9b4d77a4b26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17d05afce34d4915" /><Relationship Type="http://schemas.openxmlformats.org/officeDocument/2006/relationships/notesMaster" Target="/ppt/notesMasters/notesMaster1.xml" Id="R7d7dbb9176614628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9c2d14a762434e4f" /><Relationship Type="http://schemas.openxmlformats.org/officeDocument/2006/relationships/notesMaster" Target="/ppt/notesMasters/notesMaster1.xml" Id="Rc4e0e5ec7d8c40eb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af8bae772eb948bc" /><Relationship Type="http://schemas.openxmlformats.org/officeDocument/2006/relationships/notesMaster" Target="/ppt/notesMasters/notesMaster1.xml" Id="R868eb4d4d76b4861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937bc957b0f74eea" /><Relationship Type="http://schemas.openxmlformats.org/officeDocument/2006/relationships/notesMaster" Target="/ppt/notesMasters/notesMaster1.xml" Id="Rcff7d2c9813b4061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31cd4d2183a64da8" /><Relationship Type="http://schemas.openxmlformats.org/officeDocument/2006/relationships/notesMaster" Target="/ppt/notesMasters/notesMaster1.xml" Id="R1d3cf97e1a0743a2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e95f6101a0c1416f" /><Relationship Type="http://schemas.openxmlformats.org/officeDocument/2006/relationships/notesMaster" Target="/ppt/notesMasters/notesMaster1.xml" Id="R29b9e978165f458d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f763842289b24653" /><Relationship Type="http://schemas.openxmlformats.org/officeDocument/2006/relationships/notesMaster" Target="/ppt/notesMasters/notesMaster1.xml" Id="Rae6af054490746a5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72778f9d6dce4248" /><Relationship Type="http://schemas.openxmlformats.org/officeDocument/2006/relationships/notesMaster" Target="/ppt/notesMasters/notesMaster1.xml" Id="R04d2a11a8f0e47dd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e8a2ed85b3ee4a7c" /><Relationship Type="http://schemas.openxmlformats.org/officeDocument/2006/relationships/notesMaster" Target="/ppt/notesMasters/notesMaster1.xml" Id="Rd3e7db47113947b4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762e2114b4994640" /><Relationship Type="http://schemas.openxmlformats.org/officeDocument/2006/relationships/notesMaster" Target="/ppt/notesMasters/notesMaster1.xml" Id="R626ca3acf26c4615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267d0569bdd44988" /><Relationship Type="http://schemas.openxmlformats.org/officeDocument/2006/relationships/notesMaster" Target="/ppt/notesMasters/notesMaster1.xml" Id="R2a28a2f9baaf4975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2ddf0c636f0f47fa" /><Relationship Type="http://schemas.openxmlformats.org/officeDocument/2006/relationships/notesMaster" Target="/ppt/notesMasters/notesMaster1.xml" Id="Rb49189ac27bd4288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9592ebf6ddc74ddb" /><Relationship Type="http://schemas.openxmlformats.org/officeDocument/2006/relationships/notesMaster" Target="/ppt/notesMasters/notesMaster1.xml" Id="R869ad88abeea40c8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40bc3e0f1611467e" /><Relationship Type="http://schemas.openxmlformats.org/officeDocument/2006/relationships/notesMaster" Target="/ppt/notesMasters/notesMaster1.xml" Id="Rf8049507a02b44dc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5f7ca246c5ba4258" /><Relationship Type="http://schemas.openxmlformats.org/officeDocument/2006/relationships/notesMaster" Target="/ppt/notesMasters/notesMaster1.xml" Id="Ra0d1407758cf4cfe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06eda0e86c104d4c" /><Relationship Type="http://schemas.openxmlformats.org/officeDocument/2006/relationships/notesMaster" Target="/ppt/notesMasters/notesMaster1.xml" Id="R30ffe09c56b44271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7a65f4aa0fe4416b" /><Relationship Type="http://schemas.openxmlformats.org/officeDocument/2006/relationships/notesMaster" Target="/ppt/notesMasters/notesMaster1.xml" Id="R1b422b056c824870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8a8106aa85834604" /><Relationship Type="http://schemas.openxmlformats.org/officeDocument/2006/relationships/notesMaster" Target="/ppt/notesMasters/notesMaster1.xml" Id="R319b4de397a44218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440c041c492b4f99" /><Relationship Type="http://schemas.openxmlformats.org/officeDocument/2006/relationships/notesMaster" Target="/ppt/notesMasters/notesMaster1.xml" Id="Rf603aff219934064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9ffc69eba9064d8a" /><Relationship Type="http://schemas.openxmlformats.org/officeDocument/2006/relationships/notesMaster" Target="/ppt/notesMasters/notesMaster1.xml" Id="R286cd79dba55477a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01f0bc5e717d47c0" /><Relationship Type="http://schemas.openxmlformats.org/officeDocument/2006/relationships/notesMaster" Target="/ppt/notesMasters/notesMaster1.xml" Id="R6a9587f495c34798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99aa5a731feb492c" /><Relationship Type="http://schemas.openxmlformats.org/officeDocument/2006/relationships/notesMaster" Target="/ppt/notesMasters/notesMaster1.xml" Id="R2b64708648844208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86bf78296d3c43d8" /><Relationship Type="http://schemas.openxmlformats.org/officeDocument/2006/relationships/notesMaster" Target="/ppt/notesMasters/notesMaster1.xml" Id="Red248623334849e5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725cf0962e014f2e" /><Relationship Type="http://schemas.openxmlformats.org/officeDocument/2006/relationships/notesMaster" Target="/ppt/notesMasters/notesMaster1.xml" Id="R5af7d3cfbb084524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9a6ae223e51b44af" /><Relationship Type="http://schemas.openxmlformats.org/officeDocument/2006/relationships/notesMaster" Target="/ppt/notesMasters/notesMaster1.xml" Id="R42c6ca647acf4614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309a1122c54e433e" /><Relationship Type="http://schemas.openxmlformats.org/officeDocument/2006/relationships/notesMaster" Target="/ppt/notesMasters/notesMaster1.xml" Id="R02e84dee045c4cb7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7ef7466bfeac43a9" /><Relationship Type="http://schemas.openxmlformats.org/officeDocument/2006/relationships/notesMaster" Target="/ppt/notesMasters/notesMaster1.xml" Id="R572dd3cdb2a04d74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2099c435739d448c" /><Relationship Type="http://schemas.openxmlformats.org/officeDocument/2006/relationships/notesMaster" Target="/ppt/notesMasters/notesMaster1.xml" Id="R5231b550cb214313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8239650f97f943ef" /><Relationship Type="http://schemas.openxmlformats.org/officeDocument/2006/relationships/notesMaster" Target="/ppt/notesMasters/notesMaster1.xml" Id="Rad9ea0cdd7ff40a3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b4a7b5082b8346f0" /><Relationship Type="http://schemas.openxmlformats.org/officeDocument/2006/relationships/notesMaster" Target="/ppt/notesMasters/notesMaster1.xml" Id="R53da039fdd914028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10bd6b665f3e41e0" /><Relationship Type="http://schemas.openxmlformats.org/officeDocument/2006/relationships/notesMaster" Target="/ppt/notesMasters/notesMaster1.xml" Id="R11532017a0144454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1bb457397a134fb8" /><Relationship Type="http://schemas.openxmlformats.org/officeDocument/2006/relationships/notesMaster" Target="/ppt/notesMasters/notesMaster1.xml" Id="R98f8e27467c44d23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970f1dfafa944e53" /><Relationship Type="http://schemas.openxmlformats.org/officeDocument/2006/relationships/notesMaster" Target="/ppt/notesMasters/notesMaster1.xml" Id="R856119339ea84ac4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ad565d2f15f04c1c" /><Relationship Type="http://schemas.openxmlformats.org/officeDocument/2006/relationships/notesMaster" Target="/ppt/notesMasters/notesMaster1.xml" Id="R29ec8a3fdcbe40e5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32cbc17c35f64400" /><Relationship Type="http://schemas.openxmlformats.org/officeDocument/2006/relationships/notesMaster" Target="/ppt/notesMasters/notesMaster1.xml" Id="Rabb7433418c64c59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ed87d3afdf99425d" /><Relationship Type="http://schemas.openxmlformats.org/officeDocument/2006/relationships/notesMaster" Target="/ppt/notesMasters/notesMaster1.xml" Id="R13e5837dc6924281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df73c5ed4ec4427b" /><Relationship Type="http://schemas.openxmlformats.org/officeDocument/2006/relationships/notesMaster" Target="/ppt/notesMasters/notesMaster1.xml" Id="Re23bcb3411df4dea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90b907e88c724ecf" /><Relationship Type="http://schemas.openxmlformats.org/officeDocument/2006/relationships/notesMaster" Target="/ppt/notesMasters/notesMaster1.xml" Id="Rce0ed6b76b95463d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dd8f33a6583046fd" /><Relationship Type="http://schemas.openxmlformats.org/officeDocument/2006/relationships/notesMaster" Target="/ppt/notesMasters/notesMaster1.xml" Id="Rf3e28c440e0441b0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3f0e5e35d943426e" /><Relationship Type="http://schemas.openxmlformats.org/officeDocument/2006/relationships/notesMaster" Target="/ppt/notesMasters/notesMaster1.xml" Id="R05cb11e8018a40c3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caea99f0a9ff45ee" /><Relationship Type="http://schemas.openxmlformats.org/officeDocument/2006/relationships/notesMaster" Target="/ppt/notesMasters/notesMaster1.xml" Id="Rb35d4a63432b4393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44e32b3a12c84600" /><Relationship Type="http://schemas.openxmlformats.org/officeDocument/2006/relationships/notesMaster" Target="/ppt/notesMasters/notesMaster1.xml" Id="Rd478738def004fef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de3725ca81aa4814" /><Relationship Type="http://schemas.openxmlformats.org/officeDocument/2006/relationships/notesMaster" Target="/ppt/notesMasters/notesMaster1.xml" Id="R0c33881f63f44e4b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85a3b95c237148f6" /><Relationship Type="http://schemas.openxmlformats.org/officeDocument/2006/relationships/notesMaster" Target="/ppt/notesMasters/notesMaster1.xml" Id="R9053191ff3764419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36d3765ff8e245d6" /><Relationship Type="http://schemas.openxmlformats.org/officeDocument/2006/relationships/notesMaster" Target="/ppt/notesMasters/notesMaster1.xml" Id="R90498f4e0e454ff2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b845c60d11a74e4d" /><Relationship Type="http://schemas.openxmlformats.org/officeDocument/2006/relationships/notesMaster" Target="/ppt/notesMasters/notesMaster1.xml" Id="R00eafaca797d40ad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917aa35516104176" /><Relationship Type="http://schemas.openxmlformats.org/officeDocument/2006/relationships/notesMaster" Target="/ppt/notesMasters/notesMaster1.xml" Id="R5cfe189528d147c7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68c82011844f444e" /><Relationship Type="http://schemas.openxmlformats.org/officeDocument/2006/relationships/notesMaster" Target="/ppt/notesMasters/notesMaster1.xml" Id="R8e87f88bc3294cd9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1f1cca6122574cdd" /><Relationship Type="http://schemas.openxmlformats.org/officeDocument/2006/relationships/notesMaster" Target="/ppt/notesMasters/notesMaster1.xml" Id="Ra25d8f8310054fb2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a0c6c223665d46bf" /><Relationship Type="http://schemas.openxmlformats.org/officeDocument/2006/relationships/notesMaster" Target="/ppt/notesMasters/notesMaster1.xml" Id="Re9162f2e87c84998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04e3106c8041443a" /><Relationship Type="http://schemas.openxmlformats.org/officeDocument/2006/relationships/notesMaster" Target="/ppt/notesMasters/notesMaster1.xml" Id="R984b0e5504e1463f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2581b053566e40d4" /><Relationship Type="http://schemas.openxmlformats.org/officeDocument/2006/relationships/notesMaster" Target="/ppt/notesMasters/notesMaster1.xml" Id="R6a53a59a9e134577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2f15421e398b481b" /><Relationship Type="http://schemas.openxmlformats.org/officeDocument/2006/relationships/notesMaster" Target="/ppt/notesMasters/notesMaster1.xml" Id="R7f7898c9dbdc4e3b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d6d5e15e64c5457c" /><Relationship Type="http://schemas.openxmlformats.org/officeDocument/2006/relationships/notesMaster" Target="/ppt/notesMasters/notesMaster1.xml" Id="Ra00e1b9b1bf64cc8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a6895b3c1920457c" /><Relationship Type="http://schemas.openxmlformats.org/officeDocument/2006/relationships/notesMaster" Target="/ppt/notesMasters/notesMaster1.xml" Id="Rf9bb388368604c35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a300f78e6265444a" /><Relationship Type="http://schemas.openxmlformats.org/officeDocument/2006/relationships/notesMaster" Target="/ppt/notesMasters/notesMaster1.xml" Id="R3174723f9ec84734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ec60ea1669ae4e07" /><Relationship Type="http://schemas.openxmlformats.org/officeDocument/2006/relationships/notesMaster" Target="/ppt/notesMasters/notesMaster1.xml" Id="Rff13a7e52bb74ffb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4bd8cb928a4e4ab1" /><Relationship Type="http://schemas.openxmlformats.org/officeDocument/2006/relationships/notesMaster" Target="/ppt/notesMasters/notesMaster1.xml" Id="R29f281452f5f4ea6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4841340080254a8b" /><Relationship Type="http://schemas.openxmlformats.org/officeDocument/2006/relationships/notesMaster" Target="/ppt/notesMasters/notesMaster1.xml" Id="R407a23db6ba146a8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58ca30d5363f4f83" /><Relationship Type="http://schemas.openxmlformats.org/officeDocument/2006/relationships/notesMaster" Target="/ppt/notesMasters/notesMaster1.xml" Id="R4c41b4422f764bb8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c9c47bc1de474414" /><Relationship Type="http://schemas.openxmlformats.org/officeDocument/2006/relationships/notesMaster" Target="/ppt/notesMasters/notesMaster1.xml" Id="R8218ba77a7ea46bd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b263edf2ae6b4106" /><Relationship Type="http://schemas.openxmlformats.org/officeDocument/2006/relationships/notesMaster" Target="/ppt/notesMasters/notesMaster1.xml" Id="R49cc5f408f2f4f68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83fc73825d724291" /><Relationship Type="http://schemas.openxmlformats.org/officeDocument/2006/relationships/notesMaster" Target="/ppt/notesMasters/notesMaster1.xml" Id="R2e0a14355e014f5c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662f027e86f8479a" /><Relationship Type="http://schemas.openxmlformats.org/officeDocument/2006/relationships/notesMaster" Target="/ppt/notesMasters/notesMaster1.xml" Id="R3bdfd66a2f514b7d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fe029a7f7eaf435c" /><Relationship Type="http://schemas.openxmlformats.org/officeDocument/2006/relationships/notesMaster" Target="/ppt/notesMasters/notesMaster1.xml" Id="R30bbabd9b0154ecf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e2da097ed3904df3" /><Relationship Type="http://schemas.openxmlformats.org/officeDocument/2006/relationships/notesMaster" Target="/ppt/notesMasters/notesMaster1.xml" Id="Rd0e4fa63ae4746bf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426f416fcb8a4b0e" /><Relationship Type="http://schemas.openxmlformats.org/officeDocument/2006/relationships/notesMaster" Target="/ppt/notesMasters/notesMaster1.xml" Id="R11ceef6628ff4f71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79bc9a31a2e34834" /><Relationship Type="http://schemas.openxmlformats.org/officeDocument/2006/relationships/notesMaster" Target="/ppt/notesMasters/notesMaster1.xml" Id="R73bbd9a5b0d04fad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7fc4f03a4a354935" /><Relationship Type="http://schemas.openxmlformats.org/officeDocument/2006/relationships/notesMaster" Target="/ppt/notesMasters/notesMaster1.xml" Id="R0a6d5245d8a64844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59c4713966314674" /><Relationship Type="http://schemas.openxmlformats.org/officeDocument/2006/relationships/notesMaster" Target="/ppt/notesMasters/notesMaster1.xml" Id="Rd743ed8174594ea5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d1683c19d9b0409a" /><Relationship Type="http://schemas.openxmlformats.org/officeDocument/2006/relationships/notesMaster" Target="/ppt/notesMasters/notesMaster1.xml" Id="Rd2b7ab91961643c2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f403e3a440df4b3a" /><Relationship Type="http://schemas.openxmlformats.org/officeDocument/2006/relationships/notesMaster" Target="/ppt/notesMasters/notesMaster1.xml" Id="R937116d69c3b440e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eed6a19612854caa" /><Relationship Type="http://schemas.openxmlformats.org/officeDocument/2006/relationships/notesMaster" Target="/ppt/notesMasters/notesMaster1.xml" Id="Refaac1ae92434aac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7fde4ad1ec584c90" /><Relationship Type="http://schemas.openxmlformats.org/officeDocument/2006/relationships/notesMaster" Target="/ppt/notesMasters/notesMaster1.xml" Id="Rf4a94af235424acb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930810b51fa64605" /><Relationship Type="http://schemas.openxmlformats.org/officeDocument/2006/relationships/notesMaster" Target="/ppt/notesMasters/notesMaster1.xml" Id="R4625583c785d4b1c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504b8ef7e31f4eb0" /><Relationship Type="http://schemas.openxmlformats.org/officeDocument/2006/relationships/notesMaster" Target="/ppt/notesMasters/notesMaster1.xml" Id="R848cbcb2cc224e96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735d5e7a61a94d89" /><Relationship Type="http://schemas.openxmlformats.org/officeDocument/2006/relationships/notesMaster" Target="/ppt/notesMasters/notesMaster1.xml" Id="R449062d016d347ac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926962246a484ffa" /><Relationship Type="http://schemas.openxmlformats.org/officeDocument/2006/relationships/notesMaster" Target="/ppt/notesMasters/notesMaster1.xml" Id="R6b4c0fe6be404073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834a6233387042d9" /><Relationship Type="http://schemas.openxmlformats.org/officeDocument/2006/relationships/notesMaster" Target="/ppt/notesMasters/notesMaster1.xml" Id="R7182c15c1ec94dc4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ef910853e98d4f79" /><Relationship Type="http://schemas.openxmlformats.org/officeDocument/2006/relationships/notesMaster" Target="/ppt/notesMasters/notesMaster1.xml" Id="R78d19bdb10dd4cf6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e91a38f6add1459f" /><Relationship Type="http://schemas.openxmlformats.org/officeDocument/2006/relationships/notesMaster" Target="/ppt/notesMasters/notesMaster1.xml" Id="Rcd0c0047b510438e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09066e6c51aa443c" /><Relationship Type="http://schemas.openxmlformats.org/officeDocument/2006/relationships/notesMaster" Target="/ppt/notesMasters/notesMaster1.xml" Id="R785fac4944c541f0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62da53044b5e42e2" /><Relationship Type="http://schemas.openxmlformats.org/officeDocument/2006/relationships/notesMaster" Target="/ppt/notesMasters/notesMaster1.xml" Id="R84ebf336f2f641b6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4cf426c6037a40e5" /><Relationship Type="http://schemas.openxmlformats.org/officeDocument/2006/relationships/notesMaster" Target="/ppt/notesMasters/notesMaster1.xml" Id="Raeeb73ccce8b4ece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c500d281082b4b8b" /><Relationship Type="http://schemas.openxmlformats.org/officeDocument/2006/relationships/notesMaster" Target="/ppt/notesMasters/notesMaster1.xml" Id="R1c1f8097ac634de1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7936d2423f414d9d" /><Relationship Type="http://schemas.openxmlformats.org/officeDocument/2006/relationships/notesMaster" Target="/ppt/notesMasters/notesMaster1.xml" Id="Re962bb6375b84833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df47019a63434f6a" /><Relationship Type="http://schemas.openxmlformats.org/officeDocument/2006/relationships/notesMaster" Target="/ppt/notesMasters/notesMaster1.xml" Id="R2db8e94b2d0648b2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f9bf9210cd104e19" /><Relationship Type="http://schemas.openxmlformats.org/officeDocument/2006/relationships/notesMaster" Target="/ppt/notesMasters/notesMaster1.xml" Id="Rc44a52bf72e446ef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4efb2491909a471e" /><Relationship Type="http://schemas.openxmlformats.org/officeDocument/2006/relationships/notesMaster" Target="/ppt/notesMasters/notesMaster1.xml" Id="Rf3b55c5faaeb465a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6caeda061c2b4d96" /><Relationship Type="http://schemas.openxmlformats.org/officeDocument/2006/relationships/notesMaster" Target="/ppt/notesMasters/notesMaster1.xml" Id="R50896976a75d4290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c4ac6ea56b89465d" /><Relationship Type="http://schemas.openxmlformats.org/officeDocument/2006/relationships/notesMaster" Target="/ppt/notesMasters/notesMaster1.xml" Id="R708ed3172d334129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2d6b84b6433b4b47" /><Relationship Type="http://schemas.openxmlformats.org/officeDocument/2006/relationships/notesMaster" Target="/ppt/notesMasters/notesMaster1.xml" Id="R18bfa645e966407a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f17e3c1422b2447b" /><Relationship Type="http://schemas.openxmlformats.org/officeDocument/2006/relationships/notesMaster" Target="/ppt/notesMasters/notesMaster1.xml" Id="R6e168ec2fd5a4f7d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2c6f03c4df62490d" /><Relationship Type="http://schemas.openxmlformats.org/officeDocument/2006/relationships/notesMaster" Target="/ppt/notesMasters/notesMaster1.xml" Id="R74ae68b3f7024c0e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ef18b3cde54d42e6" /><Relationship Type="http://schemas.openxmlformats.org/officeDocument/2006/relationships/notesMaster" Target="/ppt/notesMasters/notesMaster1.xml" Id="R014c940cf56a4990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ebf2c5401d714f14" /><Relationship Type="http://schemas.openxmlformats.org/officeDocument/2006/relationships/notesMaster" Target="/ppt/notesMasters/notesMaster1.xml" Id="R68a8f908954c4f63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f812155bee10419e" /><Relationship Type="http://schemas.openxmlformats.org/officeDocument/2006/relationships/notesMaster" Target="/ppt/notesMasters/notesMaster1.xml" Id="R36072fb9e12645a3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5eee84b988e74080" /><Relationship Type="http://schemas.openxmlformats.org/officeDocument/2006/relationships/notesMaster" Target="/ppt/notesMasters/notesMaster1.xml" Id="R8e6cb717c79a4e88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176f9525aa2e4779" /><Relationship Type="http://schemas.openxmlformats.org/officeDocument/2006/relationships/notesMaster" Target="/ppt/notesMasters/notesMaster1.xml" Id="R134cd9626b3447af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89c14d18fe9141d1" /><Relationship Type="http://schemas.openxmlformats.org/officeDocument/2006/relationships/notesMaster" Target="/ppt/notesMasters/notesMaster1.xml" Id="Rd3890edf3e494dd7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5e01a62494dd4d9b" /><Relationship Type="http://schemas.openxmlformats.org/officeDocument/2006/relationships/notesMaster" Target="/ppt/notesMasters/notesMaster1.xml" Id="R3c0c1fba0b064f5b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0f217a3b745e48c4" /><Relationship Type="http://schemas.openxmlformats.org/officeDocument/2006/relationships/notesMaster" Target="/ppt/notesMasters/notesMaster1.xml" Id="R2493053b7a6d422a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98ca64c18f304908" /><Relationship Type="http://schemas.openxmlformats.org/officeDocument/2006/relationships/notesMaster" Target="/ppt/notesMasters/notesMaster1.xml" Id="R598e1cbf49614af6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5a6aab85237245be" /><Relationship Type="http://schemas.openxmlformats.org/officeDocument/2006/relationships/notesMaster" Target="/ppt/notesMasters/notesMaster1.xml" Id="R176a0cbafdac41cd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97e1ea29cfa34a95" /><Relationship Type="http://schemas.openxmlformats.org/officeDocument/2006/relationships/notesMaster" Target="/ppt/notesMasters/notesMaster1.xml" Id="Rdb8500619f244fbb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9824bb52378f418a" /><Relationship Type="http://schemas.openxmlformats.org/officeDocument/2006/relationships/notesMaster" Target="/ppt/notesMasters/notesMaster1.xml" Id="R5853ba9641e940a6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04212d4309c148d0" /><Relationship Type="http://schemas.openxmlformats.org/officeDocument/2006/relationships/notesMaster" Target="/ppt/notesMasters/notesMaster1.xml" Id="Rb5ff475cabdc4de9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073d503387814ca0" /><Relationship Type="http://schemas.openxmlformats.org/officeDocument/2006/relationships/notesMaster" Target="/ppt/notesMasters/notesMaster1.xml" Id="R74794b4e0fad498d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d9209cedcbfd4ad9" /><Relationship Type="http://schemas.openxmlformats.org/officeDocument/2006/relationships/notesMaster" Target="/ppt/notesMasters/notesMaster1.xml" Id="R4607342854704592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c12c7702cb544ba1" /><Relationship Type="http://schemas.openxmlformats.org/officeDocument/2006/relationships/notesMaster" Target="/ppt/notesMasters/notesMaster1.xml" Id="R0add020ca9bb4dc8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28b8187efb4b4795" /><Relationship Type="http://schemas.openxmlformats.org/officeDocument/2006/relationships/notesMaster" Target="/ppt/notesMasters/notesMaster1.xml" Id="R2a04f9613da44390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30238bfc70984e5e" /><Relationship Type="http://schemas.openxmlformats.org/officeDocument/2006/relationships/notesMaster" Target="/ppt/notesMasters/notesMaster1.xml" Id="R7af46b208a7f4e25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c1dfac38781b4653" /><Relationship Type="http://schemas.openxmlformats.org/officeDocument/2006/relationships/notesMaster" Target="/ppt/notesMasters/notesMaster1.xml" Id="R0b58d89ba8634f09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f055609a48a5407d" /><Relationship Type="http://schemas.openxmlformats.org/officeDocument/2006/relationships/notesMaster" Target="/ppt/notesMasters/notesMaster1.xml" Id="R53f09bbe17044b1b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a4f6235912584f84" /><Relationship Type="http://schemas.openxmlformats.org/officeDocument/2006/relationships/notesMaster" Target="/ppt/notesMasters/notesMaster1.xml" Id="Ra158b3653e4f4def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4d9d8ff175f44839" /><Relationship Type="http://schemas.openxmlformats.org/officeDocument/2006/relationships/notesMaster" Target="/ppt/notesMasters/notesMaster1.xml" Id="Rd09746839ce34032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afe316b7c83342bb" /><Relationship Type="http://schemas.openxmlformats.org/officeDocument/2006/relationships/notesMaster" Target="/ppt/notesMasters/notesMaster1.xml" Id="R73d09ba5d18946ed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30c6e3f4aa064ba1" /><Relationship Type="http://schemas.openxmlformats.org/officeDocument/2006/relationships/notesMaster" Target="/ppt/notesMasters/notesMaster1.xml" Id="R3000618251964fe8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1a01afd127ad49bb" /><Relationship Type="http://schemas.openxmlformats.org/officeDocument/2006/relationships/notesMaster" Target="/ppt/notesMasters/notesMaster1.xml" Id="Rc962d2b3c5cf45a0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29c625598fa94f89" /><Relationship Type="http://schemas.openxmlformats.org/officeDocument/2006/relationships/notesMaster" Target="/ppt/notesMasters/notesMaster1.xml" Id="R29aa9f1622b94c79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554be608024046ae" /><Relationship Type="http://schemas.openxmlformats.org/officeDocument/2006/relationships/notesMaster" Target="/ppt/notesMasters/notesMaster1.xml" Id="R9f7699bd9555477e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8b4402028c8548d4" /><Relationship Type="http://schemas.openxmlformats.org/officeDocument/2006/relationships/notesMaster" Target="/ppt/notesMasters/notesMaster1.xml" Id="R762685fc8c7c40cd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32a09d1d35c6445b" /><Relationship Type="http://schemas.openxmlformats.org/officeDocument/2006/relationships/notesMaster" Target="/ppt/notesMasters/notesMaster1.xml" Id="Re3a6b4a9876d4e57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fbdaae86cd194e37" /><Relationship Type="http://schemas.openxmlformats.org/officeDocument/2006/relationships/notesMaster" Target="/ppt/notesMasters/notesMaster1.xml" Id="Re1acec05b4974d17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48a343aab4ed4cac" /><Relationship Type="http://schemas.openxmlformats.org/officeDocument/2006/relationships/notesMaster" Target="/ppt/notesMasters/notesMaster1.xml" Id="Rfdd3e5a7cfc940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강사: 복습 Notebook의 1차시 셀 실행를 먼저 실행하고 입력 변경 전후를 비교한다.</a:t>
            </a:r>
          </a:p>
          <a:p xmlns:a="http://schemas.openxmlformats.org/drawingml/2006/main">
            <a:r>
              <a:t>수강생: 자신의 커널에서 같은 순서로 실행한다.</a:t>
            </a:r>
          </a:p>
          <a:p xmlns:a="http://schemas.openxmlformats.org/drawingml/2006/main">
            <a:r>
              <a:t>복습 Notebook의 1차시 셀 실행</a:t>
            </a:r>
          </a:p>
          <a:p xmlns:a="http://schemas.openxmlformats.org/drawingml/2006/main">
            <a:r>
              <a:t>meeting_transcript를 unknown으로 변경</a:t>
            </a:r>
          </a:p>
          <a:p xmlns:a="http://schemas.openxmlformats.org/drawingml/2006/main">
            <a:r>
              <a:t>중단 이유가 표시되는지 확인</a:t>
            </a:r>
          </a:p>
          <a:p xmlns:a="http://schemas.openxmlformats.org/drawingml/2006/main">
            <a:r>
              <a:t>원래 입력 종류로 복구 후 다시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통합 업무 Inbox</a:t>
            </a:r>
          </a:p>
          <a:p xmlns:a="http://schemas.openxmlformats.org/drawingml/2006/main">
            <a:r>
              <a:t>CS·영업·운영의 적용 예시.</a:t>
            </a:r>
          </a:p>
          <a:p xmlns:a="http://schemas.openxmlformats.org/drawingml/2006/main">
            <a:r>
              <a:t>준비물: 문의 CSV 5행과 담당 부서 목록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주문 정보가 없으면 날짜를 단정하지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업무 Control Tower</a:t>
            </a:r>
          </a:p>
          <a:p xmlns:a="http://schemas.openxmlformats.org/drawingml/2006/main">
            <a:r>
              <a:t>PM·기획·팀장의 적용 예시.</a:t>
            </a:r>
          </a:p>
          <a:p xmlns:a="http://schemas.openxmlformats.org/drawingml/2006/main">
            <a:r>
              <a:t>준비물: 일정표와 회의 할 일 목록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진행률만 보고 출시 가능으로 표시하지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Knowledge Concierge</a:t>
            </a:r>
          </a:p>
          <a:p xmlns:a="http://schemas.openxmlformats.org/drawingml/2006/main">
            <a:r>
              <a:t>HR·교육·지원의 적용 예시.</a:t>
            </a:r>
          </a:p>
          <a:p xmlns:a="http://schemas.openxmlformats.org/drawingml/2006/main">
            <a:r>
              <a:t>준비물: 공개 가능한 안내문 3개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문서에 없는 지원 금액은 답하지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 /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local:src/course_services/service_router.py</a:t>
            </a:r>
          </a:p>
          <a:p xmlns:a="http://schemas.openxmlformats.org/drawingml/2006/main">
            <a:r>
              <a:t>local:materials/day2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강사: 2차시의 원문 s01과 s02 확인를 먼저 실행하고 입력 변경 전후를 비교한다.</a:t>
            </a:r>
          </a:p>
          <a:p xmlns:a="http://schemas.openxmlformats.org/drawingml/2006/main">
            <a:r>
              <a:t>수강생: 자신의 커널에서 같은 순서로 실행한다.</a:t>
            </a:r>
          </a:p>
          <a:p xmlns:a="http://schemas.openxmlformats.org/drawingml/2006/main">
            <a:r>
              <a:t>2차시의 원문 s01과 s02 확인</a:t>
            </a:r>
          </a:p>
          <a:p xmlns:a="http://schemas.openxmlformats.org/drawingml/2006/main">
            <a:r>
              <a:t>근거 번호 s01로 검사 실행</a:t>
            </a:r>
          </a:p>
          <a:p xmlns:a="http://schemas.openxmlformats.org/drawingml/2006/main">
            <a:r>
              <a:t>존재하지 않는 s99로 변경</a:t>
            </a:r>
          </a:p>
          <a:p xmlns:a="http://schemas.openxmlformats.org/drawingml/2006/main">
            <a:r>
              <a:t>오류 확인 후 원문 번호로 복구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현장 음성 보고서</a:t>
            </a:r>
          </a:p>
          <a:p xmlns:a="http://schemas.openxmlformats.org/drawingml/2006/main">
            <a:r>
              <a:t>영업·시설·현장의 적용 예시.</a:t>
            </a:r>
          </a:p>
          <a:p xmlns:a="http://schemas.openxmlformats.org/drawingml/2006/main">
            <a:r>
              <a:t>준비물: 비식별 음성 1개 또는 직접 작성한 전사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요청 예정과 실제 접수를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상담 Handoff</a:t>
            </a:r>
          </a:p>
          <a:p xmlns:a="http://schemas.openxmlformats.org/drawingml/2006/main">
            <a:r>
              <a:t>CS·교육상담·AICC의 적용 예시.</a:t>
            </a:r>
          </a:p>
          <a:p xmlns:a="http://schemas.openxmlformats.org/drawingml/2006/main">
            <a:r>
              <a:t>준비물: 합성 상담 대화와 인계 양식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고객이 말하지 않은 감정이나 의도 추측 금지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인터뷰 Insight</a:t>
            </a:r>
          </a:p>
          <a:p xmlns:a="http://schemas.openxmlformats.org/drawingml/2006/main">
            <a:r>
              <a:t>UX·리서치·HR의 적용 예시.</a:t>
            </a:r>
          </a:p>
          <a:p xmlns:a="http://schemas.openxmlformats.org/drawingml/2006/main">
            <a:r>
              <a:t>준비물: 인터뷰 전사 2개와 질문 목록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한 사람의 말을 전체 고객의 요구로 일반화하지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 /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local:src/meeting_agent_workflow.py</a:t>
            </a:r>
          </a:p>
          <a:p xmlns:a="http://schemas.openxmlformats.org/drawingml/2006/main">
            <a:r>
              <a:t>local:data/meeting_sample_ko.txt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강사: 3차시의 샘플 Diff 읽기를 먼저 실행하고 입력 변경 전후를 비교한다.</a:t>
            </a:r>
          </a:p>
          <a:p xmlns:a="http://schemas.openxmlformats.org/drawingml/2006/main">
            <a:r>
              <a:t>수강생: 자신의 커널에서 같은 순서로 실행한다.</a:t>
            </a:r>
          </a:p>
          <a:p xmlns:a="http://schemas.openxmlformats.org/drawingml/2006/main">
            <a:r>
              <a:t>3차시의 샘플 Diff 읽기</a:t>
            </a:r>
          </a:p>
          <a:p xmlns:a="http://schemas.openxmlformats.org/drawingml/2006/main">
            <a:r>
              <a:t>검토 의견의 9, 11, 12행 확인</a:t>
            </a:r>
          </a:p>
          <a:p xmlns:a="http://schemas.openxmlformats.org/drawingml/2006/main">
            <a:r>
              <a:t>빈 Diff로 다시 실행</a:t>
            </a:r>
          </a:p>
          <a:p xmlns:a="http://schemas.openxmlformats.org/drawingml/2006/main">
            <a:r>
              <a:t>빈 입력의 오류 코드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정책 변경 Radar</a:t>
            </a:r>
          </a:p>
          <a:p xmlns:a="http://schemas.openxmlformats.org/drawingml/2006/main">
            <a:r>
              <a:t>HR·운영·컴플라이언스의 적용 예시.</a:t>
            </a:r>
          </a:p>
          <a:p xmlns:a="http://schemas.openxmlformats.org/drawingml/2006/main">
            <a:r>
              <a:t>준비물: 규정의 이전 버전과 새 버전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시행일 미기재를 임의의 날짜로 채우지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제안서 비교 Desk</a:t>
            </a:r>
          </a:p>
          <a:p xmlns:a="http://schemas.openxmlformats.org/drawingml/2006/main">
            <a:r>
              <a:t>구매·영업·경영지원의 적용 예시.</a:t>
            </a:r>
          </a:p>
          <a:p xmlns:a="http://schemas.openxmlformats.org/drawingml/2006/main">
            <a:r>
              <a:t>준비물: 합성 견적서 2개와 구매 기준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표면 가격만으로 더 저렴하다고 확정하지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콘텐츠 QA Gate</a:t>
            </a:r>
          </a:p>
          <a:p xmlns:a="http://schemas.openxmlformats.org/drawingml/2006/main">
            <a:r>
              <a:t>마케팅·홍보·교육의 적용 예시.</a:t>
            </a:r>
          </a:p>
          <a:p xmlns:a="http://schemas.openxmlformats.org/drawingml/2006/main">
            <a:r>
              <a:t>준비물: 게시 초안과 브랜드 표현 기준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취향 차이를 오류로 단정하지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 /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AI가 많이 지적했다고 좋은 리뷰는 아닙니다. 의견마다 원문 위치가 있고, 왜 중요한지 설명되며, 사람이 바꿀 수 있는 크기의 수정안을 제시하는지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local:materials/day3/day3_review_intelligence_lab.ipynb</a:t>
            </a:r>
          </a:p>
          <a:p xmlns:a="http://schemas.openxmlformats.org/drawingml/2006/main">
            <a:r>
              <a:t>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강사: 4차시 일정표의 날짜와 진행률 확인를 먼저 실행하고 입력 변경 전후를 비교한다.</a:t>
            </a:r>
          </a:p>
          <a:p xmlns:a="http://schemas.openxmlformats.org/drawingml/2006/main">
            <a:r>
              <a:t>수강생: 자신의 커널에서 같은 순서로 실행한다.</a:t>
            </a:r>
          </a:p>
          <a:p xmlns:a="http://schemas.openxmlformats.org/drawingml/2006/main">
            <a:r>
              <a:t>4차시 일정표의 날짜와 진행률 확인</a:t>
            </a:r>
          </a:p>
          <a:p xmlns:a="http://schemas.openxmlformats.org/drawingml/2006/main">
            <a:r>
              <a:t>진행률 한 건을 1.0으로 변경</a:t>
            </a:r>
          </a:p>
          <a:p xmlns:a="http://schemas.openxmlformats.org/drawingml/2006/main">
            <a:r>
              <a:t>완료 상태로 바뀌는지 실행 확인</a:t>
            </a:r>
          </a:p>
          <a:p xmlns:a="http://schemas.openxmlformats.org/drawingml/2006/main">
            <a:r>
              <a:t>1.5 입력으로 오류 재현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증빙 접수 Desk</a:t>
            </a:r>
          </a:p>
          <a:p xmlns:a="http://schemas.openxmlformats.org/drawingml/2006/main">
            <a:r>
              <a:t>재무·총무·운영의 적용 예시.</a:t>
            </a:r>
          </a:p>
          <a:p xmlns:a="http://schemas.openxmlformats.org/drawingml/2006/main">
            <a:r>
              <a:t>준비물: 합성 신청서와 영수증 항목표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차액을 알아서 수정하거나 승인하지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WBS Risk Dashboard</a:t>
            </a:r>
          </a:p>
          <a:p xmlns:a="http://schemas.openxmlformats.org/drawingml/2006/main">
            <a:r>
              <a:t>PM·기획·팀장의 적용 예시.</a:t>
            </a:r>
          </a:p>
          <a:p xmlns:a="http://schemas.openxmlformats.org/drawingml/2006/main">
            <a:r>
              <a:t>준비물: 업무명, 날짜, 진행률이 있는 일정표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진행률을 예상 완료 날짜로 오해하지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교육 채점 Dashboard</a:t>
            </a:r>
          </a:p>
          <a:p xmlns:a="http://schemas.openxmlformats.org/drawingml/2006/main">
            <a:r>
              <a:t>강사·교육운영·HRD의 적용 예시.</a:t>
            </a:r>
          </a:p>
          <a:p xmlns:a="http://schemas.openxmlformats.org/drawingml/2006/main">
            <a:r>
              <a:t>준비물: 익명 응답표와 정답표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결시, 미응답, 오답을 같은 상태로 덮지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 /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레이아웃보다 먼저 숫자와 날짜가 맞아야 합니다. 입력 하나를 바꾼 뒤 Excel의 상태, Word의 문장, PPT의 요약이 함께 바뀌는지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https://learn.microsoft.com/en-us/power-platform/architecture/reference-architectures/ai-document-processing</a:t>
            </a:r>
          </a:p>
          <a:p xmlns:a="http://schemas.openxmlformats.org/drawingml/2006/main">
            <a:r>
              <a:t>https://learn.microsoft.com/en-us/power-automate/modern-approvals</a:t>
            </a:r>
          </a:p>
          <a:p xmlns:a="http://schemas.openxmlformats.org/drawingml/2006/main">
            <a:r>
              <a:t>local:materials/day4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강사: 5차시의 사용자와 입력을 내 업무로 변경를 먼저 실행하고 입력 변경 전후를 비교한다.</a:t>
            </a:r>
          </a:p>
          <a:p xmlns:a="http://schemas.openxmlformats.org/drawingml/2006/main">
            <a:r>
              <a:t>수강생: 자신의 커널에서 같은 순서로 실행한다.</a:t>
            </a:r>
          </a:p>
          <a:p xmlns:a="http://schemas.openxmlformats.org/drawingml/2006/main">
            <a:r>
              <a:t>5차시의 사용자와 입력을 내 업무로 변경</a:t>
            </a:r>
          </a:p>
          <a:p xmlns:a="http://schemas.openxmlformats.org/drawingml/2006/main">
            <a:r>
              <a:t>예상 결과를 화면 또는 파일로 명시</a:t>
            </a:r>
          </a:p>
          <a:p xmlns:a="http://schemas.openxmlformats.org/drawingml/2006/main">
            <a:r>
              <a:t>실패할 수 있는 상황 두 가지 작성</a:t>
            </a:r>
          </a:p>
          <a:p xmlns:a="http://schemas.openxmlformats.org/drawingml/2006/main">
            <a:r>
              <a:t>Codex 요청문에 완료 조건으로 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VOC Insight Radar</a:t>
            </a:r>
          </a:p>
          <a:p xmlns:a="http://schemas.openxmlformats.org/drawingml/2006/main">
            <a:r>
              <a:t>기획·CS·마케팅의 적용 예시.</a:t>
            </a:r>
          </a:p>
          <a:p xmlns:a="http://schemas.openxmlformats.org/drawingml/2006/main">
            <a:r>
              <a:t>준비물: 익명 후기 CSV와 분류 기준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긴 문장을 여러 고객의 의견으로 중복 집계하지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Research Brief Factory</a:t>
            </a:r>
          </a:p>
          <a:p xmlns:a="http://schemas.openxmlformats.org/drawingml/2006/main">
            <a:r>
              <a:t>전략·연구·마케팅의 적용 예시.</a:t>
            </a:r>
          </a:p>
          <a:p xmlns:a="http://schemas.openxmlformats.org/drawingml/2006/main">
            <a:r>
              <a:t>준비물: 주제가 같은 공개 자료 3개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다른 지표를 같은 기준처럼 비교하지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Content Studio</a:t>
            </a:r>
          </a:p>
          <a:p xmlns:a="http://schemas.openxmlformats.org/drawingml/2006/main">
            <a:r>
              <a:t>마케팅·홍보·교육의 적용 예시.</a:t>
            </a:r>
          </a:p>
          <a:p xmlns:a="http://schemas.openxmlformats.org/drawingml/2006/main">
            <a:r>
              <a:t>준비물: 공개 가능한 원문과 채널별 독자 정의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채널별로 바꾸면서 사실과 수치를 새로 만들지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0.5분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 /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새로운 기술보다 자신이 잘 아는 업무를 고르면 결과의 품질을 판단하기 쉽습니다. 오늘은 여러 기능을 연결하기 전에 하나의 입력과 결과를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https://zapier.com/blog/ai-workflows/</a:t>
            </a:r>
          </a:p>
          <a:p xmlns:a="http://schemas.openxmlformats.org/drawingml/2006/main">
            <a:r>
              <a:t>https://workspace.google.com/blog/customer-stories/how-customers-use-gemini-google-workspace-focus-what-they-do-best</a:t>
            </a:r>
          </a:p>
          <a:p xmlns:a="http://schemas.openxmlformats.org/drawingml/2006/main">
            <a:r>
              <a:t>local:materials/day5/업무자동화_프로젝트_선택가이드.md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강사: 6차시의 합성 공고 데이터 확인를 먼저 실행하고 입력 변경 전후를 비교한다.</a:t>
            </a:r>
          </a:p>
          <a:p xmlns:a="http://schemas.openxmlformats.org/drawingml/2006/main">
            <a:r>
              <a:t>수강생: 자신의 커널에서 같은 순서로 실행한다.</a:t>
            </a:r>
          </a:p>
          <a:p xmlns:a="http://schemas.openxmlformats.org/drawingml/2006/main">
            <a:r>
              <a:t>6차시의 합성 공고 데이터 확인</a:t>
            </a:r>
          </a:p>
          <a:p xmlns:a="http://schemas.openxmlformats.org/drawingml/2006/main">
            <a:r>
              <a:t>서울 신입 데이터 검색 실행</a:t>
            </a:r>
          </a:p>
          <a:p xmlns:a="http://schemas.openxmlformats.org/drawingml/2006/main">
            <a:r>
              <a:t>서울을 제주로 바꾸어 0건 확인</a:t>
            </a:r>
          </a:p>
          <a:p xmlns:a="http://schemas.openxmlformats.org/drawingml/2006/main">
            <a:r>
              <a:t>내 직무 단어로 다시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Job Market Radar</a:t>
            </a:r>
          </a:p>
          <a:p xmlns:a="http://schemas.openxmlformats.org/drawingml/2006/main">
            <a:r>
              <a:t>구직자·재직자·연구자의 적용 예시.</a:t>
            </a:r>
          </a:p>
          <a:p xmlns:a="http://schemas.openxmlformats.org/drawingml/2006/main">
            <a:r>
              <a:t>준비물: 네 출처 형식의 합성 공고 데이터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0건이면 다른 지역을 몰래 섞지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Resume Gap Coach</a:t>
            </a:r>
          </a:p>
          <a:p xmlns:a="http://schemas.openxmlformats.org/drawingml/2006/main">
            <a:r>
              <a:t>구직자·멘토·HRD의 적용 예시.</a:t>
            </a:r>
          </a:p>
          <a:p xmlns:a="http://schemas.openxmlformats.org/drawingml/2006/main">
            <a:r>
              <a:t>준비물: 가상 이력서와 관심 공고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없던 경력이나 성과를 이력서에 추가하지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지원사업 Radar</a:t>
            </a:r>
          </a:p>
          <a:p xmlns:a="http://schemas.openxmlformats.org/drawingml/2006/main">
            <a:r>
              <a:t>소상공인·연구자·행정의 적용 예시.</a:t>
            </a:r>
          </a:p>
          <a:p xmlns:a="http://schemas.openxmlformats.org/drawingml/2006/main">
            <a:r>
              <a:t>준비물: 공개 공고문 2개와 관심 조건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자격 확정이나 접수 완료로 표현하지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 /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https://www.work24.go.kr/cm/e/a/0110/selectOpenApiIntro.do</a:t>
            </a:r>
          </a:p>
          <a:p xmlns:a="http://schemas.openxmlformats.org/drawingml/2006/main">
            <a:r>
              <a:t>https://oapi.saramin.co.kr/guide/job-search</a:t>
            </a:r>
          </a:p>
          <a:p xmlns:a="http://schemas.openxmlformats.org/drawingml/2006/main">
            <a:r>
              <a:t>local:src/job_market_radar.py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페이지는 터미널 명령 또는 브라우저 확인 절차이며 Python 셀이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강사: Job Market Radar 저장소에서 서버 실행를 먼저 실행하고 입력 변경 전후를 비교한다.</a:t>
            </a:r>
          </a:p>
          <a:p xmlns:a="http://schemas.openxmlformats.org/drawingml/2006/main">
            <a:r>
              <a:t>수강생: 자신의 커널에서 같은 순서로 실행한다.</a:t>
            </a:r>
          </a:p>
          <a:p xmlns:a="http://schemas.openxmlformats.org/drawingml/2006/main">
            <a:r>
              <a:t>Job Market Radar 저장소에서 서버 실행</a:t>
            </a:r>
          </a:p>
          <a:p xmlns:a="http://schemas.openxmlformats.org/drawingml/2006/main">
            <a:r>
              <a:t>/jobs 화면에서 검색과 0건 확인</a:t>
            </a:r>
          </a:p>
          <a:p xmlns:a="http://schemas.openxmlformats.org/drawingml/2006/main">
            <a:r>
              <a:t>모바일 너비에서 긴 제목 확인</a:t>
            </a:r>
          </a:p>
          <a:p xmlns:a="http://schemas.openxmlformats.org/drawingml/2006/main">
            <a:r>
              <a:t>README에 실행 명령과 다음 개선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페이지는 터미널 명령 또는 브라우저 확인 절차이며 Python 셀이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페이지는 터미널 명령 또는 브라우저 확인 절차이며 Python 셀이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Local Demo Kit</a:t>
            </a:r>
          </a:p>
          <a:p xmlns:a="http://schemas.openxmlformats.org/drawingml/2006/main">
            <a:r>
              <a:t>전 직군 제작자의 적용 예시.</a:t>
            </a:r>
          </a:p>
          <a:p xmlns:a="http://schemas.openxmlformats.org/drawingml/2006/main">
            <a:r>
              <a:t>준비물: 검증한 함수와 합성 입력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서버를 끈 뒤에도 주소만 있으면 쓸 수 있다고 안내하지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Team Handoff Portal</a:t>
            </a:r>
          </a:p>
          <a:p xmlns:a="http://schemas.openxmlformats.org/drawingml/2006/main">
            <a:r>
              <a:t>PM·운영·교육의 적용 예시.</a:t>
            </a:r>
          </a:p>
          <a:p xmlns:a="http://schemas.openxmlformats.org/drawingml/2006/main">
            <a:r>
              <a:t>준비물: 코드, 실행 명령, 대표 오류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제작자 PC의 절대 경로를 그대로 배포하지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서비스 아이디어: Portfolio Release Page</a:t>
            </a:r>
          </a:p>
          <a:p xmlns:a="http://schemas.openxmlformats.org/drawingml/2006/main">
            <a:r>
              <a:t>구직자·재직자의 적용 예시.</a:t>
            </a:r>
          </a:p>
          <a:p xmlns:a="http://schemas.openxmlformats.org/drawingml/2006/main">
            <a:r>
              <a:t>준비물: 공개 가능한 결과 화면과 변경 기록</a:t>
            </a:r>
          </a:p>
          <a:p xmlns:a="http://schemas.openxmlformats.org/drawingml/2006/main">
            <a:r>
              <a:t>새 구현 후보이며 완성 코드가 제공된다는 의미가 아니다.</a:t>
            </a:r>
          </a:p>
          <a:p xmlns:a="http://schemas.openxmlformats.org/drawingml/2006/main">
            <a:r>
              <a:t>확장 질문: 해본 기능과 앞으로 만들 기능을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수업용 합성 입력과 설계 예시. 실제 고객 사례 또는 구현 완료 주장 아님.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https://developer.mozilla.org/en-US/docs/Web/API/Window/sessionStorage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 /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https://vercel.com/docs/incremental-static-regeneration</a:t>
            </a:r>
          </a:p>
          <a:p xmlns:a="http://schemas.openxmlformats.org/drawingml/2006/main">
            <a:r>
              <a:t>https://nextjs.org/docs/app/guides/production-checklist</a:t>
            </a:r>
          </a:p>
          <a:p xmlns:a="http://schemas.openxmlformats.org/drawingml/2006/main">
            <a:r>
              <a:t>https://aws.amazon.com/s3/storage-classes/</a:t>
            </a:r>
          </a:p>
          <a:p xmlns:a="http://schemas.openxmlformats.org/drawingml/2006/main">
            <a:r>
              <a:t>https://docs.aws.amazon.com/rds/latest/auroraextendedcontent/aurora-faq-scalability.html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0분 (선택 참고 또는 마무리)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안내 또는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local:materials/day5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e9355ccc34e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eb980205b4655" /><Relationship Type="http://schemas.openxmlformats.org/officeDocument/2006/relationships/slideLayout" Target="/ppt/slideLayouts/slideLayout1.xml" Id="R5af59d0f6cbd45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59d0f6cbd45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2116d2df14968" /><Relationship Type="http://schemas.openxmlformats.org/officeDocument/2006/relationships/notesSlide" Target="/ppt/notesSlides/notesSlide1.xml" Id="Rad378f88d3eb46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5a6ace7db442d" /><Relationship Type="http://schemas.openxmlformats.org/officeDocument/2006/relationships/notesSlide" Target="/ppt/notesSlides/notesSlide2.xml" Id="R48fff2d12d0940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6ebc5ab834f4d" /><Relationship Type="http://schemas.openxmlformats.org/officeDocument/2006/relationships/notesSlide" Target="/ppt/notesSlides/notesSlide3.xml" Id="R78293be89f4a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88b6c50424c90" /><Relationship Type="http://schemas.openxmlformats.org/officeDocument/2006/relationships/notesSlide" Target="/ppt/notesSlides/notesSlide4.xml" Id="Rfe6d0fbb4f77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bbd8b8c804b02" /><Relationship Type="http://schemas.openxmlformats.org/officeDocument/2006/relationships/notesSlide" Target="/ppt/notesSlides/notesSlide5.xml" Id="R1dd00b4cbeeb4c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a30ea12724a67" /><Relationship Type="http://schemas.openxmlformats.org/officeDocument/2006/relationships/notesSlide" Target="/ppt/notesSlides/notesSlide6.xml" Id="Rc7da100e135e49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e1da30e0e4dd7" /><Relationship Type="http://schemas.openxmlformats.org/officeDocument/2006/relationships/notesSlide" Target="/ppt/notesSlides/notesSlide7.xml" Id="R9db9707f302a4e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bf7d8641544ea" /><Relationship Type="http://schemas.openxmlformats.org/officeDocument/2006/relationships/notesSlide" Target="/ppt/notesSlides/notesSlide8.xml" Id="Rdc9cd46be52a46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057e1eecc48bc" /><Relationship Type="http://schemas.openxmlformats.org/officeDocument/2006/relationships/notesSlide" Target="/ppt/notesSlides/notesSlide9.xml" Id="R6705080c18fe4f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f2e7592cb4b1d" /><Relationship Type="http://schemas.openxmlformats.org/officeDocument/2006/relationships/notesSlide" Target="/ppt/notesSlides/notesSlide10.xml" Id="Rf32c669fb25745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73ed000e748cc" /><Relationship Type="http://schemas.openxmlformats.org/officeDocument/2006/relationships/image" Target="/ppt/media/image.png" Id="R23c91e87a11e41d4" /><Relationship Type="http://schemas.openxmlformats.org/officeDocument/2006/relationships/notesSlide" Target="/ppt/notesSlides/notesSlide11.xml" Id="R0bae7dbe980349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138f3ff3145de" /><Relationship Type="http://schemas.openxmlformats.org/officeDocument/2006/relationships/notesSlide" Target="/ppt/notesSlides/notesSlide12.xml" Id="R4966ce8832c041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5f4d6fed446c5" /><Relationship Type="http://schemas.openxmlformats.org/officeDocument/2006/relationships/notesSlide" Target="/ppt/notesSlides/notesSlide13.xml" Id="R7a220cd0fffb40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1069063204065" /><Relationship Type="http://schemas.openxmlformats.org/officeDocument/2006/relationships/notesSlide" Target="/ppt/notesSlides/notesSlide14.xml" Id="Rf4c7a36e62c74f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89e5517a94518" /><Relationship Type="http://schemas.openxmlformats.org/officeDocument/2006/relationships/notesSlide" Target="/ppt/notesSlides/notesSlide15.xml" Id="R18af7e5ea5394c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5ec02a2964232" /><Relationship Type="http://schemas.openxmlformats.org/officeDocument/2006/relationships/notesSlide" Target="/ppt/notesSlides/notesSlide16.xml" Id="R54fe3cb9f88640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cb402c3f7410e" /><Relationship Type="http://schemas.openxmlformats.org/officeDocument/2006/relationships/notesSlide" Target="/ppt/notesSlides/notesSlide17.xml" Id="R77c09d8b3e064c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d2bc974924856" /><Relationship Type="http://schemas.openxmlformats.org/officeDocument/2006/relationships/notesSlide" Target="/ppt/notesSlides/notesSlide18.xml" Id="R859b2d338e2443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e4221b2d14a27" /><Relationship Type="http://schemas.openxmlformats.org/officeDocument/2006/relationships/notesSlide" Target="/ppt/notesSlides/notesSlide19.xml" Id="Rd25974c77f864c0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51f67e62643d2" /><Relationship Type="http://schemas.openxmlformats.org/officeDocument/2006/relationships/notesSlide" Target="/ppt/notesSlides/notesSlide20.xml" Id="R73dba189380e489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155ec9fe24573" /><Relationship Type="http://schemas.openxmlformats.org/officeDocument/2006/relationships/notesSlide" Target="/ppt/notesSlides/notesSlide21.xml" Id="Rc7e52f223a4f43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e271ad95544d1" /><Relationship Type="http://schemas.openxmlformats.org/officeDocument/2006/relationships/notesSlide" Target="/ppt/notesSlides/notesSlide22.xml" Id="Rf9c50ffedcf449a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77c794cae4c61" /><Relationship Type="http://schemas.openxmlformats.org/officeDocument/2006/relationships/notesSlide" Target="/ppt/notesSlides/notesSlide23.xml" Id="Rc000249d4a61426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418bb5eac4be3" /><Relationship Type="http://schemas.openxmlformats.org/officeDocument/2006/relationships/notesSlide" Target="/ppt/notesSlides/notesSlide24.xml" Id="Re0bc6b354e3c484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780f38e1b48b5" /><Relationship Type="http://schemas.openxmlformats.org/officeDocument/2006/relationships/image" Target="/ppt/media/image.jpeg" Id="R18bd8e30f30d4d70" /><Relationship Type="http://schemas.openxmlformats.org/officeDocument/2006/relationships/notesSlide" Target="/ppt/notesSlides/notesSlide25.xml" Id="R56cb294290184b3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15650ad0948df" /><Relationship Type="http://schemas.openxmlformats.org/officeDocument/2006/relationships/notesSlide" Target="/ppt/notesSlides/notesSlide26.xml" Id="R711e87f3ffd644f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5c1b5ede441b0" /><Relationship Type="http://schemas.openxmlformats.org/officeDocument/2006/relationships/notesSlide" Target="/ppt/notesSlides/notesSlide27.xml" Id="Rb79e9d07b48446e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279b900524cf1" /><Relationship Type="http://schemas.openxmlformats.org/officeDocument/2006/relationships/notesSlide" Target="/ppt/notesSlides/notesSlide28.xml" Id="R3088d551ecab468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f301204544827" /><Relationship Type="http://schemas.openxmlformats.org/officeDocument/2006/relationships/notesSlide" Target="/ppt/notesSlides/notesSlide29.xml" Id="R8d76c3538129492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9cbd34a6d462d" /><Relationship Type="http://schemas.openxmlformats.org/officeDocument/2006/relationships/notesSlide" Target="/ppt/notesSlides/notesSlide30.xml" Id="R283214e1b1bd49c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c74eb4d0c4b26" /><Relationship Type="http://schemas.openxmlformats.org/officeDocument/2006/relationships/notesSlide" Target="/ppt/notesSlides/notesSlide31.xml" Id="R6a1ab9f1ab9a411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dc82c2a2e47c7" /><Relationship Type="http://schemas.openxmlformats.org/officeDocument/2006/relationships/notesSlide" Target="/ppt/notesSlides/notesSlide32.xml" Id="R4ad4849af456482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8685eada84585" /><Relationship Type="http://schemas.openxmlformats.org/officeDocument/2006/relationships/notesSlide" Target="/ppt/notesSlides/notesSlide33.xml" Id="R998a56b3e65c4b1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d36cbd6674e3f" /><Relationship Type="http://schemas.openxmlformats.org/officeDocument/2006/relationships/notesSlide" Target="/ppt/notesSlides/notesSlide34.xml" Id="Ra4707ce33e15458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d56718c194a64" /><Relationship Type="http://schemas.openxmlformats.org/officeDocument/2006/relationships/notesSlide" Target="/ppt/notesSlides/notesSlide35.xml" Id="R2a6dba43f85742b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7e0db62b24848" /><Relationship Type="http://schemas.openxmlformats.org/officeDocument/2006/relationships/notesSlide" Target="/ppt/notesSlides/notesSlide36.xml" Id="R635f7de26e364a3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1e862164e46ed" /><Relationship Type="http://schemas.openxmlformats.org/officeDocument/2006/relationships/notesSlide" Target="/ppt/notesSlides/notesSlide37.xml" Id="R9088556f840240a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a9852b32940ec" /><Relationship Type="http://schemas.openxmlformats.org/officeDocument/2006/relationships/notesSlide" Target="/ppt/notesSlides/notesSlide38.xml" Id="Rb2fa8550ffa84db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454c721594982" /><Relationship Type="http://schemas.openxmlformats.org/officeDocument/2006/relationships/notesSlide" Target="/ppt/notesSlides/notesSlide39.xml" Id="Rc742a8b9b634497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a334b3b1d48cd" /><Relationship Type="http://schemas.openxmlformats.org/officeDocument/2006/relationships/notesSlide" Target="/ppt/notesSlides/notesSlide40.xml" Id="R7e932f5427854c2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f42f2bbf54f98" /><Relationship Type="http://schemas.openxmlformats.org/officeDocument/2006/relationships/notesSlide" Target="/ppt/notesSlides/notesSlide41.xml" Id="R01ad7ea6e7ec4fa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e7ee531864174" /><Relationship Type="http://schemas.openxmlformats.org/officeDocument/2006/relationships/image" Target="/ppt/media/image2.png" Id="R813fc68bbd83466e" /><Relationship Type="http://schemas.openxmlformats.org/officeDocument/2006/relationships/notesSlide" Target="/ppt/notesSlides/notesSlide42.xml" Id="Rd1e7e00c8cdc44b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74f14e6654c7b" /><Relationship Type="http://schemas.openxmlformats.org/officeDocument/2006/relationships/notesSlide" Target="/ppt/notesSlides/notesSlide43.xml" Id="R3b745a40db41404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cb9df79104980" /><Relationship Type="http://schemas.openxmlformats.org/officeDocument/2006/relationships/notesSlide" Target="/ppt/notesSlides/notesSlide44.xml" Id="Rd4d0fa961d6c4a2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ba5c311c74569" /><Relationship Type="http://schemas.openxmlformats.org/officeDocument/2006/relationships/notesSlide" Target="/ppt/notesSlides/notesSlide45.xml" Id="R8763d581f03f4a4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d7253d4884916" /><Relationship Type="http://schemas.openxmlformats.org/officeDocument/2006/relationships/notesSlide" Target="/ppt/notesSlides/notesSlide46.xml" Id="Rb4a233098fdd4c0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739b782c1447b" /><Relationship Type="http://schemas.openxmlformats.org/officeDocument/2006/relationships/notesSlide" Target="/ppt/notesSlides/notesSlide47.xml" Id="R615dedbc58234cc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2748e52934e8f" /><Relationship Type="http://schemas.openxmlformats.org/officeDocument/2006/relationships/notesSlide" Target="/ppt/notesSlides/notesSlide48.xml" Id="R2c94fab1a15b48e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6df9b75e847d9" /><Relationship Type="http://schemas.openxmlformats.org/officeDocument/2006/relationships/notesSlide" Target="/ppt/notesSlides/notesSlide49.xml" Id="R3aeb977aa514419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08211bf2d4f60" /><Relationship Type="http://schemas.openxmlformats.org/officeDocument/2006/relationships/notesSlide" Target="/ppt/notesSlides/notesSlide50.xml" Id="R7b527695d5fd447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05d14f2414b2e" /><Relationship Type="http://schemas.openxmlformats.org/officeDocument/2006/relationships/notesSlide" Target="/ppt/notesSlides/notesSlide51.xml" Id="R56588816d4ab4c2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698e6f9e44b02" /><Relationship Type="http://schemas.openxmlformats.org/officeDocument/2006/relationships/notesSlide" Target="/ppt/notesSlides/notesSlide52.xml" Id="R5d6d1063d00f448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cde5fb6204e6f" /><Relationship Type="http://schemas.openxmlformats.org/officeDocument/2006/relationships/notesSlide" Target="/ppt/notesSlides/notesSlide53.xml" Id="R5ebf744509b5488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d4dcce30542c8" /><Relationship Type="http://schemas.openxmlformats.org/officeDocument/2006/relationships/notesSlide" Target="/ppt/notesSlides/notesSlide54.xml" Id="Red0ce453b4be445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42dbff0e844ee" /><Relationship Type="http://schemas.openxmlformats.org/officeDocument/2006/relationships/notesSlide" Target="/ppt/notesSlides/notesSlide55.xml" Id="R4fe4acf67d3e46b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a33a7d4bd46ad" /><Relationship Type="http://schemas.openxmlformats.org/officeDocument/2006/relationships/image" Target="/ppt/media/image3.png" Id="R5f1612020ff04290" /><Relationship Type="http://schemas.openxmlformats.org/officeDocument/2006/relationships/notesSlide" Target="/ppt/notesSlides/notesSlide56.xml" Id="R37189fb9135844e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7c5b125ca4607" /><Relationship Type="http://schemas.openxmlformats.org/officeDocument/2006/relationships/notesSlide" Target="/ppt/notesSlides/notesSlide57.xml" Id="R8445d4dd7d83433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3e3ac2acc460d" /><Relationship Type="http://schemas.openxmlformats.org/officeDocument/2006/relationships/notesSlide" Target="/ppt/notesSlides/notesSlide58.xml" Id="Rd2dbc78030e546a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f89f2518140c2" /><Relationship Type="http://schemas.openxmlformats.org/officeDocument/2006/relationships/notesSlide" Target="/ppt/notesSlides/notesSlide59.xml" Id="R15e4f10d9224423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f853049cb458e" /><Relationship Type="http://schemas.openxmlformats.org/officeDocument/2006/relationships/notesSlide" Target="/ppt/notesSlides/notesSlide60.xml" Id="Re63e36c99fb2418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c01a596584dc0" /><Relationship Type="http://schemas.openxmlformats.org/officeDocument/2006/relationships/notesSlide" Target="/ppt/notesSlides/notesSlide61.xml" Id="Rd5da24454044418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a1f2981f14c1a" /><Relationship Type="http://schemas.openxmlformats.org/officeDocument/2006/relationships/notesSlide" Target="/ppt/notesSlides/notesSlide62.xml" Id="R0a11b80040674b8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0e897207c43a4" /><Relationship Type="http://schemas.openxmlformats.org/officeDocument/2006/relationships/notesSlide" Target="/ppt/notesSlides/notesSlide63.xml" Id="R08b2c197e9f2487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f6d19c410447c" /><Relationship Type="http://schemas.openxmlformats.org/officeDocument/2006/relationships/notesSlide" Target="/ppt/notesSlides/notesSlide64.xml" Id="Rc3d3d71d48b24b2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962f125d64417" /><Relationship Type="http://schemas.openxmlformats.org/officeDocument/2006/relationships/notesSlide" Target="/ppt/notesSlides/notesSlide65.xml" Id="Rf3e25eb219c24dbd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bedb79f4c4a94" /><Relationship Type="http://schemas.openxmlformats.org/officeDocument/2006/relationships/notesSlide" Target="/ppt/notesSlides/notesSlide66.xml" Id="Re0f0c20640064601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ccaac48f841bf" /><Relationship Type="http://schemas.openxmlformats.org/officeDocument/2006/relationships/notesSlide" Target="/ppt/notesSlides/notesSlide67.xml" Id="R2dec63757a3f407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a46b652134f94" /><Relationship Type="http://schemas.openxmlformats.org/officeDocument/2006/relationships/notesSlide" Target="/ppt/notesSlides/notesSlide68.xml" Id="Rcb8bcb71721b4c5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8203766414df5" /><Relationship Type="http://schemas.openxmlformats.org/officeDocument/2006/relationships/notesSlide" Target="/ppt/notesSlides/notesSlide69.xml" Id="Rbb1f5a66b06146f3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8018d2e884e18" /><Relationship Type="http://schemas.openxmlformats.org/officeDocument/2006/relationships/notesSlide" Target="/ppt/notesSlides/notesSlide70.xml" Id="R30f615a6c97f4b96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97754caa7491d" /><Relationship Type="http://schemas.openxmlformats.org/officeDocument/2006/relationships/notesSlide" Target="/ppt/notesSlides/notesSlide71.xml" Id="Rca56e9d907e144fe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6f5f1780646d9" /><Relationship Type="http://schemas.openxmlformats.org/officeDocument/2006/relationships/notesSlide" Target="/ppt/notesSlides/notesSlide72.xml" Id="R9df7da084dc346df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178804bd441a0" /><Relationship Type="http://schemas.openxmlformats.org/officeDocument/2006/relationships/image" Target="/ppt/media/image4.png" Id="R13b6efe860b14904" /><Relationship Type="http://schemas.openxmlformats.org/officeDocument/2006/relationships/notesSlide" Target="/ppt/notesSlides/notesSlide73.xml" Id="Rd2c165270f2a4dc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a75d36d2a4937" /><Relationship Type="http://schemas.openxmlformats.org/officeDocument/2006/relationships/notesSlide" Target="/ppt/notesSlides/notesSlide74.xml" Id="R734b4412c8534ae9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13d0821fa44e0" /><Relationship Type="http://schemas.openxmlformats.org/officeDocument/2006/relationships/notesSlide" Target="/ppt/notesSlides/notesSlide75.xml" Id="R35de884b468c4a0d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505f2cf3048ba" /><Relationship Type="http://schemas.openxmlformats.org/officeDocument/2006/relationships/notesSlide" Target="/ppt/notesSlides/notesSlide76.xml" Id="Rcf54172b749b49e4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adb804c234a5f" /><Relationship Type="http://schemas.openxmlformats.org/officeDocument/2006/relationships/notesSlide" Target="/ppt/notesSlides/notesSlide77.xml" Id="R5d546762d8d5469b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e1da3b3ed4ac8" /><Relationship Type="http://schemas.openxmlformats.org/officeDocument/2006/relationships/notesSlide" Target="/ppt/notesSlides/notesSlide78.xml" Id="R871d178c628b4180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d7adca19e446a" /><Relationship Type="http://schemas.openxmlformats.org/officeDocument/2006/relationships/notesSlide" Target="/ppt/notesSlides/notesSlide79.xml" Id="R528d5fee718841fe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e4993109e4f7c" /><Relationship Type="http://schemas.openxmlformats.org/officeDocument/2006/relationships/notesSlide" Target="/ppt/notesSlides/notesSlide80.xml" Id="R6132a3cad8f1413b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d9c24bc924b8b" /><Relationship Type="http://schemas.openxmlformats.org/officeDocument/2006/relationships/notesSlide" Target="/ppt/notesSlides/notesSlide81.xml" Id="Rb9b55a4afb664e7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6e20aa72342b2" /><Relationship Type="http://schemas.openxmlformats.org/officeDocument/2006/relationships/notesSlide" Target="/ppt/notesSlides/notesSlide82.xml" Id="Rced87a3e45c64cc3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3937284c54929" /><Relationship Type="http://schemas.openxmlformats.org/officeDocument/2006/relationships/notesSlide" Target="/ppt/notesSlides/notesSlide83.xml" Id="R9539ddaa5fcd4b7c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ece814ca94464" /><Relationship Type="http://schemas.openxmlformats.org/officeDocument/2006/relationships/notesSlide" Target="/ppt/notesSlides/notesSlide84.xml" Id="Rf51c7220ff7f435a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e034bf9644174" /><Relationship Type="http://schemas.openxmlformats.org/officeDocument/2006/relationships/notesSlide" Target="/ppt/notesSlides/notesSlide85.xml" Id="R238340d45b164b5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b784adc2b4f53" /><Relationship Type="http://schemas.openxmlformats.org/officeDocument/2006/relationships/notesSlide" Target="/ppt/notesSlides/notesSlide86.xml" Id="R05b859eeb53d4c7f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d95018b914e80" /><Relationship Type="http://schemas.openxmlformats.org/officeDocument/2006/relationships/image" Target="/ppt/media/image2.jpeg" Id="R800f8b98930f4bf4" /><Relationship Type="http://schemas.openxmlformats.org/officeDocument/2006/relationships/notesSlide" Target="/ppt/notesSlides/notesSlide87.xml" Id="R02ad690f287c45de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f51ebb2ce4422" /><Relationship Type="http://schemas.openxmlformats.org/officeDocument/2006/relationships/notesSlide" Target="/ppt/notesSlides/notesSlide88.xml" Id="R0322c3c6bd6d42d1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3a590eece4cc6" /><Relationship Type="http://schemas.openxmlformats.org/officeDocument/2006/relationships/notesSlide" Target="/ppt/notesSlides/notesSlide89.xml" Id="R38985050745f4cd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a57faa4884377" /><Relationship Type="http://schemas.openxmlformats.org/officeDocument/2006/relationships/notesSlide" Target="/ppt/notesSlides/notesSlide90.xml" Id="R91f977d1b8be4110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d18566661476f" /><Relationship Type="http://schemas.openxmlformats.org/officeDocument/2006/relationships/notesSlide" Target="/ppt/notesSlides/notesSlide91.xml" Id="Rcd5ec7783cb8434f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a496b848d49af" /><Relationship Type="http://schemas.openxmlformats.org/officeDocument/2006/relationships/notesSlide" Target="/ppt/notesSlides/notesSlide92.xml" Id="R29409ed0a5204d27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cf5921b314018" /><Relationship Type="http://schemas.openxmlformats.org/officeDocument/2006/relationships/notesSlide" Target="/ppt/notesSlides/notesSlide93.xml" Id="R7857ba76a6e64d52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b8b11d8c94524" /><Relationship Type="http://schemas.openxmlformats.org/officeDocument/2006/relationships/notesSlide" Target="/ppt/notesSlides/notesSlide94.xml" Id="R61aa1acc1aa2493c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092b329294138" /><Relationship Type="http://schemas.openxmlformats.org/officeDocument/2006/relationships/notesSlide" Target="/ppt/notesSlides/notesSlide95.xml" Id="R5b5d9859dab844a3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d523ddb164298" /><Relationship Type="http://schemas.openxmlformats.org/officeDocument/2006/relationships/notesSlide" Target="/ppt/notesSlides/notesSlide96.xml" Id="Radb09688b8ce412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255afe09b4006" /><Relationship Type="http://schemas.openxmlformats.org/officeDocument/2006/relationships/notesSlide" Target="/ppt/notesSlides/notesSlide97.xml" Id="R7453b331944f4381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6e997de584594" /><Relationship Type="http://schemas.openxmlformats.org/officeDocument/2006/relationships/notesSlide" Target="/ppt/notesSlides/notesSlide98.xml" Id="R5b11c1ad17134a20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3c9ef0ee14a42" /><Relationship Type="http://schemas.openxmlformats.org/officeDocument/2006/relationships/notesSlide" Target="/ppt/notesSlides/notesSlide99.xml" Id="R27f398621a214bdd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93010cd7641b8" /><Relationship Type="http://schemas.openxmlformats.org/officeDocument/2006/relationships/notesSlide" Target="/ppt/notesSlides/notesSlide100.xml" Id="Rf806fd4a979f48e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be35921ba4b7e" /><Relationship Type="http://schemas.openxmlformats.org/officeDocument/2006/relationships/notesSlide" Target="/ppt/notesSlides/notesSlide101.xml" Id="R36fcdb161abb42d3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87c4047864342" /><Relationship Type="http://schemas.openxmlformats.org/officeDocument/2006/relationships/notesSlide" Target="/ppt/notesSlides/notesSlide102.xml" Id="R8114bfd0ba8b4ce9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b825e08df44a2" /><Relationship Type="http://schemas.openxmlformats.org/officeDocument/2006/relationships/notesSlide" Target="/ppt/notesSlides/notesSlide103.xml" Id="Ra15865f9538f4c91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a84add3cb4369" /><Relationship Type="http://schemas.openxmlformats.org/officeDocument/2006/relationships/notesSlide" Target="/ppt/notesSlides/notesSlide104.xml" Id="R45ecca17e78b45f0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5a3fe672f4621" /><Relationship Type="http://schemas.openxmlformats.org/officeDocument/2006/relationships/notesSlide" Target="/ppt/notesSlides/notesSlide105.xml" Id="Rce658bc484104572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51d4c94c148e8" /><Relationship Type="http://schemas.openxmlformats.org/officeDocument/2006/relationships/image" Target="/ppt/media/image3.jpeg" Id="Rcbbeea79b3434b1c" /><Relationship Type="http://schemas.openxmlformats.org/officeDocument/2006/relationships/notesSlide" Target="/ppt/notesSlides/notesSlide106.xml" Id="R477a9216e0bc4f00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b80c480534aa0" /><Relationship Type="http://schemas.openxmlformats.org/officeDocument/2006/relationships/notesSlide" Target="/ppt/notesSlides/notesSlide107.xml" Id="R811f1ec60d014385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f7c2115984885" /><Relationship Type="http://schemas.openxmlformats.org/officeDocument/2006/relationships/notesSlide" Target="/ppt/notesSlides/notesSlide108.xml" Id="R10cf6e19417348b8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95000683a44b4" /><Relationship Type="http://schemas.openxmlformats.org/officeDocument/2006/relationships/notesSlide" Target="/ppt/notesSlides/notesSlide109.xml" Id="R2675fb2897da4776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2e7dc3893452e" /><Relationship Type="http://schemas.openxmlformats.org/officeDocument/2006/relationships/notesSlide" Target="/ppt/notesSlides/notesSlide110.xml" Id="R50746f0535ea483b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ce6ab9edc499a" /><Relationship Type="http://schemas.openxmlformats.org/officeDocument/2006/relationships/notesSlide" Target="/ppt/notesSlides/notesSlide111.xml" Id="Rf87b961f67df45f7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37d08650a4db1" /><Relationship Type="http://schemas.openxmlformats.org/officeDocument/2006/relationships/notesSlide" Target="/ppt/notesSlides/notesSlide112.xml" Id="R657571746d0c4acd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d68403e134d0e" /><Relationship Type="http://schemas.openxmlformats.org/officeDocument/2006/relationships/notesSlide" Target="/ppt/notesSlides/notesSlide113.xml" Id="R815047b8d740459e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2bfd679cb490e" /><Relationship Type="http://schemas.openxmlformats.org/officeDocument/2006/relationships/notesSlide" Target="/ppt/notesSlides/notesSlide114.xml" Id="R5a82953ab4a9422e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6dd7b01084793" /><Relationship Type="http://schemas.openxmlformats.org/officeDocument/2006/relationships/notesSlide" Target="/ppt/notesSlides/notesSlide115.xml" Id="R065b2d9442bc44bd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d132db79546a7" /><Relationship Type="http://schemas.openxmlformats.org/officeDocument/2006/relationships/notesSlide" Target="/ppt/notesSlides/notesSlide116.xml" Id="R91d10aa55dba4c30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68685921e4e78" /><Relationship Type="http://schemas.openxmlformats.org/officeDocument/2006/relationships/notesSlide" Target="/ppt/notesSlides/notesSlide117.xml" Id="Rbb200a1cf74e487f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5027cae6247e7" /><Relationship Type="http://schemas.openxmlformats.org/officeDocument/2006/relationships/notesSlide" Target="/ppt/notesSlides/notesSlide118.xml" Id="Re426f781c9ee48e5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199cb8bc94763" /><Relationship Type="http://schemas.openxmlformats.org/officeDocument/2006/relationships/notesSlide" Target="/ppt/notesSlides/notesSlide119.xml" Id="R8b4e5e7e171247e4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2711287144464" /><Relationship Type="http://schemas.openxmlformats.org/officeDocument/2006/relationships/image" Target="/ppt/media/image4.jpeg" Id="R70e9b482d9e14b8f" /><Relationship Type="http://schemas.openxmlformats.org/officeDocument/2006/relationships/notesSlide" Target="/ppt/notesSlides/notesSlide120.xml" Id="R3a70773d91e44460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548c31264468c" /><Relationship Type="http://schemas.openxmlformats.org/officeDocument/2006/relationships/notesSlide" Target="/ppt/notesSlides/notesSlide121.xml" Id="Ra2913e5cbe5d4720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5dcc4b65a423f" /><Relationship Type="http://schemas.openxmlformats.org/officeDocument/2006/relationships/notesSlide" Target="/ppt/notesSlides/notesSlide122.xml" Id="R06d505ad488d4a74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b0e9192ce4b10" /><Relationship Type="http://schemas.openxmlformats.org/officeDocument/2006/relationships/notesSlide" Target="/ppt/notesSlides/notesSlide123.xml" Id="R52049b73a4ac483b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4e7c8c8054c6a" /><Relationship Type="http://schemas.openxmlformats.org/officeDocument/2006/relationships/notesSlide" Target="/ppt/notesSlides/notesSlide124.xml" Id="R1dfb2f4fc0244676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3b345ec1949f3" /><Relationship Type="http://schemas.openxmlformats.org/officeDocument/2006/relationships/notesSlide" Target="/ppt/notesSlides/notesSlide125.xml" Id="Raaff30a64a4246ee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6dad427994a08" /><Relationship Type="http://schemas.openxmlformats.org/officeDocument/2006/relationships/notesSlide" Target="/ppt/notesSlides/notesSlide126.xml" Id="R5d68d0fc19514420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81a7441914ab3" /><Relationship Type="http://schemas.openxmlformats.org/officeDocument/2006/relationships/notesSlide" Target="/ppt/notesSlides/notesSlide127.xml" Id="Rf358d9175f8e4cfb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057d6a24f4e4b" /><Relationship Type="http://schemas.openxmlformats.org/officeDocument/2006/relationships/notesSlide" Target="/ppt/notesSlides/notesSlide128.xml" Id="R4dfc7f40835a403c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38e745cd74f71" /><Relationship Type="http://schemas.openxmlformats.org/officeDocument/2006/relationships/notesSlide" Target="/ppt/notesSlides/notesSlide129.xml" Id="R1869625182514af1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9470560f848a8" /><Relationship Type="http://schemas.openxmlformats.org/officeDocument/2006/relationships/notesSlide" Target="/ppt/notesSlides/notesSlide130.xml" Id="R18e66abf475e4309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5abffbd1840a7" /><Relationship Type="http://schemas.openxmlformats.org/officeDocument/2006/relationships/notesSlide" Target="/ppt/notesSlides/notesSlide131.xml" Id="R34706f9f5a8b4284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827850e6e4610" /><Relationship Type="http://schemas.openxmlformats.org/officeDocument/2006/relationships/notesSlide" Target="/ppt/notesSlides/notesSlide132.xml" Id="R6f66c5c1249a453f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db7f13288411c" /><Relationship Type="http://schemas.openxmlformats.org/officeDocument/2006/relationships/notesSlide" Target="/ppt/notesSlides/notesSlide133.xml" Id="Rc37f0b10833646cb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dcfe6b5cb471c" /><Relationship Type="http://schemas.openxmlformats.org/officeDocument/2006/relationships/notesSlide" Target="/ppt/notesSlides/notesSlide134.xml" Id="R9738c5917db844c8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5849a6efa4553" /><Relationship Type="http://schemas.openxmlformats.org/officeDocument/2006/relationships/notesSlide" Target="/ppt/notesSlides/notesSlide135.xml" Id="R0c824513ca1e42f6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f3ad89cec48d4" /><Relationship Type="http://schemas.openxmlformats.org/officeDocument/2006/relationships/notesSlide" Target="/ppt/notesSlides/notesSlide136.xml" Id="R52acaf6acffe4e1a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ed2c3b96a4998" /><Relationship Type="http://schemas.openxmlformats.org/officeDocument/2006/relationships/notesSlide" Target="/ppt/notesSlides/notesSlide137.xml" Id="Ra16ba8f9de5a491a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dbdd5f80e4594" /><Relationship Type="http://schemas.openxmlformats.org/officeDocument/2006/relationships/notesSlide" Target="/ppt/notesSlides/notesSlide138.xml" Id="R20718a0204ec427e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6a3db4215498d" /><Relationship Type="http://schemas.openxmlformats.org/officeDocument/2006/relationships/notesSlide" Target="/ppt/notesSlides/notesSlide139.xml" Id="R34b204a44ed44181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8a674bc704231" /><Relationship Type="http://schemas.openxmlformats.org/officeDocument/2006/relationships/notesSlide" Target="/ppt/notesSlides/notesSlide140.xml" Id="R6c85c17f065d4d57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510c4a9ca48c0" /><Relationship Type="http://schemas.openxmlformats.org/officeDocument/2006/relationships/notesSlide" Target="/ppt/notesSlides/notesSlide141.xml" Id="R7a6f2931e6214705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2edf642f6460d" /><Relationship Type="http://schemas.openxmlformats.org/officeDocument/2006/relationships/notesSlide" Target="/ppt/notesSlides/notesSlide142.xml" Id="R6f182e5bb44c41cd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9519f42fe43d3" /><Relationship Type="http://schemas.openxmlformats.org/officeDocument/2006/relationships/notesSlide" Target="/ppt/notesSlides/notesSlide143.xml" Id="Rd8b4e83517d94b31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052c97a6244fb" /><Relationship Type="http://schemas.openxmlformats.org/officeDocument/2006/relationships/notesSlide" Target="/ppt/notesSlides/notesSlide144.xml" Id="R14e885f6e33e4552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6b791f8e44066" /><Relationship Type="http://schemas.openxmlformats.org/officeDocument/2006/relationships/notesSlide" Target="/ppt/notesSlides/notesSlide145.xml" Id="R720ea50db3874bde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b8f0804c54124" /><Relationship Type="http://schemas.openxmlformats.org/officeDocument/2006/relationships/notesSlide" Target="/ppt/notesSlides/notesSlide146.xml" Id="Rf45bf3925dad4bac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c4ebcabc14649" /><Relationship Type="http://schemas.openxmlformats.org/officeDocument/2006/relationships/notesSlide" Target="/ppt/notesSlides/notesSlide147.xml" Id="R2de7aa199cfe4f03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255bfe6384edf" /><Relationship Type="http://schemas.openxmlformats.org/officeDocument/2006/relationships/notesSlide" Target="/ppt/notesSlides/notesSlide148.xml" Id="R7f73cbed8d56469b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5521f25ff40f7" /><Relationship Type="http://schemas.openxmlformats.org/officeDocument/2006/relationships/notesSlide" Target="/ppt/notesSlides/notesSlide149.xml" Id="R5d83378fcd224b08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c25fcde554cc8" /><Relationship Type="http://schemas.openxmlformats.org/officeDocument/2006/relationships/notesSlide" Target="/ppt/notesSlides/notesSlide150.xml" Id="R5e355b0bb10b4819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34c8f89314357" /><Relationship Type="http://schemas.openxmlformats.org/officeDocument/2006/relationships/notesSlide" Target="/ppt/notesSlides/notesSlide151.xml" Id="R146aa6e862c64af1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178977e584fb8" /><Relationship Type="http://schemas.openxmlformats.org/officeDocument/2006/relationships/notesSlide" Target="/ppt/notesSlides/notesSlide152.xml" Id="R62e7348edcd94d76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49001720346b7" /><Relationship Type="http://schemas.openxmlformats.org/officeDocument/2006/relationships/notesSlide" Target="/ppt/notesSlides/notesSlide153.xml" Id="R840999ab38304b9a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7e2b4a7f84726" /><Relationship Type="http://schemas.openxmlformats.org/officeDocument/2006/relationships/notesSlide" Target="/ppt/notesSlides/notesSlide154.xml" Id="R4904e74e04ad402d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5ee501e4948ec" /><Relationship Type="http://schemas.openxmlformats.org/officeDocument/2006/relationships/notesSlide" Target="/ppt/notesSlides/notesSlide155.xml" Id="R006d60181f6042ce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3f038f05c4ab5" /><Relationship Type="http://schemas.openxmlformats.org/officeDocument/2006/relationships/notesSlide" Target="/ppt/notesSlides/notesSlide156.xml" Id="R39cf9297dcd14804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6003873fe47b6" /><Relationship Type="http://schemas.openxmlformats.org/officeDocument/2006/relationships/notesSlide" Target="/ppt/notesSlides/notesSlide157.xml" Id="R7828810fee7942d1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80d7bcdf1443f" /><Relationship Type="http://schemas.openxmlformats.org/officeDocument/2006/relationships/notesSlide" Target="/ppt/notesSlides/notesSlide158.xml" Id="R832ed56cfe8a49da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912dc5fc24e9c" /><Relationship Type="http://schemas.openxmlformats.org/officeDocument/2006/relationships/notesSlide" Target="/ppt/notesSlides/notesSlide159.xml" Id="R9a93cf48b53642f6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4e427b84e4b93" /><Relationship Type="http://schemas.openxmlformats.org/officeDocument/2006/relationships/notesSlide" Target="/ppt/notesSlides/notesSlide160.xml" Id="Re71d65eae7de4468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ac2e2ec634019" /><Relationship Type="http://schemas.openxmlformats.org/officeDocument/2006/relationships/notesSlide" Target="/ppt/notesSlides/notesSlide161.xml" Id="Rea58b34d44794093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3271642034d5c" /><Relationship Type="http://schemas.openxmlformats.org/officeDocument/2006/relationships/notesSlide" Target="/ppt/notesSlides/notesSlide162.xml" Id="Rdefe3f5950a04289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cfe7175a247dc" /><Relationship Type="http://schemas.openxmlformats.org/officeDocument/2006/relationships/notesSlide" Target="/ppt/notesSlides/notesSlide163.xml" Id="R40c2b23318f64988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83e2c22774bdf" /><Relationship Type="http://schemas.openxmlformats.org/officeDocument/2006/relationships/notesSlide" Target="/ppt/notesSlides/notesSlide164.xml" Id="R117eef40b6c44ef6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022422ee2474c" /><Relationship Type="http://schemas.openxmlformats.org/officeDocument/2006/relationships/notesSlide" Target="/ppt/notesSlides/notesSlide165.xml" Id="Racfb967faa1b45f7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0e58321a74a2e" /><Relationship Type="http://schemas.openxmlformats.org/officeDocument/2006/relationships/notesSlide" Target="/ppt/notesSlides/notesSlide166.xml" Id="Rcf0b4967c6b2430a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682db68e2401d" /><Relationship Type="http://schemas.openxmlformats.org/officeDocument/2006/relationships/notesSlide" Target="/ppt/notesSlides/notesSlide167.xml" Id="R5c05794d2fd04fc4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84aa887df4a92" /><Relationship Type="http://schemas.openxmlformats.org/officeDocument/2006/relationships/notesSlide" Target="/ppt/notesSlides/notesSlide168.xml" Id="Rcdcc7972d60141f9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3f1e0033d4610" /><Relationship Type="http://schemas.openxmlformats.org/officeDocument/2006/relationships/image" Target="/ppt/media/image5.png" Id="R3eb6a058fbc54e34" /><Relationship Type="http://schemas.openxmlformats.org/officeDocument/2006/relationships/notesSlide" Target="/ppt/notesSlides/notesSlide169.xml" Id="R2f58289409424bc6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6857e7b594dd2" /><Relationship Type="http://schemas.openxmlformats.org/officeDocument/2006/relationships/notesSlide" Target="/ppt/notesSlides/notesSlide170.xml" Id="R1e6e1d1d87834823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0767267604f17" /><Relationship Type="http://schemas.openxmlformats.org/officeDocument/2006/relationships/notesSlide" Target="/ppt/notesSlides/notesSlide171.xml" Id="Rc6f67caf4fab40f9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6dad8535c4fd6" /><Relationship Type="http://schemas.openxmlformats.org/officeDocument/2006/relationships/notesSlide" Target="/ppt/notesSlides/notesSlide172.xml" Id="R2a424065eb764fef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3fa8a196140f9" /><Relationship Type="http://schemas.openxmlformats.org/officeDocument/2006/relationships/notesSlide" Target="/ppt/notesSlides/notesSlide173.xml" Id="Re659b514550e432a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7aab619a343d4" /><Relationship Type="http://schemas.openxmlformats.org/officeDocument/2006/relationships/notesSlide" Target="/ppt/notesSlides/notesSlide174.xml" Id="R38d324a3a686439e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3587537c8405f" /><Relationship Type="http://schemas.openxmlformats.org/officeDocument/2006/relationships/notesSlide" Target="/ppt/notesSlides/notesSlide175.xml" Id="Rfe1e373077d8420f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df9097c7d40a6" /><Relationship Type="http://schemas.openxmlformats.org/officeDocument/2006/relationships/notesSlide" Target="/ppt/notesSlides/notesSlide176.xml" Id="R42a80f6ee05a4ff8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bf5c41b7b41ca" /><Relationship Type="http://schemas.openxmlformats.org/officeDocument/2006/relationships/notesSlide" Target="/ppt/notesSlides/notesSlide177.xml" Id="R57f73b13a9c54cb9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6e1ec8d5640c1" /><Relationship Type="http://schemas.openxmlformats.org/officeDocument/2006/relationships/notesSlide" Target="/ppt/notesSlides/notesSlide178.xml" Id="R616b9de757ad4481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7dde5ff954688" /><Relationship Type="http://schemas.openxmlformats.org/officeDocument/2006/relationships/notesSlide" Target="/ppt/notesSlides/notesSlide179.xml" Id="R7c048fea768e43ef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4cb49157540d9" /><Relationship Type="http://schemas.openxmlformats.org/officeDocument/2006/relationships/notesSlide" Target="/ppt/notesSlides/notesSlide180.xml" Id="Reca4b65836104202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f5ca602b34172" /><Relationship Type="http://schemas.openxmlformats.org/officeDocument/2006/relationships/notesSlide" Target="/ppt/notesSlides/notesSlide181.xml" Id="Re53454d68eb74512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0ce69f6d943f7" /><Relationship Type="http://schemas.openxmlformats.org/officeDocument/2006/relationships/notesSlide" Target="/ppt/notesSlides/notesSlide182.xml" Id="Rfdd314ed12454c26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94294be214723" /><Relationship Type="http://schemas.openxmlformats.org/officeDocument/2006/relationships/image" Target="/ppt/media/image6.png" Id="R4845532069b3457d" /><Relationship Type="http://schemas.openxmlformats.org/officeDocument/2006/relationships/notesSlide" Target="/ppt/notesSlides/notesSlide183.xml" Id="Re9bf6eac0f0f407e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e1d2dd77b42d1" /><Relationship Type="http://schemas.openxmlformats.org/officeDocument/2006/relationships/notesSlide" Target="/ppt/notesSlides/notesSlide184.xml" Id="Rf858b653db314883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61ac17eff477a" /><Relationship Type="http://schemas.openxmlformats.org/officeDocument/2006/relationships/notesSlide" Target="/ppt/notesSlides/notesSlide185.xml" Id="R3e1b28b139444f97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dd8132e714a9d" /><Relationship Type="http://schemas.openxmlformats.org/officeDocument/2006/relationships/notesSlide" Target="/ppt/notesSlides/notesSlide186.xml" Id="Re4d1ba8fdc7a417a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5f4c4979e4e10" /><Relationship Type="http://schemas.openxmlformats.org/officeDocument/2006/relationships/notesSlide" Target="/ppt/notesSlides/notesSlide187.xml" Id="R21595c02851942b4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16d4d22814d0b" /><Relationship Type="http://schemas.openxmlformats.org/officeDocument/2006/relationships/notesSlide" Target="/ppt/notesSlides/notesSlide188.xml" Id="Ra775853ae80947b4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6ea8176ea4659" /><Relationship Type="http://schemas.openxmlformats.org/officeDocument/2006/relationships/notesSlide" Target="/ppt/notesSlides/notesSlide189.xml" Id="Rf6f2af0ce3e341ae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5a70a8b1340d3" /><Relationship Type="http://schemas.openxmlformats.org/officeDocument/2006/relationships/notesSlide" Target="/ppt/notesSlides/notesSlide190.xml" Id="R09d5ddf1911a46cf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10c571bff451d" /><Relationship Type="http://schemas.openxmlformats.org/officeDocument/2006/relationships/notesSlide" Target="/ppt/notesSlides/notesSlide191.xml" Id="R4a063bb594a14177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0ad0522f341fd" /><Relationship Type="http://schemas.openxmlformats.org/officeDocument/2006/relationships/notesSlide" Target="/ppt/notesSlides/notesSlide192.xml" Id="R3cd6959451314949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6f8920c86472a" /><Relationship Type="http://schemas.openxmlformats.org/officeDocument/2006/relationships/notesSlide" Target="/ppt/notesSlides/notesSlide193.xml" Id="R161518c41d974bb4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5886349ff4c88" /><Relationship Type="http://schemas.openxmlformats.org/officeDocument/2006/relationships/notesSlide" Target="/ppt/notesSlides/notesSlide194.xml" Id="R6dee6a444f2542bc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cb6700ea74c13" /><Relationship Type="http://schemas.openxmlformats.org/officeDocument/2006/relationships/notesSlide" Target="/ppt/notesSlides/notesSlide195.xml" Id="Re5474d9baef142b9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e7e9a296d448a" /><Relationship Type="http://schemas.openxmlformats.org/officeDocument/2006/relationships/notesSlide" Target="/ppt/notesSlides/notesSlide196.xml" Id="Rf22cdc0ae6e74081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8656503154a29" /><Relationship Type="http://schemas.openxmlformats.org/officeDocument/2006/relationships/notesSlide" Target="/ppt/notesSlides/notesSlide197.xml" Id="R047160bae6314db6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a0d307d5a4b30" /><Relationship Type="http://schemas.openxmlformats.org/officeDocument/2006/relationships/notesSlide" Target="/ppt/notesSlides/notesSlide198.xml" Id="R6385188981c44da8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7b036872a40ef" /><Relationship Type="http://schemas.openxmlformats.org/officeDocument/2006/relationships/notesSlide" Target="/ppt/notesSlides/notesSlide199.xml" Id="Rf113d61d19414121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343212f904b24" /><Relationship Type="http://schemas.openxmlformats.org/officeDocument/2006/relationships/image" Target="/ppt/media/image7.png" Id="R428ac4f88a244e37" /><Relationship Type="http://schemas.openxmlformats.org/officeDocument/2006/relationships/notesSlide" Target="/ppt/notesSlides/notesSlide200.xml" Id="R98d3249f92a54754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2e995ab9f4a68" /><Relationship Type="http://schemas.openxmlformats.org/officeDocument/2006/relationships/notesSlide" Target="/ppt/notesSlides/notesSlide201.xml" Id="R9227c0852e7f46fe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6730a25644aff" /><Relationship Type="http://schemas.openxmlformats.org/officeDocument/2006/relationships/notesSlide" Target="/ppt/notesSlides/notesSlide202.xml" Id="R20a4d764135f49c7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914b9f1eb4172" /><Relationship Type="http://schemas.openxmlformats.org/officeDocument/2006/relationships/notesSlide" Target="/ppt/notesSlides/notesSlide203.xml" Id="Rac188e8c08024c8b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b6e82d04048e8" /><Relationship Type="http://schemas.openxmlformats.org/officeDocument/2006/relationships/notesSlide" Target="/ppt/notesSlides/notesSlide204.xml" Id="R8190e045a587473a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d439bc3a14a9f" /><Relationship Type="http://schemas.openxmlformats.org/officeDocument/2006/relationships/notesSlide" Target="/ppt/notesSlides/notesSlide205.xml" Id="R59db6db97ac54c71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4cd1ff97849f5" /><Relationship Type="http://schemas.openxmlformats.org/officeDocument/2006/relationships/notesSlide" Target="/ppt/notesSlides/notesSlide206.xml" Id="Rcb92c76289d04ece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2fcf8895f4e88" /><Relationship Type="http://schemas.openxmlformats.org/officeDocument/2006/relationships/notesSlide" Target="/ppt/notesSlides/notesSlide207.xml" Id="R1e84d302373b49da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29d54158d4d8d" /><Relationship Type="http://schemas.openxmlformats.org/officeDocument/2006/relationships/notesSlide" Target="/ppt/notesSlides/notesSlide208.xml" Id="R2a6952d5e996474d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0057b0b224d16" /><Relationship Type="http://schemas.openxmlformats.org/officeDocument/2006/relationships/notesSlide" Target="/ppt/notesSlides/notesSlide209.xml" Id="Rdfb71eb8bf524d30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02179793e4987" /><Relationship Type="http://schemas.openxmlformats.org/officeDocument/2006/relationships/notesSlide" Target="/ppt/notesSlides/notesSlide210.xml" Id="R89ae84c879314747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a0d0dc5064ae4" /><Relationship Type="http://schemas.openxmlformats.org/officeDocument/2006/relationships/notesSlide" Target="/ppt/notesSlides/notesSlide211.xml" Id="R61dd58251fdc40ba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b21f4858c4989" /><Relationship Type="http://schemas.openxmlformats.org/officeDocument/2006/relationships/notesSlide" Target="/ppt/notesSlides/notesSlide212.xml" Id="R3e56b59c7658461e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f23e40d9d4f01" /><Relationship Type="http://schemas.openxmlformats.org/officeDocument/2006/relationships/notesSlide" Target="/ppt/notesSlides/notesSlide213.xml" Id="Ra98f33a05f444b1d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13298641249dd" /><Relationship Type="http://schemas.openxmlformats.org/officeDocument/2006/relationships/image" Target="/ppt/media/image8.png" Id="R6db59e4dda1642de" /><Relationship Type="http://schemas.openxmlformats.org/officeDocument/2006/relationships/notesSlide" Target="/ppt/notesSlides/notesSlide214.xml" Id="R7dbaac9a7197493a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b62ae673f4973" /><Relationship Type="http://schemas.openxmlformats.org/officeDocument/2006/relationships/notesSlide" Target="/ppt/notesSlides/notesSlide215.xml" Id="Radf49ec87d3148d5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bcf831c4148f2" /><Relationship Type="http://schemas.openxmlformats.org/officeDocument/2006/relationships/notesSlide" Target="/ppt/notesSlides/notesSlide216.xml" Id="Ref61d31948c44e77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915c219a14736" /><Relationship Type="http://schemas.openxmlformats.org/officeDocument/2006/relationships/notesSlide" Target="/ppt/notesSlides/notesSlide217.xml" Id="Rca158c5871d84450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4f5777da94230" /><Relationship Type="http://schemas.openxmlformats.org/officeDocument/2006/relationships/notesSlide" Target="/ppt/notesSlides/notesSlide218.xml" Id="R0b0acae290bb4906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e56765f344eea" /><Relationship Type="http://schemas.openxmlformats.org/officeDocument/2006/relationships/notesSlide" Target="/ppt/notesSlides/notesSlide219.xml" Id="R49f6f1f6fc684325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f0a653af440af" /><Relationship Type="http://schemas.openxmlformats.org/officeDocument/2006/relationships/notesSlide" Target="/ppt/notesSlides/notesSlide220.xml" Id="Rcaa17fbb19334e7c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4919eacc14752" /><Relationship Type="http://schemas.openxmlformats.org/officeDocument/2006/relationships/notesSlide" Target="/ppt/notesSlides/notesSlide221.xml" Id="R31e4eea8004f45e5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9c13a15ee46e2" /><Relationship Type="http://schemas.openxmlformats.org/officeDocument/2006/relationships/notesSlide" Target="/ppt/notesSlides/notesSlide222.xml" Id="Rad4374d086974be0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aac0f201b4e04" /><Relationship Type="http://schemas.openxmlformats.org/officeDocument/2006/relationships/notesSlide" Target="/ppt/notesSlides/notesSlide223.xml" Id="Rd7d57a49218144af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a9f70c0aa4aad" /><Relationship Type="http://schemas.openxmlformats.org/officeDocument/2006/relationships/notesSlide" Target="/ppt/notesSlides/notesSlide224.xml" Id="R308b82d11d6642cd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53828e5ff44f1" /><Relationship Type="http://schemas.openxmlformats.org/officeDocument/2006/relationships/notesSlide" Target="/ppt/notesSlides/notesSlide225.xml" Id="R092cf88fa87c4b77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ecdb7ba9d4cc6" /><Relationship Type="http://schemas.openxmlformats.org/officeDocument/2006/relationships/notesSlide" Target="/ppt/notesSlides/notesSlide226.xml" Id="R7f080bfa3fb2437a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65238d6574923" /><Relationship Type="http://schemas.openxmlformats.org/officeDocument/2006/relationships/notesSlide" Target="/ppt/notesSlides/notesSlide227.xml" Id="Rb555accc48b7439c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03997752a4e89" /><Relationship Type="http://schemas.openxmlformats.org/officeDocument/2006/relationships/notesSlide" Target="/ppt/notesSlides/notesSlide228.xml" Id="Rd00c8ff24407494c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335cb1487492e" /><Relationship Type="http://schemas.openxmlformats.org/officeDocument/2006/relationships/notesSlide" Target="/ppt/notesSlides/notesSlide229.xml" Id="R86991ecf353141a4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cdde5247d4f16" /><Relationship Type="http://schemas.openxmlformats.org/officeDocument/2006/relationships/notesSlide" Target="/ppt/notesSlides/notesSlide230.xml" Id="R396755d9d9284b9d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17bf52eb94d57" /><Relationship Type="http://schemas.openxmlformats.org/officeDocument/2006/relationships/notesSlide" Target="/ppt/notesSlides/notesSlide231.xml" Id="Rcbd7781d85104b5c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3d5bce1a7443c" /><Relationship Type="http://schemas.openxmlformats.org/officeDocument/2006/relationships/notesSlide" Target="/ppt/notesSlides/notesSlide232.xml" Id="Rfa39c196a49b4df3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8da794e034a88" /><Relationship Type="http://schemas.openxmlformats.org/officeDocument/2006/relationships/notesSlide" Target="/ppt/notesSlides/notesSlide233.xml" Id="Rd839a43498fe4b8e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c74a6de30446e" /><Relationship Type="http://schemas.openxmlformats.org/officeDocument/2006/relationships/notesSlide" Target="/ppt/notesSlides/notesSlide234.xml" Id="R1d5b7e86ffcd46b5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9738733e343c1" /><Relationship Type="http://schemas.openxmlformats.org/officeDocument/2006/relationships/notesSlide" Target="/ppt/notesSlides/notesSlide235.xml" Id="Rbdf84c0f51284bf7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4807e5f1b4309" /><Relationship Type="http://schemas.openxmlformats.org/officeDocument/2006/relationships/notesSlide" Target="/ppt/notesSlides/notesSlide236.xml" Id="R39f1299f75c4445e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0539fbf6c457b" /><Relationship Type="http://schemas.openxmlformats.org/officeDocument/2006/relationships/notesSlide" Target="/ppt/notesSlides/notesSlide237.xml" Id="Rdfd206c0bce8420a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e912e10a34199" /><Relationship Type="http://schemas.openxmlformats.org/officeDocument/2006/relationships/notesSlide" Target="/ppt/notesSlides/notesSlide238.xml" Id="Rdcb46a089d08433f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67033519d45c1" /><Relationship Type="http://schemas.openxmlformats.org/officeDocument/2006/relationships/notesSlide" Target="/ppt/notesSlides/notesSlide239.xml" Id="Rb012a977fd964a26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fd0db8a7e40de" /><Relationship Type="http://schemas.openxmlformats.org/officeDocument/2006/relationships/notesSlide" Target="/ppt/notesSlides/notesSlide240.xml" Id="Rfa0d7ebba2fa42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EA99B-9C21-4A4C-9B01-818AFA06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B8C5D0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B8C5D0"/>
                </a:solidFill>
                <a:latin typeface="AppleGothic"/>
                <a:ea typeface="AppleGothic"/>
                <a:cs typeface="AppleGothic"/>
              </a:rPr>
              <a:t>LLM AGENT / WORKFLOW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E8C62-CC63-4176-B7E7-2FAF56C9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3810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8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D5276-8578-4DEC-A0BE-F0DE70B6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업무 자동화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380D5-ECC5-46F8-A9CE-E1AEE60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5주 과정 총정리와 개인 프로젝트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888FF-1A47-483C-ACB9-9817E007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1718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86632-FEA2-45C8-814E-1BF2878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B8C5D0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B8C5D0"/>
                </a:solidFill>
                <a:latin typeface="AppleGothic"/>
                <a:ea typeface="AppleGothic"/>
                <a:cs typeface="AppleGothic"/>
              </a:rPr>
              <a:t>차성재   Agentic AI PM / AI 겸임교수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5EF6B-5627-4452-A76C-B44B18FA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118179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BC9C3-F8F6-40E3-ADDB-6D4A7B38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808A7-B680-452D-B078-3122824E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마지막 수업의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EFB27-EE52-4796-BC6F-5A6782F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ECA88-F865-4209-9F14-8CF46AA4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F7B15-EDEB-4DFA-B1B2-60CDA835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C2192-335C-4F71-B713-7160D23C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이미 만든 결과의 재사용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E55C8-A676-4EF6-A446-D8D890E7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회의 기록, 변경 검토, 문서 생성에 담긴 공통 원리를 내 업무에 적용합니다.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2F165-456C-4685-90C6-2A6A1AD2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08485-859C-4DF2-8FD9-A4983900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오전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85346-ECB9-44EC-A521-1EBCF702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완성 결과와 핵심 개념의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6E431-5A5F-42A5-A58B-9FDFBD0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7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85CDC-1992-410E-B1B5-B7842E7D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975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오후 첫 구간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DC52E-F308-4E57-9670-21FDD77C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070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새로운 업무 사례와 프로젝트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CB388-80AB-4B7C-AD3A-ADBEDD4A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FCF8A-BB08-46F8-BBA7-EFC99B03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86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오후 마지막 구간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F0822-6BE1-4641-8E30-FD9F4990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95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개인 프로젝트 제작과 실행 확인</a:t>
            </a:r>
          </a:p>
        </p:txBody>
      </p:sp>
    </p:spTree>
    <p:extLst>
      <p:ext uri="{BB962C8B-B14F-4D97-AF65-F5344CB8AC3E}">
        <p14:creationId xmlns:p14="http://schemas.microsoft.com/office/powerpoint/2010/main" val="221128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24867-E583-465A-ABF5-04009910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C6FF4-4549-4705-A1BD-A4140E26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하루 시간표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5A236-B1CA-4B7C-952E-54A65762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5D6DA-0C82-4780-8438-2250AD50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D9E14-BF3B-4A7D-BEC4-7936FD13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5334000"/>
                <a:gridCol w="3162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수업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쉬는 시간과 Q&amp;A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05591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09:00–12:00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1–3차시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 구조, 회의, 변경 검토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11:30–12:00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5279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12:00–13:00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점심시간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12:55까지 복귀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05591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13:00–15:00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4–5차시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문서 자동화, 프로젝트 선택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14:40–15:00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05591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15:00–17:00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6–7차시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개인 제작과 강사 시연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16:40–17:00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복구와 Q&amp;A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687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024AF-D3C9-48F3-A0F2-80080452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FBDF1-36A7-4E4E-A445-40B9ACAC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오전의 핵심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9E429-70CD-41C8-9305-32F2453C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2483C-35B9-43B8-A90E-51C55708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235FE-D8E5-4C92-A77F-1755B884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686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차시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함께 확인할 것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1차시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09:00-09:50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자동화의 공통 구조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어떤 판단을 AI에 맡길까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2차시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09:50-10:40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음성 기록과 업무 인계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기록을 어떻게 다음 업무에 쓸까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3차시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10:40-11:30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검토와 수정 제안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어떤 검토 의견이 실제로 도움될까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406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2945D-6AF0-45E4-956D-1D919380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B59C0-B2FC-4C22-B40C-C5C8D54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오후의 제작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27A33-5A88-49C3-A9B1-76D02D7B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E75E7-344F-4378-9C4C-7299E602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6999B-9141-4C79-A02B-713DE6A9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005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686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차시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함께 확인할 것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4차시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13:00-13:50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문서와 표의 재사용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문서끼리 숫자와 내용의 일치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5차시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13:50-14:40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서비스와 프로젝트 선택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첫 입력과 결과가 명확한 범위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6차시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15:00-15:50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채용 검색 서비스 설계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문서와 코드가 연결된 검색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7차시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15:50-16:40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 화면과 다음 개선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다른 사람이 다시 쓸 실행 방법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439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5D41B-52D2-4040-8B68-BFC41F2B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AFD90-E873-4660-94B5-81979A36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5주간의 결과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A6507-34C3-4EB6-BAC6-F21C0B4B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5FD4A-DAE0-4884-8B39-67EEED65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0C46A-A80F-44EE-B624-E29D29B5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4572000"/>
                <a:gridCol w="4876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주차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제작한 기능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다시 사용할 원리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1주차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Tool Calling과 실행 환경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입력, 도구, 실행 범위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2주차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음성 전사와 회의 기록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근거가 있는 요약과 사람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3주차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 리뷰 Agent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위치와 수정 가능한 의견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4주차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Excel, Word, PPT 자동화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데이터, 계산, 표현의 분리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5주차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나의 업무 서비스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 관점의 통합과 재사용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989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3C468-E497-45DD-BAB9-879B4D14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65DC3-8CD9-48A0-9EBF-A2B12E31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오늘의 학습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5D571-E746-468D-816B-8E00C7B8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7B701-4813-4516-91A9-9168ACD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4230C-DD43-454E-BDA3-6FE228EA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703CA-3CEA-478E-ACFF-8A4B8811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개념 이해와 실제 실행의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04390-C569-4338-9E35-38F2C7E5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강사의 완성 화면을 본 뒤, 제공 코드의 입력을 바꾸고 결과를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E8862-2D04-47DB-9C1D-F3E30645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9F532-0FDC-40C6-B9CC-E74E3AF2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36B5D-920B-4AFD-AF4E-9B0E4707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개념, 비교 기준, 업무 적용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F5859-3933-4C6B-91DA-9F99F001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7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CBB68-7133-40BE-BD92-04DBE1F3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975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코드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E4915-B984-4B22-AA49-8E2DBC38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070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Notebook 셀 수정과 재실행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E59B2-C49C-46C5-B6FD-843968A2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697C9-6E7C-4A00-9DDC-60671CC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86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개인 제작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2C95D-0567-43F2-9C36-6785BAAE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95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Codex 요청, 결과 화면, 다음 개선</a:t>
            </a:r>
          </a:p>
        </p:txBody>
      </p:sp>
    </p:spTree>
    <p:extLst>
      <p:ext uri="{BB962C8B-B14F-4D97-AF65-F5344CB8AC3E}">
        <p14:creationId xmlns:p14="http://schemas.microsoft.com/office/powerpoint/2010/main" val="1515655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6CB5A-5761-4181-BFBA-584D9E2B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14FBB-C355-403D-876E-7ED23AF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새로운 서비스의 선택지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6782B-8011-4840-86B1-1C505DF7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5FBA8-3638-4DD8-B4A3-A086AF10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513EC-3877-4546-9BE8-01DD9B34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4286250"/>
                <a:gridCol w="4305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반복 업무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 예시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첫 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 접수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담당자 배정, 문서 길잡이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분류표와 답변 초안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말로 남긴 정보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현장 보고, 상담 인계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원문이 연결된 기록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문서 검토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규정 변경, 견적 비교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위치와 기준이 있는 비교표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현황 정리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일정 위험, 고객 의견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건수와 근거가 보이는 보고서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정보 탐색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채용 검색, 지원사업 탐색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조건과 출처가 보이는 목록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147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AD340-44D7-4F52-A2AB-AD73A7C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1554B-4C79-47B9-A5F7-95330E64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시작 전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F91B3-A3D5-4304-86A7-9AB61368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A3C6A-8532-486F-8B40-F0F079B6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42928-ABE9-4D5E-8E2E-9FAB4A50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15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준비물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방법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615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강의 저장소와 Python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VS Code에서 저장소 폴더 열기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복습 Notebook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day5_finale_recap.ipynb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자료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제공된 합성 데이터로 첫 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개인 프로젝트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자신의 업무를 설명할 입력 한 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AI 제작 도구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가능한 Codex 계정과 사용량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14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F0B1F-E0BE-46B7-A743-9817EBEA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B6B64-B0C5-44E2-B06A-F5775A52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71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4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74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67F35-850B-4716-9BCF-0CCC0882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09:00-09:50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45533-E0EB-49F2-8B87-53160486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41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업무 자동화의 공통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2B3C0-5CD6-4823-97B4-813CD36D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지난 4주 동안 만든 기능의 사용자와 결과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D7393-3B2A-434E-8E81-9637E683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55C89-AA9D-487D-A8B3-82DAD9B8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함께 확인할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20998-6445-468E-86AB-2C4BE862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00675"/>
            <a:ext cx="838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업무에서 반복되는 입력 하나와, 실제로 쓸 결과 하나의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454AC-9430-4AA5-B6B4-6ED1044C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010</a:t>
            </a:r>
          </a:p>
        </p:txBody>
      </p:sp>
    </p:spTree>
    <p:extLst>
      <p:ext uri="{BB962C8B-B14F-4D97-AF65-F5344CB8AC3E}">
        <p14:creationId xmlns:p14="http://schemas.microsoft.com/office/powerpoint/2010/main" val="10125626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1EFB8-E4F6-49B5-A755-0AFF55D2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738DD-5C9F-4433-993A-3711FE19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실제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B6E2A-C3B9-4A8C-B1E0-B99C9B5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479BE-AAAD-48C1-954F-726DD52D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CEFB5-3100-481D-811B-1300C2D1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91e87a11e41d4"/>
          <a:stretch xmlns:a="http://schemas.openxmlformats.org/drawingml/2006/main"/>
        </p:blipFill>
        <p:spPr>
          <a:xfrm xmlns:a="http://schemas.openxmlformats.org/drawingml/2006/main">
            <a:off x="2910840" y="1676400"/>
            <a:ext cx="6370320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98A1C-7551-4D01-A999-C54CA29E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기존 Job Market Radar 서비스 화면: 결과를 사용자가 탐색하는 형태</a:t>
            </a:r>
          </a:p>
        </p:txBody>
      </p:sp>
    </p:spTree>
    <p:extLst>
      <p:ext uri="{BB962C8B-B14F-4D97-AF65-F5344CB8AC3E}">
        <p14:creationId xmlns:p14="http://schemas.microsoft.com/office/powerpoint/2010/main" val="1767188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2EDA0-324B-4901-9F17-56C38A18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04D51-8FB6-4B40-82E6-7055CDFF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LLM, Workflow,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B9810-CB26-4E65-9A54-8F931B7C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7CC6F-878D-47B1-ABE6-E369081C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C5B17-3D8F-4975-9358-DDF89D3C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2B3D1-F838-4B15-9EA6-EF673E28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사용자의 요청이 같아도 필요한 자동화의 범위는 다릅니다.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BCC8A-AB71-468D-9301-9ED03BE9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C35FE-FB06-4C59-8C3A-BF8F36B4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9F3C7-D846-45A4-8472-DF49E9DB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Large Language Model, 대규모 언어 모델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주어진 회의 내용을 요약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A9499-B7C3-4DE7-B5AC-28997602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7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078F7-10B2-4291-8CF9-CA460383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975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E942A-23F9-4B7C-8266-3AC806C6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070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미리 정한 처리 순서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전사, 요약, 담당자 확인 순서로 실행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BA194-EE58-4345-B959-912B3EFA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50F6A-77A2-4772-8AC0-C30A9347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86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3E2CF-E433-40B0-993A-B7ED6C4A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95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도구와 다음 행동을 선택하는 실행 주체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질문에 따라 필요한 자료를 찾아 답변 작성</a:t>
            </a:r>
          </a:p>
        </p:txBody>
      </p:sp>
    </p:spTree>
    <p:extLst>
      <p:ext uri="{BB962C8B-B14F-4D97-AF65-F5344CB8AC3E}">
        <p14:creationId xmlns:p14="http://schemas.microsoft.com/office/powerpoint/2010/main" val="13645404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3F1FC-BE2F-4FD4-BD9F-925DA624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074C6-2500-492A-8F0F-0A2640FF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업무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1C1FC-C60F-4B77-9CE6-84196422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73C4D-3B6F-4428-A75B-F16A5C27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89739-2E8A-41EA-BDF7-CFB8714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62123-7518-4D88-80C3-0C4C2EF2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기존 작업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53B87-02D9-404C-9859-28A189E3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적용 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A016A-235F-482C-85CE-1585A8AE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03B50-5E40-4E93-A3C7-64A70E15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F2FA2-10E3-45EB-BC6C-AF98E5B3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요약 파일만 저장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입력이 다를 때 실행 방법 불명확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결과를 업무에 옮기는 과정 수작업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D409C-0375-4323-BCDA-B5E029FF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종류에 맞는 기능 선택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누락과 실행 실패를 화면에 표시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검토한 결과를 문서와 화면으로 전달</a:t>
            </a:r>
          </a:p>
        </p:txBody>
      </p:sp>
    </p:spTree>
    <p:extLst>
      <p:ext uri="{BB962C8B-B14F-4D97-AF65-F5344CB8AC3E}">
        <p14:creationId xmlns:p14="http://schemas.microsoft.com/office/powerpoint/2010/main" val="3923659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9A3E5-538F-4E3B-BF17-D6A44C2F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F3BF9-3C51-45E9-B19A-097E427C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핵심 용어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7DEA6-C08B-4011-A147-F350639A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104A0-9427-4C1C-8420-FCA8BF48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345D9-8397-468A-8345-A299D32B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B9474-A3BA-4904-A07C-20DE95DA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6892E-65F8-4E38-BFB3-F4970773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Tool Calling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96696-45CE-4238-B2CF-F8620880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9547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외부 기능 호출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038A8-191D-47F3-AC65-3EF3F654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AI가 선택한 함수를 프로그램이 실행하는 과정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6DE38-499E-4BCB-BAF0-61D730A1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20F62-B636-4116-9083-B8E04D19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Adapter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8EFA4-93DB-4700-B332-BBF91B27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연결 형식의 변환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1D429-20B7-486D-892B-E4E187FD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다른 도구의 입력과 결과를 공통 형식에 맞춤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6F6CD-2384-4B36-BF78-7A64CD69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10A0-D250-4C27-9375-439DF763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Fixture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063F2-0705-456F-9F5D-17D618C1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테스트용 고정 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432F2-0AA4-4863-9D41-47F1B0C3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같은 조건으로 기능을 확인하기 위한 예제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6BC83-1508-42D5-AADB-334D3A23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31EFD-62FD-4D15-B034-4A6C66F8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D3896-3ED1-4D75-B5FC-F713173C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3875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사람의 결과 검토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1C3CD-ABF7-41AE-9EE2-929884F7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673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잘못된 내용 수정과 최종 사용 결정</a:t>
            </a:r>
          </a:p>
        </p:txBody>
      </p:sp>
    </p:spTree>
    <p:extLst>
      <p:ext uri="{BB962C8B-B14F-4D97-AF65-F5344CB8AC3E}">
        <p14:creationId xmlns:p14="http://schemas.microsoft.com/office/powerpoint/2010/main" val="9095991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3C059-BC2B-40B8-A5BD-6CCB72C0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27A21-280D-4175-A7E4-4B5118DC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E9DD9-D2E9-4105-A95E-1A802741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5D59B-C3D3-4B86-8EA1-2AC61CB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9ACA1-CBC9-4B08-9403-581A504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E3FB7-EBF4-475D-9140-AE6A925C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864CE-A0BB-40A5-B967-8328DA0D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82F67-67C4-442D-A016-9F43EB99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요청 접수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B0E6F-D985-4934-8000-97C84128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 전사 파일과 원하는 결과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3BAB8-5518-4C49-B1C0-39C345B3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652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EC03F-AAAB-4884-9FA8-D303D899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892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3885D-F92A-4775-8935-7E2AC18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8892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종류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66A66-E588-4444-B5B7-15E74F00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892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 기록인지 코드 리뷰인지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1AFE3-12E8-4C16-8125-524AE4C8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139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E7484-9E52-4C83-AEB0-36A8D8DA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4F5C4-3109-4197-B64D-2D451860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65379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기능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3314A-DDF5-45F5-86C0-764433E0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379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종류에 연결한 함수 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715F3-C36C-44AE-8615-FA00599C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626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5B21C-0FE0-4890-B558-B4F119CD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866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D3134-80E7-4365-A968-6D28F7B6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1866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 검사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F578F-014F-4353-804C-B6318310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866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오류와 근거 누락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1605A-D1BB-4738-97EA-1152259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113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509C09-B3EB-4B5A-86C9-BCA50DF0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353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9AAC8F-38ED-4EDC-AF67-B0CD24B0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38353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 전달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D31CDC-C450-4E1A-8726-ACAC997F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8353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 화면과 다음 행동 표시</a:t>
            </a:r>
          </a:p>
        </p:txBody>
      </p:sp>
    </p:spTree>
    <p:extLst>
      <p:ext uri="{BB962C8B-B14F-4D97-AF65-F5344CB8AC3E}">
        <p14:creationId xmlns:p14="http://schemas.microsoft.com/office/powerpoint/2010/main" val="8983849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5A796-39B0-44B5-8C25-2D3231A3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DA784-AD85-4A68-9B31-A4ED9C73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한 요청의 처리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9C920-ABDE-4C8E-A9FC-ACF534EF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52679-1EF6-4394-884C-6F3E9EFC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4A024-8B63-4E9D-9484-F205F265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단계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 요청 예시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 전사 파일 선택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결정 사항과 할 일 추출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LLM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담당자와 근거 누락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내용 수정 후 회의록 저장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6579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C50F4-7B61-45B2-B6A2-EFE93071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40C88-E83A-4849-BF51-EE718E67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역할 분담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96F80-DF05-4E87-AE5F-35634FA3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B22F4-2AE0-411E-8C59-C593ECCF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29421-4CB8-47BE-8180-430649A3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859155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맡길 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준비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 종류와 원하는 결과를 함께 지정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AI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분류·요약·초안처럼 맥락 판단이 필요한 단계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허용된 폴더, 필수값, 실행 권한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메일 발송과 문서 공개 전 최종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0012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C6693-CED5-4DF2-8840-4D780ADC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E9C5E-8BE1-40DC-8CEC-5FC336E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파일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3BC60-B3D8-4EE4-A9F0-74577C49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76D45-E908-4BB7-999F-714EB88E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CFA90-18ED-4796-8C04-689A969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286625"/>
                <a:gridCol w="3686175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시점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day5_finale_recap.ipynb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1차시 셀의 입력 수정과 재실행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src/course_services/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service_router.py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Router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src/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meeting_agent_workflow.py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 서비스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src/course_services/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review_service.py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리뷰 서비스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2803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475C4-180C-4BF4-8EE5-372376CC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02DC5-F8DF-4009-9627-AE3FCFC0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종류에 따른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CA9DD-2708-4293-9748-69C2A616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94FE6-129C-4591-B972-EE20FC2F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3E0CA-5747-4C92-A44E-ECF3062F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553ED-3117-4ADC-B51B-C56252C1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0270B-1119-45AA-9476-0CD5FB12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route_service_request(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input_kind="meeting_transcript",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source_path=ROOT / "data/meeting_sample_ko.txt",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workspace_root=ROOT,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print(result["service"], result["status"])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28900-45E1-464B-A280-18CB5DA9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1차시 셀. 상단 준비 셀을 먼저 실행.</a:t>
            </a:r>
          </a:p>
        </p:txBody>
      </p:sp>
    </p:spTree>
    <p:extLst>
      <p:ext uri="{BB962C8B-B14F-4D97-AF65-F5344CB8AC3E}">
        <p14:creationId xmlns:p14="http://schemas.microsoft.com/office/powerpoint/2010/main" val="18482102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B0EBD-F5F2-471C-8625-457BB577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30B8A-039B-48FD-8BDC-353A4FC1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AB410-5057-4FB9-BB82-35AAC229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5CDA8-2EDF-4831-8464-86C9AC25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6FAC4-E259-4D56-AB46-2A9CBA60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63936-30D8-487C-BBD2-22CD502D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실행 위치와 명령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5C6E1-16FF-45A2-B6CA-FA6C5E5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23B0F-6ACA-45CE-A681-D31DD6D5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1040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 tests/test_course_services.py -k 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9E3A5-E805-435D-8A15-421C7357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저장소 루트에서 실행. Python은 Notebook과 같은 환경 사용.</a:t>
            </a:r>
          </a:p>
        </p:txBody>
      </p:sp>
    </p:spTree>
    <p:extLst>
      <p:ext uri="{BB962C8B-B14F-4D97-AF65-F5344CB8AC3E}">
        <p14:creationId xmlns:p14="http://schemas.microsoft.com/office/powerpoint/2010/main" val="2345844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3893C-0594-467F-863E-371769DA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544C3-E7FB-445B-9EF2-A9C75905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결과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3E105-C9D6-4CFB-B896-69ABD623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017BB-1044-4F29-93B5-F34BD8D9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6B081-E2EE-494C-BA62-A58EA02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021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service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meeting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 처리 경로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status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SUCCESS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함수 실행 완료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external_write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False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외부 서비스에 반영하지 않음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805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54E7C-FD23-4321-BDDC-89C6AAB3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AAE80-DAF2-4300-B013-BD4406E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대표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DCBDD-2E5E-4A4B-AD8E-DD630C5C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713EE-5C9F-41F2-ADFC-8484244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21946-CC33-4187-954F-F94366E8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CFD3B-327E-4325-B2D6-89358A96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 파일을 코드 리뷰 기능에 보내거나, 지원하지 않는 입력을 처리하려는 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A2819-5A4F-43BB-B780-7ACD1CA1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같은 요청에도 다른 기능이 실행되면 사용자는 어떤 결과를 받았는지 판단하기 어렵습니다.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55CC0-403C-4194-8D73-EB62E353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DCB4B-7BE8-4CB3-9C38-FDCC2083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FE005-5C3A-4E2D-B0F1-229F243D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권한·경로·입력 오류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0405A-AC2D-4F40-A137-645042A2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C8F53-ADBE-4302-BCBC-27F08742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사용자에게 필요한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DD3D8-F06F-4CA1-ACF3-E7A11D0D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어느 입력을 고쳐야 하는지 구체적으로 표시</a:t>
            </a:r>
          </a:p>
        </p:txBody>
      </p:sp>
    </p:spTree>
    <p:extLst>
      <p:ext uri="{BB962C8B-B14F-4D97-AF65-F5344CB8AC3E}">
        <p14:creationId xmlns:p14="http://schemas.microsoft.com/office/powerpoint/2010/main" val="11410640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D4447-9F94-443D-8C7B-05F02DDB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740F3-359B-4F69-86A3-C7980143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복구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3C332-D994-4014-BB74-452CC656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5B22F-C16D-4313-B0E5-CA0CD96B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9BB03-7DF9-4B73-8BB1-2D6A710A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8D5E4-0090-4A57-9083-438B9E8F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5D838-8C3C-42C4-A3DD-493B5CE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10C4F-5078-44B9-BF73-5A5CFF2D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8485D-AF91-453F-A9DB-410C1268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파일 종류와 원하는 결과를 함께 지정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18A16-841F-427A-938D-6763CD09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2738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776B2-3251-4818-991E-E7075DB6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5138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94762-8A8E-42F1-A348-87D33EAA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5138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4A0B2-D079-48A4-B7CF-871C44C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138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권한·경로·입력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D555F-7EB6-4F65-AC7F-ED947ED9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D5872-76ED-445D-B83E-69AB0796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867C9-E01D-43E3-B650-0D0BE0A1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86225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범위 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9245B-661B-4A8F-ADDA-80F5CBA8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86225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종류와 실행 함수를 연결하고 모르는 종류에는 중단 이유 반환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FB597-794F-4062-9A85-B3787090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4913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20C19-BDDF-4B0F-ACAF-8D39BAE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7313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05861-23F8-43F6-B326-CDAAA114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67313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재실행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36621-A692-4C43-B403-129E5BAE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67313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같은 입력으로 오류가 해결됐는지 확인</a:t>
            </a:r>
          </a:p>
        </p:txBody>
      </p:sp>
    </p:spTree>
    <p:extLst>
      <p:ext uri="{BB962C8B-B14F-4D97-AF65-F5344CB8AC3E}">
        <p14:creationId xmlns:p14="http://schemas.microsoft.com/office/powerpoint/2010/main" val="14812718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3F264-ABDF-4EA5-A36E-B01563F1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774F9-E51C-47AF-A4DE-67D8CD10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고정 순서와 상황별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02835-A434-4114-8FFE-C8CC8D71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1AC05-00CA-43D7-84F1-649CC373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C38D2-DB7D-49FF-BBD7-5CF9CE9E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024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847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고정된 입력과 결과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Workflow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단계와 오류를 예측하기 쉬움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요청마다 필요한 자료가 다름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Agent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 선택과 도구 호출이 필요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한 번의 문장 변환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LLM 호출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불필요한 단계를 줄일 수 있음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7026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3BDCA-1B2B-4ABE-8D1E-4BC155E6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911F1-66C5-4ED5-A121-F7A81B46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적용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2531E-BFF2-4508-B7C0-6319FF88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8C9BF-90F0-4482-B881-F0C3C25F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C6211-4F2C-45C9-8A2D-99A9ED9C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025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d8e30f30d4d70"/>
          <a:stretch xmlns:a="http://schemas.openxmlformats.org/drawingml/2006/main"/>
        </p:blipFill>
        <p:spPr>
          <a:xfrm xmlns:a="http://schemas.openxmlformats.org/drawingml/2006/main">
            <a:off x="2556933" y="1676400"/>
            <a:ext cx="7078133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09411-FCCA-4054-AB20-57DAF1C6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3주차 Review Copilot: 입력, 검토 결과, 사람 판단이 있는 로컬 화면</a:t>
            </a:r>
          </a:p>
        </p:txBody>
      </p:sp>
    </p:spTree>
    <p:extLst>
      <p:ext uri="{BB962C8B-B14F-4D97-AF65-F5344CB8AC3E}">
        <p14:creationId xmlns:p14="http://schemas.microsoft.com/office/powerpoint/2010/main" val="112766205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C1741-E505-4662-BC11-98595A6B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DE42F-07D7-491F-A714-FEAC8EF8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판단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35EA5-B8F4-4211-AB3E-FA9A702F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218F3-10E9-4844-90F4-988FE20B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7DDD0-91ED-43A5-AA60-8D6D295C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52CBE-C4B3-4F3D-82E9-327E156F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 대상을 분명히 정하면 잘못된 파일 처리와 불필요한 모델 호출을 줄일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A8D55-76E8-4E88-B13E-CBC40540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6E768-26E3-4C2F-ACDD-03162BE2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정해진 양식을 채우는 업무부터 시작합니다. 자료를 찾아야 한다면 어디에서 무엇을 찾는지 추가합니다. 마지막으로 사람이 고쳐야 할 부분을 화면에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085540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BF5DB-161E-4BB9-B7C1-F4DA5EAA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D59F7-FF84-4C8E-999F-E95B9202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Codex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8B21F-3D57-4725-A408-99AEE1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0E1D2-6C44-4641-A83A-8600BEAB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188C3-11F8-4CB3-8778-A0EA1056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3BC60-3BCD-4FBC-850F-57797CDA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맥락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CF72C-3CD2-48A1-AE65-6064E25A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845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강의 저장소의 회의, 리뷰, 문서 결과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EC5B3-6F86-4542-B6BA-D84BA46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C3BEB-6BCA-4654-AE07-68BCFEF8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작업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522D2-E52D-4001-A6C1-F6889ED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84582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1~4주차 결과 파일을 읽고 사용자·입력·판단·규칙·사람 확인·결과 화면 표를 만들되 새로운 기능은 추가하지 않기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F8487-9D8E-44DE-8DBA-2614041C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E5F2A-F0D8-4AB6-9011-926AE8A6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완료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45404-B03F-4F7A-AC6A-ED53E5FE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67325"/>
            <a:ext cx="845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입력 한 종류에 맞는 기능이 실행되고, 결과와 오류 이유가 구분되는지 확인</a:t>
            </a:r>
          </a:p>
        </p:txBody>
      </p:sp>
    </p:spTree>
    <p:extLst>
      <p:ext uri="{BB962C8B-B14F-4D97-AF65-F5344CB8AC3E}">
        <p14:creationId xmlns:p14="http://schemas.microsoft.com/office/powerpoint/2010/main" val="1218924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A0807-AD1C-4A68-87F7-3F580D71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117D4-28BD-49C3-93EA-3C56BED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실습 1의 입력 변경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AE94D-F297-4212-8703-86C0850F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17877-A975-478B-B055-569E7C73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11E49-54D2-47CB-A001-AC4E4A3A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F88D3-DE8B-4A56-A3A9-140B7116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280ED-2829-43F0-95A0-79E95111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복습 Notebook의 1차시 셀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5B335-E1FA-4EEB-BA9E-CAAD120C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29218-824D-46A0-B0EA-563E8495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CC742-CCF2-49E9-8BBF-C0593E84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meeting_transcript를 unknown으로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017CE-A7AF-49C4-9908-74AF49C4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15B8C-8657-4B5A-9522-207C6B2F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4B129-E59D-41A7-9E6F-0C168ED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중단 이유가 표시되는지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8AB1D-DAB8-492B-B447-5B068E29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51C73-07D1-49E8-BA66-5E39AD82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F1E7C-E952-420F-97FC-5B0A2E31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원래 입력 종류로 복구 후 다시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FF65B-ACC0-437F-8B81-AA53A5DA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90C09-4A1B-48D5-A0F3-B20281B8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575B0-2B97-485C-91BD-4EEC3D4B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578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materials/day5/day5_finale_recap.ipynb</a:t>
            </a:r>
          </a:p>
        </p:txBody>
      </p:sp>
    </p:spTree>
    <p:extLst>
      <p:ext uri="{BB962C8B-B14F-4D97-AF65-F5344CB8AC3E}">
        <p14:creationId xmlns:p14="http://schemas.microsoft.com/office/powerpoint/2010/main" val="98508914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072A6-E785-413D-A3E7-0AB1DCF4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D2A2C-99AF-41AA-8933-9F4A55E3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정상 결과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05933-62A9-40C4-B980-BFB1E73F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E1874-7CF8-418A-A724-47FE5581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35FCD-47CE-46AB-A210-21C1C73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CCA79-2385-4EEF-BA88-ADFF5833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16220-A63C-425B-BB4D-FA48718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result["status"] == "SUCCESS"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result["service"] == "meeting"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result["external_write"] is 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001BC-5192-4BAA-ABEB-DC17D025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1차시 정상 확인 셀. 앞의 실행 결과 사용.</a:t>
            </a:r>
          </a:p>
        </p:txBody>
      </p:sp>
    </p:spTree>
    <p:extLst>
      <p:ext uri="{BB962C8B-B14F-4D97-AF65-F5344CB8AC3E}">
        <p14:creationId xmlns:p14="http://schemas.microsoft.com/office/powerpoint/2010/main" val="13982583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2AE90-30AC-402A-A372-78FE6062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80280-8226-4CC9-B5BD-29691A3D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실패 상황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33B27-C085-426D-807A-ACD09238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419E6-C54C-4117-9625-8E080A98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0EEA0-EF5D-40F0-93A0-DF90568B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BFC41-2FEC-4304-B3EB-C2EB75B4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8DD10-94D2-4EEC-8942-ABB4594E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blocked = route_service_request(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input_kind="unknown",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source_path=ROOT / "data/meeting_sample_ko.txt",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workspace_root=ROOT,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blocked["error_code"] == "UNSUPPORTED_INPUT_KIND"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6DA68-9689-4237-AC3F-2D9E4CB7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1차시 오류 확인 셀. 입력을 고친 뒤 재실행.</a:t>
            </a:r>
          </a:p>
        </p:txBody>
      </p:sp>
    </p:spTree>
    <p:extLst>
      <p:ext uri="{BB962C8B-B14F-4D97-AF65-F5344CB8AC3E}">
        <p14:creationId xmlns:p14="http://schemas.microsoft.com/office/powerpoint/2010/main" val="12096341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A4AC5-FE98-432E-9E6F-4C2CE7FC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3B652-8D03-49B1-9162-BF413285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새 업무의 첫 분해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12EAE-5E9A-44A3-9019-AFBB76AF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E1A02-811E-49F1-8298-29AB6CD4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101AF-541D-4D88-9E51-F2CF21E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656B5-7D74-41B7-983C-8A0C0A62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업무에서 반복되는 입력 하나와, 실제로 쓸 결과 하나의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90440-80F4-45AA-938E-6E1688E4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4CAED-AC01-4602-BF36-9B445B13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주문 정보가 없으면 날짜를 단정하지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5015084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62E4D-A1ED-4013-AB3C-0458697A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3E5C9-AEA6-4863-B10B-64162B0E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구조의 서비스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D04B8-A66E-4A5B-8641-2A859203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A3E16-DB31-4BEB-A0FF-18C81B49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2FF6B-2A36-4A01-A83B-DF7F8DE9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 접수와 담당자 배정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메일·요청 문장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분류 결과표와 회신 초안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팀 업무 현황판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회의·WBS·업무 현황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지연 업무표와 이번 주 확인 목록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사내 문서 길잡이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사내 문서·FAQ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출처 문장과 답변 초안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0362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8D13A-96CF-4256-A550-57DC52C2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17FB7-5DC8-4EDE-B39F-3A188631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요청 접수와 담당자 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ADD64-53BA-4BDB-8674-3BFE2BE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1FE7E-6DB1-4A31-984D-2823B2C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28329-D64A-43DA-86C5-8E5015F4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640F0-8EC1-4DA9-9173-3A5F594C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통합 업무 Inbox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6C7C9-AAE1-4BF2-A844-E453AED9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4F176-D41D-49C5-BE29-5E4D1826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배송이 늦었습니다. 오늘 받을 수 있을까요?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8A1FC-95A3-406B-9194-6E8B602E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2C96D-E00E-410F-B33E-A0A350FA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B0498-A678-4437-A962-9A348C24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분류: 배송 일정 문의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담당: 배송 운영팀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초안: 주문 확인 후 도착 예정일 안내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3B69B-10C0-458F-8032-BE6A1BF6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93934-CF4E-4764-84EB-E777D68C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9E8BE-40C4-4D89-B4C1-3947783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주문 정보가 없으면 날짜를 단정하지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2653292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2C8BF-99EF-4019-8FB1-FC24C8B3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2EB1D-8742-4145-9BA0-CC7A26A5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팀 업무 현황판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44232-5E42-4D2D-8D36-0F16DBF8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C9222-26B7-444C-99EA-BBA3567F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1F0B1-40E2-4275-9B69-25197CFE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6710A-0A42-4B95-AFC4-2DA325CE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업무 Control Tower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DCCB4-A5F2-4446-821C-E13DA7CC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6FA53-2924-4F59-8E81-7822CB04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출시 일정표에 디자인 검수 미완료, 개발 완료로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677F3-E162-4200-9C28-2EBF409C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7D7B2-410E-4F8B-9B72-3F99DC60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89577-4544-4D41-B9F7-61D0E3D0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선행 작업: 디자인 검수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영향: 출시 확인 필요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 요청: 담당자와 일정 재조정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5708A-E2EF-40AB-81A4-D887121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D4564-E5D1-426C-B04E-440E769D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A18DE-9E82-4E95-A34F-6E16D3DC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진행률만 보고 출시 가능으로 표시하지 않음</a:t>
            </a:r>
          </a:p>
        </p:txBody>
      </p:sp>
    </p:spTree>
    <p:extLst>
      <p:ext uri="{BB962C8B-B14F-4D97-AF65-F5344CB8AC3E}">
        <p14:creationId xmlns:p14="http://schemas.microsoft.com/office/powerpoint/2010/main" val="57709790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D629F-FCED-451A-9171-C116702F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564E1-0240-46D3-B9F6-E9170089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사내 문서 길잡이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01CDD-E4A4-433E-9C77-157FDCA5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00FE7-9334-4156-B79C-D11F3127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2FB91-7449-4F71-B21B-D8EC7BE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40CB9-0CAB-46CC-9719-C4AFD50A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Knowledge Concierge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AE27E-0257-4E2B-B5EA-AB72E688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5E2C2-DEB1-4D1D-A824-1B8FA3BB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신입 구성원의 재택근무 장비 신청 방법 문의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AB940-44EF-40A7-BB13-1A4A936D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0F9C2-451C-4864-9BBA-D80FC1E9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2EB92-4A44-46FE-83AB-86087C6B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신청 양식: 장비 신청서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근거: 복지 안내 3절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미확인: 계약 형태별 지원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B46E2-C749-468B-BA43-CDD42621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71498-E0A1-49F8-8228-FD60E5B7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E0B2E-28D7-4820-B38E-76955267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문서에 없는 지원 금액은 답하지 않음</a:t>
            </a:r>
          </a:p>
        </p:txBody>
      </p:sp>
    </p:spTree>
    <p:extLst>
      <p:ext uri="{BB962C8B-B14F-4D97-AF65-F5344CB8AC3E}">
        <p14:creationId xmlns:p14="http://schemas.microsoft.com/office/powerpoint/2010/main" val="19218337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C9C5B-B059-45B6-A3A9-726DF1A5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4965B-FA34-41DF-A879-1D230F2E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요청 분류의 우선순위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9894D-80D4-4A67-955D-197A52DE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3FE89-9D69-4351-B88C-1341C314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06695-0077-4B9F-9299-426BC812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상황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처리 방식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 안내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 파일과 요약 요청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 처리 기능 선택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사용할 파일명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한 문장에 두 가지 업무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요청을 두 작업으로 분리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먼저 처리할 일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지원하지 않는 파일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전 중단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허용 형식과 변환 방법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80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13F87-E2C1-4E35-A40F-B54136B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566AB-9554-4AAC-8920-E393F38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답변의 근거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E3127-F333-4DBF-B3F1-A3119086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D3D01-315E-4FA9-B052-55C45630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65AAC-0FE9-408D-9304-992FBD0B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 상태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답변 범위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후속 처리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최신 안내문에 명시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해당 문장에 근거해 답변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문서명과 개정일 제공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서로 다른 안내가 충돌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충돌 내용을 함께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담당자에게 기준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 문서 없음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확인할 수 없다고 안내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임의의 규정 생성 금지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53855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6FAB2-463B-4FAC-921D-417B1435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4ECA5-4754-4FBC-A2BF-D0775AD5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현황판의 갱신 정보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384B3-F6B1-446D-BB4F-5BFD7552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0A96F-0B92-4FB4-B78A-4B67BAAF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537DA-1AD3-44DD-AB05-8057A0E6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표시 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필요한 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마지막 갱신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9월 20일 09:00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오래된 현황 구분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정보 출처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일정표와 회의 기록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값이 다를 때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계산 기준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 전이며 종료일 경과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지연 판단의 재현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 이력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담당자가 날짜 변경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이유의 추적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6728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F64D0-C5BA-4349-BD95-3C4CC29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32842-5FDD-4D59-A859-91924532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완성도의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8133-61CE-487F-A298-E966FACF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B7AFF-97EA-40DA-9B9C-2514AAE1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F9723-79C4-4187-B3B7-93814477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15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첫 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준비한 입력으로 결과 생성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재사용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새 입력에도 같은 형식의 결과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설명 가능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출처와 중단 이유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인수인계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다른 PC에서 같은 명령으로 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8453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03F87-198E-43C8-BF4E-7DF57F46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1차시  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332B9-79AF-44B9-AE2C-88F2D5E2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구조 이후의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3676A-CEEC-4C0B-9EDC-BDA97017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9C12-C5D7-4B67-AE23-12F3A512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89761-8613-465B-9F8E-879ED68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9FDAB-F2BD-4846-AC4A-CD4BDE0E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차시에서는 음성·회의 실습을 현장 보고·상담·인터뷰 서비스로 확장합니다.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ADAE9-BE80-46C6-84A0-70353991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47DB9-A6B5-4515-85CE-ABFFA1A4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적용할 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FE1B8-6381-487E-8213-423A4B5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 대상을 분명히 정하면 잘못된 파일 처리와 불필요한 모델 호출을 줄일 수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96DDF-3085-4C98-8A83-008CB03A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ED4EC-B4EE-49D6-B942-4B73AE48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E67E4-F9A5-42E1-BBCB-FF083780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음성 기록과 업무 인계</a:t>
            </a:r>
          </a:p>
        </p:txBody>
      </p:sp>
    </p:spTree>
    <p:extLst>
      <p:ext uri="{BB962C8B-B14F-4D97-AF65-F5344CB8AC3E}">
        <p14:creationId xmlns:p14="http://schemas.microsoft.com/office/powerpoint/2010/main" val="11511557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4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F0D9D-1E7E-482A-A46E-F1C90B95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B8C5D0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B8C5D0"/>
                </a:solidFill>
                <a:latin typeface="AppleGothic"/>
                <a:ea typeface="AppleGothic"/>
                <a:cs typeface="AppleGothic"/>
              </a:rPr>
              <a:t>5주차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E6DF9-7D6E-4E3B-BBD1-D235CC31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71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7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3E2EE-7AC2-49D9-A449-0268E8B1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09:50-10:40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C44FD-51C6-4B76-8FA1-929E1AA3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1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음성 기록과 업무 인계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A1BA0-7E76-48FD-A32D-2D2B7EAE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말로 남긴 정보를 다음 사람이 이어 쓸 수 있는 기록으로 구성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DFC4E-82A2-4D2B-8F40-353BEB3D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1718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AE7B4-DCDB-4E7D-94F1-3847436E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B8C5D0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B8C5D0"/>
                </a:solidFill>
                <a:latin typeface="AppleGothic"/>
                <a:ea typeface="AppleGothic"/>
                <a:cs typeface="AppleGothic"/>
              </a:rPr>
              <a:t>함께 확인할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A6B46-F785-44F1-BAF9-C2466AF4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00675"/>
            <a:ext cx="838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회의록을 읽은 다음 사람이 바로 이어갈 수 있는 인계 항목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D844C-461C-4FCF-94B5-2BE38815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041</a:t>
            </a:r>
          </a:p>
        </p:txBody>
      </p:sp>
    </p:spTree>
    <p:extLst>
      <p:ext uri="{BB962C8B-B14F-4D97-AF65-F5344CB8AC3E}">
        <p14:creationId xmlns:p14="http://schemas.microsoft.com/office/powerpoint/2010/main" val="124084669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4CCB0-47EC-416C-9F27-15B83326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4ADA7-C827-453C-BC79-CEB7CBD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실제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DBD1B-6874-4B81-9835-FC3CFB75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AF846-5583-43EE-9BF5-5E23B7DA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2F83A-A656-4043-AF50-02C25565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042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fc68bbd83466e"/>
          <a:stretch xmlns:a="http://schemas.openxmlformats.org/drawingml/2006/main"/>
        </p:blipFill>
        <p:spPr>
          <a:xfrm xmlns:a="http://schemas.openxmlformats.org/drawingml/2006/main">
            <a:off x="2559108" y="1676400"/>
            <a:ext cx="7073784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30B0C-29E0-48CB-82D0-CA3E3D85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2주차 Meeting Intelligence: 전사와 회의 결과를 확인하는 로컬 화면</a:t>
            </a:r>
          </a:p>
        </p:txBody>
      </p:sp>
    </p:spTree>
    <p:extLst>
      <p:ext uri="{BB962C8B-B14F-4D97-AF65-F5344CB8AC3E}">
        <p14:creationId xmlns:p14="http://schemas.microsoft.com/office/powerpoint/2010/main" val="135435871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AE008-0908-45F1-BB68-8F5AEE88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B1FE8-303D-400E-849E-4947FBAA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전사와 회의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AF5E0-B571-4E5C-B900-6DBF9E3E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50E45-DD94-4D13-A3DA-7701463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54B6F-D900-42BA-AA5F-BC0AFC30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B8801-464C-472D-B8A0-3F508FEE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전사는 발화를 옮기는 작업이고, 요약은 그 안에서 필요한 내용을 고르는 작업입니다.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B4406-B11A-46A7-877E-11F64DD7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1D1CB-BFB9-4EA6-B475-539DD331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전사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58B4E-B563-4B72-94B4-A1D8F654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STT 모델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들은 말을 텍스트로 변환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8EC03-06DF-4F34-AF46-E955FBAF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7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D32F8-4B8A-427E-927C-C3AB1672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975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요약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14E12-7CCF-4A3F-9C9F-3182E36A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070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LLM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주제와 결정 사항을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8D924-875D-4D3E-981A-D888C8D3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99B5E-3944-4680-8645-7986278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86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할 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C7668-B98F-4E3B-9FC5-A812BEB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95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코드와 사람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담당자, 기한, 근거 확인</a:t>
            </a:r>
          </a:p>
        </p:txBody>
      </p:sp>
    </p:spTree>
    <p:extLst>
      <p:ext uri="{BB962C8B-B14F-4D97-AF65-F5344CB8AC3E}">
        <p14:creationId xmlns:p14="http://schemas.microsoft.com/office/powerpoint/2010/main" val="7107231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FD222-CFA6-4F66-8651-66209FED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A0915-57D9-4577-BCDE-0C8D1C38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업무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906A7-DCFD-49EB-915C-E23BC249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38BC1-7A3C-409A-B102-04CF1778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36D30-A317-4502-A677-4D04BE5A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E6F7A-0177-4726-AD4C-623E1F1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기존 작업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735E5-2545-4CBC-8B46-FA20F9B6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적용 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FEAF3-0CA3-4EC8-9893-4C4D0D41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72D1D-6EE6-43AF-84BF-B739F62D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F986A-3B88-490B-B3F1-A75AD127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대화가 긴 한 문단으로 정리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요청과 확정된 결정 혼합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담당자가 원문을 다시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7BD02-7BC5-48AE-9845-9CF2EBCD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결정과 미해결 항목 구분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근거 문장과 함께 할 일 표시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담당자와 기한의 미정을 그대로 유지</a:t>
            </a:r>
          </a:p>
        </p:txBody>
      </p:sp>
    </p:spTree>
    <p:extLst>
      <p:ext uri="{BB962C8B-B14F-4D97-AF65-F5344CB8AC3E}">
        <p14:creationId xmlns:p14="http://schemas.microsoft.com/office/powerpoint/2010/main" val="190037972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ABF7A9-757E-4630-AF5A-B9E6C0F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1DEFD-4681-40BA-AC70-60D5E2EF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핵심 용어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9F2A8-1CE4-4B09-876C-C0166DAD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90FD2-B182-4E8B-91A8-AA0F474F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142DF-2A8C-4644-8A39-929FED24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5502C-A437-47AA-BE31-A73E64B2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66C79-B479-465D-938B-52BB920B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STT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F4C44-5A39-428E-AA9F-DAD5C38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9547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Speech-to-Text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CDA94-1BED-4D61-8A93-535C68DB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음성을 텍스트로 변환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D2E35-1246-4F8E-A160-BA85E05E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DDAC4-BA37-4BEC-AB80-A01357EB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Speaker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B54AF-025C-4E49-B694-DB9CE672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발화자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93132-1F23-45FB-B93E-1E9E1A5D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발화 구간을 말한 사람, 실제 이름은 별도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D611C-AA0A-4E41-8A3E-4ACE009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E53B4-F08B-4B1F-9D85-8C31876C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8F827-97F7-4BE9-B0FA-54FEA8C7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근거 구간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991B4-C857-4ABB-BB69-BB1366E2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요약이나 할 일을 뒷받침하는 원문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0F388-6A8A-49D3-A5B0-F0B9A617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BBD4D-8170-456C-BF6D-51E2580F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Action Item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7D57F-BBD9-4DF3-8B6B-30DB81A0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3875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후속 업무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6C909-54B4-472E-927C-75036BD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673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무엇을 누가 언제 할지 정리한 항목</a:t>
            </a:r>
          </a:p>
        </p:txBody>
      </p:sp>
    </p:spTree>
    <p:extLst>
      <p:ext uri="{BB962C8B-B14F-4D97-AF65-F5344CB8AC3E}">
        <p14:creationId xmlns:p14="http://schemas.microsoft.com/office/powerpoint/2010/main" val="57342686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33872A-CC56-46FC-93C0-57E3FA35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1EF50-3179-4034-B828-05DB4253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0C688-7023-40F4-80A0-14165C52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63754-A85C-4FC4-9F26-9FA91A2F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97118-4380-42E9-9C0A-B54AA939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AA450-9704-4A72-A1D1-11B166CE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13FAB-DA4E-4D9B-BB76-C345CFF9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500CB-5E07-45CE-9006-3E23AB19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D1C09-CD4B-4A63-B9C0-93EE9C67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녹음 파일 또는 이미 전사된 텍스트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26DA1-8D5A-4E99-9467-132C8E51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652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DFCF0-D986-4C2C-A2B0-1FCA3EBB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892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B4742-ABE7-4D8D-9830-8951C771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8892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전사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1CCC0-2CC6-4D6C-B3E0-25B1407E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892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잘못 들린 단어와 발화 구간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F0989-2C46-48D5-BD06-8016E987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139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F3AE3-4FBA-4456-97AD-304A64A1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3CFEC-6162-4BF1-97C0-6386380E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65379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정보 추출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84A52-EC19-4717-AACE-53ACDDAC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379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결정과 할 일을 원문 번호에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3E81E-790B-4A66-B77B-E99F03BE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626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4E1BD-C5BD-42C4-99FF-9685D996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866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14D1C-1025-4731-BA35-3F83D926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1866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내용 수정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577EF-D2F2-4BBE-9400-85C46F78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866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담당자와 기한을 원문으로 대조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B3BAF2-D6BD-4879-9194-6A66CCBF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113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26102-E2A2-477C-A771-ACC122F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353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F7FDA-B492-43D9-B0A5-469DC2B6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38353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인계서 저장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4C90A-9431-4B25-99B0-270C7E07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8353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해결된 일과 남은 일 구분</a:t>
            </a:r>
          </a:p>
        </p:txBody>
      </p:sp>
    </p:spTree>
    <p:extLst>
      <p:ext uri="{BB962C8B-B14F-4D97-AF65-F5344CB8AC3E}">
        <p14:creationId xmlns:p14="http://schemas.microsoft.com/office/powerpoint/2010/main" val="194044499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31CFF-5951-42EB-8732-1A0ED826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CFC49-F416-417C-8EAA-1332B139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발화 한 줄의 구조화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40DDD-0038-432F-9D37-819D1E6B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7B5BF-4F5E-46E3-807E-98C6C35F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BAB5E-3AEA-48A3-88F8-B0B96D86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047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정리 값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제가 문구를 수정할게요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담당자 후보: 해당 발화자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발화자 이름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금요일까지 초안 공유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기한 후보: 금요일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 날짜 기준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예산은 다음에 결정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상태: 미결정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금액 생성 금지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32132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2F682-ED59-44AE-BF0C-ADC5EFD1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89B4A-E4D2-48C7-AE00-3359BD5D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역할 분담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6C83F-9ABF-4CAD-85F2-FF37C17B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A991D-A922-42C6-9150-91EEC07B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2C3BD-C718-4A69-BE01-3D17C0B5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048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859155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맡길 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준비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비식별 음성 또는 이미 전사된 텍스트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AI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대화의 주제, 결정 사항, 요청 정리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 정보와 근거 번호의 존재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잘못 들린 표현과 후속 업무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68881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1630E-1BDF-4634-92E4-BD18A653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03230-0FF7-4E38-BF43-9A53A7DD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파일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77D95-DF88-49BE-B257-6E9828B4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9A92E-CEB4-4FF0-A0D2-1A3C14B4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26135-3543-4DBB-B437-25452A85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049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286625"/>
                <a:gridCol w="3686175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시점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day5_finale_recap.ipynb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2차시 셀의 입력 수정과 재실행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data/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meeting_sample_ko.txt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음성·전사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src/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meeting_agent_workflow.py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Workflow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materials/day1/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04_ollama_agent_workflow.executed.ipynb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실습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59853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B52C9-171D-4282-9845-D09718F9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D40C3-19F0-4C88-B7C3-B9AFE8D4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원문 번호와 근거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355C6-2A86-42A7-A026-0C98C3D6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74494-E0F9-4734-8D5D-56817C7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FD78F-603F-4B01-84F1-8F164D21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0E42B-EC92-4786-9E40-471B2747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251FB-A653-442C-B655-A3B69D7D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segments =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{"id": "s01", "text": "민지가 문구를 수정합니다."},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{"id": "s02", "text": "기한은 아직 미정입니다."},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actions = [{"task": "문구 수정", "evidence_ids": ["s01"]}]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errors = validate_action_evidence(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actions, known_segment_ids={"s01", "s02"})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24957-D702-456A-A99D-E96DE070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2차시 셀. 상단 준비 셀을 먼저 실행.</a:t>
            </a:r>
          </a:p>
        </p:txBody>
      </p:sp>
    </p:spTree>
    <p:extLst>
      <p:ext uri="{BB962C8B-B14F-4D97-AF65-F5344CB8AC3E}">
        <p14:creationId xmlns:p14="http://schemas.microsoft.com/office/powerpoint/2010/main" val="10964428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386E0-4EB7-41A5-9040-1603E5C0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BC653-730D-453C-9DD5-08E6388A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D1CD1-6ADC-40EB-8FD6-3CE476A9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FE028-BB16-42D7-BAF5-21FED7BB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26395-850A-4EAC-ACB0-A68CE1E1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918C9-A4F8-4FF1-B062-6F06BD05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실행 위치와 명령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96845-4B16-4E6D-BF60-BA4AB1C9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3F136-1C58-46A4-9385-CACFCC9A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1040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 tests/test_course_services.py -k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FBB99-E131-415A-B6F1-DF175428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저장소 루트에서 실행. Python은 Notebook과 같은 환경 사용.</a:t>
            </a:r>
          </a:p>
        </p:txBody>
      </p:sp>
    </p:spTree>
    <p:extLst>
      <p:ext uri="{BB962C8B-B14F-4D97-AF65-F5344CB8AC3E}">
        <p14:creationId xmlns:p14="http://schemas.microsoft.com/office/powerpoint/2010/main" val="136925334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1DCF1-BC83-4A7D-8B3B-8A17DE1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FBF06-78DF-4720-AD01-097BF02F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결과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7F85C-8C11-4F83-8914-FC26AE81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4A8B2-EFEC-4997-B7FB-88F34FF4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08E0B-4297-418C-88E4-F9868671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s01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실제 존재하는 원문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검사 통과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s99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없는 근거 번호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 이유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담당자와 기한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원문에 없으면 미정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사람이 원문으로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87714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89B80-D1F9-4A7B-BC35-9D78BA63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7147B-E9E5-46CB-9A07-93814E38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대표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8AE9B-34AE-4679-91C8-C67C1154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39F73-9557-4088-8E78-1F5FFB50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5DB35-313E-4C27-95C4-46E2A16E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0B63B-53A6-4A87-952A-FE100166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 요약 문장만 만들고 누가 무엇을 언제 할지 연결하지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B8B62-536B-43D9-86A8-A93F5BE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담당자나 기한을 추측하면 실제로 합의하지 않은 업무가 만들어집니다.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AB8EA-92D6-4C75-98B2-6692819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9E30D-2F70-440C-A151-87464CEF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C3928-EDC4-427F-92E0-CA0A8EC2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원문이 불분명하거나, 담당자를 확인할 수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C4E20-822F-4B95-88C5-3DEFF78F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0279C-4A1A-4754-86E8-32FADB4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사용자에게 필요한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22CD7-63CA-4095-A17B-F6BC84DE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어느 입력을 고쳐야 하는지 구체적으로 표시</a:t>
            </a:r>
          </a:p>
        </p:txBody>
      </p:sp>
    </p:spTree>
    <p:extLst>
      <p:ext uri="{BB962C8B-B14F-4D97-AF65-F5344CB8AC3E}">
        <p14:creationId xmlns:p14="http://schemas.microsoft.com/office/powerpoint/2010/main" val="162224002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799F8-C233-43E6-A8A4-611D3EC7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BAD59-78D0-4613-B725-D1B767FC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복구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6E452-E6C0-4B65-BC52-D8DECC5C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C427B-9240-471C-95E6-33B6C03D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BF527-2EA1-45CB-AA85-F7C45F43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5D77E-91A6-4FD3-9E68-80E5F9F5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90DE1-3EC4-48EF-BA41-A912704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349B6-AC76-4B8F-A453-02A2B60E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42F06-8CE5-456D-AE74-9EF79A45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비식별 음성 또는 이미 전사된 텍스트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0AFD0-70E6-40F6-8933-4D903AFA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2738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5FB2B-6475-4ADD-B42C-3A328631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5138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BC6A7-7104-445F-B3FB-1C207554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5138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F60CE-672F-452B-BD5B-F02BF41A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138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원문이 불분명하거나, 담당자를 확인할 수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685EA-6FBF-440C-8012-EDD73335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7F0A2-A864-4F25-B3CA-FDE8E53E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C012E-B853-4CEA-B1DF-B22C806A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86225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범위 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174BE-E1C9-422C-B17F-9D124EC9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86225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근거 구간과 수정 가능한 Action Item을 화면에 함께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72683-4E93-41D3-BCAC-5EA97399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4913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9A508-225B-4259-A056-CBAABA17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7313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F6DD3-A38C-420D-915E-02778B7E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67313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재실행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58B54-77C1-4C7B-A2F9-BE3BA4C5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67313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같은 입력으로 오류가 해결됐는지 확인</a:t>
            </a:r>
          </a:p>
        </p:txBody>
      </p:sp>
    </p:spTree>
    <p:extLst>
      <p:ext uri="{BB962C8B-B14F-4D97-AF65-F5344CB8AC3E}">
        <p14:creationId xmlns:p14="http://schemas.microsoft.com/office/powerpoint/2010/main" val="124998942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EC93D-C66E-47F1-9989-62CDA46C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81878-1AF7-4D98-9C10-322519E4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음성 입력 경로의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E4D44-D69C-468E-BA0E-F1178C55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73CF2-4C0C-480E-86B1-178E6C53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779BC-A831-4114-87EC-DA8EEFFB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이미 전사 파일이 있음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텍스트 바로 사용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다시 음성을 인식할 필요 없음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4782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녹음 파일만 있음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로컬 STT 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모델 다운로드와 인식 시간 필요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4782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전사가 불명확함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원음 구간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요약 전에 잘못 들린 단어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27602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6FE4B-8050-4BA4-8ECC-65C8870E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6900E-6AF4-4CDE-99ED-3E3B5BF5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적용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9EFE3-4F02-4B09-9B83-6D741A74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6F713-8C6C-4DAE-948B-A1F6A4CD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32D95-2523-48AD-BB2C-DE029A78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612020ff04290"/>
          <a:stretch xmlns:a="http://schemas.openxmlformats.org/drawingml/2006/main"/>
        </p:blipFill>
        <p:spPr>
          <a:xfrm xmlns:a="http://schemas.openxmlformats.org/drawingml/2006/main">
            <a:off x="757238" y="1676400"/>
            <a:ext cx="10677525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5E595-4BFF-4AAB-8351-4ACC28DF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회의 결과의 이메일 초안: 발송 전 문장과 수신 범위 확인</a:t>
            </a:r>
          </a:p>
        </p:txBody>
      </p:sp>
    </p:spTree>
    <p:extLst>
      <p:ext uri="{BB962C8B-B14F-4D97-AF65-F5344CB8AC3E}">
        <p14:creationId xmlns:p14="http://schemas.microsoft.com/office/powerpoint/2010/main" val="114740646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00ADD-8FD9-4C8F-9B5E-038BF5E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1A71A-C820-4E40-9FEE-4F03B9EF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판단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34449-A3A9-4655-92A4-5E84FCB0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212D0-95F2-47E3-847A-4DCF55D1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9687F-C6A1-4D34-99F2-5C28C3F8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E24F4-224F-466B-9B2F-DE3FAF67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근거 문장을 함께 보여주면 잘못된 요약을 찾아 고치는 시간이 짧아집니다.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C1B81-BD71-4D13-9382-89DF11E8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77322-5EF5-4819-AF1D-83942CA1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말이 자연스러워도 사실이 맞는지는 별도 문제입니다. 이름, 날짜, 결정 여부부터 원문과 대조합니다. 확실하지 않은 항목은 미정으로 남겨 수정할 수 있게 합니다.</a:t>
            </a:r>
          </a:p>
        </p:txBody>
      </p:sp>
    </p:spTree>
    <p:extLst>
      <p:ext uri="{BB962C8B-B14F-4D97-AF65-F5344CB8AC3E}">
        <p14:creationId xmlns:p14="http://schemas.microsoft.com/office/powerpoint/2010/main" val="99622697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EBBD0-25EB-44C8-BDF6-DAE83E29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7CC71-5DE6-45BC-9669-37259FC3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Codex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9218F-7093-439A-AEF6-6D6358F9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66482-87AC-4F6C-8E01-A5185BB4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CF1A2-A0AC-4513-ACB9-149E4925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53B58-04F9-4605-BA0F-3368D762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맥락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610F4-E64D-485E-BD6F-6C8D7833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845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비식별 음성 1개 또는 직접 작성한 전사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676CE-5234-4AFB-B5A0-177798B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F0678-34E6-4399-9A90-FC9C769A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작업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D0618-8182-43B6-A0E5-10DCD79A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84582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 Workflow를 현장 보고서 사례로 재사용하되 자동 메일은 끄고 근거 구간·담당자·기한 누락 Test를 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1A86E-34B4-411C-91BD-071CE0DC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53FA6-E3CB-47BB-8C9B-6D130A83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완료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C0C61-A923-4C6A-AE1C-3A19A1BF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67325"/>
            <a:ext cx="845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원문 번호가 연결된 기록과 담당자, 기한의 누락 확인</a:t>
            </a:r>
          </a:p>
        </p:txBody>
      </p:sp>
    </p:spTree>
    <p:extLst>
      <p:ext uri="{BB962C8B-B14F-4D97-AF65-F5344CB8AC3E}">
        <p14:creationId xmlns:p14="http://schemas.microsoft.com/office/powerpoint/2010/main" val="75855427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0F2A4-DE02-49EA-B5ED-AADF0A85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9F3B9-2578-42F4-B311-ADAA9011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실습 2의 근거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1D2EB-B605-48E3-AC01-DBE0C10C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F1EB-B7D4-45F4-8E0B-2735D11D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A2BC2-072E-4DD6-AD5B-BD9D3602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BD62-5D8A-4CA2-8314-F587FC14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C0502-4FFB-426E-831D-4421670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2차시의 원문 s01과 s02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15EE6-F845-4CD1-860C-9006D46D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620FC-E5D2-4ACB-B8F5-68C2025F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FD564-C40E-4311-9896-31D2A286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근거 번호 s01로 검사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75024-59F8-47D6-AD89-35968F69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0B0B4-4803-4836-9E83-1EEC65D2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8CE6B-5D30-4C93-B596-E7EA84AF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존재하지 않는 s99로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FCBFD-BCA2-4CF9-BDA4-52C18BBE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0A15D-2841-45D0-B467-2645E2B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3B752-46E9-4BCB-A210-75026056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오류 확인 후 원문 번호로 복구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97F33-7914-42FF-B064-5E8048F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56835-4713-40DE-891F-139A6D8D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9C92F-58D3-4AFB-A248-91046302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578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materials/day5/day5_finale_recap.ipynb</a:t>
            </a:r>
          </a:p>
        </p:txBody>
      </p:sp>
    </p:spTree>
    <p:extLst>
      <p:ext uri="{BB962C8B-B14F-4D97-AF65-F5344CB8AC3E}">
        <p14:creationId xmlns:p14="http://schemas.microsoft.com/office/powerpoint/2010/main" val="82137351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12308-4B7E-48DB-B708-6EE0EC17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72B66-7933-4C81-9F52-622EB62F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정상 결과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9C4DC-B1A5-4F7D-A341-1E2D369D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9683B-0673-45EF-9C15-CC067DAA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3D71D-2E8B-4273-A74D-34272EBC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A0DD9-9BE5-43F2-8A1F-18AAC697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F0C13-3B83-44ED-B619-2690B96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errors ==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actions[0]["evidence_ids"] == ["s01"]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95135-9BC7-4427-9B46-D6BA5BB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2차시 정상 확인 셀. 앞의 실행 결과 사용.</a:t>
            </a:r>
          </a:p>
        </p:txBody>
      </p:sp>
    </p:spTree>
    <p:extLst>
      <p:ext uri="{BB962C8B-B14F-4D97-AF65-F5344CB8AC3E}">
        <p14:creationId xmlns:p14="http://schemas.microsoft.com/office/powerpoint/2010/main" val="182061692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13C11-FDF4-41F0-A136-BCF3AE25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DF6AD-B327-4125-9A61-D0C6F53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실패 상황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D5E86-45A8-4C5A-9FE7-C3CBDA7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F5B42-AC13-45E1-A752-EB41A94D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64243-EC62-4B97-ACCC-A7B3821F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FBCD4-A401-4AE8-8321-ED578593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AC2C0-1653-410B-B59D-0445C06E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actions[0]["evidence_ids"] = ["s99"]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errors = validate_action_evidence(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actions, known_segment_ids={"s01", "s02"})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errors == ["ACTION_1_UNKNOWN_EVIDENCE:s99"]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5223D-BF63-4EB3-9892-6442222D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2차시 오류 확인 셀. 입력을 고친 뒤 재실행.</a:t>
            </a:r>
          </a:p>
        </p:txBody>
      </p:sp>
    </p:spTree>
    <p:extLst>
      <p:ext uri="{BB962C8B-B14F-4D97-AF65-F5344CB8AC3E}">
        <p14:creationId xmlns:p14="http://schemas.microsoft.com/office/powerpoint/2010/main" val="118577362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ECD8D-13B8-45EF-9F55-8A059E2F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4AF02-4F8D-4056-B757-8B6A0B8F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 이후의 실제 업무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A694A-F80C-42D0-9288-0EA43BB6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58DA7-1D9A-4447-B126-940B0C48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28D72-896E-4B62-853D-950DF447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C53E7-16A1-4627-87AA-9CAE0314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회의록을 읽은 다음 사람이 바로 이어갈 수 있는 인계 항목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7777A-951A-4B21-8573-940BA43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0D311-C7A0-45F5-B099-B42D25BB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요청 예정과 실제 접수를 구분</a:t>
            </a:r>
          </a:p>
        </p:txBody>
      </p:sp>
    </p:spTree>
    <p:extLst>
      <p:ext uri="{BB962C8B-B14F-4D97-AF65-F5344CB8AC3E}">
        <p14:creationId xmlns:p14="http://schemas.microsoft.com/office/powerpoint/2010/main" val="74546996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61DB2-7D17-4DA3-B025-B9A605D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40296-AB0C-416A-9EBF-4D89E257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음성의 서비스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B20A9-7CAB-4A20-8FFB-E7DD8F3A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B86F0-F92E-4403-B83F-D28FF1FA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E6ED3-2AB8-45DF-A4AA-A317709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063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현장 메모의 작업일지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현장 음성 메모·사진 설명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시간과 위치가 있는 보고서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상담자를 위한 인계서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상담 전사·고객 요청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해결과 미해결이 구분된 상담 기록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인터뷰 근거와 개선 기회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인터뷰·설문 대화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인용문과 개선 가설 비교표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8813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A07E3-BCCF-4323-9346-B6093E77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1234A-89F5-424A-B3F6-92E76B99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현장 메모의 작업일지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A16E2-1729-4107-B5AC-6ECE1BD5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9B2D1-5103-4D64-A53D-30216C75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BB4DC-6256-4DDB-8E83-B4ECDC09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CB2A0-3344-45AF-9B2C-E355A049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현장 음성 보고서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43A05-3936-466B-AA73-40DB46FD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E18F8-CEA0-4E0F-8FC4-DDD90B1C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09:10 창고 B구역 조명 두 개 꺼짐. 시설팀에 점검 요청 예정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36161-E263-4277-A833-14308667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3A224-479D-442C-93D0-54784D55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F6ADD-644D-4E10-9D8D-41FED705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위치: 창고 B구역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관찰: 조명 두 개 꺼짐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후속: 시설팀 점검 요청, 완료 여부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0FDF4-A3A7-4CFB-AD59-B1735847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CD208-6315-42B1-ACB2-3B70CE68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827F4-F2AA-4385-A65F-1205B696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요청 예정과 실제 접수를 구분</a:t>
            </a:r>
          </a:p>
        </p:txBody>
      </p:sp>
    </p:spTree>
    <p:extLst>
      <p:ext uri="{BB962C8B-B14F-4D97-AF65-F5344CB8AC3E}">
        <p14:creationId xmlns:p14="http://schemas.microsoft.com/office/powerpoint/2010/main" val="37796183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28293-2279-4820-A02A-C03897E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BF51E-0BD3-47A2-846D-15A6FDF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상담자를 위한 인계서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034BA-0952-435F-BEAC-D679CF92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5E0B1-C502-4ED1-B7AA-19D63A6B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C00F4-B762-46A5-A579-98A8859F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A13B1-DFC5-446C-942D-6D4D5A66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상담 Handoff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121C8-BDD2-4407-9B14-9653C9CC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64415-2D5C-477E-A687-BEA90FE2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환불 금액은 확인했으나 카드 승인 취소 시점은 답변 대기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5BD53-0DBC-4165-9825-F135180F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C4F50-0D1B-49B2-B6BF-FBA7EB2F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C5BB4-AA94-45E1-B15E-5E0BFCD4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해결: 환불 금액 안내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미해결: 승인 취소 시점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상담: 결제팀 확인 후 안내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C288D-E4BE-4870-872D-241D65AA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4219A-1A83-4147-B0D2-D36EC1C3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467C8-1F4F-4229-81AD-A0297EE4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고객이 말하지 않은 감정이나 의도 추측 금지</a:t>
            </a:r>
          </a:p>
        </p:txBody>
      </p:sp>
    </p:spTree>
    <p:extLst>
      <p:ext uri="{BB962C8B-B14F-4D97-AF65-F5344CB8AC3E}">
        <p14:creationId xmlns:p14="http://schemas.microsoft.com/office/powerpoint/2010/main" val="148953792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ABD73-F173-44AF-B3DA-58296204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3127E-390B-4910-9464-207BD6DB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인터뷰 근거와 개선 기회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A237A-5247-4317-9AFE-15E14A9A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DE913-1F75-460A-8A09-01EAF499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D9D22-541A-4182-BD9A-DAB5B89D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2249D-5E06-4EAE-BB74-1C2E73CF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인터뷰 Insight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A14E5-7DCB-4A60-8F6F-A209E63C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31FBE-3AD6-41FE-A266-0F771194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 결과가 많아서 매번 지역을 다시 선택해요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EDB37-87B3-4DEF-934F-5BB27E70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36403-7C7C-49C5-87B9-74A09BF7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D5B90-6A2C-49D3-A4B6-6FC3060F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관찰: 지역 필터 반복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근거: 인터뷰 A, 04:20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가설: 필터 기억 기능이 편의를 높일 수 있음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E8214-12D7-4953-AAD3-981DEFC3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9D380-F87D-4DA3-81D6-7E988563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9073E-2BC3-47FE-BC6A-AAF74DDA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한 사람의 말을 전체 고객의 요구로 일반화하지 않음</a:t>
            </a:r>
          </a:p>
        </p:txBody>
      </p:sp>
    </p:spTree>
    <p:extLst>
      <p:ext uri="{BB962C8B-B14F-4D97-AF65-F5344CB8AC3E}">
        <p14:creationId xmlns:p14="http://schemas.microsoft.com/office/powerpoint/2010/main" val="193168805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15443-82E7-40B8-ACF6-C3735FA2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6DA7E-8D41-4CA8-8BDF-8E2ED0FD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작업일지의 시간과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84316-D324-4AAA-A632-2A0A4A90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C3F38-9978-4CAC-825E-F01A8580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2C22A-D695-4B5E-8E17-7BBD3A40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067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 표현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기록 상태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추가 확인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점검을 요청할 예정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 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요청할 담당자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시설팀에 요청 완료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접수 완료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예정된 점검 시간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조명 교체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조치 완료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 시간과 확인자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909903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5D6EE-10BB-47C3-8E73-E60A888F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098F8-6990-453A-8D68-CD2C7C8A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상담 인계의 정보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6EBFB-E126-4E4F-A402-342DF5D5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468A8-D01B-4F02-9566-2AB77535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81376-BF20-4F87-B4FE-68AEF27D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068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남길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피할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고객 요청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고객이 직접 말한 요구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의도와 성격 추측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처리 결과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조회하거나 안내한 사실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처리되지 않은 일의 완료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업무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확인할 부서와 질문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필요 없는 개인정보 복사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28622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6A0D7-422F-4690-BF21-EA20585B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E96C0-1E4F-4DFF-A95D-D243ACF8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인터뷰 가설의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271F9-3601-450C-AE16-E7E383D1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1E5D5-68FD-40D5-A8E5-F604A53A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EBF26-47CE-4A0E-92CE-DBDB92A5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069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단계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지역을 다시 선택한다는 발언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다른 인터뷰의 같은 경험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4782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필터 기억이 불편을 줄일 수 있음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작은 화면 시제품 제작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4782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재방문 시 실제 입력 과정 비교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 반응으로 개선 결정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96776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7EDCF-0592-40CC-8464-0DB0D1DF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56C0D-3A8C-49D2-A5F4-4706E6D4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요청, 결정, 미해결의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B9798-DA95-47FC-8CBF-96612E03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D2D69-D4F3-4545-8F6F-899A2FA3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2AC69-885B-4001-AB4E-64953321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적용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해주실 수 있을까요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아직 수락 여부 미확인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제가 맡겠습니다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 의사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발화자와 업무 연결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 안으로 확정합니다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대상과 조건 기록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회의에서 결정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미해결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결정으로 요약하지 않음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0454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08895-C124-4C4D-BF60-4C8EC1AC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2차시  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8E4A7-3CE6-489B-987A-CAFDD657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회의와 음성 이후의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7E039-DA01-465E-8CB5-C3868CDA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C25EF-31D5-4CD6-9F2A-88A94707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E3079-86D3-4CC1-B627-12A53FAE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CD706-8878-47EB-A7C1-CE9216E4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차시에서는 코드 리뷰에서 배운 변경 검토 방식을 정책·계약·콘텐츠 검수로 옮깁니다.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90217-578C-4398-BA22-B182EE61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0C463-C864-40C1-9FCC-45E03139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적용할 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0F41B-5E31-4E69-896A-9F513F30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근거 문장을 함께 보여주면 잘못된 요약을 찾아 고치는 시간이 짧아집니다.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989A6-CBCA-48A5-95D8-CC3171C9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B74B5-C8AE-4207-BC81-55F62A6D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71F26-79AE-4D13-B128-AB3AEEC7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변경 검토와 수정 제안</a:t>
            </a:r>
          </a:p>
        </p:txBody>
      </p:sp>
    </p:spTree>
    <p:extLst>
      <p:ext uri="{BB962C8B-B14F-4D97-AF65-F5344CB8AC3E}">
        <p14:creationId xmlns:p14="http://schemas.microsoft.com/office/powerpoint/2010/main" val="99115904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C75BE-0C57-414D-BDD3-CC6C25DB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B56AA-9647-4F35-B6A1-015C1B86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71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4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74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C7762-AFEB-4653-ADCD-CF689A67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10:40-11:30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F3FD2-556A-4475-8D79-5388973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41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변경 검토와 수정 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65336-1F2E-4486-A814-1007882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코드 리뷰의 원리를 규정, 제안서, 콘텐츠 검토에 적용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8E4B9-5FCF-4926-A491-676E0BC5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6FC32-0FC8-4628-A438-E1464220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함께 확인할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8F455-BA0E-4CB5-8319-CF5CE9E1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00675"/>
            <a:ext cx="838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좋은 결과의 기준을 문장 세 개로 적고, 실제 변경 한 건에 적용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44DEC-AA16-424D-BA39-7AD59AE7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072</a:t>
            </a:r>
          </a:p>
        </p:txBody>
      </p:sp>
    </p:spTree>
    <p:extLst>
      <p:ext uri="{BB962C8B-B14F-4D97-AF65-F5344CB8AC3E}">
        <p14:creationId xmlns:p14="http://schemas.microsoft.com/office/powerpoint/2010/main" val="1929728131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49B8F-1AAD-49F3-B813-7B4BB355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728B3-3B8E-4D14-BA86-6745428A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실제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50360-2188-4A7A-9F72-B1502675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9E787-72F0-4BE6-B28E-94DCE874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52E68-9A1E-4E55-BAEB-06FA4815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6efe860b14904"/>
          <a:stretch xmlns:a="http://schemas.openxmlformats.org/drawingml/2006/main"/>
        </p:blipFill>
        <p:spPr>
          <a:xfrm xmlns:a="http://schemas.openxmlformats.org/drawingml/2006/main">
            <a:off x="2921977" y="1676400"/>
            <a:ext cx="6348046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38EC3-2248-4A9B-971C-DF23F164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3주차 리뷰 시연 자료: 변경 내용과 검토 의견</a:t>
            </a:r>
          </a:p>
        </p:txBody>
      </p:sp>
    </p:spTree>
    <p:extLst>
      <p:ext uri="{BB962C8B-B14F-4D97-AF65-F5344CB8AC3E}">
        <p14:creationId xmlns:p14="http://schemas.microsoft.com/office/powerpoint/2010/main" val="29994744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1D963-9C99-48BF-B93C-D32F7BFC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A0538-4515-4681-BE68-69CBC83A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요약과 변경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00F05-492C-4313-A343-53EEAD8A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18CF2-4314-44DD-B5F8-6D628299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C0696-0906-481E-BE28-BF66F111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6832C-3318-459E-8049-94266D15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변경 검토는 이전 내용과 달라진 위치, 그로 인한 영향을 함께 설명합니다.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85085-E2DD-4F65-9A49-6E4FCF5C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7DEAA-EDC2-4C0D-97E0-FF5AF003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요약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9BBBF-23BC-4F2F-A4B8-694472EE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현재 내용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문서에 무엇이 쓰여 있는가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751D7-AE1C-41D1-B278-14BD43C1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7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4B404-FA9B-47CD-90D6-90B99A68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975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변경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CDF59-2CA8-4BE8-956F-EBB7C3D3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070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이전과 이후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어느 문장이 달라졌는가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94CAA-A874-4363-8F32-FC94BAE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94F6A-7376-42DA-9AC9-54B13E27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86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65529-7013-4B06-AB29-6A39D306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95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기준과 영향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왜 확인하거나 수정해야 하는가</a:t>
            </a:r>
          </a:p>
        </p:txBody>
      </p:sp>
    </p:spTree>
    <p:extLst>
      <p:ext uri="{BB962C8B-B14F-4D97-AF65-F5344CB8AC3E}">
        <p14:creationId xmlns:p14="http://schemas.microsoft.com/office/powerpoint/2010/main" val="73459957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EA772-E47A-4DF9-96C6-7EC2B587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91169-E6F4-4D87-ABA3-04389B67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업무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D2810-F134-4182-8047-B90B1B10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D7E72-C3E0-4B1E-8474-8EC88A09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821C4-20D7-48D7-A48D-5DF79B00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99441-0C16-4B2C-B0BF-C65AE304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기존 작업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CAC59-0DB8-4970-A719-BB9D0948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적용 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1A3BE-0FDC-48B7-AD11-5D6B77BD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37182-75BE-4269-9715-F81D785B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2FBC4-8EA1-45E7-9FA0-1754B25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전체를 매번 다시 읽음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느낌 위주의 수정 요청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무엇을 바꿀지 다시 질문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B6D69-CB5E-4B6C-B330-5D816040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바뀐 구간부터 검토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기준과 근거 위치 제시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채택 또는 보류 이유 기록</a:t>
            </a:r>
          </a:p>
        </p:txBody>
      </p:sp>
    </p:spTree>
    <p:extLst>
      <p:ext uri="{BB962C8B-B14F-4D97-AF65-F5344CB8AC3E}">
        <p14:creationId xmlns:p14="http://schemas.microsoft.com/office/powerpoint/2010/main" val="82640539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E417C-A6EA-4862-9967-987327C8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08B09-3C47-45DF-BD77-4DC61BB4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핵심 용어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0012A-34EF-459B-B3CF-FD78ACA6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48DBC-0F32-49FB-80D5-12C699EC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6EBB9-3542-4549-BB3B-D0ECB4EE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DFBFA-479A-432C-85F6-7E549BE5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35FBF-437D-4957-97F5-C707BD09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Diff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2D437-475D-4111-88B8-E35C4254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9547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Difference, 버전 간 차이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C392A-B36E-4801-97EE-787F646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추가, 삭제, 변경된 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25819-FAE2-4441-8DCC-53D523E5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9A862-807B-4607-9DDE-295ABB82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23831-581B-4441-AB15-ABFD4C94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검토 의견 한 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010B1-9462-4ECA-B76F-5EB4AD61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위치, 이유, 영향, 수정 제안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007BA-3276-4EB9-8943-FC363414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EB6EB-C584-4E17-9588-31BB6D27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PR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E7F49-6B0A-43CE-B488-300EC0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Pull 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4950D-D3B8-40BB-927A-5733AB47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코드 변경 내용을 검토하고 반영하는 요청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1F208-03DC-4B32-9490-205B23A3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9B53F-2622-4143-832B-FD2D67B7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False Positive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75C47-82BD-45FD-878B-ACC4094E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3875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잘못된 경고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FA73B-739C-4D73-81BF-D59910F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673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문제가 아닌 내용을 문제로 표시한 결과</a:t>
            </a:r>
          </a:p>
        </p:txBody>
      </p:sp>
    </p:spTree>
    <p:extLst>
      <p:ext uri="{BB962C8B-B14F-4D97-AF65-F5344CB8AC3E}">
        <p14:creationId xmlns:p14="http://schemas.microsoft.com/office/powerpoint/2010/main" val="90478319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E5356E-F143-4D8C-A951-FBEE6080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0F06A-676A-4974-AC63-76B8B725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C0F5A-304B-4968-BAE2-07DF8CFA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8CB7D-DFE4-47D5-93BF-273B7CC3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78E68-3BA2-4BE9-ADF9-C2CA3102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BDA4B-5F4A-4AA8-A608-79E58A5C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B2889-96F7-47B4-9825-64E7530B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85020-49DB-48C3-AC59-CD6131AF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버전 준비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D82A0-FB5C-4BDA-9058-F85174D3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이전 문서와 새 문서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0D464-9C5E-4C85-9E9D-FEFE1447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652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763E7-0432-4FFC-864F-29DADCA9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892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56F0C-CB83-49FF-B904-C8664EC3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8892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차이 추출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3C509-D198-47B5-ADC1-3A818629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892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달라진 문장과 위치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2282A-5045-46C2-9311-E718104E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139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75290-A119-4C9C-972F-FD0DAE88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F256B-6FFB-4995-8E05-10A3CF80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65379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기준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99B46-82DE-4BDE-B58C-5E97E6A3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379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필수 항목, 표현, 숫자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5FF8D-6D7A-4B58-A227-C2F8E1F5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626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C600C-3E6E-4A53-B42B-931FC2F5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866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047F4-55BA-4F7E-87A9-771925B0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1866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의견 검토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46D62-F262-43CA-8905-DAA301B2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866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영향과 수정안의 적절성 판단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0A5F2-D0B2-4C1E-9BC2-146A931E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113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ECB70-DC14-44C4-9FC1-6856410E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353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5626B2-F0B1-4447-AEFC-6304BDD1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38353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수정 반영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B975D8-B627-4029-B871-36CA6402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8353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채택한 의견만 문서에 반영</a:t>
            </a:r>
          </a:p>
        </p:txBody>
      </p:sp>
    </p:spTree>
    <p:extLst>
      <p:ext uri="{BB962C8B-B14F-4D97-AF65-F5344CB8AC3E}">
        <p14:creationId xmlns:p14="http://schemas.microsoft.com/office/powerpoint/2010/main" val="174567778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E20B6-8E94-4220-8383-4C140920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C1D54-F106-4B7A-81B9-62AB1F2C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수정 가능한 검토 의견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BD8C1-53A9-425B-BA30-512A71AD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C48F6-CDB6-45EC-9E6B-9728B4E8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DB77E-3A84-49FE-BEC2-FDFC4EB9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좋은 예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위치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제안서 4쪽 비용 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 대상을 찾을 수 있음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VAT 포함 여부 미기재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확인할 사실이 분명함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영향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견적 총액 비교가 어려움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업무상 중요성 설명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VAT 포함 총액 표기 요청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행동이 구체적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95802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23304-9B81-4C50-A968-E0FAE278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3580D-4DE9-4A59-95D5-C0BD3535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역할 분담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7725C-91AF-4EE9-9789-8D53B781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D2B27-6CE6-47A0-A9C1-D487EB1A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508B3-DCC8-4852-B5D8-ED0FEF07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859155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맡길 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준비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비교 가능한 두 버전 또는 변경 목록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AI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의미·영향·빠진 설명 후보 작성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금지어·필수조항·형식·숫자 불일치 검사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영향과 수정 채택 여부 결정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51551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46544-7172-4326-AAE4-D13761A6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BDB6A-1E65-4FB1-AAB6-AE50EE54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파일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57BCB-D5A7-49C9-BB3B-2049139A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5D3AD-F2B4-4ADC-A8B8-ED165BC7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C94BD-12E8-4DCE-A699-4AF045A8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080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286625"/>
                <a:gridCol w="3686175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시점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05591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day5_finale_recap.ipynb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3차시 셀의 입력 수정과 재실행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5279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AGENTS.md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Review 정책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05591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src/course_services/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review_service.py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리뷰 서비스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05591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materials/day3/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day3_review_intelligence_lab.ipynb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Day3 Notebook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90587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DA685-389B-4884-9B00-1BA2058B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755F3-3F34-4F57-B5BB-DE77623E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Diff의 실제 검토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7BA97-3979-464F-A9C1-5018BE5B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2EFF2-C1ED-42A8-8763-476F680F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2CC59-7D43-48C2-8CE2-ACF547E4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081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87F64-BC8F-4F57-8633-25860FD7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6BF75-FF8C-4A1B-83CD-B0DCCC68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diff_text = (ROOT 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"data/day3_review_cases/unsafe_pr.diff").read_text()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report = run_review_service(diff_text)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item in report["findings"]: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print(item["line"], item["title"])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384B4-CCC1-4591-BED2-A8FC044C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규칙 기반 리뷰의 복습 예제. LLM 리뷰는 3주차 Notebook에서 재실행.</a:t>
            </a:r>
          </a:p>
        </p:txBody>
      </p:sp>
    </p:spTree>
    <p:extLst>
      <p:ext uri="{BB962C8B-B14F-4D97-AF65-F5344CB8AC3E}">
        <p14:creationId xmlns:p14="http://schemas.microsoft.com/office/powerpoint/2010/main" val="1644561499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E0C08-5F94-49C0-BC0D-E4F65958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04F5F-D0B9-4011-97E4-52431804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324D7-2A2D-4150-9F89-53723C5A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222C6-80F1-433B-A619-58A118D7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58E74-B216-42A0-BA8A-6219915B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497F5-00ED-4B15-BAA9-4583D507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실행 위치와 명령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94C46-D469-4682-B596-96464DDE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1609F-AC54-4CFF-8EB5-1FE1F08B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1040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 tests/test_course_services.py -k unified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F58F8-734A-4329-9AE5-31F5E7A6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저장소 루트에서 실행. Python은 Notebook과 같은 환경 사용.</a:t>
            </a:r>
          </a:p>
        </p:txBody>
      </p:sp>
    </p:spTree>
    <p:extLst>
      <p:ext uri="{BB962C8B-B14F-4D97-AF65-F5344CB8AC3E}">
        <p14:creationId xmlns:p14="http://schemas.microsoft.com/office/powerpoint/2010/main" val="988967520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B6C36-3D69-4CA2-A37D-7FDCC945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5BD0D-670C-4965-91FB-16C1BEB2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결과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FE430-B717-4B36-91F3-FE768EA1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4E917-3092-4579-BB95-D3887FC3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222F8-1566-4464-B08D-382CF465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083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9행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동적 코드 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의견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11행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승인 없는 외부 처리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의견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12행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넓은 예외 처리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의견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595444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E1392-CFAE-4DDE-8CB3-DA221571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851B2-020E-45E1-AB29-FF40D3C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대표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F6ED6-1B7D-44B7-BCDE-A6D96658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ABA29-94F8-4AE4-A4CD-11CC675D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69CD2-D78B-4CB8-8B3F-97D80E3A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4B3E8-E04C-4266-B2B1-B01DBBA2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전체를 다시 요약해 실제 변경점과 수정 위치를 찾기 어려움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6631F-A399-4960-97D9-0E526E70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위치 없는 경고와 취향 수준의 지적이 많으면 중요한 문제를 놓치기 쉽습니다.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B9F2A-8563-4271-86CA-DFE2B4D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2A1EE-373E-4440-B156-F942419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CA555-660B-4809-8739-A1DAEDE0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원문 위치를 찾을 수 없거나, 승인 없이 게시하려는 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4662F-88B0-438C-B378-7E5C0AA9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ECFC1-298E-42E1-BA71-AFA1D10A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사용자에게 필요한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FA263-8984-4C2C-8221-68F6AF2A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어느 입력을 고쳐야 하는지 구체적으로 표시</a:t>
            </a:r>
          </a:p>
        </p:txBody>
      </p:sp>
    </p:spTree>
    <p:extLst>
      <p:ext uri="{BB962C8B-B14F-4D97-AF65-F5344CB8AC3E}">
        <p14:creationId xmlns:p14="http://schemas.microsoft.com/office/powerpoint/2010/main" val="159715508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8503A-C2AD-4A64-94D8-B201BCE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34763-CDC2-4DFF-853A-6763D81D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복구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B4122-9962-467B-A08D-8DB5C991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626B6-544D-41E3-8883-C81EF572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74787-1A4B-45C9-8613-5B04E88E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085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45DE8-C6E8-4BBA-90A3-55AFDECD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A1F68-2A04-43FD-9AFB-0E157D88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8176A-FD3E-4E9D-900C-DA4F8AD6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1F27B-45CB-4913-89C5-7D40893E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비교 가능한 두 버전 또는 변경 목록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D2498-EC66-4E2E-BC28-3C7B1EF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2738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A4229-19CB-4C58-A7EF-598D758D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5138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9AFA9-1E8A-4F2E-8097-93F2D33D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5138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F01FA-2D09-494C-9E66-140DC4CC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138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원문 위치를 찾을 수 없거나, 승인 없이 게시하려는 요청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C41CC-866F-42B7-9AEB-2D447543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47CE3-6E09-4A7E-8A98-D9C1BE78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A3A9F-7FC9-46A1-9340-AC367510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86225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범위 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FDE72-E1B5-4BBE-957A-634BCD2E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86225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diff와 규칙 검사를 먼저 수행하고 LLM은 영향 설명과 수정 Draft를 보조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0D942-1363-4008-899E-272A5E41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4913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68A5D-3522-427A-A17B-5A324F55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7313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9155C-11B4-44DA-B6B1-CFE560EE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67313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재실행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8B6B9-3072-4473-B2A5-19D20C84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67313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같은 입력으로 오류가 해결됐는지 확인</a:t>
            </a:r>
          </a:p>
        </p:txBody>
      </p:sp>
    </p:spTree>
    <p:extLst>
      <p:ext uri="{BB962C8B-B14F-4D97-AF65-F5344CB8AC3E}">
        <p14:creationId xmlns:p14="http://schemas.microsoft.com/office/powerpoint/2010/main" val="2044198792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36004-FD5E-40AB-B3E2-0F9977BA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A230E-77D6-488E-BEE2-5855AE59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규칙 검사와 의미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E5C45-A8F0-49AA-845E-09E5B234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BDE0E-B40D-4E1E-8E21-335B911B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A85CE-2E7C-475E-B70C-D8740840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086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 항목과 형식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 규칙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입력에 같은 판정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설명 부족과 문맥 충돌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LLM 의견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 근거와 함께 후보 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실제 영향과 채택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 검토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맥락을 반영해 결정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422009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C9A7D-4387-4F57-925E-3E6A88D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DD1B8-644A-4F7F-8FE5-2830E902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적용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8A2C9-F7BF-469E-92E8-E2991E52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A200B-624D-45C9-9876-17188757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5945F-3417-451A-BAE8-B714C8CA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087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f8b98930f4bf4"/>
          <a:stretch xmlns:a="http://schemas.openxmlformats.org/drawingml/2006/main"/>
        </p:blipFill>
        <p:spPr>
          <a:xfrm xmlns:a="http://schemas.openxmlformats.org/drawingml/2006/main">
            <a:off x="2559108" y="1676400"/>
            <a:ext cx="7073784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8E1EB-D2C5-4F5F-87C7-EBFD9013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4주차 PR 검토 화면: 게시할 의견과 사람 확인 과정</a:t>
            </a:r>
          </a:p>
        </p:txBody>
      </p:sp>
    </p:spTree>
    <p:extLst>
      <p:ext uri="{BB962C8B-B14F-4D97-AF65-F5344CB8AC3E}">
        <p14:creationId xmlns:p14="http://schemas.microsoft.com/office/powerpoint/2010/main" val="165158752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187F8-84E6-432B-9B52-ECD2E42B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4F462-6ACE-4117-B409-F777AB4F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판단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4E6D8-8D56-4EF7-AD97-A40C2D26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84FF3-503D-4A3D-A1BA-3F070486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F1633-A90D-4D80-8670-72DCEB6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39C3C-61DD-4B7D-AFB4-DA1E1920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리뷰의 가치는 경고 개수보다 실제로 수정할 수 있는 의견에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E0151-A36A-4549-9253-01668B8D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F4B6F-8C67-481F-BCBB-94601705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AI가 많이 지적했다고 좋은 리뷰는 아닙니다. 의견마다 원문 위치가 있고, 왜 중요한지 설명되며, 사람이 바꿀 수 있는 크기의 수정안을 제시하는지 봅니다.</a:t>
            </a:r>
          </a:p>
        </p:txBody>
      </p:sp>
    </p:spTree>
    <p:extLst>
      <p:ext uri="{BB962C8B-B14F-4D97-AF65-F5344CB8AC3E}">
        <p14:creationId xmlns:p14="http://schemas.microsoft.com/office/powerpoint/2010/main" val="2081047498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E9E06-502A-48D9-91DB-A31F81FB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6987B-E1A7-41A2-A21D-A41A406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Codex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44312-8C0F-4DEC-8163-F447D945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6DCE0-002E-4D36-993D-BE640042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85A22-F363-4135-82CB-4DC24ACC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6DE9C-529B-420D-8C26-A5286838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맥락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71F2F-61F9-458B-BC13-25C0AAF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845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규정의 이전 버전과 새 버전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B69A9-0923-448E-A448-E5F2B9DA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FCD6F-108F-4013-BA25-8E859C09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작업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BF99C-BC63-430F-B2EC-C60D642C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84582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코드 리뷰의 결과 형식을 규정 변경 검토에 적용해줘. 이전 문서와 새 문서를 비교해 변경 위치, 영향, 확인 질문을 표시하고 근거 없는 의견은 제외해줘. 자동 게시 없이 사람이 채택하게 하고, 빈 문서와 위치 누락 테스트도 추가해줘.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E1A6B-647B-4B28-9B20-4A9A09FD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6B821-015C-4B28-A144-0D9F636F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완료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311AE-A495-4215-A266-12D26BA2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67325"/>
            <a:ext cx="845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원문 위치, 이유, 수정 제안이 있는 검토 의견</a:t>
            </a:r>
          </a:p>
        </p:txBody>
      </p:sp>
    </p:spTree>
    <p:extLst>
      <p:ext uri="{BB962C8B-B14F-4D97-AF65-F5344CB8AC3E}">
        <p14:creationId xmlns:p14="http://schemas.microsoft.com/office/powerpoint/2010/main" val="156803238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77821-0FD7-4BDE-AE20-44F82D26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373E8-66A6-4082-B851-992E6AF1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실습 3의 변경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8C44D-0D57-4D0E-B03F-29F36C5F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82A66-18BE-4163-BC46-DA0863C3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FB92B-BC64-41F2-B6C0-BBB87DE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1CB24-E5F7-4AD4-A820-E3E833F0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03C4F-7C50-43B6-B9F0-E2924E4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3차시의 샘플 Diff 읽기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B1DF5-FFD4-4CCD-A38B-CC6494A3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1DEDB-EC4E-41A1-A496-26E9657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0990C-F4FD-400F-85CF-A3584D50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검토 의견의 9, 11, 12행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FC876-5745-4BC9-ABD9-E9D424C5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EB1E7-E102-4D18-BAE3-F7DE04F2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FC05F-8BC7-4C7A-9D58-BB7DDBA3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빈 Diff로 다시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4D260-EEEF-47A5-BC2C-EB566272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DD1E4-FEC0-4044-B0B5-311FA9B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1DF83-F5DF-4C57-8737-CA4B6CCA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빈 입력의 오류 코드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CE5E4-8B90-4846-B821-31560A2A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3FCB6-BC3A-421D-B379-E358C7C3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1CE69-F9CF-46B9-8C8C-76B1DBB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578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materials/day5/day5_finale_recap.ipynb</a:t>
            </a:r>
          </a:p>
        </p:txBody>
      </p:sp>
    </p:spTree>
    <p:extLst>
      <p:ext uri="{BB962C8B-B14F-4D97-AF65-F5344CB8AC3E}">
        <p14:creationId xmlns:p14="http://schemas.microsoft.com/office/powerpoint/2010/main" val="1393193188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F862E-5C8E-4C4C-8FE7-C00E207C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E257C-68D7-41C9-9896-D1DE26A4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정상 결과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DBAB7-0832-4DF5-9ED4-03D80F96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48BD7-F618-459D-A7EF-F377AAE1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19DD8-369F-4645-8B21-67804897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288D0-9741-43EE-98DB-FF2F39BC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29114-B73C-423F-ABCC-3792FBC1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report["status"] == "SUCCESS"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[f["line"] for f in report["findings"]] == [9, 11, 12]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report["automatic_publish"] is 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D5560-2EC6-408F-BDC1-4E22F80C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3차시 정상 확인 셀. 앞의 실행 결과 사용.</a:t>
            </a:r>
          </a:p>
        </p:txBody>
      </p:sp>
    </p:spTree>
    <p:extLst>
      <p:ext uri="{BB962C8B-B14F-4D97-AF65-F5344CB8AC3E}">
        <p14:creationId xmlns:p14="http://schemas.microsoft.com/office/powerpoint/2010/main" val="1984166895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6EF72-5F3B-4736-98D6-B92912F6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035F2-E6B0-4A6A-94B2-30AB5F94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실패 상황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FA015-9EF6-4CEB-875F-47FCE26C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2F21A-7B96-4CB6-8BDA-7EAEA343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25AD9-7047-4727-BA8A-BCC3D509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BE4C0-1E44-4D80-A41A-910BA066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8E8A4-B738-47F2-B849-E250F046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empty_review = run_review_service("")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empty_review["status"] == "EXPECTED_FAILURE"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empty_review["error_code"] == "EMPTY_DIFF"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4C4C2-9F3E-4518-95FE-2371AE4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3차시 오류 확인 셀. 입력을 고친 뒤 재실행.</a:t>
            </a:r>
          </a:p>
        </p:txBody>
      </p:sp>
    </p:spTree>
    <p:extLst>
      <p:ext uri="{BB962C8B-B14F-4D97-AF65-F5344CB8AC3E}">
        <p14:creationId xmlns:p14="http://schemas.microsoft.com/office/powerpoint/2010/main" val="689422872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7F12A-A786-4D71-88DC-13EE6AEC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67BAA-3478-433F-B248-12F06149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업무의 검토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DFA5B-E4E5-4B01-B7C0-530F06C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9B53F-F940-45EE-80E8-9D8F8384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44CB6-A01D-41EE-A6FA-AF0446C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67E2E-F202-4336-8759-C43E57EA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좋은 결과의 기준을 문장 세 개로 적고, 실제 변경 한 건에 적용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CEE93-813E-4E61-8DBE-94CC8C22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490F8-0BBB-4CF0-8E97-B6B937B0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시행일 미기재를 임의의 날짜로 채우지 않음</a:t>
            </a:r>
          </a:p>
        </p:txBody>
      </p:sp>
    </p:spTree>
    <p:extLst>
      <p:ext uri="{BB962C8B-B14F-4D97-AF65-F5344CB8AC3E}">
        <p14:creationId xmlns:p14="http://schemas.microsoft.com/office/powerpoint/2010/main" val="1303874853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95F56-D52B-4FBC-B335-A8C803DC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47D56-701A-42AC-A22A-BEF04C48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비교의 서비스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6AEDB-BA64-48BA-A697-6493D0F7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9474F-AB74-4F73-9C33-F60885ED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69F2F-5208-4A71-A0B3-E516EBFE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사내 규정 변경 안내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규정 구버전·신버전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항목별 변경표와 안내문 초안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제안서의 조건 비교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제안서·견적서 여러 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비교표와 업체별 확인 질문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게시 전 콘텐츠 검수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게시물·브랜드 가이드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위치별 수정 제안과 편집자 판정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55540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59FD8-DE24-4F54-B838-9B42670F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33BD9-3716-4E5F-B4DD-949CC425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사내 규정 변경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1017D-D3E9-4171-B78B-900CE3AF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D2840-ECD5-4EA6-B319-0CAADD46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81862-B134-4817-BF1C-0C356ED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0D452-69EF-463F-978D-B87F9053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정책 변경 Radar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E263A-C4B6-4AE0-8E9D-844DDC03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452EA-59F0-49B2-9119-7B6708EA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출장비 제출 기한: 복귀 후 7일에서 5영업일로 변경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1F84C-AF0F-418C-82D5-AD266C78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20594-C5BF-4562-A068-0CF44F6B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AEDE8-BA13-482A-A585-D3275FA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변경: 달력 일수에서 영업일 기준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영향: 주말 처리와 제출 일정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확인: 시행일, 기존 출장 적용 여부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8E90B-B908-4B78-8295-53AB1D72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D0555-C059-4390-8078-C429BE89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1C3DC-87C0-44C7-A5CF-8FDD0861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시행일 미기재를 임의의 날짜로 채우지 않음</a:t>
            </a:r>
          </a:p>
        </p:txBody>
      </p:sp>
    </p:spTree>
    <p:extLst>
      <p:ext uri="{BB962C8B-B14F-4D97-AF65-F5344CB8AC3E}">
        <p14:creationId xmlns:p14="http://schemas.microsoft.com/office/powerpoint/2010/main" val="1047729573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2679C-B094-4FE7-85B5-4985AAE3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23D3B-A27E-4F60-A825-3E37179F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제안서의 조건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C0F23-FAF2-4A0A-95E7-CAF710FC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B5628-A3F3-4C6B-8E01-03C8F5BF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37B88-3F12-4836-8D7F-10662AE3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516D1-8D00-4A48-A30A-E551CFF5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제안서 비교 Desk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F2867-4CBD-47D1-9168-8F2BA1F8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27C24-091F-4BE4-9920-776F912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A사 300만원, 수정 2회 포함. B사 260만원, 수정 비용 별도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CCD35-7E9C-4CCE-BBC9-6C828BFC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B6D47-D273-4FFE-8BB2-58B3F2DB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96A3C-77E8-4B4C-B94A-1CEA634C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비교 기준: 가격, 포함 범위, 추가 비용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추가 질문: B사 수정 1회 비용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결정: 같은 범위의 총비용 확인 후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707F8-4158-4CCC-A7D5-C16F7A9D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2A239-E776-406B-A3D5-5ECDB2E3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D7025-8CC4-4B4B-9288-B172A58C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표면 가격만으로 더 저렴하다고 확정하지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830514013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ECD0E-CD87-4623-93B0-F7DABCCE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5765E-924F-4D68-A33F-3FC6997F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게시 전 콘텐츠 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8D85A-89AD-40BC-BB45-FE1A3B3B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F4DB8-2098-4F48-887B-7FC89D44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30508-19BC-46D2-9AF5-2876F6BE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55510-5B74-4854-BB08-5DC2ED4A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콘텐츠 QA Gate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506A8-E5AC-47AA-A7E7-16AC9428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43BB8-329F-4E5E-9430-25812478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초안: 고객 만족도 1위. 첨부 자료에는 순위 근거 없음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931B5-F71C-47FD-8ED5-535D16B3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4C60D-63AE-4395-B7AC-9A894067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91035-23C8-497E-9A36-B52B8E2D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검토 위치: 제목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이유: 순위 표현의 출처 없음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수정안: 확인된 기능과 고객 의견으로 설명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402CE-B640-438D-A4F2-E85340E5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35D60-9D57-4955-BEF9-92332771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24B47-0266-4775-92DF-BB93D560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취향 차이를 오류로 단정하지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2787879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4E7AB-3B50-442D-80F5-AA8A2EF1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DD6C0-4B39-4C0E-8E8F-CAF0A20B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시행 전후 규정의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B2B83-B137-439E-A035-8399DDA3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7F044-1F85-40EF-8941-2265D29A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F392E-44DA-4D84-B698-8B061233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미확인 시 처리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시행일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새 규정의 적용 시작일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날짜를 임의로 채우지 않음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기존 업무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시행 전 시작한 출장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담당자 해석 대기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계산 단위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달력 일수와 영업일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휴일 기준까지 명시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27655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EFE0A-6C2B-4BB5-A6C3-32650194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689B3-B914-49AA-BE0D-AEA280B2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견적 비교의 동일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8EC1B-A292-433C-9C95-E171FB8B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9EF97-83BC-4829-A463-81F392CE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38928-9304-4157-89D0-213315BD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099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A사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B사 확인 질문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300만원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260만원에 세금 포함 여부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2회 포함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 2회 추가 시 총액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제공 범위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원본 파일 포함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편집 가능한 원본 제공 여부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납기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계약 후 10영업일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동일한 시작일 기준 납기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811678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7A390-ED19-4661-910D-510E7796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C55E1-7CB2-44BE-9964-94DCB599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검토 의견의 채택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E08D8-B5A0-478D-B474-6CC5935D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6E0FE-01DF-4511-AFE0-AA5155D5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EBE98-5C20-49FC-A5BA-8C265877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100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판정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기록할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품질 개선에 사용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채택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실제 문제와 수정 내용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좋은 의견 예제로 보관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판단에 필요한 추가 정보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맥락 보완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반려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문제가 아닌 이유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오경보의 반복 방지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412614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1DD0C-E6EC-497C-AB92-CAC5A4F4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8C001-F1F6-425F-BCD4-EBF4B6F9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 품질의 두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1C66F-5E00-42A1-84A9-CE40B6FF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4BB6A-3A09-4717-B500-E462805F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85EBA-7271-4165-9D40-16E924F2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101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적용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Precision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지적한 것 중 실제 문제의 비율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불필요한 경고를 줄이는 관점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Recall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실제 문제 중 찾아낸 비율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중요한 문제를 놓치지 않는 관점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수업 적용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변경 사례로 비교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입력을 바꾸면 공정한 비교가 어려움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565176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92686-965C-4CA6-B850-C969A946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3차시  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7B9FE-7DA9-40FA-90D7-8B25D907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리뷰와 비교 이후의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0D9BF-8E7E-469F-9FFC-7538504C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D438A-0671-46A3-8656-4CFD4EC8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59369-FEDD-4DE1-B1D0-43700B04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3369F-2999-4A97-86A6-92592588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점심 이후에는 문서·Excel·PPT 자동화를 하나의 접수·검토·보고 서비스로 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DD6C7-D23F-4E69-BC9C-A09B87B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430A8-9B70-4C37-A5F9-2B9D1795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적용할 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34B7C-E7CB-4089-960D-3ECCF34D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리뷰의 가치는 경고 개수보다 실제로 수정할 수 있는 의견에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72A2D-1A76-4CC4-A02A-4EC16B21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76D72-7233-403C-AD7C-0CCD4212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46EBC-F004-4C63-A2F3-D8423D1D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문서와 표의 재사용</a:t>
            </a:r>
          </a:p>
        </p:txBody>
      </p:sp>
    </p:spTree>
    <p:extLst>
      <p:ext uri="{BB962C8B-B14F-4D97-AF65-F5344CB8AC3E}">
        <p14:creationId xmlns:p14="http://schemas.microsoft.com/office/powerpoint/2010/main" val="229277590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14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ACFBD-BB2E-4299-B150-16D7D9A9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오전 쉬는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9DFE8-299D-44C2-B987-4E331999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9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9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11:30–12:00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5A950-17DE-40BF-A28A-B04C8945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1718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2DD4D-830B-439A-9935-02956FE1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오전 실행 상태 저장과 질문 정리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4B498-C6C9-4496-9C14-5EF47A2A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6214109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14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9B3F5-67A8-4AD7-BAC4-BF682BA7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점심시간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93D41-BB60-4C57-9F44-9B73725C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9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9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12:00–13:00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653BE-26BF-4019-8243-1BDFADD7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1718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32568-5F48-4C59-BE7E-D7287EC2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12:55까지 복귀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708BA-415A-45CA-8560-7D6C1029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319252028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14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1C1AF-46B9-4B73-B159-88EFD7EB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B8C5D0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B8C5D0"/>
                </a:solidFill>
                <a:latin typeface="AppleGothic"/>
                <a:ea typeface="AppleGothic"/>
                <a:cs typeface="AppleGothic"/>
              </a:rPr>
              <a:t>5주차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DBF82-644C-48C4-AA26-83EE707B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71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7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14C4F-EFDA-45E8-9454-699F1AD5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13:00-13:50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E0E18-7FE3-41A9-90A8-A73BDF9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1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문서와 표의 재사용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0C51D-304E-4642-8C2D-4B6983AC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같은 데이터를 Excel, Word, 발표자료에 일관되게 반영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2FC0A-98A5-4625-9B4A-66E25B0C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1718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50351-1674-47D1-9FF6-62A73A98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B8C5D0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B8C5D0"/>
                </a:solidFill>
                <a:latin typeface="AppleGothic"/>
                <a:ea typeface="AppleGothic"/>
                <a:cs typeface="AppleGothic"/>
              </a:rPr>
              <a:t>함께 확인할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FC84B-34E6-4C91-8F98-BE9D0BB4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00675"/>
            <a:ext cx="838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업무 현황 CSV 한 장에서 지연 목록, 주간 보고, 발표 요약 구성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9E7D3-BE33-4B4E-9B9D-61CC19EA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1498902932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41D7B-89A8-4ACC-A2D7-C55B39F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2331B-3550-406A-9049-26CE5B97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실제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B56AE-46C2-48BD-A51A-3579DE4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ADBC4-34A1-4EE6-9757-8E32FEB7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57F12-574D-4577-A459-16D5DEDD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eea79b3434b1c"/>
          <a:stretch xmlns:a="http://schemas.openxmlformats.org/drawingml/2006/main"/>
        </p:blipFill>
        <p:spPr>
          <a:xfrm xmlns:a="http://schemas.openxmlformats.org/drawingml/2006/main">
            <a:off x="2559108" y="1676400"/>
            <a:ext cx="7073784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F05BE-8D4D-4C62-899D-BAFAC095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4주차 Notebook 산출물 확인 화면: 생성한 문서와 계산 결과</a:t>
            </a:r>
          </a:p>
        </p:txBody>
      </p:sp>
    </p:spTree>
    <p:extLst>
      <p:ext uri="{BB962C8B-B14F-4D97-AF65-F5344CB8AC3E}">
        <p14:creationId xmlns:p14="http://schemas.microsoft.com/office/powerpoint/2010/main" val="1186510873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9F4B9-FEED-4F86-93FE-504D1B47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5665B-67A8-481B-8A9F-BFA6FD5D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데이터, 계산, 문서의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D15FA-3C45-4C00-BFC5-14CED2A8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D9325-F530-434D-98C3-3724AA6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0AB60-C660-4699-B6DC-008C5B77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0F212-A7C8-4172-9419-22A88B6A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원본 값과 계산 규칙을 먼저 정하면 여러 문서의 내용을 함께 갱신할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A1147-74AD-40D2-BA7D-C501A3B3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2C6DE-2F20-4D7E-8EA9-C9A4E5A9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데이터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603C3-5EF5-4E1E-BEFF-435FE91B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업무명, 날짜, 진행률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여러 결과 파일이 공유하는 사실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1BE0B-6667-42D2-9956-EC0E14BE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7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4667A-BA1F-43BB-B946-138D7189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975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42E7B-8316-4556-987F-915C4F7B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070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지연 여부와 합계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코드와 수식으로 확인할 규칙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1442B-0ECC-4883-9A0B-04E25842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22D84-6D0E-4C8D-BF19-9C086FB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86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표현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201EC-6948-42F0-AB22-4584B766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95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표, 보고서, 발표자료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읽는 목적에 맞춘 결과 형식</a:t>
            </a:r>
          </a:p>
        </p:txBody>
      </p:sp>
    </p:spTree>
    <p:extLst>
      <p:ext uri="{BB962C8B-B14F-4D97-AF65-F5344CB8AC3E}">
        <p14:creationId xmlns:p14="http://schemas.microsoft.com/office/powerpoint/2010/main" val="845109082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3E22C-6EB9-43E3-82D6-5153EFDA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F2504-7D47-46B2-8095-E8CAF143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업무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E5EB3-C480-422F-8889-903BE535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DA616-5CE4-4CD3-AAC8-4CB26647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0DF16-BC0A-4E1C-9BA0-C905F100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656D2-B5F8-41FF-9220-4042BCC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기존 작업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19073-0301-4A01-A31A-4EA0B3B1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적용 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90467-348E-46B9-9BF6-E0211F48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063EA-BCF8-427F-A764-C811F84F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0481B-FCD9-438C-86A1-9B37AE32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Excel 숫자를 보고서에 다시 입력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일정 수정 후 슬라이드 갱신 누락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파일 생성 여부만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2E02B-E794-49A1-AF78-AA20D1FE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하나의 입력으로 결과 파일 생성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기준일과 계산 규칙을 공유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수식 결과와 실제 화면을 함께 확인</a:t>
            </a:r>
          </a:p>
        </p:txBody>
      </p:sp>
    </p:spTree>
    <p:extLst>
      <p:ext uri="{BB962C8B-B14F-4D97-AF65-F5344CB8AC3E}">
        <p14:creationId xmlns:p14="http://schemas.microsoft.com/office/powerpoint/2010/main" val="2045954841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37D90-5670-4CF0-ABEF-53DA08AB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135FB-FFAB-4940-9034-1C76A506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핵심 용어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556EA-3601-48E9-8AFD-1D37A39C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81B79-6659-4B18-AF61-6ED368B1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C0E09-B302-43B1-A7FF-622FD670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FFD32-B7A7-461B-901A-1CDB62A1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5F35D-4599-4B3A-8E3A-9732069F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OCR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30E3B-369C-4AE7-89A0-F268376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9547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Optical Character Recognition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E1245-44EE-4941-ACEF-986171B9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이미지에 있는 글자를 텍스트로 인식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9AB93-0F53-42AD-80BA-119E1FE6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53B31-5A67-4613-A991-23B9A352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WBS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27442-ED22-4CF0-B869-58824EE2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Work Breakdown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A519B-994B-45C9-AA2A-81CE6320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프로젝트를 실행 가능한 작업으로 나눈 목록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822C2-8C78-4582-A23A-5AD18904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9A91F-5545-4D6E-83C2-CA9078FD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345D0-BD02-4BAB-BAD4-5D4E7520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Comma-Separated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768D3-848E-42A6-88A8-7B4F9F6E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행과 열의 값을 구분자로 저장한 텍스트 파일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A410C-C47C-4ADC-9444-9FFE9683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C50B7-864D-43AE-8CF6-839309A8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Template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B5BDF-9348-4555-8449-D3F520AF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3875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문서의 기본 양식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B7855-4390-4C54-BC4B-1CA8FE54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673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제목, 표, 문단 스타일을 재사용하는 틀</a:t>
            </a:r>
          </a:p>
        </p:txBody>
      </p:sp>
    </p:spTree>
    <p:extLst>
      <p:ext uri="{BB962C8B-B14F-4D97-AF65-F5344CB8AC3E}">
        <p14:creationId xmlns:p14="http://schemas.microsoft.com/office/powerpoint/2010/main" val="146664838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EDEA0-9E73-448B-B1E0-7EB6CC67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7F65F-92D4-4FB2-A5FA-BCE22151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BEBF3-0FB1-4A83-B459-0A39AB10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2CF93-193E-43EC-B1D9-CC6DCF8C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FB4B1-A1CB-4730-A28B-5C5F4B1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046ED-DD86-444D-A37A-2B5E1492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D1A45-E9D0-445D-9775-8B82A209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9FFCD-117E-49C2-8368-0C02B737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준비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4C33E-B3CC-433E-873C-36438ECF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업무명, 시작일, 종료일, 진행률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CCB05-AF9B-4B08-8018-2362620F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652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2C58C-ED05-4B22-8148-3A5A7CCE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892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32F8B-42B4-4095-A7A7-AD55CE6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8892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값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16EDF-AB57-4D20-85E7-029CC72C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892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날짜 순서와 누락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83242-404C-42EF-98B9-F57EF9C5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139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D43FE-0862-4B77-BA0B-9C1BA96A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08770-25E0-4EFA-9FC4-85F6B20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65379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상태 계산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0ECD2-4834-4960-A8BF-8DD7D04E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379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기준일에 따라 완료와 지연 판단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AFAE0-4954-4ABC-B856-7E1B3F46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626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F3F83-CB50-4C68-ABA7-4BDF3AE6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866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47D0E-1E42-4F4E-8697-76FB41D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1866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생성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A3A0D-C861-4C9A-91AA-7C15C24E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866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지연 목록과 보고서에 같은 값 적용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57811-9467-483F-BBAB-09D7FE81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113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212C8-B86F-4CB4-908C-1180AC99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353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77FFD-DC34-493C-A717-5AE741BA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38353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파일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A56C0-B4BC-4C74-B59F-DC762FA5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8353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수식 재계산과 실제 페이지 확인</a:t>
            </a:r>
          </a:p>
        </p:txBody>
      </p:sp>
    </p:spTree>
    <p:extLst>
      <p:ext uri="{BB962C8B-B14F-4D97-AF65-F5344CB8AC3E}">
        <p14:creationId xmlns:p14="http://schemas.microsoft.com/office/powerpoint/2010/main" val="347097035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8809E-9E1C-44C1-8618-31648E82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82DD0-6FFA-491C-ABF7-912B4AE2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일정 한 건의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40469-8C44-4F5F-A29E-984B09C8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A697C-F484-4320-826B-78050ADC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307AB-A91D-49AA-BD54-630A2B45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111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값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수업용 예시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판단에 쓰는 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기준일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2026-09-20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언제 기준의 현황인지 결정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종료일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2026-09-18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기준일보다 앞선 날짜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진행률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80%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 전 상태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 전이며 종료일이 지남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980737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2230A-C805-457B-9281-34D83308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16B6B-8A34-4BA2-B737-18C4A612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역할 분담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B0073-D5AC-4BEA-ADDC-C464BECA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3F774-6368-4047-AF43-4F0E1AD1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D5FDB-8C47-4E2D-8EFE-1D1C52B8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859155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맡길 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준비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PDF·Word·Excel·CSV와 목적 설명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AI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비정형 내용에서 항목·요약·초안 생성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필수값·합계·날짜·형식·조건부 서식 검사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금액·평가·외부 공유 전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985550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29A92-1517-4BBB-9F6F-392F6365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EDB4B-4778-4E8F-9F52-675FDD6D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파일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9AB09-35BD-4FDC-87E8-EC060EB5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FB52A-7234-4BD0-8E36-D882E4D7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F28BF-F5A0-4AC9-8392-E30DC0D8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286625"/>
                <a:gridCol w="3686175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시점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day5_finale_recap.ipynb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4차시 셀의 입력 수정과 재실행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materials/day4/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day4_pr_document_automation.ipynb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Day4 Notebook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labs/day4/office_lab/sheets/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student_excel.py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Excel 실습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labs/day4/office_lab/presentations/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student_ppt.mjs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PPT 실습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34021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69B58-D3DB-4DC8-BD46-31E5750C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3DAAD-1A24-4BAD-A449-BCBDB510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일정표의 상태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460F5-0EDA-43FF-9CC1-EFEDCCE9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386F5-CB5B-4C9D-920A-C01FC279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99B33-E543-430C-8AE3-CBB51FE2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DCAA8-B632-4EDC-99DB-E75C317F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ED7B8-7A8D-46E3-88DB-ED98938C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tasks = load_sample("wbs_tasks.json")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calculate_wbs(tasks, "2026-09-20")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row in rows: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print(row["id"], row["working_days"], row["status"])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4C88B-760D-4DBB-9506-37F5DED0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4차시 셀. 상단 준비 셀을 먼저 실행.</a:t>
            </a:r>
          </a:p>
        </p:txBody>
      </p:sp>
    </p:spTree>
    <p:extLst>
      <p:ext uri="{BB962C8B-B14F-4D97-AF65-F5344CB8AC3E}">
        <p14:creationId xmlns:p14="http://schemas.microsoft.com/office/powerpoint/2010/main" val="982350794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8C74E-6D08-48CD-9217-ABAE6B63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AD460-0CAE-4579-AD51-AC1F631C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52DFD-133F-435D-B008-7812FF5A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C80A8-D620-46C8-88AB-7927F313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EF9D0-B181-4E33-B90D-2C150F61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23AA3-3734-4313-92C1-E293F9F6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실행 위치와 명령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BF1DE-AEDE-4824-8DEC-9DD40263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DA80B-D6FF-4FD7-8E6D-6E633618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1040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 tests/test_day4_excel_lab.py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66AD1-5F7B-4E1F-8E29-6FC6BBB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저장소 루트에서 실행. Python은 Notebook과 같은 환경 사용.</a:t>
            </a:r>
          </a:p>
        </p:txBody>
      </p:sp>
    </p:spTree>
    <p:extLst>
      <p:ext uri="{BB962C8B-B14F-4D97-AF65-F5344CB8AC3E}">
        <p14:creationId xmlns:p14="http://schemas.microsoft.com/office/powerpoint/2010/main" val="1676542864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30EEE-AF90-42F0-9A2A-7E45E5AC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074EB-19EC-41A7-AFFC-74D877DC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결과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88769-8652-4325-B5FF-89F37CF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311C9-B2C7-464F-B320-F9868543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13178-522D-45A6-92E9-4C0121EE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working_days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평일 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주말을 제외한 계산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status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완료, 지연, 진행 중, 예정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기준일과 진행률로 판단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progress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0부터 1까지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1.0은 100%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9633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C8296-2080-4780-8A01-52A4C64D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FCA94-590B-4AC3-B9E1-C353C1BD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대표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F7ED5-A435-4FA0-924D-1E84C01B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E944F-A9F0-4B88-8095-45E9B487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201FF-B932-4106-BD1F-F3391178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DFDCA-F9F0-4D74-B95E-C39BF36E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파일 하나를 만들고 끝내서 입력 검증과 수정·승인 과정을 다시 수작업으로 처리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F8E67-D073-4E98-8A48-F600FEC8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Excel은 수정했는데 보고서와 PPT가 예전 값이면 의사결정 자료가 충돌합니다.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58CF4-C41D-47C3-82B9-789B283F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4CF33-35AC-4E17-A759-AE85FE07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D66EE-CA06-483A-8E92-E534A60F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합계 오류·누락값·비밀정보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F333F-248D-4A11-864D-79A6BE91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0275F-259A-4815-98B1-9E7A447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사용자에게 필요한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8F723-7CEC-450B-B99D-0FE59CC1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어느 입력을 고쳐야 하는지 구체적으로 표시</a:t>
            </a:r>
          </a:p>
        </p:txBody>
      </p:sp>
    </p:spTree>
    <p:extLst>
      <p:ext uri="{BB962C8B-B14F-4D97-AF65-F5344CB8AC3E}">
        <p14:creationId xmlns:p14="http://schemas.microsoft.com/office/powerpoint/2010/main" val="175614672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8B684-2C4D-4BF9-9ACF-784B22D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892B2-C8AE-4572-8478-2FA61FDF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복구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12349-E24C-46AD-909E-B1C99EA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49C53-6648-4A86-8067-BF5F9C2C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AB078-826F-4EA6-AC9F-A3ADACD2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45C2C-D4C9-4750-A34C-D987B9FC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C6ED1-B407-40E5-9C5D-55B773EA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0CB7A-E037-4C05-98B6-E301D292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4B566-68B0-46F4-A17D-9D7DBF67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PDF·Word·Excel·CSV와 목적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A6682-47AF-47BD-BE79-645A179F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2738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2C91D-134B-4F8F-9D7E-DC56F3E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5138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2C0B0-491F-4597-84D0-CBCFEFF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5138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72D8A-E70C-4232-970A-BED6370F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138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합계 오류·누락값·비밀정보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5C6AF-BE94-4D1F-BAC2-820140F3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FD545-137A-4E6A-BAF7-EE31A5FA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8866E-5D98-44F7-B103-50A0F023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86225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범위 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5137D-C68D-4081-A558-61296580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86225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공통 입력을 구조화하고 각 파일 결과에 검증표와 사람 확인 상태를 함께 남김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C8C22-78BB-4049-AB4E-4C33A2C9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4913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A0D74-D97C-4423-8F9D-007B8CA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7313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4BE76-398D-4479-811C-396768D6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67313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재실행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6AC45-D077-4683-82F1-2A071DED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67313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같은 입력으로 오류가 해결됐는지 확인</a:t>
            </a:r>
          </a:p>
        </p:txBody>
      </p:sp>
    </p:spTree>
    <p:extLst>
      <p:ext uri="{BB962C8B-B14F-4D97-AF65-F5344CB8AC3E}">
        <p14:creationId xmlns:p14="http://schemas.microsoft.com/office/powerpoint/2010/main" val="594514769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1FA33-7A72-4E30-B0BD-7561DC2B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00CEC-9285-4E51-9542-8D6D10E3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사실, 계산, 설명의 담당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A9765-E059-45A9-865A-78D29F1E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C095F-21A6-4A40-A71D-10EC362D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CDDCC-EC09-457A-B492-175C1AFD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금액과 날짜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원본 입력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임의 보정 없이 출처 유지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합계와 지연 상태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수식과 코드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작은 예제로 계산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보고 문장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LLM 초안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원본 값과 계산 결과를 근거로 작성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686290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4A356-D433-493C-9C71-352F594C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3B772-0BA5-4FA3-BD6C-42C96AA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적용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38279-2B4F-4ADF-8D53-DDBBCCBE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04650-BB0A-4B75-BA3C-BC232FB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17317-6BC7-428B-A6A0-A860E44A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120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9b482d9e14b8f"/>
          <a:stretch xmlns:a="http://schemas.openxmlformats.org/drawingml/2006/main"/>
        </p:blipFill>
        <p:spPr>
          <a:xfrm xmlns:a="http://schemas.openxmlformats.org/drawingml/2006/main">
            <a:off x="2559108" y="1676400"/>
            <a:ext cx="7073784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7D555-65EF-445E-8F2E-EBB715C3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조건부서식 참고 화면: 조건에 맞는 셀을 찾아 검토하는 방식</a:t>
            </a:r>
          </a:p>
        </p:txBody>
      </p:sp>
    </p:spTree>
    <p:extLst>
      <p:ext uri="{BB962C8B-B14F-4D97-AF65-F5344CB8AC3E}">
        <p14:creationId xmlns:p14="http://schemas.microsoft.com/office/powerpoint/2010/main" val="1067171192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83790-8EDD-4CFF-92FD-BF15F94A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25BCA-0A7D-437B-85C3-ADCC2F42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판단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B7E69-4A09-4123-873A-3411ECD7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5C53E-3572-42F7-87B3-D8811CBA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A0A8F-CD6B-4A0B-9877-B37F0CF0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2A8B4-41C0-4DBC-8DCB-3AF4CA6E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자동화에서 중요한 것은 파일 수보다 서로 다른 문서의 숫자가 일치하는지입니다.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8E706-3DDC-4EE4-A4E6-23A4EBA1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1F1A5-0506-4882-8E4C-13AA6227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레이아웃보다 먼저 숫자와 날짜가 맞아야 합니다. 입력 하나를 바꾼 뒤 Excel의 상태, Word의 문장, PPT의 요약이 함께 바뀌는지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129469121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20F13-7666-431C-9DE4-40105960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98D8A-13E2-451D-8BD4-19E7FC78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Codex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5ECE2-E1BE-49C3-9076-D474D241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67FA8-7477-4B1B-AFD4-E9D9F521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EC343-D571-4F2C-A0A5-7C59123A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2C3EF-52AF-4788-8E31-EC5F3E8D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맥락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BF8EC-557B-4BB0-8CB8-6F46E288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845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합성 신청서와 영수증 항목표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3044A-C7EC-473A-8230-F63F4E6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11D12-C7BF-4EA3-9564-19C21275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작업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576BF-ECCC-406F-8CC0-2F6229A0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84582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합성 신청서의 항목을 읽어 Excel 확인표와 Word 회신 초안을 만들어줘. 금액 누락과 합계 불일치가 있으면 확인 요청으로 표시해줘. 실제 파일을 열어 점검하고 자동 메일 발송은 제외해줘.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26E1B-2122-48E3-994C-8F41B52C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5C94D-ADC2-4B5B-A194-03D4623E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완료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D90AF-AE34-4E9E-ABC1-BE8DFC21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67325"/>
            <a:ext cx="845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원본 값과 계산 결과가 일치하는 표와 문서</a:t>
            </a:r>
          </a:p>
        </p:txBody>
      </p:sp>
    </p:spTree>
    <p:extLst>
      <p:ext uri="{BB962C8B-B14F-4D97-AF65-F5344CB8AC3E}">
        <p14:creationId xmlns:p14="http://schemas.microsoft.com/office/powerpoint/2010/main" val="706938070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2399A-D924-4B75-A5DB-BD95C896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90858-F42C-4101-AB33-D880B791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실습 4의 일정 변경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8C2A7-0361-45AF-A504-C4C6E24F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A6AA3-03D4-4DAD-AB0F-6CBDA197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C0D1F-0465-4FCB-8748-2717EB4E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128F6-202F-4766-8E4C-A3C0DFDD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71331-D5F4-4F58-A637-F2E0CE0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4차시 일정표의 날짜와 진행률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8294F-9454-4FE9-A01F-44F881D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85606-A876-4E37-99D9-9BFD4E87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96929-C2D1-4B3D-B898-72E1982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진행률 한 건을 1.0으로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86078-1BDE-444C-B999-E8FCFD6E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ABF8D-B12C-4558-A53C-64C26C4A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73625-EE44-45A4-A0E3-8CABCCBE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완료 상태로 바뀌는지 실행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8BE81-10E8-4AC2-9510-6646B64F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61A4B-2B28-477B-A551-43067D33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C9655-BB81-4819-A1A5-9A66BD20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1.5 입력으로 오류 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9F291-4ABC-4E0E-AAEA-1D0B46BE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C6F7E-D416-423C-BF2E-1D7117A9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48762-B7DB-43EA-BAE8-AC90A6D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578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materials/day5/day5_finale_recap.ipynb</a:t>
            </a:r>
          </a:p>
        </p:txBody>
      </p:sp>
    </p:spTree>
    <p:extLst>
      <p:ext uri="{BB962C8B-B14F-4D97-AF65-F5344CB8AC3E}">
        <p14:creationId xmlns:p14="http://schemas.microsoft.com/office/powerpoint/2010/main" val="1320525620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D53A1-D803-4571-A9CD-ADFFAF2E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299FE-43C1-4026-821E-34B88A3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정상 결과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7B023-5D3C-4CED-93A6-1B0C80CF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30848-F2D9-4E9F-95CD-402ECEDD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19171-817D-4645-A73B-58E63497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91980-6583-4681-B515-B02649D7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E8AFF-2D57-4434-BD60-34A2E7CF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validate_wbs(tasks) ==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len(rows) == len(tasks)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all(row["working_days"] &gt;= 0 for row in rows)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C3375-5EC0-40EF-B6A8-85652437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4차시 정상 확인 셀. 앞의 실행 결과 사용.</a:t>
            </a:r>
          </a:p>
        </p:txBody>
      </p:sp>
    </p:spTree>
    <p:extLst>
      <p:ext uri="{BB962C8B-B14F-4D97-AF65-F5344CB8AC3E}">
        <p14:creationId xmlns:p14="http://schemas.microsoft.com/office/powerpoint/2010/main" val="1548074096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9A91B-B8EF-494E-9690-7924C267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6AF87-855A-4B4B-BEE3-6CE20186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실패 상황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94706-BE87-4AA7-B098-25DE06C0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D3577-39D3-4D05-80ED-8F60EEE8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7328A-1D88-4A48-B9B3-3EE53CAE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18C88-59A1-493F-93B0-2185669E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38B17-D340-471C-B281-AFEF2643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broken = [dict(task) for task in tasks]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broken[0]["progress"] = 1.5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any(e["code"] == "INVALID_PROGRESS"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for e in validate_wbs(broken))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05444-6726-4323-9FDF-B606DB90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4차시 오류 확인 셀. 입력을 고친 뒤 재실행.</a:t>
            </a:r>
          </a:p>
        </p:txBody>
      </p:sp>
    </p:spTree>
    <p:extLst>
      <p:ext uri="{BB962C8B-B14F-4D97-AF65-F5344CB8AC3E}">
        <p14:creationId xmlns:p14="http://schemas.microsoft.com/office/powerpoint/2010/main" val="1228492215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9DBCF-7120-4D77-84CB-C69851BB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86DFB-FFA9-400A-AD22-861ED3CB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하나의 입력과 세 가지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35ADB-5215-4F02-84CD-57D2E6D3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E574C-BAD7-4AC3-AE63-1EDAFC38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06843-119B-49C4-AA47-B5C1D118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65FCC-09FD-4BF4-808E-8D04DFFF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업무 현황 CSV 한 장에서 지연 목록, 주간 보고, 발표 요약 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A60F8-096C-4F92-B1F4-016F4617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C6795-F7C9-4FA3-91FF-1C20428D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차액을 알아서 수정하거나 승인하지 않음</a:t>
            </a:r>
          </a:p>
        </p:txBody>
      </p:sp>
    </p:spTree>
    <p:extLst>
      <p:ext uri="{BB962C8B-B14F-4D97-AF65-F5344CB8AC3E}">
        <p14:creationId xmlns:p14="http://schemas.microsoft.com/office/powerpoint/2010/main" val="277092875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99A9E-8744-48B8-9684-BE0D62EA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C4CF6-4D77-4A73-8DC4-7245C81E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자동화의 서비스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648AA-7E03-44AC-9491-DA00FD2D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4E530-9C67-4944-AA32-0CA47237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EBCB6-47F4-4572-82FC-CA6835A4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127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증빙 서류 접수와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영수증·신청서·구매 요청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차액이 보이는 승인 대기표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4782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일정표의 지연 위험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일정표·회의록·진행률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지연 행 목록과 주간 보고 초안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4782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채점 결과와 학습 피드백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응답표·정답·평가기준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점수, 입력 오류, 문항 정답률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740451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6E20B-B863-4E60-817D-4B019E12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606F9-277B-4E5F-BD09-837EF35C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증빙 서류 접수와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A6248-8060-4C77-96EE-0E9220E8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BB7E8-5B0D-45E2-B3E4-9B5EB3F6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60D57-102C-4C57-AA21-863AF106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B0657-B320-4CB7-B345-C0117409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증빙 접수 Desk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EF1A1-F99B-415D-8343-048FDF01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21295-0035-4F48-97C4-C6455772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신청서 금액 55,000원. 영수증 합계 50,000원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201C8-AAB6-4E43-918D-6B4C3C8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07309-C210-4523-91AA-7A3B5FEF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E93CE-BB0F-4930-9BBF-F5ECD4E7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신청 금액: 55,000원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증빙 합계: 50,000원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 요청: 5,000원 차이의 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5501E-5336-4BE6-9D28-22E9458C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2572C-7415-4C6B-AB32-6A9DBAC8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7F5AA-1328-4778-93C7-1A7AFEED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차액을 알아서 수정하거나 승인하지 않음</a:t>
            </a:r>
          </a:p>
        </p:txBody>
      </p:sp>
    </p:spTree>
    <p:extLst>
      <p:ext uri="{BB962C8B-B14F-4D97-AF65-F5344CB8AC3E}">
        <p14:creationId xmlns:p14="http://schemas.microsoft.com/office/powerpoint/2010/main" val="17906249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0305A-AB3A-4FBC-98FA-C062544F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8D364-4442-4C1B-BB07-D3F8BE83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일정표의 지연 위험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53898-49ED-4901-8C37-ABF99D9C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9EE2F-40FD-4341-88D9-65243AC5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5B789-500F-4967-9912-6C6ED70F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01679-C7F5-4CD6-A094-81BD8FE6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WBS Risk Dashboard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2DFCE-2AE5-4C00-9AB2-9A468454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A75D1-210C-4DA1-AB5E-29A1EB3E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종료일 9/18, 기준일 9/20, 진행률 80%인 업무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98208-0F1C-4DF4-8E03-BBDB9134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5FFEA-6DB1-45ED-A33C-A58960A3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06FBE-7AEB-40DF-9B00-31EE18D0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현재 상태: 지연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후속 확인: 남은 작업과 담당자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보고 내용: 영향받는 다음 업무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A41CF-7D59-48DD-A97A-012F5DAA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ADC9E-6C58-43D2-8CB4-C69BB952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D2CAA-D279-42FB-8D36-257B912F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진행률을 예상 완료 날짜로 오해하지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87390066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D753F-9BD9-48FC-B1D6-59641C3F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4023B-1867-4003-BC1C-201DCECB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채점 결과와 학습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37F13-B3B4-480F-9E9F-BBBF72DE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F3977-CF40-4910-A17E-A3205BE7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BA045-DCC1-4FD9-9636-787771C3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60208-28B7-4E80-804A-A24A059D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교육 채점 Dashboard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4F3A4-03AD-4FD6-A517-42717E46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25471-3E9B-4878-A6FC-C596874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정답은 2번. 학생 답안은 빈칸. 다른 학생 답안은 5번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E87B3-5ACE-4742-8C20-9173778B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8EC33-F91B-4A93-888C-70D6D3D8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68055-E11E-467D-AAF7-E806C021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빈칸: 미응답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5번: 허용 범위 밖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채점: 두 경우를 구분해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07132-1325-4154-9336-9364A190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23906-932D-4C6F-A870-C42A53F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7CB32-7A28-4844-9199-62C38E01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결시, 미응답, 오답을 같은 상태로 덮지 않음</a:t>
            </a:r>
          </a:p>
        </p:txBody>
      </p:sp>
    </p:spTree>
    <p:extLst>
      <p:ext uri="{BB962C8B-B14F-4D97-AF65-F5344CB8AC3E}">
        <p14:creationId xmlns:p14="http://schemas.microsoft.com/office/powerpoint/2010/main" val="164970679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E1D1C-129C-411C-8355-211A5C74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0F7BD-B4F9-4DF1-9935-EEA9A9DB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증빙 금액의 대조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BA0D5-D155-48AB-A963-92586A32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5E130-4EBC-451F-BD38-F43FA3BF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EC007-0A00-41C0-ADBB-72B62A60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순서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 시 안내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원본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통화, 세금, 합계 항목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글자가 불명확한 위치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숫자 변환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쉼표와 원화 기호 처리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변환 불가능한 값 반환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차액 계산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신청 금액 − 증빙 합계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차액과 원문을 함께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 또는 승인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승인 전 회신 초안만 생성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960543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E8208-A0D0-4A4D-BAC6-8064DC6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38285-720A-4FF3-92B1-2512C3D9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일정표의 날짜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6DB68-D878-4B2B-958A-6BA36EA1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F900C-5FC5-452D-AD71-4012B01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AF16D-CB99-487F-B40B-FB652233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기대 동작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검사 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종료일이 시작일보다 빠름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오류 안내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음수 기간 방지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종료일 경과, 진행률 100%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 업무의 지연 오인 방지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종료일 경과, 진행률 80%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남은 업무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주말 또는 공휴일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정한 근무일 규칙 적용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달력 일수와 작업일 구분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792735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0DC73-C36C-4F93-8347-6161A43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6B13C-287C-4A2B-85A5-9BCA25F7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채점표의 상태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516CB-4FCF-460F-8EBB-28AE0EE5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09CA6-490A-4604-B358-D6D4F77C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8BFDA-B5D4-41FA-BF03-B3878511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상태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표시 방식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집계 기준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허용 번호와 정답 일치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정답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정답 수에 포함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허용 번호와 정답 불일치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오답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응답 수에 포함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빈칸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미응답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미응답 수 별도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허용 범위 밖 번호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오류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원본 확인 후 재채점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707921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94016-FBB5-4720-9F3E-2C9E4122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288F8-ECF3-4A69-9EE2-FE156AFB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수식 저장과 재계산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FDFE7-7C18-409C-862A-3EEC4075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D01DE-E7FB-4956-AB60-8D9A5A87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B66C3-7C5A-4FDA-B55B-F9CCE631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적용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openpyxl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Excel 파일 읽기와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수식 계산 엔진은 아님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Excel 또는 LibreOffice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파일을 열어 재계산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변경 후 실제 결과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Python 독립 계산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기대 결과와 비교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수식이 틀렸는지 별도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729675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F7F5B-DBBA-43A5-BD3D-712959C5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4차시  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6844B-4815-44BE-91E8-D8A52A9F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 이후의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45395-7F3A-4868-BF0B-102FD7E0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7E576-B5C6-4101-B20F-005F937A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4CBE5-2926-4BB4-A64D-DEECFA74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022FA-CE71-4E65-B3BC-6D2F414D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차시에서는 여러 직군의 사례를 비교하고 자신의 프로젝트 하나를 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067AB-8D1A-4ADA-9500-14E34219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D995F-90EA-4AF5-98A0-1DB204B0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적용할 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C861E-EF30-4E1C-9CE7-10E41311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 자동화에서 중요한 것은 파일 수보다 서로 다른 문서의 숫자가 일치하는지입니다.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836F7-A7D8-45FF-B7D1-6D6FBBD0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FD551-5872-413B-9B8C-50A36798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579FB-A6ED-4881-BEF1-C991B363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업무 서비스와 프로젝트 선택</a:t>
            </a:r>
          </a:p>
        </p:txBody>
      </p:sp>
    </p:spTree>
    <p:extLst>
      <p:ext uri="{BB962C8B-B14F-4D97-AF65-F5344CB8AC3E}">
        <p14:creationId xmlns:p14="http://schemas.microsoft.com/office/powerpoint/2010/main" val="1175755278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ED8D2-018E-4892-8469-7E04FE25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380FE-1833-4C42-9622-11536D11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71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4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74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85A26-70E8-4BB3-8B09-D3F813D1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13:50-14:40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05A97-CD43-49DB-AB45-326F2C05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41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업무 서비스와 프로젝트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D2208-2A8D-43EC-BF12-CE51839F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직군의 반복 업무를 실행 가능한 작은 서비스로 정의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89F79-8EF0-4A5A-83E3-67F395F2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0560D-839F-4918-8AB7-7AB22D53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함께 확인할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0865B-30C0-493E-945C-CA5D16C7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00675"/>
            <a:ext cx="838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사용자, 입력 예시, 결과 예시, 실패 두 건이 있는 한 장의 작업 명세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60220-C4CD-48A8-9A5A-1B9D27C4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1130765289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7D26-5E34-430B-8D48-A4A2EE74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DF079-31B1-439B-B123-B576D5BE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후기 한 문장의 두 가지 의견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E586B-CC73-4C50-8264-546D3C46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F4505-6AA4-4879-9907-543C42B7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EDECD-F2CF-4E1B-BB41-B7A81551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 구간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의견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가능한 후속 작업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배송은 빨랐어요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만족한 경험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배송 서비스의 강점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반품 메뉴는 찾기 어려워요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개선이 필요한 경험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메뉴 위치와 안내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한 사람이 작성한 후기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후기 1건, 주제 2개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건수의 기준을 따로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981978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57EF5-8C9C-46BA-9D63-9C66366C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4BD4A-5530-4214-931F-0CE210F0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프로젝트의 최소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200B9-DCD4-4981-9F5C-7C186409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8DC22-9826-434B-8CC9-9C3CD5C0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3BE8F-7EB1-4549-ACC5-44BB0E99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E01D8-C514-49F9-8425-DF0032B0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한 사람이 실제 입력을 넣고 원하는 결과를 확인하는 한 번의 사용 과정을 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4FB90-E7CE-45BC-B850-A434F349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C7077-0421-459B-BABE-8AC7E461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DA83D-1323-4ACB-8558-E92B103A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고객 의견을 정리하는 기획자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누구의 시간을 줄이는가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D41DC-52DC-416B-AA8F-515B797B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7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9D75A-766A-4F7B-943F-303D3837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975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3D482-20CD-4FA7-8C0E-37E986DB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070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익명 후기 CSV 한 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무엇을 넣을 수 있는가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A275A-AF93-46AF-93A7-0DC06B90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C4DAA-62AE-4D3F-BAA5-56F0F4AC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86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15A62-B470-46B8-AC0D-D17B0A75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95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주제별 건수와 대표 원문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어떤 판단에 쓸 수 있는가</a:t>
            </a:r>
          </a:p>
        </p:txBody>
      </p:sp>
    </p:spTree>
    <p:extLst>
      <p:ext uri="{BB962C8B-B14F-4D97-AF65-F5344CB8AC3E}">
        <p14:creationId xmlns:p14="http://schemas.microsoft.com/office/powerpoint/2010/main" val="756325452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D9C8D-5639-4CEE-86E9-7E4E8870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0A3DA-CEDB-41AA-9BB4-3EF60DE7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업무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8C08F-17ED-4CAF-A819-7D0BF52C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45DEA-4B2F-43F4-B372-BB1570F7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0491D-4E80-4E7F-B3F1-DCF6C3D8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26379-740D-4E7D-90F7-1363251E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기존 작업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C5FFC-0E95-46A3-91F0-CE6E54B6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적용 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C17FA-CE12-4458-8B59-01F6C4D6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00987-CBFA-4EE9-959F-C8EAC2E7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1FC68-3150-4FC5-8172-7417F3C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기능 목록부터 길게 작성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로그인과 결제를 먼저 구현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자료 준비를 뒤로 미룸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46350-2870-49FB-9FD5-58B653F7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반복 업무와 첫 입력부터 선택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한 번의 사용 과정을 먼저 구현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작은 결과와 오류 두 건으로 확인</a:t>
            </a:r>
          </a:p>
        </p:txBody>
      </p:sp>
    </p:spTree>
    <p:extLst>
      <p:ext uri="{BB962C8B-B14F-4D97-AF65-F5344CB8AC3E}">
        <p14:creationId xmlns:p14="http://schemas.microsoft.com/office/powerpoint/2010/main" val="1207983705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07B83-7138-4341-8A66-C4A93377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1DA0E-6EB6-441A-92FB-78B3BF92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핵심 용어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C75E7-0950-4E43-8091-A6113362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17549-5BFD-4C99-940B-6499FCFF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BBCDB-3FC2-4F52-A1DA-EECF7203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CD752-5ACF-42FB-91CB-8D8DA67F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24993-C919-474A-96FC-968791CB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VOC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C6E4A-2D98-40BC-8EEE-33C7D72B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9547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Voice of Customer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9E15D-FA81-48B2-A9C8-47CA20B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후기, 문의, 설문에 담긴 고객 의견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54E48-2B66-4E7A-8161-D82982C5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17F5E-10C3-4D01-A285-A48FD203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064A6-C5F0-415F-AFB1-47DADD1E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Minimum Viable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ED5BA-CD4B-4944-A95C-161CF47A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핵심 가치를 확인할 최소 기능의 제품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0A15E-1D9B-45B0-8BB7-6679F1CF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E2401-B219-418F-9866-AF208EEC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Prototype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4DEBB-ECD1-491E-BF00-6571FEF9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핵심 흐름의 시제품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53830-D2C0-4B9B-AB9B-75E96B15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작게 만들어 실제 사용 과정을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A4ACE-942A-4C5F-ABFB-EDC9F538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301EF-730F-468A-B1FA-E7E30C7C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47C90-8475-4E9E-802D-BF42078D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3875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이번 작업의 범위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6298D-36FE-42A7-80B6-ED2E131C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673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지금 만들 기능과 다음에 만들 기능의 구분</a:t>
            </a:r>
          </a:p>
        </p:txBody>
      </p:sp>
    </p:spTree>
    <p:extLst>
      <p:ext uri="{BB962C8B-B14F-4D97-AF65-F5344CB8AC3E}">
        <p14:creationId xmlns:p14="http://schemas.microsoft.com/office/powerpoint/2010/main" val="1487383162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DBA58-B1D9-4E72-8C8F-9262BD0F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358B8-93A6-4F23-9AC0-3704541D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495DA-69D2-4DE2-BC80-28512C43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33293-201E-47B6-80F4-DDBCDCE2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7BBBA-9BBE-4F9A-B98C-65CE5B35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CDEA2-6B4E-401C-9B72-1E11A4EC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D8C4E-8E6A-48E3-9838-7BE6A48A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A426B-A9C7-47AA-AB24-E2102CAC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불편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15383-2718-4C95-8564-5D979421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자주 반복하는 업무 하나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77D99-CCE6-44DA-A91C-F509EA2E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652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88C45-D843-4548-A8B8-364A6BB9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892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CAD36-DA96-4FA3-9D9E-B3A781D4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8892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준비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C489F-2382-4E66-B138-03D548A4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892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직접 설명할 수 있는 예제 한 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2B3CB-4C60-4F5F-BFD6-0A1E4EE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139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EB7FD-5CD4-42AC-919E-53BF2FDF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504C8-9F5E-4FF9-A87B-D02C67EC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65379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 지정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0BD88-D811-44F8-B5CF-2BEB0A42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379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화면 또는 파일 한 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29441-E043-4449-8E12-74733C3D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626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B5E44-3FFE-4A6F-BD01-F737911D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866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07402-B49E-4BCB-AFD4-85F836BD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1866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실패 정의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843D5-3FAA-40A9-9482-2BD6FD8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866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빈 입력 등 멈춰야 할 상황 두 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3754B-20E1-40C6-9F98-01F5C262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113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16C21-AECB-485B-B75D-90ECB78E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353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B2A789-6F19-4255-B9BC-459BA32C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38353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첫 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53FB5-3BAF-4BB3-8241-84BEA8B6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8353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작은 범위로 만들고 사용해보기</a:t>
            </a:r>
          </a:p>
        </p:txBody>
      </p:sp>
    </p:spTree>
    <p:extLst>
      <p:ext uri="{BB962C8B-B14F-4D97-AF65-F5344CB8AC3E}">
        <p14:creationId xmlns:p14="http://schemas.microsoft.com/office/powerpoint/2010/main" val="1782091252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A7A1B-B77E-4264-8F24-A832250E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669F5-5345-4F58-A4A3-0D92320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고객 의견 분석의 첫 버전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CE707-2710-4EFB-ACC2-8A2F4AD8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60A6B-1FF8-4F1A-BFDB-CB45120F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DD4EE-335D-4AD7-AC6F-06EBEDA7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142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이번 제작 범위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이후 확장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후기 CSV 업로드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상담 도구 연동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정한 주제 5개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새 주제 후보 제안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주제별 건수와 원문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기간별 추이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분류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 부서 배정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145235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3A61B-FBC5-4275-AD0B-0A0A195A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B08C6-B13F-4E18-8AA8-1DE769DB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역할 분담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CDDF2-ABD8-4AEB-8D3D-E8D4969F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F0B5B-A2AD-4312-A587-1298DF1B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FC9F5-5B54-478E-B622-1CBD143E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143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859155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맡길 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준비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자신이 설명할 수 있는 합성·공개 입력 한 종류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AI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분류·비교·요약·초안 중 하나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누락·형식·범위·외부 행동 차단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결과의 승인·수정·반려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87660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0A9E5-ABBC-4FED-B35D-233AC8A8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E61F8-D7B0-40C4-B8B8-8CA161D9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파일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B2D6C-FBCA-41EB-83C3-F58DAAB8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05B0D-97CB-49F0-80CC-9AD8FD25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C88DF-2ED9-4D00-8B46-D4F06E1B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144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286625"/>
                <a:gridCol w="3686175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시점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day5_finale_recap.ipynb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5차시 셀의 입력 수정과 재실행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업무자동화_프로젝트_선택가이드.md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가이드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서비스_갤러리.md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 Gallery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materials/day5/job-market-radar/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2PAGER.md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2-pager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108407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2B6CC-665E-4AFA-863A-69F8143B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06FED-665F-466E-A551-B528886B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명세의 필수값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B9267-CF14-4294-88A7-4BA9BE56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6B041-A4CB-4976-9E8C-17AB27F7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1638F-AB3E-4FFB-8F2F-6BE7666E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6AE6A-DCA8-4919-BE24-927E1DD5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A0DE2-1BD2-41FA-AF31-B3BC5B40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project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"user": "고객 의견을 정리하는 기획자",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"input": "익명 후기 CSV",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"result": "주제별 건수와 대표 원문",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"failure_cases": ["빈 파일", "필수 열 없음"],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"external_write":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9C154-F0A3-41AB-B68A-7069E36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5차시 셀. 상단 준비 셀을 먼저 실행.</a:t>
            </a:r>
          </a:p>
        </p:txBody>
      </p:sp>
    </p:spTree>
    <p:extLst>
      <p:ext uri="{BB962C8B-B14F-4D97-AF65-F5344CB8AC3E}">
        <p14:creationId xmlns:p14="http://schemas.microsoft.com/office/powerpoint/2010/main" val="834997012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DC46B-D442-43F5-9493-A398778F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7F61B-A358-4A94-9255-53FDD970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EF434-79EB-4411-8882-451156A5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5F09B-5848-4238-930B-2D532D90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20329-A30A-4BFA-89D2-1974CC9F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0ECA3-07C5-4D59-8721-9F7D7002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실행 위치와 명령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D76C0-435A-4300-92B5-A16C6CA6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72183-0A35-4FE9-8500-972AD158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1040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Notebook 5차시 셀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539C2-2EA1-4766-A86D-3E9BC3A7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명세의 필수 항목 확인. 실제 서비스 구현은 개인 제작에서 진행.</a:t>
            </a:r>
          </a:p>
        </p:txBody>
      </p:sp>
    </p:spTree>
    <p:extLst>
      <p:ext uri="{BB962C8B-B14F-4D97-AF65-F5344CB8AC3E}">
        <p14:creationId xmlns:p14="http://schemas.microsoft.com/office/powerpoint/2010/main" val="532190718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57309-3DC9-47B6-B7F5-BEC456FF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C7B9D-5B0C-4517-9C15-E4017016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결과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87866-6C6A-4897-AE53-7EC44DAD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0EEE2-8D04-4C5A-B838-0F668E62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0E6B6-C265-45F4-8ECF-CC470112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147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user와 input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사용자와 입력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첫 실행 대상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result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보여줄 결과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 여부의 기준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failure_cases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빈 파일, 필수 열 없음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구현할 오류 검사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022526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447A9-0782-4BD9-BB5B-5F0DAD4A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313A6-D3F1-4FD1-9295-A31C9479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대표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EB72D-DE0A-4C18-9B51-E5C86EEC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80E90-27B5-472E-8283-ABFF8B45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2580D-BBEE-423E-A007-C7BD7CF2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AF363-3F2E-4BFD-B244-B83D5DF9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후보를 많이 고르고 로그인·DB·실시간 연동까지 한 번에 구현하려 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73A4F-5157-47ED-9129-DC3E3077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여러 기능을 동시에 만들면 어느 단계가 실패했는지 확인하기 어려워집니다.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BFB8D-87D4-4EF4-B24F-E774D6E5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B797B-7CC2-4430-9D14-1CD128F5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9EBF6-C381-476A-89FA-4968EDAD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없음·결과 불명확·자동 외부 행동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9BEB5-2890-48D6-A0FF-CA3B97EC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F9CBA-C342-43D3-99AE-07DED9B0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사용자에게 필요한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86BE8-0A09-4BA8-AEE9-4ECE1711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어느 입력을 고쳐야 하는지 구체적으로 표시</a:t>
            </a:r>
          </a:p>
        </p:txBody>
      </p:sp>
    </p:spTree>
    <p:extLst>
      <p:ext uri="{BB962C8B-B14F-4D97-AF65-F5344CB8AC3E}">
        <p14:creationId xmlns:p14="http://schemas.microsoft.com/office/powerpoint/2010/main" val="1080800860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6D417-2576-4279-845A-C2277176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4FE21-D7E3-4255-89F1-E3D8FAC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복구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D3001-48F5-4440-983B-6740A61D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B7431-05DD-402D-9500-EBF22AB8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E35D6-266F-4B5C-A4F7-E9265CB3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30E4D-F416-4F7D-8506-1508F912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AA4D1-B273-41F6-A67C-7984CE97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2086F-E668-4A28-9D61-8446D95E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49951-9A7A-4379-9431-77399D0F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자신이 설명할 수 있는 합성·공개 입력 한 종류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E8B86-3F08-49DE-AADE-35AFA07B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2738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E02F0-1500-46BB-8A01-2C419DD5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5138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E2330-697F-47C4-86CD-30D68772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5138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4E1E5-FB30-4C23-B64C-D1A20383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138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없음·결과 불명확·자동 외부 행동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BEAA3-0E02-46E1-9657-43F7EF45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02B42-CB22-4E22-9107-B19C7787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6197A-0BD4-4686-953A-8E4937AE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86225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범위 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BEEB9-7848-43F4-B6D3-7E9FED6B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86225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 한 명·입력 한 종류·결과 한 개·실패 두 건으로 범위를 줄임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E0082-2CCD-4B62-AA83-22E26358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4913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5CF3E-DED4-4B87-9582-54B15472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7313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AAEB5-8878-4B4D-ACB0-5BDA501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67313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재실행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5CF28-E2C1-4E9B-A528-CA71415C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67313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같은 입력으로 오류가 해결됐는지 확인</a:t>
            </a:r>
          </a:p>
        </p:txBody>
      </p:sp>
    </p:spTree>
    <p:extLst>
      <p:ext uri="{BB962C8B-B14F-4D97-AF65-F5344CB8AC3E}">
        <p14:creationId xmlns:p14="http://schemas.microsoft.com/office/powerpoint/2010/main" val="275544899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9DFBF-4DB3-4B4D-A1D7-D144F238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5CF6C-14EA-471B-82AB-F7B35952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후보의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9B78B-9B8A-4B8A-ACDD-0B05CE4D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1AE31-4080-45AD-81EC-D3B9EA7C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E6C37-EFCA-428D-B7A4-507CD50A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내가 결과를 판단할 수 있음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우선 선택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좋고 나쁨을 직접 확인 가능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예시 입력을 준비할 수 있음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우선 선택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첫 실행까지 기다림이 적음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여러 외부 계정이 필수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후속 확장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연동보다 핵심 기능을 먼저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841271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3F256-6F99-4656-8317-BB82E9DE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83C5D-5D5D-4A6E-8370-312DC78D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요청의 구체성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C53D7-3E6A-4914-A431-31BFC24F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8DC83-510A-4A37-AB8C-E1DE3F8B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69783-5094-4EAB-8F8D-00D4646C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CF38D-5455-4650-B370-67079D01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범위가 큰 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3AF6C-21C0-4D19-8461-C9F1B2B3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첫 실행이 보이는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3B51F-1801-4A5A-8451-EA30C4D7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A340F-D795-4014-86A5-436FF5FC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71435-1A5C-40A6-868F-CB055BB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후기를 분석하는 앱 제작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좋은 인사이트 제공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예쁜 화면 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F9642-FFD6-414B-8314-3E2A3C2A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후기 CSV의 본문 열 읽기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정한 주제별 건수와 원문 표시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빈 파일과 누락 열 안내</a:t>
            </a:r>
          </a:p>
        </p:txBody>
      </p:sp>
    </p:spTree>
    <p:extLst>
      <p:ext uri="{BB962C8B-B14F-4D97-AF65-F5344CB8AC3E}">
        <p14:creationId xmlns:p14="http://schemas.microsoft.com/office/powerpoint/2010/main" val="1734068853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37157-12DC-4708-9607-EFB2C14B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FE488-B7FD-4E48-A668-9611999D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판단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219F6-ACE6-4E13-991F-B700DDD3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DE82F-5DF4-4B0F-9A6B-EF21A7B2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301AC-2F95-4FE4-9CA1-A1D4525C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2D269-6467-42D1-A812-795994DA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입력과 결과가 구체적이면 Codex에 맡길 작업과 완료 기준도 구체적이 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DA6DA-B42F-48EF-8BED-0851BF9D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75364-D5A7-4A0B-B2C9-AEAB51D2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새로운 기술보다 자신이 잘 아는 업무를 고르면 결과의 품질을 판단하기 쉽습니다. 오늘은 여러 기능을 연결하기 전에 하나의 입력과 결과를 완성합니다.</a:t>
            </a:r>
          </a:p>
        </p:txBody>
      </p:sp>
    </p:spTree>
    <p:extLst>
      <p:ext uri="{BB962C8B-B14F-4D97-AF65-F5344CB8AC3E}">
        <p14:creationId xmlns:p14="http://schemas.microsoft.com/office/powerpoint/2010/main" val="248622155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DB7CF-8BDB-4559-9EF5-7784A9F0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68FC5-1A9E-461D-89D1-99661264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Codex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A5E9D-AC66-48CF-8B67-BF3C7876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A99D4-8EE5-4F8F-A12D-F52812EF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1248F-B2AE-4EE7-A092-E47579B2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E0685-D237-4B32-8AA9-2DEF9DE0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맥락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8E6F3-7F66-4019-B40A-EFBCF114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845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업무의 예시 입력과 원하는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30A17-0B4A-4DE2-A6C5-FF36BB6B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6AC34-A829-4458-8908-5B97F3F0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작업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D83CE-7807-4691-B0D1-48B8AB61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84582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내가 준비한 업무 설명과 예시 입력을 읽고 100분 안에 만들 첫 기능을 정리해줘. 사용자, 입력, 결과, 오류 두 건, 실행 방법을 먼저 제안해줘. 로그인, 결제, 자동 발송은 제외해줘.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4AB54-2434-4E3C-8431-5E932889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AA8E1-DCC9-4BCF-BEE0-87DF0AC8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완료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CA4FB-D218-485D-83F5-E1E59868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67325"/>
            <a:ext cx="845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사용자, 입력, 결과, 확인 방법, 실패 두 건이 있는 작업 명세</a:t>
            </a:r>
          </a:p>
        </p:txBody>
      </p:sp>
    </p:spTree>
    <p:extLst>
      <p:ext uri="{BB962C8B-B14F-4D97-AF65-F5344CB8AC3E}">
        <p14:creationId xmlns:p14="http://schemas.microsoft.com/office/powerpoint/2010/main" val="1621374225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3ECA7-1122-4C22-8D2E-35022CE3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2F6B1-2DA3-4D57-90E5-07CFA21F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명세 편집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D9DB3-BE10-48E7-A8F1-1067EA0B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274E0-6C86-4DC6-AD6C-D8F1161A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ED6A0-73F2-44EE-8946-A961BCD7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D43A6-0FA9-4686-A109-F26CDA54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DB8DF-22F5-414B-9A77-E0F69C52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5차시의 사용자와 입력을 내 업무로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2D948-81B0-4315-BFD2-A2187968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EC2F3-C48B-46A8-8F53-34332F79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9B143-D70D-4EC1-A6F9-9FC60042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예상 결과를 화면 또는 파일로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8BF31-F243-4AD9-9437-67A6FE04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D8D3F-F168-49EA-8DE6-60E78BF0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8AC4E-4C8A-4A91-81B6-EBF71C37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실패할 수 있는 상황 두 가지 작성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3DF3F-8B4C-4D00-B7F1-5A685BD9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D8A12-6478-4442-A1AE-94A5AB84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DA2A0-5E45-4F29-88C0-CBBBF973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Codex 요청문에 완료 조건으로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FA4AE-C5F6-41A5-8ADD-BA70BF0D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A9845-ABE3-4812-82AA-506C1359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54C77-57E1-4F60-9236-FA4EC903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578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materials/day5/day5_finale_recap.ipynb</a:t>
            </a:r>
          </a:p>
        </p:txBody>
      </p:sp>
    </p:spTree>
    <p:extLst>
      <p:ext uri="{BB962C8B-B14F-4D97-AF65-F5344CB8AC3E}">
        <p14:creationId xmlns:p14="http://schemas.microsoft.com/office/powerpoint/2010/main" val="1479798635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254D3-5E85-45F5-9FC0-D15F12DF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9F242-DD98-4B08-8FAA-9172ECF1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정상 결과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E233A-6DF5-494F-B2E1-277DA40C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0523D-C527-4884-930E-6CA21140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8BF60-4197-44B2-898D-F370C3D0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E75C9-E561-4297-8167-0A63C4AD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15C4E-ED3F-4DDA-8FDE-289B1D2B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project["user"] and project["input"]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project["result"]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len(project["failure_cases"]) ==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4E554-A405-445C-B61A-BE6FA642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5차시 정상 확인 셀. 앞의 실행 결과 사용.</a:t>
            </a:r>
          </a:p>
        </p:txBody>
      </p:sp>
    </p:spTree>
    <p:extLst>
      <p:ext uri="{BB962C8B-B14F-4D97-AF65-F5344CB8AC3E}">
        <p14:creationId xmlns:p14="http://schemas.microsoft.com/office/powerpoint/2010/main" val="1198487039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16CBC-D844-4F87-9279-C08C8B28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49E10-563E-463A-A949-17F7063A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실패 상황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8E11B-31A1-4EEB-A178-34DE90F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DA928-7C5F-4790-91AD-C40D6B9F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4E35F-7205-4601-9AD4-3B5682FF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15F68-4E08-40A9-A9E4-18648B37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34043-5F2C-4BF3-9F4B-80F16A02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project["external_write"] is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이후 구현할 CSV 검사는 별도 테스트로 확인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이 셀은 프로젝트 명세의 필수 항목만 검사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72C31-DEEC-4903-A114-31DE9DF7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5차시 오류 확인 셀. 입력을 고친 뒤 재실행.</a:t>
            </a:r>
          </a:p>
        </p:txBody>
      </p:sp>
    </p:spTree>
    <p:extLst>
      <p:ext uri="{BB962C8B-B14F-4D97-AF65-F5344CB8AC3E}">
        <p14:creationId xmlns:p14="http://schemas.microsoft.com/office/powerpoint/2010/main" val="782312035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1FBF9-6CDB-482E-9ACB-0A14CBFC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9D971-5B6B-49B5-A20D-41D7DBB9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개인 프로젝트의 시작 문서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10921-031E-4BE4-A928-404700FC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09DBD-2A32-4682-BD39-AEF44C0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98514-1806-4C5C-83A7-95BD3641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EFDB9-D776-4462-B98F-EFBD536E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사용자, 입력 예시, 결과 예시, 실패 두 건이 있는 한 장의 작업 명세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14EFA-F982-4D8C-903B-96AF060C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01054-ED56-4BE7-90EA-3709C5AC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긴 문장을 여러 고객의 의견으로 중복 집계하지 않음</a:t>
            </a:r>
          </a:p>
        </p:txBody>
      </p:sp>
    </p:spTree>
    <p:extLst>
      <p:ext uri="{BB962C8B-B14F-4D97-AF65-F5344CB8AC3E}">
        <p14:creationId xmlns:p14="http://schemas.microsoft.com/office/powerpoint/2010/main" val="741056395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4B0BD-A4A1-4220-8250-A398B8E9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87290-8B26-4D24-9432-6C965D85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선택의 서비스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4E6B9-3EB2-4782-8DBD-F20C4CB8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079D3-635B-47E3-8A0F-60788F2E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873AF-762E-4909-BA4D-FA93EB4B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고객 의견의 개선 우선순위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후기·설문·상담 기록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주제별 건수와 대표 원문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4782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출처가 있는 조사 보고서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웹 문서·PDF·보도자료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출처와 비교 조건이 있는 2쪽 보고서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4782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하나의 자료, 여러 채널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보고서·영상 전사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이메일 초안과 교육 슬라이드 구성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945337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42EB6-4CA8-4331-92D0-E6DBC8AE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A6582-C90F-4504-98F1-55A6871D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고객 의견의 개선 우선순위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29F54-9539-40F1-ABC8-B79198E8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E039E-56CD-451E-94A9-A57FC1D2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25765-1EA9-492B-BF19-3286D905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60E43-CC7D-4B60-9D6D-9D6E5776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VOC Insight Radar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9FAB6-5979-4964-A926-2902815A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C9A26-1D1D-490D-A70F-CAED8E38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후기: 배송은 빠르지만 반품 접수 메뉴를 찾기 어려웠어요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513D1-FDB1-41B9-973E-E5DBD04B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D6F38-5448-4D5E-8FCD-01370132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4ED4A-1E4C-4823-B6E0-A993BF8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주제: 반품 접수 경로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근거: 메뉴를 찾기 어려움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개선 후보: 접수 버튼 위치와 안내 문구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0D02D-BA5A-4FDF-97F8-90C59527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F49E9-9640-4BDA-B490-610E94C9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9817B-3F17-4F8D-ADA6-92A24A9B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긴 문장을 여러 고객의 의견으로 중복 집계하지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59514540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D37E5-A407-463C-AE99-9F125BCA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1073E-B924-43AA-850D-C6709762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출처가 있는 조사 보고서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54E8D-088F-4F19-B58B-C43521A3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002C2-7902-4D4B-8255-47AA124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58C58-293A-44D2-A418-EC0313AA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DF719-D58F-4D4D-BD3E-86EEEE6E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Research Brief Factory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97F2F-2200-449F-807C-C8790BCB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9FFC3-C74D-42B2-A64C-D0B7D18B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자료 A는 월간 이용자, 자료 B는 누적 가입자 수를 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0E479-69B4-43F5-8709-9AED74B2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C9B4A-420B-4D0C-BBF7-9B879DEB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6DDE8-C790-4047-B6F2-0E207EBA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비교 가능: 각 지표의 정의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비교 불가: 숫자 크기로 서비스 순위 결정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확인: 기간, 모집단, 집계 방식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F8547-5ACC-4726-AAFA-245E41D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BF89E-DB33-4BBE-8023-B734C896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D0223-0C96-428F-BC93-3C9A299C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다른 지표를 같은 기준처럼 비교하지 않음</a:t>
            </a:r>
          </a:p>
        </p:txBody>
      </p:sp>
    </p:spTree>
    <p:extLst>
      <p:ext uri="{BB962C8B-B14F-4D97-AF65-F5344CB8AC3E}">
        <p14:creationId xmlns:p14="http://schemas.microsoft.com/office/powerpoint/2010/main" val="2031830278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649B1-0643-43E1-9EBC-B24EA272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E4A9F-3CFA-40EC-BF6E-52E51056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하나의 자료, 여러 채널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78E3F-5B92-4043-87AA-48392781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546AE-062F-408D-8187-4F9FA550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702CF-E632-4136-BF15-F9F978BB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AAB78-B24C-438B-A841-31D0EB95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Content Studio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715CF-62BF-4B47-93C6-2F2A5877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91A4B-9C10-4C23-A4B5-DF187275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제품 업데이트 문서를 고객 이메일과 내부 교육자료로 재구성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5F9E2-2457-4938-A636-9D0ADA32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0E9E3-852D-4598-BDCE-7FD8D8F9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DDE37-AC1B-4542-8299-EFDDF52C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고객 이메일: 달라진 기능과 사용 방법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내부 교육: 변경 이유와 대응 예시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공통: 제품명, 날짜, 적용 대상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8C66F-67D1-4343-B935-60E59DC9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09538-C541-4BA1-80A0-FC4AA45F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05444-276D-43F0-9076-EE3DA4EE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채널별로 바꾸면서 사실과 수치를 새로 만들지 않음</a:t>
            </a:r>
          </a:p>
        </p:txBody>
      </p:sp>
    </p:spTree>
    <p:extLst>
      <p:ext uri="{BB962C8B-B14F-4D97-AF65-F5344CB8AC3E}">
        <p14:creationId xmlns:p14="http://schemas.microsoft.com/office/powerpoint/2010/main" val="1317304804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57996-B5C3-49F0-B718-59EE1A0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1ADAB-3FAF-47C1-8DBE-0F873916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고객 의견의 집계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2D3AA-09EC-49AC-9F2C-3DD31E99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8EA19-C9F0-418E-B723-0FCEFDD0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29E65-DFD4-4155-91E7-BE9FCFEF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162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집계 기준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표시할 정보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847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한 후기에 두 가지 주제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후기 1건, 주제 2개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전체 후기 수와 주제 언급 수 구분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후기의 중복 수집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고유 번호로 1건 처리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제외한 중복 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분류하기 어려운 내용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기타 또는 검토 대기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원문을 보고 사람이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611665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CDA03-218D-4327-A007-84A7C6DC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9CA6B-0A74-4E74-B721-CBCFF22F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조사 보고서의 비교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219A2-4F69-4138-83C5-E9E2A2FE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4A2B5-F936-4489-A087-C970F3E3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A4F1F-616C-4EE4-BF49-BE0B431F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163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비교 축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확인할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맞지 않을 때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월간, 연간, 누적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별도 열로 구분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대상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가입자, 이용자, 유료 고객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순위로 나열하지 않음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각 출처의 지표 계산법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정의와 한계를 함께 기록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갱신일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자료가 발표된 시점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최신 자료와 구분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93096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FE576-944E-4F56-B08A-AE2695C3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31ED3-739B-42DF-8584-5AA772F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채널별 문서의 편집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E4055-2F13-4FE2-9135-D1A161CE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361E3-C3D8-4715-832C-2BCB49B6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3C095-252E-4170-A6DC-D3DD87A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164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 문서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바꿀 부분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유지할 사실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고객 이메일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혜택과 이용 방법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제품명, 날짜, 적용 대상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내부 교육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배경과 대응 예시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정책과 실제 지원 기능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발표자료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핵심 메시지와 시각 자료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수치와 원문 출처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60820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94664-CCDB-47EA-AE18-373CFAB2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3E21D-302B-460D-93C0-70C170F7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AI 서비스의 실제 비용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4732F-D34E-45B0-8450-CE4DFBB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EFB56-9171-4406-9080-857DA572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5AEAB-B709-4F40-9A18-DA736FB3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165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15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제작 비용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구현, 수정, 테스트 시간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비용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모델 호출과 문서 처리량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비용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잘못된 결과를 확인하고 고치는 시간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운영 비용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저장, 배포, 장애 복구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509836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E97A9-5B1B-4C47-8F10-4F3CB700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5차시  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F053C-6881-4B8E-9204-79D8ED62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선택 이후의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F478D-AA05-4D20-9DD5-B956708F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32A31-3E13-47CA-9893-F98D8E72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64F1C-46C8-4B4B-959E-657D7471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919B6-E83E-4E60-9C2F-589F71CF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15시부터 수강생은 개인 프로젝트를 만들고 강사는 Job Market Radar를 같은 순서로 제작합니다.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8FC0F-BB16-46DC-9E0C-1A6F5CD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9C113-FD1F-40B5-A68A-605ADB9E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적용할 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BF35D-7FA8-46E4-AAFB-9BB7DAE1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입력과 결과가 구체적이면 Codex에 맡길 작업과 완료 기준도 구체적이 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8853E-575C-45D7-96E7-6633BB4C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B0ADD-61FB-49F5-A1CE-ACF55D09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0E81B-AA36-4432-8B89-10C546F5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채용 검색 서비스 설계</a:t>
            </a:r>
          </a:p>
        </p:txBody>
      </p:sp>
    </p:spTree>
    <p:extLst>
      <p:ext uri="{BB962C8B-B14F-4D97-AF65-F5344CB8AC3E}">
        <p14:creationId xmlns:p14="http://schemas.microsoft.com/office/powerpoint/2010/main" val="2119787578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14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2532B-59B5-4370-B6D6-FFBB6C01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오후 쉬는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67540-50BA-4B34-B84B-FA751DA6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9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9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14:40–15:00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A473D-BCF1-4B5C-860A-A6BD2850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1718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2B927-D9DF-48D3-8EB7-3EF1202D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개인 프로젝트의 입력과 실행 환경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96AF2-89D5-4CF7-B27F-322813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167</a:t>
            </a:r>
          </a:p>
        </p:txBody>
      </p:sp>
    </p:spTree>
    <p:extLst>
      <p:ext uri="{BB962C8B-B14F-4D97-AF65-F5344CB8AC3E}">
        <p14:creationId xmlns:p14="http://schemas.microsoft.com/office/powerpoint/2010/main" val="171431439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14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4D37E-E9EA-40E8-AA13-DE2F87B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B8C5D0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B8C5D0"/>
                </a:solidFill>
                <a:latin typeface="AppleGothic"/>
                <a:ea typeface="AppleGothic"/>
                <a:cs typeface="AppleGothic"/>
              </a:rPr>
              <a:t>5주차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BCFA8-CE97-471A-9208-20A7F9F9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71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7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A211A-D692-4E7B-A9AE-01A3BEFF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15:00-15:50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9D429-418C-411C-ADC1-2D117614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1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채용 검색 서비스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7B35C-E1B2-4D68-B551-E4390295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사용자 문제와 제품 문서를 실제 검색 결과에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B0BAA-B9EA-4065-8AE3-1057441E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1718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10FAA-DE1F-4896-A90B-809FF56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B8C5D0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B8C5D0"/>
                </a:solidFill>
                <a:latin typeface="AppleGothic"/>
                <a:ea typeface="AppleGothic"/>
                <a:cs typeface="AppleGothic"/>
              </a:rPr>
              <a:t>함께 확인할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78906-833F-4BEE-BA34-354BEB0E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00675"/>
            <a:ext cx="838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정상 검색, 0건 검색, 모르는 표현을 넣은 검색의 결과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254C8-F1B6-457C-8911-F3808764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168</a:t>
            </a:r>
          </a:p>
        </p:txBody>
      </p:sp>
    </p:spTree>
    <p:extLst>
      <p:ext uri="{BB962C8B-B14F-4D97-AF65-F5344CB8AC3E}">
        <p14:creationId xmlns:p14="http://schemas.microsoft.com/office/powerpoint/2010/main" val="974197148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964AE-C500-410C-B2AF-363C283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FF59F-0214-4AF7-94CD-6804E5A1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실제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F620F-B18C-4902-85FD-9BB2065E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E7668-422A-4CB6-B8D0-2F541E5D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CA70B-78D3-4877-B8DC-4F91C95E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169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6a058fbc54e34"/>
          <a:stretch xmlns:a="http://schemas.openxmlformats.org/drawingml/2006/main"/>
        </p:blipFill>
        <p:spPr>
          <a:xfrm xmlns:a="http://schemas.openxmlformats.org/drawingml/2006/main">
            <a:off x="2910840" y="1676400"/>
            <a:ext cx="6370320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F1C3C-07AE-461C-9A2F-1AFBF593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기존 로컬 웹 시연 캡처: 경기 경력 조건의 검색 결과. Notebook 합성 데이터와 별개</a:t>
            </a:r>
          </a:p>
        </p:txBody>
      </p:sp>
    </p:spTree>
    <p:extLst>
      <p:ext uri="{BB962C8B-B14F-4D97-AF65-F5344CB8AC3E}">
        <p14:creationId xmlns:p14="http://schemas.microsoft.com/office/powerpoint/2010/main" val="2096104856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833AC-D51C-4686-A317-D94EC62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A4FBF-246E-4C3B-9AFB-54B0A1D3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제품 문서의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F0CC5-55BA-4E4C-8F4D-781B17CA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6D0C2-3F7A-458A-996E-7A202FF6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5E28E-6227-4BF1-B5DE-776DC8F2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8ECBC-9333-4D33-9CAB-3F6F6081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문서는 무엇을 만들지, 어디까지 만들지, 어떻게 완료를 확인할지 정하는 도구입니다.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92EED-F774-4678-9C6A-51EB37D6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BD542-97C1-4516-AD3D-2A54096C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2-pager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10516-AA4D-4302-AB72-52091406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두 쪽 내외의 기획 요약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문제, 사용자, 해결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F2D68-6149-46BE-9603-DB1CE183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7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B4E36-5DD4-4AF9-9730-0C783866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975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PRD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4A5DF-5556-49D3-BACB-6338C457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070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Product Requirements Document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시나리오와 기능별 완료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826D0-CA48-4950-8991-E3BF9613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69E8E-E981-41A2-A764-1A00388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86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AECB9-076B-46C9-A310-F01EE3A8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95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단계별 개선 계획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지금, 다음, 이후의 우선순위</a:t>
            </a:r>
          </a:p>
        </p:txBody>
      </p:sp>
    </p:spTree>
    <p:extLst>
      <p:ext uri="{BB962C8B-B14F-4D97-AF65-F5344CB8AC3E}">
        <p14:creationId xmlns:p14="http://schemas.microsoft.com/office/powerpoint/2010/main" val="832941806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895BE-BFE1-4ECB-9274-811C52F3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BEFE7-9C15-492A-9033-6A7CFFAF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업무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5F5F1-7171-4681-8B74-7E943507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3BAE8-7A65-48A2-87BF-C5AAC065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B254C-AA4A-440C-95E3-E4B606A7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C4735-91F5-47CD-BAFD-380017C8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기존 작업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5AF1C-62BC-41D0-80F4-6B482101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적용 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DACA8-02A3-4D70-8A2D-30ADF39B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6FD1B-36C4-48F7-A674-F5F85B30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18C17-96A9-478F-8839-1FCC548F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사이트마다 다른 항목으로 저장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검색할 때마다 원천 사이트 조회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결과가 없으면 조건을 자동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BB1CA-133F-4435-B89B-14671F7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공통 필드와 출처를 함께 저장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저장한 데이터를 빠르게 조회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해석한 조건과 0건 이유를 표시</a:t>
            </a:r>
          </a:p>
        </p:txBody>
      </p:sp>
    </p:spTree>
    <p:extLst>
      <p:ext uri="{BB962C8B-B14F-4D97-AF65-F5344CB8AC3E}">
        <p14:creationId xmlns:p14="http://schemas.microsoft.com/office/powerpoint/2010/main" val="866988029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2E1FC-ADD7-4F54-9EA4-3A2C5135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538B3-D5C2-40D8-83CE-C8375685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핵심 용어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A118B-7EB7-4A5C-99EF-03630EC1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0F0C0-3C29-4AFD-9153-2CCD5A24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DE820-6AFA-46C3-BF15-3F8AF55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2D04B-ED81-470B-8B40-DFAA3F23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020BE-B787-4091-8611-71FE09EE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PRD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EB95F-8103-4D39-8F7A-66B444A5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9547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Product Requirements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F638F-7708-40BD-B3D8-7349F29B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무엇을 만들고 어떻게 확인할지 적는 제품 요구사항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D865E-4185-4C29-90E2-8F59D2E9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8568E-1066-4E1E-B17B-5B6C1260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48F1A-7AC6-4726-8087-3ACCBC67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Application Programming Interface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A556E-0201-4BA7-B90C-3D24A5C8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다른 프로그램과 데이터를 주고받는 인터페이스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25C10-BF10-4A7B-972E-24571567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D6F16-CC55-4476-8045-739EA117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Schema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3AD6E-B8D1-41DF-AC8A-79BB9E8D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데이터 항목과 형식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EF3FD-CA5E-4072-AEBC-B2E53BFE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공고 제목, 회사, 지역처럼 함께 사용할 필드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D172D-9F8C-4899-A62E-E9E23B6A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C302D-D3C7-4A1D-9C3E-F9AECDF2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Query Parser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D9771-5F96-4496-9C4F-D244171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3875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 문장 해석기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63DBF2-0A9A-49A5-8BC9-C4348470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673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문장에서 지역, 경력, 직무 조건을 추출</a:t>
            </a:r>
          </a:p>
        </p:txBody>
      </p:sp>
    </p:spTree>
    <p:extLst>
      <p:ext uri="{BB962C8B-B14F-4D97-AF65-F5344CB8AC3E}">
        <p14:creationId xmlns:p14="http://schemas.microsoft.com/office/powerpoint/2010/main" val="1583028407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2AEBCD-BA65-4C30-81EB-E4A66894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340A0-1992-4E8E-A74F-CB049685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6D97A-0979-4DFA-8E90-0374CE27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F13ED-D592-4169-ACDD-A40E59B6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709F4-8D6E-4521-9A63-FDB9A77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2CB67-D38A-4625-834D-C33E82E5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3627A-EC61-4D22-BA4E-F77DB9E7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89240-646D-48E7-AE4B-4B2814E1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문제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63A4F-FEF6-45CB-88B4-59AC4CF1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흩어진 공고의 비교와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22D9C-7ED0-4805-ADC7-FBB60175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652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23924-EF8F-4B8A-9726-557DC530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892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4E77F-E29B-4643-BBAC-B89D8B80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8892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데이터 준비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2A03C-C5F1-4C97-A10F-A3B1F45F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892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출처와 공통 항목이 있는 합성 공고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F371C-DBDC-4815-8F05-F089C4F1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139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66A04-CD2E-448A-B30D-CFA4C840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29329-DA62-432D-A18F-7DBA2DB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65379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조건 해석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8FC29-6D77-44BC-A52C-25F39301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379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문장에서 지역과 경력 추출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F6E8E-1639-4077-8A3D-88F7305F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626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1ED58-4485-410A-B375-5FDE580E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866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A8377-4301-41BD-BB91-C08C6E64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1866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 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D0530-51C3-4A25-8A63-55370171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866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저장된 데이터에서 조건 일치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1B18C-2D1A-42E0-8576-E35F2AF1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113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5F185-30EC-4F4B-94B3-A4487E51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353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90EDB-8A02-4526-93A8-6921BA9C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38353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화면 전달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963AE-D5F4-41A5-8A8F-EB5FA3B6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8353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공고와 일치 이유, 0건 표시</a:t>
            </a:r>
          </a:p>
        </p:txBody>
      </p:sp>
    </p:spTree>
    <p:extLst>
      <p:ext uri="{BB962C8B-B14F-4D97-AF65-F5344CB8AC3E}">
        <p14:creationId xmlns:p14="http://schemas.microsoft.com/office/powerpoint/2010/main" val="1293390401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E38B7-CC84-4C2B-AF4F-325BE83C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769A2-F5B5-44F4-8AAB-04769436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자연어 한 문장의 검색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07975-9619-4408-A9A5-A9870444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EA138-DF1C-4534-B512-A68400D3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546B2-263E-4923-93C8-B63E3B49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174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표현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추출 값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 확인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지역: 서울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다른 지역은 제외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신입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경력: 신입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경력직 공고는 제외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데이터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직무: 데이터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직무 일치 근거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 없음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사용자가 조건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264470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7D661-B06C-4590-ADCA-D4EF0BE7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CCC56-08AF-4C63-BEE8-C36F7C0A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역할 분담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17CA2-4D8B-44BB-A11F-CF664D7B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791D7-3B7D-4379-91C1-A42DA531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44A10-48E3-4245-AC18-8E354AC6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175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859155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맡길 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준비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출처가 표시된 합성 채용 공고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AI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모호한 문장의 의미 해석과 설명 보조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지역과 경력 조건의 일치 여부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품질과 실제 데이터 사용 조건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959824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EFB97-D076-4E7E-9ACF-7A2E6267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90507-B8A5-4517-8612-1C30AE6C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파일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F1421-8044-47F0-9FD9-1DBE3181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DBC23-16B2-456C-BE68-3A99421A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41045-16FC-432E-9390-CFAD7DF4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176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286625"/>
                <a:gridCol w="3686175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시점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day5_finale_recap.ipynb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6차시 셀의 입력 수정과 재실행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materials/day5/job-market-radar/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2PAGER.md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2-pager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materials/day5/job-market-radar/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PRD.md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PRD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data/day5_jobs/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four_source_fixture.json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073666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3ABC9-7F45-4E0B-B27C-47E583E1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FF362-72A0-43F3-8475-83215BD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자연어 검색의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B07B2-4B4E-4D4B-A387-78752E35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22F2A-0346-4BC1-BCCB-F2BB7211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5ACB6-34E9-413E-BA90-42F5DD2D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50CCC-4A58-426D-9BF8-7F071101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02E5A-43B6-4E96-AF42-06D5A6F2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jobs = load_fixture(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ROOT / "data/day5_jobs/four_source_fixture.json",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workspace_root=ROOT,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search_jobs(jobs, "서울 신입 데이터")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print(result["count"], result["results"][0]["match_reasons"])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8BF53-5FE4-45D8-A73E-7498F52E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6차시 셀. 상단 준비 셀을 먼저 실행.</a:t>
            </a:r>
          </a:p>
        </p:txBody>
      </p:sp>
    </p:spTree>
    <p:extLst>
      <p:ext uri="{BB962C8B-B14F-4D97-AF65-F5344CB8AC3E}">
        <p14:creationId xmlns:p14="http://schemas.microsoft.com/office/powerpoint/2010/main" val="1575520968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96022-5412-4C29-B9E7-A4BFFC9E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0205B-037B-4A0F-8F65-271CA022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E0CC1-6673-487B-B08A-673C1B9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95525-0395-4931-B11A-4D2D6905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7792E-1CA9-485A-B127-5F3A056C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55195-706C-454B-ABF8-F271E934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실행 위치와 명령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73179-6244-4F76-9904-DE1910E4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49F41-4D0F-455F-BAAB-8A04EC43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1040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 tests/test_day5_job_market_radar.py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679BB-028F-423F-8860-2C5396C5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저장소 루트에서 실행. Python은 Notebook과 같은 환경 사용.</a:t>
            </a:r>
          </a:p>
        </p:txBody>
      </p:sp>
    </p:spTree>
    <p:extLst>
      <p:ext uri="{BB962C8B-B14F-4D97-AF65-F5344CB8AC3E}">
        <p14:creationId xmlns:p14="http://schemas.microsoft.com/office/powerpoint/2010/main" val="1795724323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86516-9EC8-4C12-91F2-FCD3A5CE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10126-861E-473E-A558-D8BC23B9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결과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65EA6-AB01-48F3-B18C-1DBA0A1A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3CD0C-23F7-4797-92DC-AFEAC405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9B441-4DD6-4BAD-8B98-10E19FD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179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서울 신입 데이터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수업용 합성 데이터 기준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제주 신입 데이터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조건 유지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automatic_fallback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False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조건을 자동 완화하지 않음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691305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179BD-F552-422C-921C-500F633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E322A-C49D-47EC-AF48-2DDDD306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대표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AC73C-D096-4699-8B6B-8A24BD23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1328F-5A78-4279-B296-D59DFBB0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09AC6-BB30-4EC6-903A-EAEEA3AA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AF706-2C18-45E6-8031-EB748399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유명 사이트부터 크롤링하고 정책·데이터 구조·0건 처리를 나중에 결정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9FD5E-3C2A-4F37-AEE7-1A894555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조건을 몰래 완화하면 사용자는 자신이 요청한 결과라고 오해합니다.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6EAED-4E10-4A04-B876-F213781C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5AB26-B195-410E-9D25-6CD00A6B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3C75E-53C3-4561-AB06-4F6A795D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사용이 허용되지 않은 출처, 맞지 않는 조건, 허용 폴더 밖의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9C5C9-DD81-470F-9D8C-08CCD0C8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F114E-1981-4EA4-A55F-D911BFAE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사용자에게 필요한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CE371-D0E3-47C0-9A51-EAA9A8FE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어느 입력을 고쳐야 하는지 구체적으로 표시</a:t>
            </a:r>
          </a:p>
        </p:txBody>
      </p:sp>
    </p:spTree>
    <p:extLst>
      <p:ext uri="{BB962C8B-B14F-4D97-AF65-F5344CB8AC3E}">
        <p14:creationId xmlns:p14="http://schemas.microsoft.com/office/powerpoint/2010/main" val="1692545883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EF642-0C5E-4B04-A50D-3D18D7D2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1762B-D6EE-4E3B-AD14-49319968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복구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9047A-8D91-43F2-8E35-71E9FAEA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3EF55-0310-4F35-9259-ACB4AEBB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772B6-706D-4769-9A54-30E28B66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181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8C6BC-E8BF-4A3F-A13A-C037EDAF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CD9AD-19A7-42DD-A749-8BDDF964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E272D-8B1C-4802-B941-F3555A8A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86F2C-E6E4-4A14-B4A1-57F53CD4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출처가 표시된 합성 채용 공고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E6D0D-A102-424B-B147-F62BD71B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2738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7572C-7E1A-4E71-B3F8-57901BA4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5138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0980F-DBB5-4895-A717-6A5489FB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5138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5CE4F-5774-4660-AD05-70125413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138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사용이 허용되지 않은 출처, 맞지 않는 조건, 허용 폴더 밖의 파일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983A3-6441-44E2-800B-CA382948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114C8-5A96-4F4F-BE92-D1774A06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E111A-4C50-4EDB-ADA4-17C69CE1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86225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범위 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C76BF-80DE-4B63-AC4D-E4FC6C16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86225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합성 데이터로 검색부터 확인하고 실제 데이터는 사용 조건 확인 후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0199B-4994-4C3B-AF82-2194EE85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4913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ACD5A-C356-4F29-9520-4A20653C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7313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86545-5BA9-468D-B4E7-197528DB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67313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재실행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FCD29-AB05-4669-9325-8D78E822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67313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같은 입력으로 오류가 해결됐는지 확인</a:t>
            </a:r>
          </a:p>
        </p:txBody>
      </p:sp>
    </p:spTree>
    <p:extLst>
      <p:ext uri="{BB962C8B-B14F-4D97-AF65-F5344CB8AC3E}">
        <p14:creationId xmlns:p14="http://schemas.microsoft.com/office/powerpoint/2010/main" val="895895014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9059C-1E18-4EE8-B8C0-6CF62DE8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A26A0-3D30-4903-A7CB-438444E4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원천 데이터의 연결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634FD-3193-4D04-808D-0BCB8160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0BA8C-95C2-4916-ABEA-CF7576DF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AA178-0107-40BD-8EAE-42E0252D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182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공식 API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제공 항목과 사용 조건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지정한 범위에서 요청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제휴 데이터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계약과 갱신 방식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허용된 데이터 저장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수업용 샘플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합성 데이터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로직과 화면 먼저 구현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917121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1B452-FCB0-4838-8D03-440BB00D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190ED-F86B-403C-8BCE-A381A56F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적용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2C6DA-27AD-45E8-AA90-5DEE6B4B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95CE0-681E-42F4-B0F4-3D001BE9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EF7DE-B169-47E1-802F-D71856A1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183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5532069b3457d"/>
          <a:stretch xmlns:a="http://schemas.openxmlformats.org/drawingml/2006/main"/>
        </p:blipFill>
        <p:spPr>
          <a:xfrm xmlns:a="http://schemas.openxmlformats.org/drawingml/2006/main">
            <a:off x="2910840" y="1676400"/>
            <a:ext cx="6370320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1C299-2B07-4F72-B03B-786F4F2E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고용24 공식 OpenAPI 안내 캡처: 데이터 제공 항목과 연결 조건 확인</a:t>
            </a:r>
          </a:p>
        </p:txBody>
      </p:sp>
    </p:spTree>
    <p:extLst>
      <p:ext uri="{BB962C8B-B14F-4D97-AF65-F5344CB8AC3E}">
        <p14:creationId xmlns:p14="http://schemas.microsoft.com/office/powerpoint/2010/main" val="1947280930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4C42D-2101-4843-899F-8A61B86D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31371-21E9-42A3-BC73-583BF754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판단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0C270-71AE-4B89-B22C-D4D662C2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B065A-E42E-414E-9014-813DCDB0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BEF3C-FF45-4364-9356-F078F847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9B360-CF86-4738-8783-96B5C1E2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 결과보다 먼저 검색 조건이 어떻게 해석됐는지 보여주면 사용자가 오류를 바로 고칠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ED573-0214-4140-A711-A7FD641C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4B95E-F806-4BC2-8DFC-030DFD67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오늘 Notebook은 네 사이트의 형식을 가정한 합성 데이터로 실행합니다. 실제 서비스의 데이터 수집과 검색 구현을 구분해서 설명하고, 결과마다 출처를 함께 보여줍니다.</a:t>
            </a:r>
          </a:p>
        </p:txBody>
      </p:sp>
    </p:spTree>
    <p:extLst>
      <p:ext uri="{BB962C8B-B14F-4D97-AF65-F5344CB8AC3E}">
        <p14:creationId xmlns:p14="http://schemas.microsoft.com/office/powerpoint/2010/main" val="241598037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B6CBF-DA23-4156-93C3-45AB6772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E55A5-AB6E-498A-A8C7-E535A570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Codex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4508F-B95D-4958-B27B-9795E2C2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EE611-5477-4B12-A58C-0919691B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FC241-15C5-4D78-8E72-E7BA6742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185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148A1-52A0-4A6A-A3EF-6C07D41F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맥락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2505F-6D23-44D9-BD9F-27244536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845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합성 공고 데이터와 검색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FFD5B-C602-44C8-99EF-D258E50E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26127-BF13-4911-B164-910CD44C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작업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A30CC-8B67-4DAA-B39A-CE8E7220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84582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네 출처 형식의 합성 공고를 공통 항목으로 바꾸고 검색 기능을 만들어줘. 지역과 경력 조건, 일치 이유, 0건 안내를 표시해줘. 정상 검색과 0건 테스트를 추가하고 실제 사이트 수집과 자동 지원은 제외해줘.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84B8E-E0BA-4A06-9D21-4BF05BC3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978D8-76F2-41AA-A41F-D9447113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완료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47018-4747-4A56-B82D-7F8AA776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67325"/>
            <a:ext cx="845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네 출처 형식의 합성 공고에서 조건과 일치 이유가 보이는 검색 결과</a:t>
            </a:r>
          </a:p>
        </p:txBody>
      </p:sp>
    </p:spTree>
    <p:extLst>
      <p:ext uri="{BB962C8B-B14F-4D97-AF65-F5344CB8AC3E}">
        <p14:creationId xmlns:p14="http://schemas.microsoft.com/office/powerpoint/2010/main" val="2105156109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FEC11-BA54-4F43-8FEE-AA39B046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1E6F6-D05E-42AB-8516-C930C62D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실습 6의 검색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C3C04-DBD3-42E8-8C85-08427110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DC6C7-525E-427F-9B5A-AFB2AFAE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76605-3B15-4C1B-A060-6C9F8208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15178-38AC-4F3B-A6A9-F0EBBA16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76968-CA8F-42D1-ABA6-237551C5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6차시의 합성 공고 데이터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F2192-EDAD-4CD0-AE7B-DFFC1EDC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97348-5AC5-44A2-9D02-BD54050F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7F10-C1CC-4E02-8A12-9DBF91FE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서울 신입 데이터 검색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8F910-08E8-4097-B363-D28ADD1C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56256-ECA6-4AF3-9352-4AE0768F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12FEA-42D2-4B17-80EC-6BCDC516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서울을 제주로 바꾸어 0건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A46DA-64DD-489E-B4E2-3B9D7CE1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45D57-80D0-434E-8DEC-2871224F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9ADCC-3393-4641-BDF3-83EABF7E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직무 단어로 다시 검색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AD5EB-CC5C-4EF5-A5AC-E5D189E8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D2DCF-C6B1-467B-B2F2-9548EE0F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AE88B-DDDE-4B96-9C70-0D3D065D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578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materials/day5/day5_finale_recap.ipynb</a:t>
            </a:r>
          </a:p>
        </p:txBody>
      </p:sp>
    </p:spTree>
    <p:extLst>
      <p:ext uri="{BB962C8B-B14F-4D97-AF65-F5344CB8AC3E}">
        <p14:creationId xmlns:p14="http://schemas.microsoft.com/office/powerpoint/2010/main" val="1433182796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D6FEC-5FB0-4A52-AC73-96DDC862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24BBF-0DA9-4EA0-AB38-9BEEC3E8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정상 결과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EFE88-462C-4BEA-9DA8-DFC6D1A8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E7557-DF04-4495-946A-2648F0A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88ABF-39BC-42FB-94F6-C76F2B2C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E3111-4E6B-4FF8-A103-24B45D65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00550-4050-4E20-B943-CE39ECFB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result["count"] ==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result["automatic_fallback"] is 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E43F6-F65C-4E92-A652-C537AF63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6차시 정상 확인 셀. 앞의 실행 결과 사용.</a:t>
            </a:r>
          </a:p>
        </p:txBody>
      </p:sp>
    </p:spTree>
    <p:extLst>
      <p:ext uri="{BB962C8B-B14F-4D97-AF65-F5344CB8AC3E}">
        <p14:creationId xmlns:p14="http://schemas.microsoft.com/office/powerpoint/2010/main" val="1556879336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388BB-FCD7-4EBA-9FA7-27387C42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E05B9-0753-4E1B-AD5B-1D312851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실패 상황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E8E13-AD70-4411-A3E0-8BEBE28B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7195C-697A-4FD1-8742-7DFDC2C7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9720E-B3EE-4E76-BEA7-16820884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67E06-90EF-4AD6-96D8-3AF86BDE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F4AE0-68F4-4989-ADB1-1C68B482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empty = search_jobs(jobs, "제주 신입 데이터")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empty["count"] ==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empty["automatic_fallback"] is 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EB983-5BAA-4386-BC83-56D2FED7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복습 Notebook 6차시 오류 확인 셀. 입력을 고친 뒤 재실행.</a:t>
            </a:r>
          </a:p>
        </p:txBody>
      </p:sp>
    </p:spTree>
    <p:extLst>
      <p:ext uri="{BB962C8B-B14F-4D97-AF65-F5344CB8AC3E}">
        <p14:creationId xmlns:p14="http://schemas.microsoft.com/office/powerpoint/2010/main" val="408276771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70B94-2F6D-4752-A401-574B1EF8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9B195-EEA1-4990-B401-2EFCE45E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 품질의 첫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CD485-17FD-490E-964B-FDD52ED8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9C275-ED33-468E-8117-E3AC55ED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DE365-D013-4D3A-BD3D-A441EE85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C946A-8075-4E0F-AF40-EE90C1A4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정상 검색, 0건 검색, 모르는 표현을 넣은 검색의 결과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FCB33-0D0C-45DC-AA80-61319D16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6A083-D1F6-4C9E-AAA9-D4953378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0건이면 다른 지역을 몰래 섞지 않음</a:t>
            </a:r>
          </a:p>
        </p:txBody>
      </p:sp>
    </p:spTree>
    <p:extLst>
      <p:ext uri="{BB962C8B-B14F-4D97-AF65-F5344CB8AC3E}">
        <p14:creationId xmlns:p14="http://schemas.microsoft.com/office/powerpoint/2010/main" val="440458941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75C69-DEDA-44B6-BFCF-1BA0586B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E9652-5073-4AD2-B7FF-EEB6767F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서비스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9CD33-C4B7-42C6-8502-7938CAA5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3806A-BB1F-4783-B8BE-D87EC04A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080CA-21D2-4EC6-BBAC-60C506A1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190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847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조건이 설명되는 채용 검색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직업명·자연어 조건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조건과 근거가 보이는 목록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이력서와 공고의 역량 비교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이력서·관심 공고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보완 질문과 사실 기반 수정안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지원사업 공고 길잡이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공고문·기관 페이지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후보 목록과 준비할 서류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274536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BDB1D-D96D-4D20-A90F-272EAE17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6C57E-3D45-42C8-9BEF-E77C2F95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조건이 설명되는 채용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1A6EB-A191-4380-9E8A-F6EA5AF8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64B14-68FF-4E79-A221-970DBC9D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E3225-4D3F-4BF0-88AC-91A241C6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191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7F9A1-B171-42CF-B6E0-3DED3ACC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Job Market Radar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7FA00-2C42-4566-897A-46696C4E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08AC7-B0FE-460B-92E2-9F3CAFAC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서울 신입 데이터 직무를 찾아줘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E900E-5CBA-47DE-814F-E020E561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7E72B-3827-4291-9E1F-1B8C72B6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9FA9F-9E4E-42EE-B508-F4CC747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해석: 지역 서울, 경력 신입, 직무 데이터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결과: 조건을 충족한 공고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표시: 각 공고의 일치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AB5B6-470E-4900-8D61-193F7DC1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51DE2-FB37-4BE2-B44E-2DE657A7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BB2AE-ACD5-4FFE-8012-9B4BE0DA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0건이면 다른 지역을 몰래 섞지 않음</a:t>
            </a:r>
          </a:p>
        </p:txBody>
      </p:sp>
    </p:spTree>
    <p:extLst>
      <p:ext uri="{BB962C8B-B14F-4D97-AF65-F5344CB8AC3E}">
        <p14:creationId xmlns:p14="http://schemas.microsoft.com/office/powerpoint/2010/main" val="2130358627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675FE-8CEE-4DA6-A59B-7CF123EB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D6E1A-C855-4DEF-8347-39CAD204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이력서와 공고의 역량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59175-3775-4D58-87E0-9477D53C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6DA59-99C5-4029-A183-013742CB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6075D-5AD7-411F-A825-B5A5F621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279E9-5D74-4B35-B4B4-0B239D01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Resume Gap Coach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6BD0F-931C-426D-BB40-132ED8EA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DACA7-A640-4770-9828-ED4B3AAA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공고는 SQL 경험 요구. 이력서에는 분석 프로젝트만 기술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7B378-6D48-4B42-97F2-8768F65E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F2710-4848-45E9-9245-3732A13C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6AB8F-26FD-4460-A5B1-A720A1C3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확인된 경험: 분석 프로젝트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추가 확인: SQL 사용 여부와 실제 결과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보완: 사실인 경우 도구와 기여를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8F870-F3A7-49A1-A625-DEC88EC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1ADF9-7470-430B-A698-30195C18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3CD65-3953-4CF4-9340-F53260BD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없던 경력이나 성과를 이력서에 추가하지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05372406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6AB74-FDD8-4B09-BD2A-7031AF26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8BEC0-CE9F-488D-A8C9-B328C5FF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지원사업 공고 길잡이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91EE9-C063-41ED-A879-561593DA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4A042-6039-480B-89C4-17BFE160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C0E71-3797-4A12-B3C0-A944985A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FDA94-889D-42B7-9E0C-F7379C33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지원사업 Radar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98CD1-F865-4918-858D-F07F35F9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73977-AC6F-44B2-BB19-0CFE1AD3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공고: 창업 3년 이내 기업, 신청 마감 9/30, 사업계획서 필수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ED906-5345-4E04-AD81-6891AE81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30968-6B4F-4B34-81BE-08D5348F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F1E5C-9A32-46A9-80B4-D370C077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 항목: 설립일, 신청 자격, 제출 서류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마감: 9/30, 시간은 원문 추가 확인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결과: 준비 목록과 출처 링크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9AF97-E098-4D55-8E56-6E80091E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D6795-2CB4-407A-A6B8-C86E0E95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5ED66-2DE6-4C9B-A340-AD9B9EB0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자격 확정이나 접수 완료로 표현하지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05503705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F0DCB-B23D-4386-919E-7FD44D8F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77DDE-C957-4F6A-8FCD-EC743F03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 조건의 변경 권한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7CEFD-1FAC-4380-838C-A2B8B32A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947FB-6258-4584-B406-F3E29E0D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FFD8A-C42D-4024-8C60-F150359B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194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화면 표시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후속 선택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조건에 맞는 공고 있음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조건과 일치 이유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사용자가 공고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조건에 맞는 공고 없음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현재 조건과 0건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사용자가 지역 또는 경력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모르는 표현 포함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해석한 조건과 미해석 표현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사용자가 의도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328572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BAA56-3590-4C47-8BFF-FD5306AE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54BEF-B2FF-42ED-ADAC-0B119808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이력서 보완의 사실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8FE1F-ED65-4A93-BDDD-43C27A33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13FFD-D1A9-42F4-BAC1-B9D28477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4471C-AFFB-466F-94C6-010F270C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195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공고 요구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이력서 근거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보완 방식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SQL 사용 경험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분석 프로젝트만 기재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도구를 질문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협업 경험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팀 활동 기재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자신의 역할과 기여를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수치 성과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 없음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숫자를 만들지 않고 정성적 설명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214258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A1974-966A-4DE2-9629-0B70309F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6575D-F84A-4CBD-9452-889A9F17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지원사업의 신청 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67104-B510-429D-8FB2-EA42117C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E6FFC-AA90-4AEF-AFC5-524E7441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A6319-8032-4B68-95D7-5FF57DFA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196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확인할 원문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서비스의 역할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신청 자격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업력, 소재지, 제외 업종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해당 조건과 확인 질문 정리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제출 서류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양식과 필수 첨부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준비 목록 제공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마감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날짜, 시간, 접수 방식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 링크와 마감 안내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최종 신청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제출 완료 화면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사용자가 별도로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577325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7DDEB-A88B-4344-BE82-2949382C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08BDC-C5BD-4FD5-9A17-DD28ABDF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공통 필드와 출처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AEC48-40E8-411C-8487-3854EA7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192DB-7402-44ED-9146-24D60A6A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9B48F-C996-4133-AF09-05ECDCCA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197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15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source와 source_job_id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어디서 온 어떤 공고인지 식별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title과 company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제목과 회사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location과 experience_level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조건에 사용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content_hash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내용 변경을 비교하는 값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485277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9F829-EC1D-4B59-9F58-C014DD6D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6차시  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25D03-E2EA-4B27-85E9-15AC10BE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 이후의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9F641-3816-4C02-93B1-DA3D0BE6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39F09-C9ED-47D3-A819-EF2B9C2C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ACA87-E75B-4F9E-A64C-AF122638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41413-E107-464D-A19B-4B8F95B0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차시에서는 내 PC의 검색 화면과 모바일 표시, 실행 안내를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6854A-BA0F-40C7-82A7-05608AA9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11F49-1A1C-4510-B8BF-D62A935D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적용할 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38239-4B81-430E-AD40-DF000191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 결과보다 먼저 검색 조건이 어떻게 해석됐는지 보여주면 사용자가 오류를 바로 고칠 수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16386-B91A-4DAB-93D8-CBC82980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345CE-6D76-4B89-8578-EDFC08FC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3800B-AB69-4EA8-AA0A-1DF3F1D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화면과 다음 개선</a:t>
            </a:r>
          </a:p>
        </p:txBody>
      </p:sp>
    </p:spTree>
    <p:extLst>
      <p:ext uri="{BB962C8B-B14F-4D97-AF65-F5344CB8AC3E}">
        <p14:creationId xmlns:p14="http://schemas.microsoft.com/office/powerpoint/2010/main" val="1754161318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C0AB9-4E83-4502-9318-BD8C08AA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268DF-5677-4E20-AE92-F874549A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71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4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74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E9572-6309-4742-96FA-F77B5828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15:50-16:40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FA001-4A93-4023-A277-DF6715BB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41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화면과 다음 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E7560-244E-4986-8615-5B8AA5B4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컴퓨터의 실행 결과를 다른 사람도 사용할 수 있는 형태로 정리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399DE-38F0-4FEE-8EA4-9917E73C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E0694-3145-46F9-94C2-6754F5F7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함께 확인할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07C6E-BBCF-4BF0-A7C0-4BF08EF1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00675"/>
            <a:ext cx="838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 한 명의 실행을 지켜보고, 막힌 지점 하나를 다음 개선으로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E31B2-AF60-4221-B3DD-B2E37EA3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199</a:t>
            </a:r>
          </a:p>
        </p:txBody>
      </p:sp>
    </p:spTree>
    <p:extLst>
      <p:ext uri="{BB962C8B-B14F-4D97-AF65-F5344CB8AC3E}">
        <p14:creationId xmlns:p14="http://schemas.microsoft.com/office/powerpoint/2010/main" val="731677998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73A6A-D757-46E1-A46E-29F3449A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84E39-13C3-439E-B20C-491F67BE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실제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68B9D-42CC-4923-B6B5-018F6224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49C59-DB0E-472B-9223-36C21B96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2B9ED-E213-44A1-B776-B761968D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ac4f88a244e37"/>
          <a:stretch xmlns:a="http://schemas.openxmlformats.org/drawingml/2006/main"/>
        </p:blipFill>
        <p:spPr>
          <a:xfrm xmlns:a="http://schemas.openxmlformats.org/drawingml/2006/main">
            <a:off x="1832840" y="1676400"/>
            <a:ext cx="1839770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81F8E-AC18-4AB1-B004-C79D5C17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611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모바일 화면의 확인 순서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DA729-32C9-4A96-9E63-1891373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14625"/>
            <a:ext cx="611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D0653-0B80-49DD-9C52-8D26940E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47975"/>
            <a:ext cx="611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36C9A-E8C7-43DC-8A14-26F1ADB7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9925"/>
            <a:ext cx="611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입력한 조건과 선택값의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7EA20-FEA5-4C83-B0CC-5372D4EC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611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B670A-C3E3-4FD9-808F-E7BDFAD2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00475"/>
            <a:ext cx="611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 목록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FFA49-5275-4F7C-8610-B246C604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62425"/>
            <a:ext cx="611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긴 공고 제목과 버튼의 줄바꿈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0BE24-307F-4051-9A0D-2D8AA09E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9625"/>
            <a:ext cx="611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DA209-1B08-4146-A6DC-4E7089B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52975"/>
            <a:ext cx="611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행동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7B6EC-2D0F-48A5-8490-4FE7327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14925"/>
            <a:ext cx="611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0건과 오류의 안내, 조건 수정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1F2A9-1CD6-4217-9300-C315E04B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로컬 모바일 화면: 좁은 폭에서 검색 조건과 공고 제목 확인</a:t>
            </a:r>
          </a:p>
        </p:txBody>
      </p:sp>
    </p:spTree>
    <p:extLst>
      <p:ext uri="{BB962C8B-B14F-4D97-AF65-F5344CB8AC3E}">
        <p14:creationId xmlns:p14="http://schemas.microsoft.com/office/powerpoint/2010/main" val="1731745607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7055E-694C-46E9-961D-1BA3103C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F12FF-0562-4C54-BB3D-EB46B46D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Localhost와 배포 주소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17AF8-BAC1-4BB8-B127-E3ADCD24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2DD3C-ECDA-4D06-950A-F71C6657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6BB43-196B-4CE2-9E5E-70859126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031DB-743A-46C4-B2EC-EA98B52D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컴퓨터에서 확인한 기능을 공유하려면 실행 환경과 주소의 차이를 이해해야 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EF77A-2BCC-471C-86D3-1E83D87B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FC106-06A1-48BE-B205-D89876D3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Localhost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17E8E-8FD6-4855-8D0D-7D8FE1C7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현재 PC의 서비스 주소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PC에서 서버를 실행한 동안 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D8F5D-3D2D-4F8D-8545-48A50ACB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7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95696-1D17-4CD8-9EAC-F5D25DA2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975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배포 주소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72FD5-E080-4AAF-A3F0-BFD7DA2D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070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다른 사람이 접속하는 주소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공유 서버와 환경 설정 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26117-7905-4F78-86DB-A26E0804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85A2E-CF42-4C51-9AE5-E5E2E21F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86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데이터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E82D6-5F1B-4E83-A075-AFF2596D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95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서비스와 별도 설계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재실행해도 결과가 유지될 위치</a:t>
            </a:r>
          </a:p>
        </p:txBody>
      </p:sp>
    </p:spTree>
    <p:extLst>
      <p:ext uri="{BB962C8B-B14F-4D97-AF65-F5344CB8AC3E}">
        <p14:creationId xmlns:p14="http://schemas.microsoft.com/office/powerpoint/2010/main" val="849910267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2BD2E-2134-46C1-9D3B-F77F2DBA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CF0CF-D0F3-429C-9CC3-35C4E752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업무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CEB8E-57DB-40CC-86E1-C1EAA800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E632D-9F71-4764-B6D1-010B052B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B2840-BABB-4442-AE74-59CC885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1A81B-D999-455A-AB07-9568B8AA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기존 작업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FCB5D-8509-4002-827F-AD47FD0C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서비스 적용 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D0C87-4CD7-4D8F-87F5-8AD4D5BE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9EEEA-E26E-4374-B530-BD0EAB6C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E96A3-D87E-4999-80EE-A5155872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제작자 PC에서만 작동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로딩 중인지 실패인지 불명확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URL만 남기고 실행 방법 누락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C1270-20BC-4692-B169-82881C7F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4972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준비물과 실행 명령 제공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처리 중, 0건, 오류를 구분</a:t>
            </a:r>
          </a:p>
          <a:p xmlns:a="http://schemas.openxmlformats.org/drawingml/2006/main">
            <a:pPr marL="241300" indent="-114300" algn="l">
              <a:lnSpc>
                <a:spcPct val="118000"/>
              </a:lnSpc>
              <a:spcAft>
                <a:spcPts val="1700"/>
              </a:spcAft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화면과 데이터 버전을 함께 기록</a:t>
            </a:r>
          </a:p>
        </p:txBody>
      </p:sp>
    </p:spTree>
    <p:extLst>
      <p:ext uri="{BB962C8B-B14F-4D97-AF65-F5344CB8AC3E}">
        <p14:creationId xmlns:p14="http://schemas.microsoft.com/office/powerpoint/2010/main" val="691836409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6938F-8E84-4B3A-95FD-56D821BE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D5FD8-E746-4F6F-B670-6821F22A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핵심 용어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6D87B-A4F4-44A0-A1C7-93418D62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52308-CFE4-4EC9-8714-145FFFE7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EA3E3-B3A2-46FA-BC72-D35D3B48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7B4BD-73DF-4456-B1C0-12662444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1D733-3BE8-48D8-ACD7-E6192CED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DF382-E7A9-4399-AFD5-CF07DC96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9547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User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88DEC-17A2-4E75-A64B-1DA58BFB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사용자가 입력하고 결과를 확인하는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E6F4E-8C7A-4CBF-9E78-C63A9D55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CC168-90A8-4E46-B04A-DA93A774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UX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F7B0F-E964-4B6D-B624-D39BC7B6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User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F9431-E827-43C9-8873-899C2FB8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입력부터 오류 해결까지 사용자가 겪는 경험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37868-5EA3-49CA-B189-0F06014D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22BE2-FEF7-41AA-9D50-3004BBCE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SSR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019EA-0CC6-4548-BAB2-DE248508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Server-Side Rendering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62DA2-5CB0-4FCF-A946-675D0523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요청 시 서버에서 화면을 만들어 전달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9AA98-2C69-4A80-84F3-9166F717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775E1-A641-42EF-A8B5-D98D41E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ISR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5C641-0FA3-47FF-BF6B-B4335E45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3875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Incremental Static Regeneration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77950-E041-461C-9ED0-5F7702CB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673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저장된 정적 화면을 주기나 요청에 따라 갱신</a:t>
            </a:r>
          </a:p>
        </p:txBody>
      </p:sp>
    </p:spTree>
    <p:extLst>
      <p:ext uri="{BB962C8B-B14F-4D97-AF65-F5344CB8AC3E}">
        <p14:creationId xmlns:p14="http://schemas.microsoft.com/office/powerpoint/2010/main" val="734740064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09993B-6865-4059-ACC3-1700925E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4429B-B00B-47B6-8E36-B070EA95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D8814-D319-43A6-B42C-5D446C5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83881-8B40-4264-8F00-99F3E67F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A72D4-F894-4FFB-A01D-C0BC2AC7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FD1DD-038B-4638-B796-63771B28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863B6-B0CE-4536-BCF9-A57A0486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03D10-B913-44A1-B390-4B5D263D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서버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865F7-69F2-42CB-A8BF-579E39D3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PC에서 웹 서버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768A7-D20F-4751-A55E-EC4E81D4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652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10A5C-100A-4594-82F5-C5458341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892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762BE-B160-461C-AD51-EC613897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8892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화면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1DD32-D487-43ED-9226-91F00EC7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892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검색과 결과 없음의 동작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1D55B-27CD-4419-B326-4BDB5133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139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F7DDB-7787-4D99-B258-74C1FD00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379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2A3A8-2995-49A6-8E03-F869B0AD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65379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오류 복구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BD468-FECB-4E43-BFB7-FC4A4478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379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잘못된 입력과 좁은 화면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B0924-773E-43B2-A54E-01A12F6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626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D6D8D-1DBF-46F0-B9C0-29B2CDB0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866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04307-1B2F-4B32-9DD7-9581A972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1866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안내 작성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D74D9-7620-436E-B41A-7FDFDC14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866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준비물과 실행 명령을 README에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EB415-91F1-468A-900D-DF92D7F9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113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1D4ED-B7FB-4762-893B-81AF0E1D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3530"/>
            <a:ext cx="6858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02BF6-0BEC-47C7-841C-7402DAD7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383530"/>
            <a:ext cx="2571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개선 선택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96086-03FC-44BE-8283-33AA2C7A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83530"/>
            <a:ext cx="68389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첫 사용자의 막힌 지점 한 가지</a:t>
            </a:r>
          </a:p>
        </p:txBody>
      </p:sp>
    </p:spTree>
    <p:extLst>
      <p:ext uri="{BB962C8B-B14F-4D97-AF65-F5344CB8AC3E}">
        <p14:creationId xmlns:p14="http://schemas.microsoft.com/office/powerpoint/2010/main" val="512129336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776FF-D975-4E03-9367-DAD819F7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DDF4C-3195-44D7-8934-9CB05A8F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 화면의 네 가지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758ED-5D2D-4890-AD7D-CFCBEE8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088D4-0D07-4FFA-AD6F-7E53C572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12E0A-598E-45B4-B6CC-5E5BF800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205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사용자에게 보일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행동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예시 검색어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시작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처리 중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처리 중 안내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중복 클릭 방지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 없음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현재 검색 조건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문제와 복구 방법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재시도 또는 입력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562366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81AA5-EE4F-4EA6-8252-5DA6C856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C51E3-9809-4331-87D0-4649E879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역할 분담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5A142-CB61-473D-89AE-331CE9B1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F6154-DADC-4702-BC0F-BCBB73D6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73F3C-ECFD-4A80-9005-695ED038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859155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맡길 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준비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예상 결과를 알고 있는 작은 데이터와 검색어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AI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설명과 사용 안내의 초안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테스트, 저장, 접근 권한, 화면 상태의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PC와 모바일 화면, 공개 범위의 최종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914808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697E3-9EE5-4429-8A03-F9F20BFC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CA0F1-677C-4A19-82DA-B9CE8B1F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파일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B9763-8A11-4857-8980-FA526A56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901E2-740B-43BC-B61B-A8DD2860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08B9D-8270-4B91-8789-3F33E84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286625"/>
                <a:gridCol w="3686175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시점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615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kr-job-market-radar 저장소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웹 서버 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app/jobs/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job-browser.tsx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화면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lib/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job-search.mjs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 해석과 결과 계산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README.md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설치와 실행 방법 작성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153291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6FF59-FCF8-49A6-B6D1-B004F905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F7F71-8D44-4493-9CFF-CBB06085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웹 서비스의 실행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6A9ED-7B1F-41AC-B2C1-22A9E51B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1BF23-4CDC-4DEA-9E87-18DA3A83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2B827-5ADA-4DD9-AA4C-DCCA72C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CFD8A-9177-403E-8BC0-6B6BDE03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6C844-AA81-47D1-BCCF-A6A43382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npm run dev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브라우저: http://localhost:3000/jobs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실행 위치: kr-job-market-radar 저장소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A0795-A03B-4B77-9A9C-40ABC0E0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터미널 실행 예시. 별도 Job Market Radar 저장소에서 진행.</a:t>
            </a:r>
          </a:p>
        </p:txBody>
      </p:sp>
    </p:spTree>
    <p:extLst>
      <p:ext uri="{BB962C8B-B14F-4D97-AF65-F5344CB8AC3E}">
        <p14:creationId xmlns:p14="http://schemas.microsoft.com/office/powerpoint/2010/main" val="402302243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12269-53CF-48CF-8781-E6F2C9B1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86F8D-BB30-4566-8DD5-10E14EE7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531B4-503D-41BD-9F1B-04DE2E42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95E4B-376E-43DE-AF13-08DA829E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6C102-1C7D-4C6A-A213-EECE2C0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7FE64-49EF-4495-A54D-F317F20D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실행 위치와 명령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6F109-49E7-45D2-90C7-3E52248C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560CD-E944-416D-A58C-E1F1884B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1040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npm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23664-37F9-42B2-BB5D-A0645F15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 저장소 루트의 터미널에서 실행.</a:t>
            </a:r>
          </a:p>
        </p:txBody>
      </p:sp>
    </p:spTree>
    <p:extLst>
      <p:ext uri="{BB962C8B-B14F-4D97-AF65-F5344CB8AC3E}">
        <p14:creationId xmlns:p14="http://schemas.microsoft.com/office/powerpoint/2010/main" val="438653346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CB32F-E194-4DE1-8DA4-3E086D2B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E6B97-E0B6-4A8D-8172-044FF452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결과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D9FB2-2258-43E7-B52A-487C77DF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A1E04-11B4-4BFE-8566-8ACBAC83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BAE1E-91FC-4D01-B664-3086F188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입력과 검색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조건에 맞는 결과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브라우저 직접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0건 안내와 조건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오류와 구분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테스트와 빌드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 여부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터미널 결과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253828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5F796-2280-4A78-B195-6A3DB725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534E6-F92E-4094-8216-38B61C09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대표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23E89-92D9-45EE-929C-8E5C1541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71318-39B8-4310-9F99-CB4E3189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D33DD-F1EB-46D3-AF89-43BD02CE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E6889-D2EE-4548-B722-ECD09055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주소가 열리는지만 확인하고 검색 결과, 오류 안내, 모바일 화면을 확인하지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24A2D-9CFD-4180-A4D5-49325242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흰 화면이나 멈춘 버튼만 보이면 사용자는 같은 작업을 반복해서 요청합니다.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2FCD2-1F79-47C6-BC58-D17A0CA3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9FA56-F1C8-4EA9-8070-1F713A43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26BCB-82E6-4C15-89A5-31B6343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테스트 실패, 공개하면 안 되는 데이터나 비밀정보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97A43-070F-47EF-A1D3-CB74D336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43732-1B5E-4ABF-8F2C-FD8A940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사용자에게 필요한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7A5D5-894C-4885-8BB2-08C2A2F6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어느 입력을 고쳐야 하는지 구체적으로 표시</a:t>
            </a:r>
          </a:p>
        </p:txBody>
      </p:sp>
    </p:spTree>
    <p:extLst>
      <p:ext uri="{BB962C8B-B14F-4D97-AF65-F5344CB8AC3E}">
        <p14:creationId xmlns:p14="http://schemas.microsoft.com/office/powerpoint/2010/main" val="1736135013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B74AE-FA85-4865-B2CE-64E205ED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5AE7E-EA83-4844-9EBA-35191097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복구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14C3E-5077-45F4-BAA1-E6EBF7DA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992C4-D7AC-4BD4-B928-9C67E959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FFFE2-FD09-4E84-A1BF-9DB73D7C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C5FC0-57C0-4E68-B2CB-849BE1AA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3B3E6-92B0-48B6-BAF6-1BC51FE1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7CD00-2615-4BCB-AEF7-45C75864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2DEC3-B5F8-4F16-9976-25C917F8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예상 결과를 알고 있는 작은 데이터와 검색어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05B2C-5E00-4131-B65F-ABD2827D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2738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8DA35-16A6-4062-ADBE-35FF27E9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5138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30810-BA85-4866-A87D-707A2DA9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5138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6EABD-86F5-4CE6-8D2D-20D0E276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138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테스트 실패, 공개하면 안 되는 데이터나 비밀정보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94409-A744-48F5-BBCB-2A4EAFE5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A6C42-A160-4CC4-AF69-1D0A6557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7078F-6377-4B6C-8293-DB00B369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86225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범위 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04604-77C0-457C-9254-CF3F8443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86225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같은 버전의 코드, 데이터, 테스트와 실행 방법을 묶고 사람이 공개 여부 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6BEF8-4D6D-4CCD-B903-B1EF3729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4913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79D91-E49E-4F22-87A2-3CB6677B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7313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34426-BBD7-4A84-8D23-931E8A55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67313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재실행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9A0B0-D0AA-43D9-A495-DE90E161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67313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같은 입력으로 오류가 해결됐는지 확인</a:t>
            </a:r>
          </a:p>
        </p:txBody>
      </p:sp>
    </p:spTree>
    <p:extLst>
      <p:ext uri="{BB962C8B-B14F-4D97-AF65-F5344CB8AC3E}">
        <p14:creationId xmlns:p14="http://schemas.microsoft.com/office/powerpoint/2010/main" val="1029017386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E18A9-9849-489B-85AF-1ED01559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13ADA-9341-4D38-B552-BA0C9D8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화면 제공 방식의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4C5EB-FEE5-4E3F-A109-0FBE94EF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4993E-3335-4526-BC80-D34BAFF0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5F16E-4DB6-47E1-A497-18A33048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이유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변경이 적은 공개 데이터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정적 화면과 캐시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이미 만든 결과를 빠르게 전달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공개 데이터의 주기적 갱신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ISR 검토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갱신 주기와 최신성 표시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사용자별 실시간 결과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SSR 또는 API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인증과 서버 부하도 함께 고려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334763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54E47-838B-442D-BD54-B576184B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4E3AB-0F8F-47AC-BF8B-B2A8618C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적용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EBACA-D1E3-4314-938F-E71A4738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C795E-3317-4FBC-9A2C-BBF2A6D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57238-8115-4DA5-AA29-C0EA2DE1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214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59e4dda1642de"/>
          <a:stretch xmlns:a="http://schemas.openxmlformats.org/drawingml/2006/main"/>
        </p:blipFill>
        <p:spPr>
          <a:xfrm xmlns:a="http://schemas.openxmlformats.org/drawingml/2006/main">
            <a:off x="2910840" y="1676400"/>
            <a:ext cx="6370320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59730-3BF6-453F-8793-079F51D6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Vercel 공식 ISR 설명 캡처: 정적 화면의 갱신 방식</a:t>
            </a:r>
          </a:p>
        </p:txBody>
      </p:sp>
    </p:spTree>
    <p:extLst>
      <p:ext uri="{BB962C8B-B14F-4D97-AF65-F5344CB8AC3E}">
        <p14:creationId xmlns:p14="http://schemas.microsoft.com/office/powerpoint/2010/main" val="1897897984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53D27-F1A4-463D-859F-F64C6390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57834-2423-43D1-BC51-F6410B66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판단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2F862-109A-4B74-AE48-86E9D80A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2FF69-9D3E-4000-9A74-81BBC0AD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9DE80-28FC-4422-B261-5951AC8F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1D8BB-C6D8-4CE6-A6AF-A3A1DFB5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사용자는 구현 기술보다 기다리는 이유와 다음 행동을 알 수 있을 때 서비스를 신뢰합니다.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6CB54-CACB-4BC4-85DE-4D1BD1C9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2F071-1AF4-4023-9672-C2797196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빠른 화면은 무조건 SSR을 쓰는 것으로 만들어지지 않습니다. 이미 만든 결과를 재사용할 수 있는지 먼저 보고, 사용자별 데이터가 필요한 부분만 서버 처리로 둡니다.</a:t>
            </a:r>
          </a:p>
        </p:txBody>
      </p:sp>
    </p:spTree>
    <p:extLst>
      <p:ext uri="{BB962C8B-B14F-4D97-AF65-F5344CB8AC3E}">
        <p14:creationId xmlns:p14="http://schemas.microsoft.com/office/powerpoint/2010/main" val="2007642260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75811-F9F0-428F-9CD2-7B9815AB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BB2E1-41B5-4357-8E4F-B7C6CD68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Codex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593D7-4F8E-440B-B219-27E6F1D6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25297-5712-45E3-BAE6-98958A6C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CFD33-CD99-4A1C-8BF1-77BC126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45663-0E53-42EC-A4C7-181A8CC5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맥락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F3786-BD9C-45AE-AC32-2AE56B38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845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Radar의 코드와 검색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06BE8-5D4D-4856-A63B-04224E95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66EF4-4413-4F2E-8C24-600881F9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작업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E8F07-5C8E-4543-ABC2-30701DBB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84582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 서비스의 PC와 모바일 화면을 확인해줘. 0건 안내, 새로고침, 긴 제목을 점검하고 가장 작은 수정 한 가지를 제안해줘. 테스트와 빌드를 실행하고 README에 실행 방법을 적되, 자동 배포는 하지 말아줘.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D557E-5BD2-4959-8860-0A0C875F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2E98C-07F3-4257-A338-E697328F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완료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FEA2B-4B25-4D1C-A4AF-D8BFDCB5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67325"/>
            <a:ext cx="845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PC와 모바일에서 확인한 결과, 실행 방법, 다음 개선 한 가지</a:t>
            </a:r>
          </a:p>
        </p:txBody>
      </p:sp>
    </p:spTree>
    <p:extLst>
      <p:ext uri="{BB962C8B-B14F-4D97-AF65-F5344CB8AC3E}">
        <p14:creationId xmlns:p14="http://schemas.microsoft.com/office/powerpoint/2010/main" val="1999206626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FF326-4367-4819-BEEE-E7D579F8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2E574-A7EF-45E0-9ECA-A285D047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실습 7의 화면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C5BFD-D80B-4F64-A899-F300397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750DA-C8D8-408C-BD1B-BF2EAFAE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27553-AEE1-4FF5-89F0-3A2DFA1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7B09C-E220-4CDB-B87C-48F1F468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8DDEA-18EE-4E80-9551-912ED25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Job Market Radar 저장소에서 서버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B0B40-A401-4F9E-9E86-1C2BD186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873FD-227B-4B3D-8E10-6F533911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04554-F0A0-4DF3-B0B7-89EBC420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/jobs 화면에서 검색과 0건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CE462-EF8B-4209-A8E3-394E4BB2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03C07-BD02-4926-B524-B292D46C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3C031-5E59-4A75-8401-F03D6ADD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모바일 너비에서 긴 제목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CD88C-87C5-474E-A3F7-A44A53A1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C140D-5440-40DE-98D2-49E350C9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12343-26C3-42CA-838D-E7B47FA4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9763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README에 실행 명령과 다음 개선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711AF-DC24-4D56-951E-9A80D0E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73C36-5472-4407-8858-3F570550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21513-F13A-4F76-BADB-EDFDEF6E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578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별도 저장소: kr-job-market-radar</a:t>
            </a:r>
          </a:p>
        </p:txBody>
      </p:sp>
    </p:spTree>
    <p:extLst>
      <p:ext uri="{BB962C8B-B14F-4D97-AF65-F5344CB8AC3E}">
        <p14:creationId xmlns:p14="http://schemas.microsoft.com/office/powerpoint/2010/main" val="1372676002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45ACF-952F-4541-BD0B-761A320C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A9E9D-63B2-4571-9D1E-322F4ADF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정상 결과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7CB35-3E21-488E-8964-7E244F8E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27105-9E58-4C02-BF23-23386ABB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2FFC9-A6AF-41DF-BB67-F973354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56061-696B-4C5A-9F47-C508DA94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6F4CD-84E0-4A27-8B7B-60288B8E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npm test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현재 저장소의 빌드와 자동 테스트 실행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화면 검수: 검색, 0건, 모바일 줄바꿈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60CA1-3D75-4E33-AEEA-ED9CC471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자동 테스트와 화면 검수는 서로 다른 확인 과정입니다.</a:t>
            </a:r>
          </a:p>
        </p:txBody>
      </p:sp>
    </p:spTree>
    <p:extLst>
      <p:ext uri="{BB962C8B-B14F-4D97-AF65-F5344CB8AC3E}">
        <p14:creationId xmlns:p14="http://schemas.microsoft.com/office/powerpoint/2010/main" val="718514456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63CAD-1A11-4144-A1B4-62603587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A382D-0CD7-4232-B1A6-C6D4B05C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실패 상황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ADD9C-C14B-4073-B688-D979C8DD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4C1A0-A393-4165-AAB6-335A0664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01BED-009A-479D-A3E6-34773DB4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1BDE2-E74C-4DB1-82DD-59994BC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93FD8-6547-424A-8D77-88B2D0A6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브라우저에서 직접 확인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1. 결과 없는 검색 조건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2. 새로고침 후 검색 조건 확인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3. 좁은 화면에서 버튼과 목록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DCD16-994A-4A26-80B8-8393E37E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브라우저에서 직접 확인할 작업 목록입니다.</a:t>
            </a:r>
          </a:p>
        </p:txBody>
      </p:sp>
    </p:spTree>
    <p:extLst>
      <p:ext uri="{BB962C8B-B14F-4D97-AF65-F5344CB8AC3E}">
        <p14:creationId xmlns:p14="http://schemas.microsoft.com/office/powerpoint/2010/main" val="183875811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66508-D349-49EF-BECF-842E9AEA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346FB-DE01-4616-9AEA-0C7E5E90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첫 사용자와 다음 한 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3D9E5-4160-466E-B1B0-701D840E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D7CD0-B936-4A1A-8958-C98B503D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806BB-D765-4997-BEC5-8033B790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5A4E6-0CD1-4E1B-8346-EC6FB417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1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 한 명의 실행을 지켜보고, 막힌 지점 하나를 다음 개선으로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CB461-D5C1-4634-8465-0829D39A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450CF-8E81-4DCB-B366-A6E0E98A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572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서버를 끈 뒤에도 주소만 있으면 쓸 수 있다고 안내하지 않음</a:t>
            </a:r>
          </a:p>
        </p:txBody>
      </p:sp>
    </p:spTree>
    <p:extLst>
      <p:ext uri="{BB962C8B-B14F-4D97-AF65-F5344CB8AC3E}">
        <p14:creationId xmlns:p14="http://schemas.microsoft.com/office/powerpoint/2010/main" val="1780875923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17DC5-B588-40D9-831B-A5A95AE0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3571F-B7BB-441B-A584-3665C2EE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공유의 서비스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2CE2E-1058-48FF-BEBB-F7D41C93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B33B3-067A-4605-961B-B22B2253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71AB3-868A-4424-9D1A-2BED7900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221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14782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내 컴퓨터의 서비스 화면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검증된 코드·fixture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입력과 결과를 확인하는 웹 화면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4782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동료를 위한 사용 안내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결과·README·제한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가능한 README와 예제 입력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결과가 보이는 포트폴리오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문제·과정·결과 증거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 소개와 다음 개선 계획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78450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677F6-513C-4341-B74D-3DE13E93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2B3DB-01F4-46CE-B2BF-9C02ED1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컴퓨터의 서비스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44931-4DDF-433E-9209-C1CEE3A3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9B0E2-EE4A-42FA-8722-FBED49E9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BB85C-81A5-41D5-89DF-A8329BD8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D41E2-9F30-4BF7-8A73-5714EBD0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Local Demo Kit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59057-CA36-4E76-A078-4021739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72D20-4A92-42C4-BA7C-DEF46EB0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Notebook에서 완성한 검색 함수를 동료가 직접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4B1FE-0278-467D-B852-F9976323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A17C5-C79B-449A-AA1F-26087BF3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30199-3145-4213-890A-BFC0741F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화면: 검색창과 결과 목록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안내: 입력 예시와 0건 메시지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실행: 브라우저의 localhost 주소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4AE5B-F269-4E15-9B0F-A2E18D3C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0F723-1FB0-4962-BDE3-B1660084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893EE-3615-4725-85DD-9272F38B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서버를 끈 뒤에도 주소만 있으면 쓸 수 있다고 안내하지 않음</a:t>
            </a:r>
          </a:p>
        </p:txBody>
      </p:sp>
    </p:spTree>
    <p:extLst>
      <p:ext uri="{BB962C8B-B14F-4D97-AF65-F5344CB8AC3E}">
        <p14:creationId xmlns:p14="http://schemas.microsoft.com/office/powerpoint/2010/main" val="305432035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01EAE-8BE4-4DF1-B5FA-0CB92B15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B65C8-C298-4A6B-94F4-D75233D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동료를 위한 사용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871E2-E1D7-4B02-B2B7-DB7A2254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F1F0D-D62F-40C4-BC48-033E2CC7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7061A-5081-44C8-B21A-2180643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C2579-DBBC-4972-A122-D889AE33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Team Handoff Portal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1EE4B-962D-406D-A8D3-C4777C74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556C7-8A5A-4AF8-B359-73701FBA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새 PC에서 실행할 때 설치 명령과 입력 파일 위치가 불분명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18118-A19B-4ABE-9B70-C2F3016D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443C3-EE32-4E0E-9FC8-EF4C594A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D4FC5-8D55-4508-AAA7-FD1C240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안내: 준비물, 설치, 실행, 결과 위치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복구: 경로 오류와 버전 오류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확인: 처음 쓰는 사람이 재실행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1B0A3-E23B-46B1-BB0A-6CDD1F64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B9733-E4E7-40B4-90D3-5B1779F7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DCEB4-5CE5-4DEF-9465-2FB1E51B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제작자 PC의 절대 경로를 그대로 배포하지 않음</a:t>
            </a:r>
          </a:p>
        </p:txBody>
      </p:sp>
    </p:spTree>
    <p:extLst>
      <p:ext uri="{BB962C8B-B14F-4D97-AF65-F5344CB8AC3E}">
        <p14:creationId xmlns:p14="http://schemas.microsoft.com/office/powerpoint/2010/main" val="562727284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BF1A6-E3E2-4BE0-B9F8-71CE41C1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1241D-37B8-4824-BD3F-EFCA49EB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결과가 보이는 포트폴리오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48C97-C1F4-43DD-BFF4-2C433CF7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BF65E-5AEC-4FC2-8A4D-E46A699E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F8460-B912-47BD-8582-AF88AC26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766C1-8C71-4F0C-88C8-48A28D57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Portfolio Release Page   /   수업용 설계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93FEF-4950-4064-808F-1A657930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7F269-622A-4133-8C89-EAD3F29C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8924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수업에서 만든 일정표 도구를 개인 프로젝트로 소개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680EC-B02D-4CA1-A5E5-F17B637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A7354-4AEE-43BE-A065-5C8254CA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78CA8-56C9-4AA3-B684-6238A7DD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8924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문제: 지연 업무 확인에 반복 시간 소요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과정: 날짜 계산과 지연 필터 구현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7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근거: 입력 변경 전후 화면과 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9ECCF-9A20-4340-90D8-7E14B1D4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5D815-858A-4815-871E-2624F589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확인할 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1123C-2F09-4576-919F-FF05462A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2927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해본 기능과 앞으로 만들 기능을 구분</a:t>
            </a:r>
          </a:p>
        </p:txBody>
      </p:sp>
    </p:spTree>
    <p:extLst>
      <p:ext uri="{BB962C8B-B14F-4D97-AF65-F5344CB8AC3E}">
        <p14:creationId xmlns:p14="http://schemas.microsoft.com/office/powerpoint/2010/main" val="1967137677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201EE-F986-4794-8F5E-4CA111AB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82F99-12D3-4430-AE99-531E10C4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로컬 실행과 공개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A411C-6FD2-47BE-8400-E71F2DA7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162AB-B0BB-47B0-8588-6FB27551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ABA7D-83E7-4D30-97E6-FC6087B9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225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로컬 실행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공개 서비스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접속 위치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현재 컴퓨터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배포한 서버 주소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서버 종료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화면 기능 중단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별도 운영 서버가 처리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데이터 저장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로컬 파일이나 DB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공유 DB와 저장소 설계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준비 항목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명령과 예제 입력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접근 권한과 운영 비용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975362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86A65-6F8C-41C7-9849-93373C43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4A496-6FA7-4F2D-9A71-C359842D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처음 쓰는 사람의 실행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B5A17-9226-4B33-8348-03214403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D3FBD-3A48-4453-8A42-A427C13B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D8ACE-FD9F-426B-9485-51E17A43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226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순서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README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방법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필요 버전과 설치 명령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새 환경에서 설치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작업 폴더와 시작 명령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서버 시작 메시지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첫 사용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예제 입력과 예상 결과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결과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 해결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대표 오류와 종료 방법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복구 절차 재현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241445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8D395-AD53-4EF1-9D2F-4753438E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4D625-D9BA-40D1-A230-B2789BB9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포트폴리오의 결과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414FF-E966-4156-BBA1-32B9259F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099B0-CFA6-4773-B422-39CE27F7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29494-5273-420D-9883-B8104BA7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227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설명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보여줄 자료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구분할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개선한 업무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기존 작업과 입력 예시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문제와 기능 목록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실제로 만든 기능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화면과 테스트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구현과 계획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효과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작업의 전후 비교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측정값과 기대 효과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개선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남은 오류와 사용자 의견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확인된 필요와 추측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446142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5C748-F7E4-48D5-93EE-53C5A776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B4505-8C67-4233-AA26-25314250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검색 상태와 데이터의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9D71C-C7C9-4FCE-ADC9-C9DF71CC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11BD7-801B-42F7-92FC-DD849B1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76394-549E-4457-A609-673A9F84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228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개념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적용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5279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URL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웹 주소와 검색 조건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복사한 주소로 같은 조건 열기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05591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sessionStorage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해당 탭의 편의 상태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새로고침 후 상태 복원, 인증 저장소와 구분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05591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Database, 데이터베이스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검색, 수정, 동시 접근을 위한 지속 저장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05591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S3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Simple Storage Service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원본 파일과 큰 첨부를 저장하는 객체 저장소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08224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D3A83-E03B-43D6-A3A2-801498F5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7차시  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F0DD5-5B6A-44B9-8393-2817A886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실행과 공유 이후의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1E4D8-40FF-4D64-AF08-F46E4680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F7BF6-35FC-46AB-B7D2-04281A9D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12DCE-49C0-4C6D-813F-DEE54EDA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81C81-1E1B-4B36-90BE-FE731F70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16시 40분부터 실행 복구와 Q&amp;A를 진행하고 원하는 결과만 함께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14E1E-12A0-4530-B2F5-D7636E1A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57E78-E972-4D43-8BBD-89F59A5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적용할 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AFE45-6212-45BA-8C3E-B4CFD53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사용자는 구현 기술보다 기다리는 이유와 다음 행동을 알 수 있을 때 서비스를 신뢰합니다.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4AAB0-C3AD-4C0C-9F72-3B632F3A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3EE84-890D-4C54-A2AD-03408562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4E79F-1580-4E5B-BE89-4633CC4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8191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실행 복구와 선택 결과 공유</a:t>
            </a:r>
          </a:p>
        </p:txBody>
      </p:sp>
    </p:spTree>
    <p:extLst>
      <p:ext uri="{BB962C8B-B14F-4D97-AF65-F5344CB8AC3E}">
        <p14:creationId xmlns:p14="http://schemas.microsoft.com/office/powerpoint/2010/main" val="1384390720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2755C-A5E4-45BC-9121-86361A82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06A24-89BF-49F3-911C-5566E7A8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개인 결과의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18A6E-092B-4D98-A8CE-70147747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763D8-62A5-4B4D-B270-33CE3F81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71E9F-AEF4-416D-A9D4-0D7E5152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FC48A-FE8A-4F3D-9124-062CE92A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82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내 입력으로 다시 실행되는 첫 서비스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C66FE-8836-41BB-9C14-ECA5F44F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16786-BF09-475F-8698-F9A7A863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 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66CBC-00EE-4EC1-88AE-63D2F691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새 입력을 넣고 결과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3146B-703F-4FB9-959B-49DBBE0B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7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19B38-4DF2-46CC-A73E-3ED7F1A6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975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대표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9193E-B3C9-4F79-82ED-4DA46E35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070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입력 누락이나 결과 없음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729C3-2AE0-496E-B86D-3132F432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CA1B7-EEEB-45CC-8B78-18B0177D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8600"/>
            <a:ext cx="2362200" cy="81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D6B82-2A31-4AA6-890B-A1E2595E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9550"/>
            <a:ext cx="819150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실제 사용 중 막힌 지점 한 가지</a:t>
            </a:r>
          </a:p>
        </p:txBody>
      </p:sp>
    </p:spTree>
    <p:extLst>
      <p:ext uri="{BB962C8B-B14F-4D97-AF65-F5344CB8AC3E}">
        <p14:creationId xmlns:p14="http://schemas.microsoft.com/office/powerpoint/2010/main" val="736612070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1F54F-5202-48D9-A01E-0933854A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3A99A-2DED-4F54-B253-0170888C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과정 전체의 재사용 원리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1863E-1D52-4F40-AE64-B2E14ABF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EA19D-DC30-4BD1-A58B-A75BFFEA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369D0-B528-49CD-9857-83F6BA72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231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15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배운 기능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업무에 적용할 원리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Tool Calling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허용한 도구와 입력을 명확히 지정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음성과 회의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 근거와 수정 가능한 결과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 리뷰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위치와 수정 이유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문서 자동화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공통 데이터와 계산 규칙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 제작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첫 사용 과정과 재실행 방법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6810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A1A19-54A9-416D-BF71-61194F46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CBCBC-8CD4-46A6-849E-BB0500A6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선택 결과 공유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7F5D3-2AAB-45B2-91C4-43205222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85AC2-0981-4501-9197-A7FCC535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F466E-9B65-4EF9-945C-404B13D2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232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8004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15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공유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설명 예시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83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문제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매주 지연 업무를 찾는 작업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83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만든 기능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CSV를 읽어 지연 목록 생성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83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바뀐 결과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날짜 변경 시 보고서도 갱신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83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개선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담당자별 목록 분리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23CC4-A736-4DA6-A593-0CE6DCCD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발표는 선택입니다. 공개 가능한 입력과 화면만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26307920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7F587-5273-47B0-8CB3-9E86115B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55FF0-81B6-4A37-B094-AF52E0F1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92495-E972-408E-846A-21DEFC9D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D94D1-D4DF-4711-B9F1-231F0DDF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F8634-8D56-459E-966E-4B7ECBB9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233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95750"/>
                <a:gridCol w="4114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단계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결과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작업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첫 기능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준비한 입력으로 결과 생성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다른 입력 한 개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기본 검증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정상과 실패 상황 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 안내 개선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화면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다른 사람이 직접 사용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관찰한 불편 수정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 확장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공유와 지속 저장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사용량과 운영 방식 검토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12868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875A8-14B2-4263-9F63-EEECD7D7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62BFC-B98E-4C36-9C37-E8DED8C9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수업 이후의 용어 찾기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3EAA0-ACF7-44A2-BFA6-F4F8F53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1EA3A-A85F-4BAA-A964-686FAA66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7AB54-3186-439F-813C-FB513F87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F5641-AAF5-4493-88F3-7DB36222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F9AD9-54AE-43B4-8BB3-E3EAC970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B0943-A914-429B-8F05-A85FFFF5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9547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Model Context 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9C5E5-E05F-4021-87A1-CE4AA112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AI와 외부 도구를 연결하는 표준 프로토콜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EB5D6-FE29-4D11-9FBA-CF44B5DF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8CBD2-B36B-4CA1-9253-07F7E895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DE489-CECB-4BDB-9327-50DBA665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Retrieval-Augmented 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D2F00-9567-4BD4-8689-A1A9DE64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관련 자료를 검색해 답변의 근거로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0E7F0-28FA-4300-933D-AD7928E6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CFA05-348E-4FCD-B18C-8AC83B2D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382CA-1F91-4959-B1B8-08A5407F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JavaScript Object Notation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0C7A6-EC97-4EFD-A021-0CD4B2E0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프로그램이 주고받기 쉬운 구조화 데이터 형식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7BD98-A4B1-4610-BCA7-0EA64AF5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62AE2-57BD-4F47-8E08-1BB5CED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README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F6FB7-9144-4FD3-8006-7D052680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38750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프로젝트 안내 문서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A99A0-F7F1-407D-8281-7B6700A9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673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9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준비물, 실행 명령, 결과 위치와 제한 설명</a:t>
            </a:r>
          </a:p>
        </p:txBody>
      </p:sp>
    </p:spTree>
    <p:extLst>
      <p:ext uri="{BB962C8B-B14F-4D97-AF65-F5344CB8AC3E}">
        <p14:creationId xmlns:p14="http://schemas.microsoft.com/office/powerpoint/2010/main" val="401745443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6D0AA-0BC6-4CF7-9A89-08219EBC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35198-A807-42D3-86C2-D68B2588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나의 프로젝트 한 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EBD68-5B7F-42DC-BF4E-5E2E443C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401FE-34E8-44FD-963F-1B1B5929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BD7D2-777D-430B-87F8-964A48CA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235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15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기록할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사용자와 문제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누구의 어떤 반복 업무인가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입력과 결과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예시 입력 하나와 실제 결과 하나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AI와 코드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판단할 부분과 계산할 부분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방법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정상 입력과 실패 입력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개선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 관찰로 정한 한 가지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594240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66B8D-EE43-415E-A99F-58F73009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9CC52-562C-47C4-B0F5-68027E0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업무에 반영하기 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ECA93-9AB7-441B-A0CD-001953AC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A6835-58E1-4231-8E83-13CE8FF2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A57AF-5892-41F5-8022-3E3E067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236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153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 종류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확인할 내용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 기록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원문, 담당자, 기한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의견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위치, 기준, 실제 영향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문서와 표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합계, 날짜, 수식, 사실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외부 공유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수신자, 공개 범위, 최종 문장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99802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C3492-3C2E-4CC8-9A6A-4A38A61A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C6D8B-E4FD-45A9-AD11-100891B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다시 시작할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A8606-9010-48CE-92B6-4EE99A46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4BD2C-5359-4BAD-A6B2-781AA9A1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9DE07-4742-490A-BF6A-5136078A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237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6448425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다시 사용할 때</a:t>
                      </a:r>
                    </a:p>
                  </a:txBody>
                  <a:tcPr marL="152400" marR="133350" marT="114300" marB="114300" anchor="ctr">
                    <a:solidFill>
                      <a:srgbClr val="F4F5F6"/>
                    </a:solidFill>
                  </a:tcPr>
                </a:tc>
              </a:tr>
              <a:tr h="615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PPT와 PDF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개념과 예시 확인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복습 Notebook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day5_finale_recap.ipynb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주요 함수의 입력 변경과 재실행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기존 주차 Notebook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개별 기능 제작 과정 복습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 사례 해설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직군별 프로젝트 후보 선택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2-pager, PRD, Roadmap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7191C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서비스의 범위와 순서 정의</a:t>
                      </a:r>
                    </a:p>
                  </a:txBody>
                  <a:tcPr marL="15240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470614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B28CD-0408-452F-BD54-770B8A9E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5주차   업무 자동화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B47F5-6CB2-4E7B-BBA2-AEBF2916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다음 한 달의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3D082-162E-4D1A-B46F-B9D6E158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358D1-B218-4A0C-B916-33B592E3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LLM Agent / 업무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F63E7-11CD-43AC-8678-D026E330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519CF-CF34-4696-8942-FF1BE45A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0460F-B78D-46F5-8082-B7668E51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E2E20-3569-4E25-A368-AE3B1BD3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4050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1주차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40409-A878-4B51-82DE-3987858B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현재 기능을 다른 입력으로 재실행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297C5-D92D-492A-AF72-EA176757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2738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B34C1-8229-4A14-9328-8BF1254E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5138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DFE34-71D4-4920-94BF-08E95F1F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5138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2주차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38169-4B68-4AE7-9FAF-2619EBDC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138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실패한 사례를 테스트에 추가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E1436-DF90-4EA1-9321-33F09951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7A274-1AA8-4B91-8161-A2629B66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D491E-E92C-47F5-8E66-5276F4FA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86225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3주차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B2C5E-66C0-4466-B2C2-A09044F5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86225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사용자 한 명의 실제 작업 관찰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D64B7-ABE4-4152-B9DF-787ECDFB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4913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AF5D0-8274-404B-A43E-930A6DE2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7313"/>
            <a:ext cx="68580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9616A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A1503-E76E-477F-884B-5139A3B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67313"/>
            <a:ext cx="25717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4주차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B6819-A485-4556-B416-AF2904BB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67313"/>
            <a:ext cx="6838950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7191C"/>
                </a:solidFill>
                <a:latin typeface="AppleGothic"/>
                <a:ea typeface="AppleGothic"/>
                <a:cs typeface="AppleGothic"/>
              </a:rPr>
              <a:t>가장 자주 막힌 기능 한 가지 개선</a:t>
            </a:r>
          </a:p>
        </p:txBody>
      </p:sp>
    </p:spTree>
    <p:extLst>
      <p:ext uri="{BB962C8B-B14F-4D97-AF65-F5344CB8AC3E}">
        <p14:creationId xmlns:p14="http://schemas.microsoft.com/office/powerpoint/2010/main" val="1942794267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14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4F1DE-B278-473D-A9FB-F09B6360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복구와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4284D-EE1D-4662-AD77-169554F0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9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9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16:40–17:00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F4108-A2C1-41F7-BC00-A7813791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1718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E5B3A-30FC-4BCA-82A5-ED8DBDCC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막힌 실행 확인과 다음 개선 논의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원하는 결과만 선택 공유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784E7-7C35-4275-83D1-BECB2368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239</a:t>
            </a:r>
          </a:p>
        </p:txBody>
      </p:sp>
    </p:spTree>
    <p:extLst>
      <p:ext uri="{BB962C8B-B14F-4D97-AF65-F5344CB8AC3E}">
        <p14:creationId xmlns:p14="http://schemas.microsoft.com/office/powerpoint/2010/main" val="953456372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14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AF402-BC91-4E8C-A123-D55FCF42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나의 업무, 나의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11318-985B-4BA2-B054-19FA711F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B8C5D0"/>
                </a:solidFill>
                <a:latin typeface="AppleGothic"/>
                <a:ea typeface="AppleGothic"/>
                <a:cs typeface="AppleGothic"/>
              </a:defRPr>
            </a:pPr>
            <a:r>
              <a:rPr sz="2550" b="0">
                <a:solidFill>
                  <a:srgbClr val="B8C5D0"/>
                </a:solidFill>
                <a:latin typeface="AppleGothic"/>
                <a:ea typeface="AppleGothic"/>
                <a:cs typeface="AppleGothic"/>
              </a:rPr>
              <a:t>작은 기능의 완성과 꾸준한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4B07C-B3E3-46CC-B834-B3D2A767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925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준비한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925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925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수 있는 결과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925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925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다시 실행할 수 있는 과정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F22D8-7209-462C-8F36-D2C8345D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240</a:t>
            </a:r>
          </a:p>
        </p:txBody>
      </p:sp>
    </p:spTree>
    <p:extLst>
      <p:ext uri="{BB962C8B-B14F-4D97-AF65-F5344CB8AC3E}">
        <p14:creationId xmlns:p14="http://schemas.microsoft.com/office/powerpoint/2010/main" val="1849526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2026-09-19T23:02:56.4010000Z</dcterms:created>
  <dcterms:modified xsi:type="dcterms:W3CDTF">2026-09-19T23:02:56.4010000Z</dcterms:modified>
</coreProperties>
</file>