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Override PartName="/ppt/slides/slide158.xml" ContentType="application/vnd.openxmlformats-officedocument.presentationml.slide+xml"/>
  <Override PartName="/ppt/notesSlides/notesSlide158.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Override PartName="/ppt/slides/slide163.xml" ContentType="application/vnd.openxmlformats-officedocument.presentationml.slide+xml"/>
  <Override PartName="/ppt/notesSlides/notesSlide163.xml" ContentType="application/vnd.openxmlformats-officedocument.presentationml.notesSlide+xml"/>
  <Override PartName="/ppt/slides/slide164.xml" ContentType="application/vnd.openxmlformats-officedocument.presentationml.slide+xml"/>
  <Override PartName="/ppt/notesSlides/notesSlide164.xml" ContentType="application/vnd.openxmlformats-officedocument.presentationml.notesSlide+xml"/>
  <Override PartName="/ppt/slides/slide165.xml" ContentType="application/vnd.openxmlformats-officedocument.presentationml.slide+xml"/>
  <Override PartName="/ppt/notesSlides/notesSlide165.xml" ContentType="application/vnd.openxmlformats-officedocument.presentationml.notesSlide+xml"/>
  <Override PartName="/ppt/slides/slide166.xml" ContentType="application/vnd.openxmlformats-officedocument.presentationml.slide+xml"/>
  <Override PartName="/ppt/notesSlides/notesSlide166.xml" ContentType="application/vnd.openxmlformats-officedocument.presentationml.notesSlide+xml"/>
  <Override PartName="/ppt/slides/slide167.xml" ContentType="application/vnd.openxmlformats-officedocument.presentationml.slide+xml"/>
  <Override PartName="/ppt/notesSlides/notesSlide167.xml" ContentType="application/vnd.openxmlformats-officedocument.presentationml.notesSlide+xml"/>
  <Override PartName="/ppt/slides/slide168.xml" ContentType="application/vnd.openxmlformats-officedocument.presentationml.slide+xml"/>
  <Override PartName="/ppt/notesSlides/notesSlide168.xml" ContentType="application/vnd.openxmlformats-officedocument.presentationml.notesSlide+xml"/>
  <Override PartName="/ppt/slides/slide169.xml" ContentType="application/vnd.openxmlformats-officedocument.presentationml.slide+xml"/>
  <Override PartName="/ppt/notesSlides/notesSlide169.xml" ContentType="application/vnd.openxmlformats-officedocument.presentationml.notesSlide+xml"/>
  <Override PartName="/ppt/slides/slide170.xml" ContentType="application/vnd.openxmlformats-officedocument.presentationml.slide+xml"/>
  <Override PartName="/ppt/notesSlides/notesSlide170.xml" ContentType="application/vnd.openxmlformats-officedocument.presentationml.notesSlide+xml"/>
  <Override PartName="/ppt/slides/slide171.xml" ContentType="application/vnd.openxmlformats-officedocument.presentationml.slide+xml"/>
  <Override PartName="/ppt/notesSlides/notesSlide171.xml" ContentType="application/vnd.openxmlformats-officedocument.presentationml.notesSlide+xml"/>
  <Override PartName="/ppt/slides/slide172.xml" ContentType="application/vnd.openxmlformats-officedocument.presentationml.slide+xml"/>
  <Override PartName="/ppt/notesSlides/notesSlide172.xml" ContentType="application/vnd.openxmlformats-officedocument.presentationml.notesSlide+xml"/>
  <Override PartName="/ppt/slides/slide173.xml" ContentType="application/vnd.openxmlformats-officedocument.presentationml.slide+xml"/>
  <Override PartName="/ppt/notesSlides/notesSlide173.xml" ContentType="application/vnd.openxmlformats-officedocument.presentationml.notesSlide+xml"/>
  <Override PartName="/ppt/slides/slide174.xml" ContentType="application/vnd.openxmlformats-officedocument.presentationml.slide+xml"/>
  <Override PartName="/ppt/notesSlides/notesSlide174.xml" ContentType="application/vnd.openxmlformats-officedocument.presentationml.notesSlide+xml"/>
  <Override PartName="/ppt/slides/slide175.xml" ContentType="application/vnd.openxmlformats-officedocument.presentationml.slide+xml"/>
  <Override PartName="/ppt/notesSlides/notesSlide175.xml" ContentType="application/vnd.openxmlformats-officedocument.presentationml.notesSlide+xml"/>
  <Override PartName="/ppt/slides/slide176.xml" ContentType="application/vnd.openxmlformats-officedocument.presentationml.slide+xml"/>
  <Override PartName="/ppt/notesSlides/notesSlide176.xml" ContentType="application/vnd.openxmlformats-officedocument.presentationml.notesSlide+xml"/>
  <Override PartName="/ppt/slides/slide177.xml" ContentType="application/vnd.openxmlformats-officedocument.presentationml.slide+xml"/>
  <Override PartName="/ppt/notesSlides/notesSlide177.xml" ContentType="application/vnd.openxmlformats-officedocument.presentationml.notesSlide+xml"/>
  <Override PartName="/ppt/slides/slide178.xml" ContentType="application/vnd.openxmlformats-officedocument.presentationml.slide+xml"/>
  <Override PartName="/ppt/notesSlides/notesSlide178.xml" ContentType="application/vnd.openxmlformats-officedocument.presentationml.notesSlide+xml"/>
  <Override PartName="/ppt/slides/slide179.xml" ContentType="application/vnd.openxmlformats-officedocument.presentationml.slide+xml"/>
  <Override PartName="/ppt/notesSlides/notesSlide179.xml" ContentType="application/vnd.openxmlformats-officedocument.presentationml.notesSlide+xml"/>
  <Override PartName="/ppt/slides/slide180.xml" ContentType="application/vnd.openxmlformats-officedocument.presentationml.slide+xml"/>
  <Override PartName="/ppt/notesSlides/notesSlide180.xml" ContentType="application/vnd.openxmlformats-officedocument.presentationml.notesSlide+xml"/>
  <Override PartName="/ppt/slides/slide181.xml" ContentType="application/vnd.openxmlformats-officedocument.presentationml.slide+xml"/>
  <Override PartName="/ppt/notesSlides/notesSlide181.xml" ContentType="application/vnd.openxmlformats-officedocument.presentationml.notesSlide+xml"/>
  <Override PartName="/ppt/slides/slide182.xml" ContentType="application/vnd.openxmlformats-officedocument.presentationml.slide+xml"/>
  <Override PartName="/ppt/notesSlides/notesSlide182.xml" ContentType="application/vnd.openxmlformats-officedocument.presentationml.notesSlide+xml"/>
  <Override PartName="/ppt/slides/slide183.xml" ContentType="application/vnd.openxmlformats-officedocument.presentationml.slide+xml"/>
  <Override PartName="/ppt/notesSlides/notesSlide183.xml" ContentType="application/vnd.openxmlformats-officedocument.presentationml.notesSlide+xml"/>
  <Override PartName="/ppt/slides/slide184.xml" ContentType="application/vnd.openxmlformats-officedocument.presentationml.slide+xml"/>
  <Override PartName="/ppt/notesSlides/notesSlide184.xml" ContentType="application/vnd.openxmlformats-officedocument.presentationml.notesSlide+xml"/>
  <Override PartName="/ppt/slides/slide185.xml" ContentType="application/vnd.openxmlformats-officedocument.presentationml.slide+xml"/>
  <Override PartName="/ppt/notesSlides/notesSlide185.xml" ContentType="application/vnd.openxmlformats-officedocument.presentationml.notesSlide+xml"/>
  <Override PartName="/ppt/slides/slide186.xml" ContentType="application/vnd.openxmlformats-officedocument.presentationml.slide+xml"/>
  <Override PartName="/ppt/notesSlides/notesSlide186.xml" ContentType="application/vnd.openxmlformats-officedocument.presentationml.notesSlide+xml"/>
  <Override PartName="/ppt/slides/slide187.xml" ContentType="application/vnd.openxmlformats-officedocument.presentationml.slide+xml"/>
  <Override PartName="/ppt/notesSlides/notesSlide187.xml" ContentType="application/vnd.openxmlformats-officedocument.presentationml.notesSlide+xml"/>
  <Override PartName="/ppt/slides/slide188.xml" ContentType="application/vnd.openxmlformats-officedocument.presentationml.slide+xml"/>
  <Override PartName="/ppt/notesSlides/notesSlide188.xml" ContentType="application/vnd.openxmlformats-officedocument.presentationml.notesSlide+xml"/>
  <Override PartName="/ppt/slides/slide189.xml" ContentType="application/vnd.openxmlformats-officedocument.presentationml.slide+xml"/>
  <Override PartName="/ppt/notesSlides/notesSlide189.xml" ContentType="application/vnd.openxmlformats-officedocument.presentationml.notesSlide+xml"/>
  <Override PartName="/ppt/slides/slide190.xml" ContentType="application/vnd.openxmlformats-officedocument.presentationml.slide+xml"/>
  <Override PartName="/ppt/notesSlides/notesSlide190.xml" ContentType="application/vnd.openxmlformats-officedocument.presentationml.notesSlide+xml"/>
  <Override PartName="/ppt/slides/slide191.xml" ContentType="application/vnd.openxmlformats-officedocument.presentationml.slide+xml"/>
  <Override PartName="/ppt/notesSlides/notesSlide191.xml" ContentType="application/vnd.openxmlformats-officedocument.presentationml.notesSlide+xml"/>
  <Override PartName="/ppt/slides/slide192.xml" ContentType="application/vnd.openxmlformats-officedocument.presentationml.slide+xml"/>
  <Override PartName="/ppt/notesSlides/notesSlide192.xml" ContentType="application/vnd.openxmlformats-officedocument.presentationml.notesSlide+xml"/>
  <Override PartName="/ppt/slides/slide193.xml" ContentType="application/vnd.openxmlformats-officedocument.presentationml.slide+xml"/>
  <Override PartName="/ppt/notesSlides/notesSlide193.xml" ContentType="application/vnd.openxmlformats-officedocument.presentationml.notesSlide+xml"/>
  <Override PartName="/ppt/slides/slide194.xml" ContentType="application/vnd.openxmlformats-officedocument.presentationml.slide+xml"/>
  <Override PartName="/ppt/notesSlides/notesSlide194.xml" ContentType="application/vnd.openxmlformats-officedocument.presentationml.notesSlide+xml"/>
  <Override PartName="/ppt/slides/slide195.xml" ContentType="application/vnd.openxmlformats-officedocument.presentationml.slide+xml"/>
  <Override PartName="/ppt/notesSlides/notesSlide195.xml" ContentType="application/vnd.openxmlformats-officedocument.presentationml.notesSlide+xml"/>
  <Override PartName="/ppt/slides/slide196.xml" ContentType="application/vnd.openxmlformats-officedocument.presentationml.slide+xml"/>
  <Override PartName="/ppt/notesSlides/notesSlide196.xml" ContentType="application/vnd.openxmlformats-officedocument.presentationml.notesSlide+xml"/>
  <Override PartName="/ppt/slides/slide197.xml" ContentType="application/vnd.openxmlformats-officedocument.presentationml.slide+xml"/>
  <Override PartName="/ppt/notesSlides/notesSlide197.xml" ContentType="application/vnd.openxmlformats-officedocument.presentationml.notesSlide+xml"/>
  <Override PartName="/ppt/slides/slide198.xml" ContentType="application/vnd.openxmlformats-officedocument.presentationml.slide+xml"/>
  <Override PartName="/ppt/notesSlides/notesSlide198.xml" ContentType="application/vnd.openxmlformats-officedocument.presentationml.notesSlide+xml"/>
  <Override PartName="/ppt/slides/slide199.xml" ContentType="application/vnd.openxmlformats-officedocument.presentationml.slide+xml"/>
  <Override PartName="/ppt/notesSlides/notesSlide199.xml" ContentType="application/vnd.openxmlformats-officedocument.presentationml.notesSlide+xml"/>
  <Override PartName="/ppt/slides/slide200.xml" ContentType="application/vnd.openxmlformats-officedocument.presentationml.slide+xml"/>
  <Override PartName="/ppt/notesSlides/notesSlide200.xml" ContentType="application/vnd.openxmlformats-officedocument.presentationml.notesSlide+xml"/>
  <Override PartName="/ppt/slides/slide201.xml" ContentType="application/vnd.openxmlformats-officedocument.presentationml.slide+xml"/>
  <Override PartName="/ppt/notesSlides/notesSlide201.xml" ContentType="application/vnd.openxmlformats-officedocument.presentationml.notesSlide+xml"/>
  <Override PartName="/ppt/slides/slide202.xml" ContentType="application/vnd.openxmlformats-officedocument.presentationml.slide+xml"/>
  <Override PartName="/ppt/notesSlides/notesSlide202.xml" ContentType="application/vnd.openxmlformats-officedocument.presentationml.notesSlide+xml"/>
  <Override PartName="/ppt/slides/slide203.xml" ContentType="application/vnd.openxmlformats-officedocument.presentationml.slide+xml"/>
  <Override PartName="/ppt/notesSlides/notesSlide203.xml" ContentType="application/vnd.openxmlformats-officedocument.presentationml.notesSlide+xml"/>
  <Override PartName="/ppt/slides/slide204.xml" ContentType="application/vnd.openxmlformats-officedocument.presentationml.slide+xml"/>
  <Override PartName="/ppt/notesSlides/notesSlide204.xml" ContentType="application/vnd.openxmlformats-officedocument.presentationml.notesSlide+xml"/>
  <Override PartName="/ppt/slides/slide205.xml" ContentType="application/vnd.openxmlformats-officedocument.presentationml.slide+xml"/>
  <Override PartName="/ppt/notesSlides/notesSlide205.xml" ContentType="application/vnd.openxmlformats-officedocument.presentationml.notesSlide+xml"/>
  <Override PartName="/ppt/slides/slide206.xml" ContentType="application/vnd.openxmlformats-officedocument.presentationml.slide+xml"/>
  <Override PartName="/ppt/notesSlides/notesSlide206.xml" ContentType="application/vnd.openxmlformats-officedocument.presentationml.notesSlide+xml"/>
  <Override PartName="/ppt/slides/slide207.xml" ContentType="application/vnd.openxmlformats-officedocument.presentationml.slide+xml"/>
  <Override PartName="/ppt/notesSlides/notesSlide207.xml" ContentType="application/vnd.openxmlformats-officedocument.presentationml.notesSlide+xml"/>
  <Override PartName="/ppt/slides/slide208.xml" ContentType="application/vnd.openxmlformats-officedocument.presentationml.slide+xml"/>
  <Override PartName="/ppt/notesSlides/notesSlide208.xml" ContentType="application/vnd.openxmlformats-officedocument.presentationml.notesSlide+xml"/>
  <Override PartName="/ppt/slides/slide209.xml" ContentType="application/vnd.openxmlformats-officedocument.presentationml.slide+xml"/>
  <Override PartName="/ppt/notesSlides/notesSlide209.xml" ContentType="application/vnd.openxmlformats-officedocument.presentationml.notesSlide+xml"/>
  <Override PartName="/ppt/slides/slide210.xml" ContentType="application/vnd.openxmlformats-officedocument.presentationml.slide+xml"/>
  <Override PartName="/ppt/notesSlides/notesSlide210.xml" ContentType="application/vnd.openxmlformats-officedocument.presentationml.notesSlide+xml"/>
  <Override PartName="/ppt/slides/slide211.xml" ContentType="application/vnd.openxmlformats-officedocument.presentationml.slide+xml"/>
  <Override PartName="/ppt/notesSlides/notesSlide211.xml" ContentType="application/vnd.openxmlformats-officedocument.presentationml.notesSlide+xml"/>
  <Override PartName="/ppt/slides/slide212.xml" ContentType="application/vnd.openxmlformats-officedocument.presentationml.slide+xml"/>
  <Override PartName="/ppt/notesSlides/notesSlide212.xml" ContentType="application/vnd.openxmlformats-officedocument.presentationml.notesSlide+xml"/>
  <Override PartName="/ppt/slides/slide213.xml" ContentType="application/vnd.openxmlformats-officedocument.presentationml.slide+xml"/>
  <Override PartName="/ppt/notesSlides/notesSlide213.xml" ContentType="application/vnd.openxmlformats-officedocument.presentationml.notesSlide+xml"/>
  <Override PartName="/ppt/slides/slide214.xml" ContentType="application/vnd.openxmlformats-officedocument.presentationml.slide+xml"/>
  <Override PartName="/ppt/notesSlides/notesSlide214.xml" ContentType="application/vnd.openxmlformats-officedocument.presentationml.notesSlide+xml"/>
  <Override PartName="/ppt/slides/slide215.xml" ContentType="application/vnd.openxmlformats-officedocument.presentationml.slide+xml"/>
  <Override PartName="/ppt/notesSlides/notesSlide215.xml" ContentType="application/vnd.openxmlformats-officedocument.presentationml.notesSlide+xml"/>
  <Override PartName="/ppt/slides/slide216.xml" ContentType="application/vnd.openxmlformats-officedocument.presentationml.slide+xml"/>
  <Override PartName="/ppt/notesSlides/notesSlide216.xml" ContentType="application/vnd.openxmlformats-officedocument.presentationml.notesSlide+xml"/>
  <Override PartName="/ppt/slides/slide217.xml" ContentType="application/vnd.openxmlformats-officedocument.presentationml.slide+xml"/>
  <Override PartName="/ppt/notesSlides/notesSlide217.xml" ContentType="application/vnd.openxmlformats-officedocument.presentationml.notesSlide+xml"/>
  <Override PartName="/ppt/slides/slide218.xml" ContentType="application/vnd.openxmlformats-officedocument.presentationml.slide+xml"/>
  <Override PartName="/ppt/notesSlides/notesSlide218.xml" ContentType="application/vnd.openxmlformats-officedocument.presentationml.notesSlide+xml"/>
  <Override PartName="/ppt/slides/slide219.xml" ContentType="application/vnd.openxmlformats-officedocument.presentationml.slide+xml"/>
  <Override PartName="/ppt/notesSlides/notesSlide219.xml" ContentType="application/vnd.openxmlformats-officedocument.presentationml.notesSlide+xml"/>
  <Override PartName="/ppt/slides/slide220.xml" ContentType="application/vnd.openxmlformats-officedocument.presentationml.slide+xml"/>
  <Override PartName="/ppt/notesSlides/notesSlide220.xml" ContentType="application/vnd.openxmlformats-officedocument.presentationml.notesSlide+xml"/>
  <Override PartName="/ppt/slides/slide221.xml" ContentType="application/vnd.openxmlformats-officedocument.presentationml.slide+xml"/>
  <Override PartName="/ppt/notesSlides/notesSlide221.xml" ContentType="application/vnd.openxmlformats-officedocument.presentationml.notesSlide+xml"/>
  <Override PartName="/ppt/slides/slide222.xml" ContentType="application/vnd.openxmlformats-officedocument.presentationml.slide+xml"/>
  <Override PartName="/ppt/notesSlides/notesSlide222.xml" ContentType="application/vnd.openxmlformats-officedocument.presentationml.notesSlide+xml"/>
  <Override PartName="/ppt/slides/slide223.xml" ContentType="application/vnd.openxmlformats-officedocument.presentationml.slide+xml"/>
  <Override PartName="/ppt/notesSlides/notesSlide223.xml" ContentType="application/vnd.openxmlformats-officedocument.presentationml.notesSlide+xml"/>
  <Override PartName="/ppt/slides/slide224.xml" ContentType="application/vnd.openxmlformats-officedocument.presentationml.slide+xml"/>
  <Override PartName="/ppt/notesSlides/notesSlide224.xml" ContentType="application/vnd.openxmlformats-officedocument.presentationml.notesSlide+xml"/>
  <Override PartName="/ppt/slides/slide225.xml" ContentType="application/vnd.openxmlformats-officedocument.presentationml.slide+xml"/>
  <Override PartName="/ppt/notesSlides/notesSlide225.xml" ContentType="application/vnd.openxmlformats-officedocument.presentationml.notesSlide+xml"/>
  <Override PartName="/ppt/slides/slide226.xml" ContentType="application/vnd.openxmlformats-officedocument.presentationml.slide+xml"/>
  <Override PartName="/ppt/notesSlides/notesSlide226.xml" ContentType="application/vnd.openxmlformats-officedocument.presentationml.notesSlide+xml"/>
  <Override PartName="/ppt/slides/slide227.xml" ContentType="application/vnd.openxmlformats-officedocument.presentationml.slide+xml"/>
  <Override PartName="/ppt/notesSlides/notesSlide227.xml" ContentType="application/vnd.openxmlformats-officedocument.presentationml.notesSlide+xml"/>
  <Override PartName="/ppt/slides/slide228.xml" ContentType="application/vnd.openxmlformats-officedocument.presentationml.slide+xml"/>
  <Override PartName="/ppt/notesSlides/notesSlide228.xml" ContentType="application/vnd.openxmlformats-officedocument.presentationml.notesSlide+xml"/>
  <Override PartName="/ppt/slides/slide229.xml" ContentType="application/vnd.openxmlformats-officedocument.presentationml.slide+xml"/>
  <Override PartName="/ppt/notesSlides/notesSlide229.xml" ContentType="application/vnd.openxmlformats-officedocument.presentationml.notesSlide+xml"/>
  <Override PartName="/ppt/slides/slide230.xml" ContentType="application/vnd.openxmlformats-officedocument.presentationml.slide+xml"/>
  <Override PartName="/ppt/notesSlides/notesSlide230.xml" ContentType="application/vnd.openxmlformats-officedocument.presentationml.notesSlide+xml"/>
  <Override PartName="/ppt/slides/slide231.xml" ContentType="application/vnd.openxmlformats-officedocument.presentationml.slide+xml"/>
  <Override PartName="/ppt/notesSlides/notesSlide231.xml" ContentType="application/vnd.openxmlformats-officedocument.presentationml.notesSlide+xml"/>
  <Override PartName="/ppt/slides/slide232.xml" ContentType="application/vnd.openxmlformats-officedocument.presentationml.slide+xml"/>
  <Override PartName="/ppt/notesSlides/notesSlide232.xml" ContentType="application/vnd.openxmlformats-officedocument.presentationml.notesSlide+xml"/>
  <Override PartName="/ppt/slides/slide233.xml" ContentType="application/vnd.openxmlformats-officedocument.presentationml.slide+xml"/>
  <Override PartName="/ppt/notesSlides/notesSlide233.xml" ContentType="application/vnd.openxmlformats-officedocument.presentationml.notesSlide+xml"/>
  <Override PartName="/ppt/slides/slide234.xml" ContentType="application/vnd.openxmlformats-officedocument.presentationml.slide+xml"/>
  <Override PartName="/ppt/notesSlides/notesSlide234.xml" ContentType="application/vnd.openxmlformats-officedocument.presentationml.notesSlide+xml"/>
  <Override PartName="/ppt/slides/slide235.xml" ContentType="application/vnd.openxmlformats-officedocument.presentationml.slide+xml"/>
  <Override PartName="/ppt/notesSlides/notesSlide235.xml" ContentType="application/vnd.openxmlformats-officedocument.presentationml.notesSlide+xml"/>
  <Override PartName="/ppt/slides/slide236.xml" ContentType="application/vnd.openxmlformats-officedocument.presentationml.slide+xml"/>
  <Override PartName="/ppt/notesSlides/notesSlide236.xml" ContentType="application/vnd.openxmlformats-officedocument.presentationml.notesSlide+xml"/>
  <Override PartName="/ppt/slides/slide237.xml" ContentType="application/vnd.openxmlformats-officedocument.presentationml.slide+xml"/>
  <Override PartName="/ppt/notesSlides/notesSlide237.xml" ContentType="application/vnd.openxmlformats-officedocument.presentationml.notesSlide+xml"/>
  <Override PartName="/ppt/slides/slide238.xml" ContentType="application/vnd.openxmlformats-officedocument.presentationml.slide+xml"/>
  <Override PartName="/ppt/notesSlides/notesSlide238.xml" ContentType="application/vnd.openxmlformats-officedocument.presentationml.notesSlide+xml"/>
  <Override PartName="/ppt/slides/slide239.xml" ContentType="application/vnd.openxmlformats-officedocument.presentationml.slide+xml"/>
  <Override PartName="/ppt/notesSlides/notesSlide239.xml" ContentType="application/vnd.openxmlformats-officedocument.presentationml.notesSlide+xml"/>
  <Override PartName="/ppt/slides/slide240.xml" ContentType="application/vnd.openxmlformats-officedocument.presentationml.slide+xml"/>
  <Override PartName="/ppt/notesSlides/notesSlide2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5a7d81b5f44a64" /><Relationship Type="http://schemas.openxmlformats.org/officeDocument/2006/relationships/extended-properties" Target="/docProps/app.xml" Id="R55c66adc830e499b" /><Relationship Type="http://schemas.openxmlformats.org/officeDocument/2006/relationships/officeDocument" Target="/ppt/presentation.xml" Id="Rda23dd01c1ec4d72" /></Relationships>
</file>

<file path=ppt/presentation.xml><?xml version="1.0" encoding="utf-8"?>
<p:presentation xmlns:p="http://schemas.openxmlformats.org/presentationml/2006/main">
  <p:sldMasterIdLst>
    <p:sldMasterId xmlns:r="http://schemas.openxmlformats.org/officeDocument/2006/relationships" id="2147483648" r:id="R3ade5d838a144ca8"/>
  </p:sldMasterIdLst>
  <p:notesMasterIdLst>
    <p:notesMasterId xmlns:r="http://schemas.openxmlformats.org/officeDocument/2006/relationships" r:id="R674be3d7bc774e7d"/>
  </p:notesMasterIdLst>
  <p:sldIdLst>
    <p:sldId xmlns:r="http://schemas.openxmlformats.org/officeDocument/2006/relationships" id="256" r:id="R0e2169ad521a465d"/>
    <p:sldId xmlns:r="http://schemas.openxmlformats.org/officeDocument/2006/relationships" id="257" r:id="R3c65187996b04002"/>
    <p:sldId xmlns:r="http://schemas.openxmlformats.org/officeDocument/2006/relationships" id="258" r:id="R19ba1588830b4d84"/>
    <p:sldId xmlns:r="http://schemas.openxmlformats.org/officeDocument/2006/relationships" id="259" r:id="R9c927f2da7954628"/>
    <p:sldId xmlns:r="http://schemas.openxmlformats.org/officeDocument/2006/relationships" id="260" r:id="R92684faa93d54f4c"/>
    <p:sldId xmlns:r="http://schemas.openxmlformats.org/officeDocument/2006/relationships" id="261" r:id="R087925ac78134c34"/>
    <p:sldId xmlns:r="http://schemas.openxmlformats.org/officeDocument/2006/relationships" id="262" r:id="Rea7b8f1dd6134ef6"/>
    <p:sldId xmlns:r="http://schemas.openxmlformats.org/officeDocument/2006/relationships" id="263" r:id="R5d8b9752d77f4bc7"/>
    <p:sldId xmlns:r="http://schemas.openxmlformats.org/officeDocument/2006/relationships" id="264" r:id="Rdd8640718a0f4955"/>
    <p:sldId xmlns:r="http://schemas.openxmlformats.org/officeDocument/2006/relationships" id="265" r:id="R833465c604134100"/>
    <p:sldId xmlns:r="http://schemas.openxmlformats.org/officeDocument/2006/relationships" id="266" r:id="R652fa5dc48664535"/>
    <p:sldId xmlns:r="http://schemas.openxmlformats.org/officeDocument/2006/relationships" id="267" r:id="R8542d40769934d97"/>
    <p:sldId xmlns:r="http://schemas.openxmlformats.org/officeDocument/2006/relationships" id="268" r:id="Raab7a9a2a31e408f"/>
    <p:sldId xmlns:r="http://schemas.openxmlformats.org/officeDocument/2006/relationships" id="269" r:id="Rb7b600c7d95f488c"/>
    <p:sldId xmlns:r="http://schemas.openxmlformats.org/officeDocument/2006/relationships" id="270" r:id="R9e61c156514c43c5"/>
    <p:sldId xmlns:r="http://schemas.openxmlformats.org/officeDocument/2006/relationships" id="271" r:id="R8a17f05a30be446d"/>
    <p:sldId xmlns:r="http://schemas.openxmlformats.org/officeDocument/2006/relationships" id="272" r:id="R44b751856de74b4b"/>
    <p:sldId xmlns:r="http://schemas.openxmlformats.org/officeDocument/2006/relationships" id="273" r:id="R9772acce84a84e1a"/>
    <p:sldId xmlns:r="http://schemas.openxmlformats.org/officeDocument/2006/relationships" id="274" r:id="R03e3d0eb2f6a4c7b"/>
    <p:sldId xmlns:r="http://schemas.openxmlformats.org/officeDocument/2006/relationships" id="275" r:id="R9f60834c42324dac"/>
    <p:sldId xmlns:r="http://schemas.openxmlformats.org/officeDocument/2006/relationships" id="276" r:id="R7f08b5a766034aac"/>
    <p:sldId xmlns:r="http://schemas.openxmlformats.org/officeDocument/2006/relationships" id="277" r:id="Radb060c073bf408f"/>
    <p:sldId xmlns:r="http://schemas.openxmlformats.org/officeDocument/2006/relationships" id="278" r:id="R082bff83905244f2"/>
    <p:sldId xmlns:r="http://schemas.openxmlformats.org/officeDocument/2006/relationships" id="279" r:id="Rb5028ae50e644258"/>
    <p:sldId xmlns:r="http://schemas.openxmlformats.org/officeDocument/2006/relationships" id="280" r:id="R0b937d5521d94f67"/>
    <p:sldId xmlns:r="http://schemas.openxmlformats.org/officeDocument/2006/relationships" id="281" r:id="R76e3072a49954682"/>
    <p:sldId xmlns:r="http://schemas.openxmlformats.org/officeDocument/2006/relationships" id="282" r:id="R985f3935eaab450b"/>
    <p:sldId xmlns:r="http://schemas.openxmlformats.org/officeDocument/2006/relationships" id="283" r:id="Rc6528d0b2dba4d99"/>
    <p:sldId xmlns:r="http://schemas.openxmlformats.org/officeDocument/2006/relationships" id="284" r:id="R55c979fb06624f52"/>
    <p:sldId xmlns:r="http://schemas.openxmlformats.org/officeDocument/2006/relationships" id="285" r:id="Rc3ce83d3c29e4f5b"/>
    <p:sldId xmlns:r="http://schemas.openxmlformats.org/officeDocument/2006/relationships" id="286" r:id="R881335724bca4f9c"/>
    <p:sldId xmlns:r="http://schemas.openxmlformats.org/officeDocument/2006/relationships" id="287" r:id="R8e11553784994626"/>
    <p:sldId xmlns:r="http://schemas.openxmlformats.org/officeDocument/2006/relationships" id="288" r:id="R6007ba73e2de4f4d"/>
    <p:sldId xmlns:r="http://schemas.openxmlformats.org/officeDocument/2006/relationships" id="289" r:id="R83e5d9b7108c4602"/>
    <p:sldId xmlns:r="http://schemas.openxmlformats.org/officeDocument/2006/relationships" id="290" r:id="Ra664a5986a9a4137"/>
    <p:sldId xmlns:r="http://schemas.openxmlformats.org/officeDocument/2006/relationships" id="291" r:id="R6864b5ebb5cd4000"/>
    <p:sldId xmlns:r="http://schemas.openxmlformats.org/officeDocument/2006/relationships" id="292" r:id="R77fd6807e5ef4bf3"/>
    <p:sldId xmlns:r="http://schemas.openxmlformats.org/officeDocument/2006/relationships" id="293" r:id="R55ef705b7d0a4d30"/>
    <p:sldId xmlns:r="http://schemas.openxmlformats.org/officeDocument/2006/relationships" id="294" r:id="Re11802ae55194d2c"/>
    <p:sldId xmlns:r="http://schemas.openxmlformats.org/officeDocument/2006/relationships" id="295" r:id="Ra45b669b2b90494f"/>
    <p:sldId xmlns:r="http://schemas.openxmlformats.org/officeDocument/2006/relationships" id="296" r:id="R7b4406f6d15e4ba6"/>
    <p:sldId xmlns:r="http://schemas.openxmlformats.org/officeDocument/2006/relationships" id="297" r:id="Rd9428ec402d847ab"/>
    <p:sldId xmlns:r="http://schemas.openxmlformats.org/officeDocument/2006/relationships" id="298" r:id="R82e55889c8ba4117"/>
    <p:sldId xmlns:r="http://schemas.openxmlformats.org/officeDocument/2006/relationships" id="299" r:id="Rd826090befc1412e"/>
    <p:sldId xmlns:r="http://schemas.openxmlformats.org/officeDocument/2006/relationships" id="300" r:id="R8137e846cb7f4196"/>
    <p:sldId xmlns:r="http://schemas.openxmlformats.org/officeDocument/2006/relationships" id="301" r:id="R8c019e406fc14d50"/>
    <p:sldId xmlns:r="http://schemas.openxmlformats.org/officeDocument/2006/relationships" id="302" r:id="R7cb82952c0824e3a"/>
    <p:sldId xmlns:r="http://schemas.openxmlformats.org/officeDocument/2006/relationships" id="303" r:id="Rdba708a48cac4871"/>
    <p:sldId xmlns:r="http://schemas.openxmlformats.org/officeDocument/2006/relationships" id="304" r:id="R99717a2804db42cc"/>
    <p:sldId xmlns:r="http://schemas.openxmlformats.org/officeDocument/2006/relationships" id="305" r:id="Rc36ca751242d4b79"/>
    <p:sldId xmlns:r="http://schemas.openxmlformats.org/officeDocument/2006/relationships" id="306" r:id="R8439cda1d4b943ce"/>
    <p:sldId xmlns:r="http://schemas.openxmlformats.org/officeDocument/2006/relationships" id="307" r:id="Rf84b531d1fd94f52"/>
    <p:sldId xmlns:r="http://schemas.openxmlformats.org/officeDocument/2006/relationships" id="308" r:id="Re76ec5d8c83a496e"/>
    <p:sldId xmlns:r="http://schemas.openxmlformats.org/officeDocument/2006/relationships" id="309" r:id="R8602b9c8d7df4b8f"/>
    <p:sldId xmlns:r="http://schemas.openxmlformats.org/officeDocument/2006/relationships" id="310" r:id="R5fbc5c4d56164ae3"/>
    <p:sldId xmlns:r="http://schemas.openxmlformats.org/officeDocument/2006/relationships" id="311" r:id="R0a9a8b20f15b40d7"/>
    <p:sldId xmlns:r="http://schemas.openxmlformats.org/officeDocument/2006/relationships" id="312" r:id="R859bcbdb09554864"/>
    <p:sldId xmlns:r="http://schemas.openxmlformats.org/officeDocument/2006/relationships" id="313" r:id="Rd673fb0922304582"/>
    <p:sldId xmlns:r="http://schemas.openxmlformats.org/officeDocument/2006/relationships" id="314" r:id="R9438fbdd9baf44ff"/>
    <p:sldId xmlns:r="http://schemas.openxmlformats.org/officeDocument/2006/relationships" id="315" r:id="Rab10ef2a38ad448d"/>
    <p:sldId xmlns:r="http://schemas.openxmlformats.org/officeDocument/2006/relationships" id="316" r:id="Rcaf989ca633a4800"/>
    <p:sldId xmlns:r="http://schemas.openxmlformats.org/officeDocument/2006/relationships" id="317" r:id="Rfd630c1796d64e0a"/>
    <p:sldId xmlns:r="http://schemas.openxmlformats.org/officeDocument/2006/relationships" id="318" r:id="R4600ec63b70a4365"/>
    <p:sldId xmlns:r="http://schemas.openxmlformats.org/officeDocument/2006/relationships" id="319" r:id="R415c2863bc244d7d"/>
    <p:sldId xmlns:r="http://schemas.openxmlformats.org/officeDocument/2006/relationships" id="320" r:id="Rb7ac73033e084124"/>
    <p:sldId xmlns:r="http://schemas.openxmlformats.org/officeDocument/2006/relationships" id="321" r:id="Re20631df0f504730"/>
    <p:sldId xmlns:r="http://schemas.openxmlformats.org/officeDocument/2006/relationships" id="322" r:id="R266ab0ef77cd42cd"/>
    <p:sldId xmlns:r="http://schemas.openxmlformats.org/officeDocument/2006/relationships" id="323" r:id="R4e1cc7006df14542"/>
    <p:sldId xmlns:r="http://schemas.openxmlformats.org/officeDocument/2006/relationships" id="324" r:id="R99eaa5d88b964336"/>
    <p:sldId xmlns:r="http://schemas.openxmlformats.org/officeDocument/2006/relationships" id="325" r:id="R1a8f0c42a4674e8c"/>
    <p:sldId xmlns:r="http://schemas.openxmlformats.org/officeDocument/2006/relationships" id="326" r:id="R5c5aa31dad124c7b"/>
    <p:sldId xmlns:r="http://schemas.openxmlformats.org/officeDocument/2006/relationships" id="327" r:id="Rbbc6bad9172b42d9"/>
    <p:sldId xmlns:r="http://schemas.openxmlformats.org/officeDocument/2006/relationships" id="328" r:id="R3b7c022a7329410f"/>
    <p:sldId xmlns:r="http://schemas.openxmlformats.org/officeDocument/2006/relationships" id="329" r:id="R6aa6ee04280548f9"/>
    <p:sldId xmlns:r="http://schemas.openxmlformats.org/officeDocument/2006/relationships" id="330" r:id="Re8e648c3a1904190"/>
    <p:sldId xmlns:r="http://schemas.openxmlformats.org/officeDocument/2006/relationships" id="331" r:id="Rf7b2a073a4d3428d"/>
    <p:sldId xmlns:r="http://schemas.openxmlformats.org/officeDocument/2006/relationships" id="332" r:id="Rb74dd95267924a1d"/>
    <p:sldId xmlns:r="http://schemas.openxmlformats.org/officeDocument/2006/relationships" id="333" r:id="Rbcab3fde541c4870"/>
    <p:sldId xmlns:r="http://schemas.openxmlformats.org/officeDocument/2006/relationships" id="334" r:id="R3267387b8bb84e2a"/>
    <p:sldId xmlns:r="http://schemas.openxmlformats.org/officeDocument/2006/relationships" id="335" r:id="R797be740e74c4d35"/>
    <p:sldId xmlns:r="http://schemas.openxmlformats.org/officeDocument/2006/relationships" id="336" r:id="R1ed7d71fa44b4835"/>
    <p:sldId xmlns:r="http://schemas.openxmlformats.org/officeDocument/2006/relationships" id="337" r:id="Rda9d420037ad4185"/>
    <p:sldId xmlns:r="http://schemas.openxmlformats.org/officeDocument/2006/relationships" id="338" r:id="R702a638545fb42e8"/>
    <p:sldId xmlns:r="http://schemas.openxmlformats.org/officeDocument/2006/relationships" id="339" r:id="Rde84ed2ed9974e04"/>
    <p:sldId xmlns:r="http://schemas.openxmlformats.org/officeDocument/2006/relationships" id="340" r:id="R590d9b0a68a64eae"/>
    <p:sldId xmlns:r="http://schemas.openxmlformats.org/officeDocument/2006/relationships" id="341" r:id="R9ea5ed39c7ea41ce"/>
    <p:sldId xmlns:r="http://schemas.openxmlformats.org/officeDocument/2006/relationships" id="342" r:id="R83364ffb0c4e4162"/>
    <p:sldId xmlns:r="http://schemas.openxmlformats.org/officeDocument/2006/relationships" id="343" r:id="R7f761eeba36d4051"/>
    <p:sldId xmlns:r="http://schemas.openxmlformats.org/officeDocument/2006/relationships" id="344" r:id="Rf7157579ac0b4fca"/>
    <p:sldId xmlns:r="http://schemas.openxmlformats.org/officeDocument/2006/relationships" id="345" r:id="R6e774c70043e4e30"/>
    <p:sldId xmlns:r="http://schemas.openxmlformats.org/officeDocument/2006/relationships" id="346" r:id="Rba5a1e62d3664da6"/>
    <p:sldId xmlns:r="http://schemas.openxmlformats.org/officeDocument/2006/relationships" id="347" r:id="Rbd9c9eeddf5a491d"/>
    <p:sldId xmlns:r="http://schemas.openxmlformats.org/officeDocument/2006/relationships" id="348" r:id="R54253a6e790c4187"/>
    <p:sldId xmlns:r="http://schemas.openxmlformats.org/officeDocument/2006/relationships" id="349" r:id="R6dfd582e794e4c12"/>
    <p:sldId xmlns:r="http://schemas.openxmlformats.org/officeDocument/2006/relationships" id="350" r:id="R776c59de19de4712"/>
    <p:sldId xmlns:r="http://schemas.openxmlformats.org/officeDocument/2006/relationships" id="351" r:id="Rfd057d2f6c8c4a2f"/>
    <p:sldId xmlns:r="http://schemas.openxmlformats.org/officeDocument/2006/relationships" id="352" r:id="R094465ce35264399"/>
    <p:sldId xmlns:r="http://schemas.openxmlformats.org/officeDocument/2006/relationships" id="353" r:id="Rea9dc7a26321403e"/>
    <p:sldId xmlns:r="http://schemas.openxmlformats.org/officeDocument/2006/relationships" id="354" r:id="R2e4ed85cd6564570"/>
    <p:sldId xmlns:r="http://schemas.openxmlformats.org/officeDocument/2006/relationships" id="355" r:id="R94243c0f1fea4848"/>
    <p:sldId xmlns:r="http://schemas.openxmlformats.org/officeDocument/2006/relationships" id="356" r:id="R3029803a645b45e5"/>
    <p:sldId xmlns:r="http://schemas.openxmlformats.org/officeDocument/2006/relationships" id="357" r:id="R4e9fca7b4ea8455e"/>
    <p:sldId xmlns:r="http://schemas.openxmlformats.org/officeDocument/2006/relationships" id="358" r:id="R23b85f4d30fb45e8"/>
    <p:sldId xmlns:r="http://schemas.openxmlformats.org/officeDocument/2006/relationships" id="359" r:id="Rdb5ee6157f814182"/>
    <p:sldId xmlns:r="http://schemas.openxmlformats.org/officeDocument/2006/relationships" id="360" r:id="Rf706012e8c654d8a"/>
    <p:sldId xmlns:r="http://schemas.openxmlformats.org/officeDocument/2006/relationships" id="361" r:id="R71292dbc7a0a49d1"/>
    <p:sldId xmlns:r="http://schemas.openxmlformats.org/officeDocument/2006/relationships" id="362" r:id="Rbb457c15bee9407a"/>
    <p:sldId xmlns:r="http://schemas.openxmlformats.org/officeDocument/2006/relationships" id="363" r:id="Rc0dd27af59fa4d68"/>
    <p:sldId xmlns:r="http://schemas.openxmlformats.org/officeDocument/2006/relationships" id="364" r:id="Re219a97550ea4147"/>
    <p:sldId xmlns:r="http://schemas.openxmlformats.org/officeDocument/2006/relationships" id="365" r:id="R98cc06d4e1f04a75"/>
    <p:sldId xmlns:r="http://schemas.openxmlformats.org/officeDocument/2006/relationships" id="366" r:id="Rb1efcbafe0524cb0"/>
    <p:sldId xmlns:r="http://schemas.openxmlformats.org/officeDocument/2006/relationships" id="367" r:id="R139c16527e874740"/>
    <p:sldId xmlns:r="http://schemas.openxmlformats.org/officeDocument/2006/relationships" id="368" r:id="R1db9c0cc31e54508"/>
    <p:sldId xmlns:r="http://schemas.openxmlformats.org/officeDocument/2006/relationships" id="369" r:id="R0089a3ba3eb24864"/>
    <p:sldId xmlns:r="http://schemas.openxmlformats.org/officeDocument/2006/relationships" id="370" r:id="R37f449b2ff4f4680"/>
    <p:sldId xmlns:r="http://schemas.openxmlformats.org/officeDocument/2006/relationships" id="371" r:id="Rfd932be18aca435d"/>
    <p:sldId xmlns:r="http://schemas.openxmlformats.org/officeDocument/2006/relationships" id="372" r:id="R3b52695ce4e04ee2"/>
    <p:sldId xmlns:r="http://schemas.openxmlformats.org/officeDocument/2006/relationships" id="373" r:id="R3ff488f3f71545d0"/>
    <p:sldId xmlns:r="http://schemas.openxmlformats.org/officeDocument/2006/relationships" id="374" r:id="R6ff90f24171c4a45"/>
    <p:sldId xmlns:r="http://schemas.openxmlformats.org/officeDocument/2006/relationships" id="375" r:id="R29ff9cc76fa147da"/>
    <p:sldId xmlns:r="http://schemas.openxmlformats.org/officeDocument/2006/relationships" id="376" r:id="R076514fa4551486c"/>
    <p:sldId xmlns:r="http://schemas.openxmlformats.org/officeDocument/2006/relationships" id="377" r:id="Ra358b3ce2eab4909"/>
    <p:sldId xmlns:r="http://schemas.openxmlformats.org/officeDocument/2006/relationships" id="378" r:id="R80d457b447a84db1"/>
    <p:sldId xmlns:r="http://schemas.openxmlformats.org/officeDocument/2006/relationships" id="379" r:id="R2575b7a33dea49db"/>
    <p:sldId xmlns:r="http://schemas.openxmlformats.org/officeDocument/2006/relationships" id="380" r:id="Ra01023fd180a4aa7"/>
    <p:sldId xmlns:r="http://schemas.openxmlformats.org/officeDocument/2006/relationships" id="381" r:id="R40fffd567dc94a83"/>
    <p:sldId xmlns:r="http://schemas.openxmlformats.org/officeDocument/2006/relationships" id="382" r:id="Rd56a7d538c3e45b7"/>
    <p:sldId xmlns:r="http://schemas.openxmlformats.org/officeDocument/2006/relationships" id="383" r:id="Rdbfb21f3b40c44ca"/>
    <p:sldId xmlns:r="http://schemas.openxmlformats.org/officeDocument/2006/relationships" id="384" r:id="R1509dad0da1b443e"/>
    <p:sldId xmlns:r="http://schemas.openxmlformats.org/officeDocument/2006/relationships" id="385" r:id="R0fc249f4c88b4251"/>
    <p:sldId xmlns:r="http://schemas.openxmlformats.org/officeDocument/2006/relationships" id="386" r:id="R5e053963b7084677"/>
    <p:sldId xmlns:r="http://schemas.openxmlformats.org/officeDocument/2006/relationships" id="387" r:id="Rbd25986a7e4e40b5"/>
    <p:sldId xmlns:r="http://schemas.openxmlformats.org/officeDocument/2006/relationships" id="388" r:id="Ra916f9a0195b4601"/>
    <p:sldId xmlns:r="http://schemas.openxmlformats.org/officeDocument/2006/relationships" id="389" r:id="R8516ca963819466f"/>
    <p:sldId xmlns:r="http://schemas.openxmlformats.org/officeDocument/2006/relationships" id="390" r:id="R843b8ea8eaa84c39"/>
    <p:sldId xmlns:r="http://schemas.openxmlformats.org/officeDocument/2006/relationships" id="391" r:id="R22d4d356af634fa0"/>
    <p:sldId xmlns:r="http://schemas.openxmlformats.org/officeDocument/2006/relationships" id="392" r:id="Rec0f07f0c497474a"/>
    <p:sldId xmlns:r="http://schemas.openxmlformats.org/officeDocument/2006/relationships" id="393" r:id="R32d1a08c0d604203"/>
    <p:sldId xmlns:r="http://schemas.openxmlformats.org/officeDocument/2006/relationships" id="394" r:id="R0c1c801150274218"/>
    <p:sldId xmlns:r="http://schemas.openxmlformats.org/officeDocument/2006/relationships" id="395" r:id="R27bdadd472fa4c45"/>
    <p:sldId xmlns:r="http://schemas.openxmlformats.org/officeDocument/2006/relationships" id="396" r:id="Ra22ba488bb1743c5"/>
    <p:sldId xmlns:r="http://schemas.openxmlformats.org/officeDocument/2006/relationships" id="397" r:id="R01f72183a06b4149"/>
    <p:sldId xmlns:r="http://schemas.openxmlformats.org/officeDocument/2006/relationships" id="398" r:id="R69e7d72018ee41e1"/>
    <p:sldId xmlns:r="http://schemas.openxmlformats.org/officeDocument/2006/relationships" id="399" r:id="R685a44c2fb6a4281"/>
    <p:sldId xmlns:r="http://schemas.openxmlformats.org/officeDocument/2006/relationships" id="400" r:id="R8740ade2e9a5497d"/>
    <p:sldId xmlns:r="http://schemas.openxmlformats.org/officeDocument/2006/relationships" id="401" r:id="Rf033cf4ab4d04bc2"/>
    <p:sldId xmlns:r="http://schemas.openxmlformats.org/officeDocument/2006/relationships" id="402" r:id="R2e0ef27795f04df2"/>
    <p:sldId xmlns:r="http://schemas.openxmlformats.org/officeDocument/2006/relationships" id="403" r:id="R78bf6e546e2c4754"/>
    <p:sldId xmlns:r="http://schemas.openxmlformats.org/officeDocument/2006/relationships" id="404" r:id="Rcd651cd09873486c"/>
    <p:sldId xmlns:r="http://schemas.openxmlformats.org/officeDocument/2006/relationships" id="405" r:id="R156d441f76a145ac"/>
    <p:sldId xmlns:r="http://schemas.openxmlformats.org/officeDocument/2006/relationships" id="406" r:id="R0e7f947f03444f19"/>
    <p:sldId xmlns:r="http://schemas.openxmlformats.org/officeDocument/2006/relationships" id="407" r:id="Rf6215b76b2cd45e3"/>
    <p:sldId xmlns:r="http://schemas.openxmlformats.org/officeDocument/2006/relationships" id="408" r:id="R819ab04bd0c24cd5"/>
    <p:sldId xmlns:r="http://schemas.openxmlformats.org/officeDocument/2006/relationships" id="409" r:id="R733e2231f10b41b3"/>
    <p:sldId xmlns:r="http://schemas.openxmlformats.org/officeDocument/2006/relationships" id="410" r:id="Rebd473f143b943ed"/>
    <p:sldId xmlns:r="http://schemas.openxmlformats.org/officeDocument/2006/relationships" id="411" r:id="R86d8b5a04e444df6"/>
    <p:sldId xmlns:r="http://schemas.openxmlformats.org/officeDocument/2006/relationships" id="412" r:id="R047280c2b13f4b18"/>
    <p:sldId xmlns:r="http://schemas.openxmlformats.org/officeDocument/2006/relationships" id="413" r:id="R003622fe44f3478b"/>
    <p:sldId xmlns:r="http://schemas.openxmlformats.org/officeDocument/2006/relationships" id="414" r:id="R2bdb7051385b4ae0"/>
    <p:sldId xmlns:r="http://schemas.openxmlformats.org/officeDocument/2006/relationships" id="415" r:id="R8e1304c7c6cf40d2"/>
    <p:sldId xmlns:r="http://schemas.openxmlformats.org/officeDocument/2006/relationships" id="416" r:id="Rf90fc60d63a44ec2"/>
    <p:sldId xmlns:r="http://schemas.openxmlformats.org/officeDocument/2006/relationships" id="417" r:id="Rc8e9ab2a19f34187"/>
    <p:sldId xmlns:r="http://schemas.openxmlformats.org/officeDocument/2006/relationships" id="418" r:id="R7268aeba99da47b3"/>
    <p:sldId xmlns:r="http://schemas.openxmlformats.org/officeDocument/2006/relationships" id="419" r:id="Reb68ba62546547d4"/>
    <p:sldId xmlns:r="http://schemas.openxmlformats.org/officeDocument/2006/relationships" id="420" r:id="Rd4308a3cbd7e464e"/>
    <p:sldId xmlns:r="http://schemas.openxmlformats.org/officeDocument/2006/relationships" id="421" r:id="R4086e42f46af4727"/>
    <p:sldId xmlns:r="http://schemas.openxmlformats.org/officeDocument/2006/relationships" id="422" r:id="R4cc0a624ae834c0d"/>
    <p:sldId xmlns:r="http://schemas.openxmlformats.org/officeDocument/2006/relationships" id="423" r:id="R826710ee85164275"/>
    <p:sldId xmlns:r="http://schemas.openxmlformats.org/officeDocument/2006/relationships" id="424" r:id="R09bcfeba848740ad"/>
    <p:sldId xmlns:r="http://schemas.openxmlformats.org/officeDocument/2006/relationships" id="425" r:id="R009f4e4f585f42ab"/>
    <p:sldId xmlns:r="http://schemas.openxmlformats.org/officeDocument/2006/relationships" id="426" r:id="R63ec1339e5d44f4e"/>
    <p:sldId xmlns:r="http://schemas.openxmlformats.org/officeDocument/2006/relationships" id="427" r:id="R88fca6108ec94b5a"/>
    <p:sldId xmlns:r="http://schemas.openxmlformats.org/officeDocument/2006/relationships" id="428" r:id="Ra30f54abe76d4608"/>
    <p:sldId xmlns:r="http://schemas.openxmlformats.org/officeDocument/2006/relationships" id="429" r:id="Rdbb3e3ceb6b045d4"/>
    <p:sldId xmlns:r="http://schemas.openxmlformats.org/officeDocument/2006/relationships" id="430" r:id="R452c44b909374d95"/>
    <p:sldId xmlns:r="http://schemas.openxmlformats.org/officeDocument/2006/relationships" id="431" r:id="R958f88670622465c"/>
    <p:sldId xmlns:r="http://schemas.openxmlformats.org/officeDocument/2006/relationships" id="432" r:id="R514eb88105974815"/>
    <p:sldId xmlns:r="http://schemas.openxmlformats.org/officeDocument/2006/relationships" id="433" r:id="R62c6b11ae4ce44b3"/>
    <p:sldId xmlns:r="http://schemas.openxmlformats.org/officeDocument/2006/relationships" id="434" r:id="R9d4637acffa44615"/>
    <p:sldId xmlns:r="http://schemas.openxmlformats.org/officeDocument/2006/relationships" id="435" r:id="R82b979dabaff4c13"/>
    <p:sldId xmlns:r="http://schemas.openxmlformats.org/officeDocument/2006/relationships" id="436" r:id="Rcb57042fa6ec4031"/>
    <p:sldId xmlns:r="http://schemas.openxmlformats.org/officeDocument/2006/relationships" id="437" r:id="R6e3625820e2c4afa"/>
    <p:sldId xmlns:r="http://schemas.openxmlformats.org/officeDocument/2006/relationships" id="438" r:id="R7da5c64474294a77"/>
    <p:sldId xmlns:r="http://schemas.openxmlformats.org/officeDocument/2006/relationships" id="439" r:id="R87999d6f78f04f2c"/>
    <p:sldId xmlns:r="http://schemas.openxmlformats.org/officeDocument/2006/relationships" id="440" r:id="R7445967e5a6140cf"/>
    <p:sldId xmlns:r="http://schemas.openxmlformats.org/officeDocument/2006/relationships" id="441" r:id="Rb95a763f86b4445f"/>
    <p:sldId xmlns:r="http://schemas.openxmlformats.org/officeDocument/2006/relationships" id="442" r:id="R6ef6c1dcad044515"/>
    <p:sldId xmlns:r="http://schemas.openxmlformats.org/officeDocument/2006/relationships" id="443" r:id="Rfd0b11d509514e8e"/>
    <p:sldId xmlns:r="http://schemas.openxmlformats.org/officeDocument/2006/relationships" id="444" r:id="R123ec87a0a474452"/>
    <p:sldId xmlns:r="http://schemas.openxmlformats.org/officeDocument/2006/relationships" id="445" r:id="R6817ebfb7dd74c60"/>
    <p:sldId xmlns:r="http://schemas.openxmlformats.org/officeDocument/2006/relationships" id="446" r:id="Rc3b1fad70e3f485f"/>
    <p:sldId xmlns:r="http://schemas.openxmlformats.org/officeDocument/2006/relationships" id="447" r:id="R9114ed6c80a94382"/>
    <p:sldId xmlns:r="http://schemas.openxmlformats.org/officeDocument/2006/relationships" id="448" r:id="Rcddea07ba9e945a4"/>
    <p:sldId xmlns:r="http://schemas.openxmlformats.org/officeDocument/2006/relationships" id="449" r:id="R5d3c39004b624f5f"/>
    <p:sldId xmlns:r="http://schemas.openxmlformats.org/officeDocument/2006/relationships" id="450" r:id="R059863ca0b7e4253"/>
    <p:sldId xmlns:r="http://schemas.openxmlformats.org/officeDocument/2006/relationships" id="451" r:id="R2bc290dd2f184cd7"/>
    <p:sldId xmlns:r="http://schemas.openxmlformats.org/officeDocument/2006/relationships" id="452" r:id="R3d3547e329bd4c50"/>
    <p:sldId xmlns:r="http://schemas.openxmlformats.org/officeDocument/2006/relationships" id="453" r:id="R838afdf13df943cd"/>
    <p:sldId xmlns:r="http://schemas.openxmlformats.org/officeDocument/2006/relationships" id="454" r:id="R9fe556629d5f4d3a"/>
    <p:sldId xmlns:r="http://schemas.openxmlformats.org/officeDocument/2006/relationships" id="455" r:id="R5b16233e0e014fb6"/>
    <p:sldId xmlns:r="http://schemas.openxmlformats.org/officeDocument/2006/relationships" id="456" r:id="R90f5ea9500ea4bfc"/>
    <p:sldId xmlns:r="http://schemas.openxmlformats.org/officeDocument/2006/relationships" id="457" r:id="R936566b1f15e4c3b"/>
    <p:sldId xmlns:r="http://schemas.openxmlformats.org/officeDocument/2006/relationships" id="458" r:id="Re1a9f45efbb34aff"/>
    <p:sldId xmlns:r="http://schemas.openxmlformats.org/officeDocument/2006/relationships" id="459" r:id="R109d7ef3e6664888"/>
    <p:sldId xmlns:r="http://schemas.openxmlformats.org/officeDocument/2006/relationships" id="460" r:id="R0585faae2b0641a1"/>
    <p:sldId xmlns:r="http://schemas.openxmlformats.org/officeDocument/2006/relationships" id="461" r:id="Rcc042ca1ff17449c"/>
    <p:sldId xmlns:r="http://schemas.openxmlformats.org/officeDocument/2006/relationships" id="462" r:id="R5bbd7938717d4388"/>
    <p:sldId xmlns:r="http://schemas.openxmlformats.org/officeDocument/2006/relationships" id="463" r:id="R3c31a2f2efbc4f1e"/>
    <p:sldId xmlns:r="http://schemas.openxmlformats.org/officeDocument/2006/relationships" id="464" r:id="Ra5d149980c504467"/>
    <p:sldId xmlns:r="http://schemas.openxmlformats.org/officeDocument/2006/relationships" id="465" r:id="R007101a6412c42a2"/>
    <p:sldId xmlns:r="http://schemas.openxmlformats.org/officeDocument/2006/relationships" id="466" r:id="R719abc16e5be49d6"/>
    <p:sldId xmlns:r="http://schemas.openxmlformats.org/officeDocument/2006/relationships" id="467" r:id="R9f283ac7dff446d1"/>
    <p:sldId xmlns:r="http://schemas.openxmlformats.org/officeDocument/2006/relationships" id="468" r:id="Rc872303d9b6a4f0a"/>
    <p:sldId xmlns:r="http://schemas.openxmlformats.org/officeDocument/2006/relationships" id="469" r:id="R4368d2051030426b"/>
    <p:sldId xmlns:r="http://schemas.openxmlformats.org/officeDocument/2006/relationships" id="470" r:id="R050bbf6481b74a3d"/>
    <p:sldId xmlns:r="http://schemas.openxmlformats.org/officeDocument/2006/relationships" id="471" r:id="R1c001e4c40214242"/>
    <p:sldId xmlns:r="http://schemas.openxmlformats.org/officeDocument/2006/relationships" id="472" r:id="R6b8d88b8440b42d8"/>
    <p:sldId xmlns:r="http://schemas.openxmlformats.org/officeDocument/2006/relationships" id="473" r:id="R54d7add3b8834d22"/>
    <p:sldId xmlns:r="http://schemas.openxmlformats.org/officeDocument/2006/relationships" id="474" r:id="Rab84c10214214422"/>
    <p:sldId xmlns:r="http://schemas.openxmlformats.org/officeDocument/2006/relationships" id="475" r:id="R43843986944645f7"/>
    <p:sldId xmlns:r="http://schemas.openxmlformats.org/officeDocument/2006/relationships" id="476" r:id="Rd69ec4cbb9e74fb7"/>
    <p:sldId xmlns:r="http://schemas.openxmlformats.org/officeDocument/2006/relationships" id="477" r:id="R103e72396d3d4615"/>
    <p:sldId xmlns:r="http://schemas.openxmlformats.org/officeDocument/2006/relationships" id="478" r:id="R5023febd918e475b"/>
    <p:sldId xmlns:r="http://schemas.openxmlformats.org/officeDocument/2006/relationships" id="479" r:id="R9c7b9c5c02ed415a"/>
    <p:sldId xmlns:r="http://schemas.openxmlformats.org/officeDocument/2006/relationships" id="480" r:id="Rc159875b0be64be8"/>
    <p:sldId xmlns:r="http://schemas.openxmlformats.org/officeDocument/2006/relationships" id="481" r:id="Rabcfbca9ae98414b"/>
    <p:sldId xmlns:r="http://schemas.openxmlformats.org/officeDocument/2006/relationships" id="482" r:id="Rbd26f9fb52f94a14"/>
    <p:sldId xmlns:r="http://schemas.openxmlformats.org/officeDocument/2006/relationships" id="483" r:id="R6137e735abb44534"/>
    <p:sldId xmlns:r="http://schemas.openxmlformats.org/officeDocument/2006/relationships" id="484" r:id="R738367ebde90456d"/>
    <p:sldId xmlns:r="http://schemas.openxmlformats.org/officeDocument/2006/relationships" id="485" r:id="R88c1ef89018248e7"/>
    <p:sldId xmlns:r="http://schemas.openxmlformats.org/officeDocument/2006/relationships" id="486" r:id="Raf31338caa244324"/>
    <p:sldId xmlns:r="http://schemas.openxmlformats.org/officeDocument/2006/relationships" id="487" r:id="R1371057dd7744c65"/>
    <p:sldId xmlns:r="http://schemas.openxmlformats.org/officeDocument/2006/relationships" id="488" r:id="R3a192bd8518643da"/>
    <p:sldId xmlns:r="http://schemas.openxmlformats.org/officeDocument/2006/relationships" id="489" r:id="R5944e73e66854fd8"/>
    <p:sldId xmlns:r="http://schemas.openxmlformats.org/officeDocument/2006/relationships" id="490" r:id="Ra5bd9d710e1541e8"/>
    <p:sldId xmlns:r="http://schemas.openxmlformats.org/officeDocument/2006/relationships" id="491" r:id="R62635cc9d06e491b"/>
    <p:sldId xmlns:r="http://schemas.openxmlformats.org/officeDocument/2006/relationships" id="492" r:id="R56b569809d71433d"/>
    <p:sldId xmlns:r="http://schemas.openxmlformats.org/officeDocument/2006/relationships" id="493" r:id="R942e4b65c35448aa"/>
    <p:sldId xmlns:r="http://schemas.openxmlformats.org/officeDocument/2006/relationships" id="494" r:id="Rddec19fc61ca4b41"/>
    <p:sldId xmlns:r="http://schemas.openxmlformats.org/officeDocument/2006/relationships" id="495" r:id="R059000012798419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ac6ad268004ab3" /><Relationship Type="http://schemas.openxmlformats.org/officeDocument/2006/relationships/slideMaster" Target="/ppt/slideMasters/slideMaster1.xml" Id="R3ade5d838a144ca8" /><Relationship Type="http://schemas.openxmlformats.org/officeDocument/2006/relationships/notesMaster" Target="/ppt/notesMasters/notesMaster1.xml" Id="R674be3d7bc774e7d" /><Relationship Type="http://schemas.openxmlformats.org/officeDocument/2006/relationships/presProps" Target="/ppt/presProps.xml" Id="Rd0ae4049dedf4ca0" /><Relationship Type="http://schemas.openxmlformats.org/officeDocument/2006/relationships/tableStyles" Target="/ppt/tableStyles.xml" Id="Re5aad77e21564d46" /><Relationship Type="http://schemas.openxmlformats.org/officeDocument/2006/relationships/slide" Target="/ppt/slides/slide1.xml" Id="R0e2169ad521a465d" /><Relationship Type="http://schemas.openxmlformats.org/officeDocument/2006/relationships/slide" Target="/ppt/slides/slide2.xml" Id="R3c65187996b04002" /><Relationship Type="http://schemas.openxmlformats.org/officeDocument/2006/relationships/slide" Target="/ppt/slides/slide3.xml" Id="R19ba1588830b4d84" /><Relationship Type="http://schemas.openxmlformats.org/officeDocument/2006/relationships/slide" Target="/ppt/slides/slide4.xml" Id="R9c927f2da7954628" /><Relationship Type="http://schemas.openxmlformats.org/officeDocument/2006/relationships/slide" Target="/ppt/slides/slide5.xml" Id="R92684faa93d54f4c" /><Relationship Type="http://schemas.openxmlformats.org/officeDocument/2006/relationships/slide" Target="/ppt/slides/slide6.xml" Id="R087925ac78134c34" /><Relationship Type="http://schemas.openxmlformats.org/officeDocument/2006/relationships/slide" Target="/ppt/slides/slide7.xml" Id="Rea7b8f1dd6134ef6" /><Relationship Type="http://schemas.openxmlformats.org/officeDocument/2006/relationships/slide" Target="/ppt/slides/slide8.xml" Id="R5d8b9752d77f4bc7" /><Relationship Type="http://schemas.openxmlformats.org/officeDocument/2006/relationships/slide" Target="/ppt/slides/slide9.xml" Id="Rdd8640718a0f4955" /><Relationship Type="http://schemas.openxmlformats.org/officeDocument/2006/relationships/slide" Target="/ppt/slides/slide10.xml" Id="R833465c604134100" /><Relationship Type="http://schemas.openxmlformats.org/officeDocument/2006/relationships/slide" Target="/ppt/slides/slide11.xml" Id="R652fa5dc48664535" /><Relationship Type="http://schemas.openxmlformats.org/officeDocument/2006/relationships/slide" Target="/ppt/slides/slide12.xml" Id="R8542d40769934d97" /><Relationship Type="http://schemas.openxmlformats.org/officeDocument/2006/relationships/slide" Target="/ppt/slides/slide13.xml" Id="Raab7a9a2a31e408f" /><Relationship Type="http://schemas.openxmlformats.org/officeDocument/2006/relationships/slide" Target="/ppt/slides/slide14.xml" Id="Rb7b600c7d95f488c" /><Relationship Type="http://schemas.openxmlformats.org/officeDocument/2006/relationships/slide" Target="/ppt/slides/slide15.xml" Id="R9e61c156514c43c5" /><Relationship Type="http://schemas.openxmlformats.org/officeDocument/2006/relationships/slide" Target="/ppt/slides/slide16.xml" Id="R8a17f05a30be446d" /><Relationship Type="http://schemas.openxmlformats.org/officeDocument/2006/relationships/slide" Target="/ppt/slides/slide17.xml" Id="R44b751856de74b4b" /><Relationship Type="http://schemas.openxmlformats.org/officeDocument/2006/relationships/slide" Target="/ppt/slides/slide18.xml" Id="R9772acce84a84e1a" /><Relationship Type="http://schemas.openxmlformats.org/officeDocument/2006/relationships/slide" Target="/ppt/slides/slide19.xml" Id="R03e3d0eb2f6a4c7b" /><Relationship Type="http://schemas.openxmlformats.org/officeDocument/2006/relationships/slide" Target="/ppt/slides/slide20.xml" Id="R9f60834c42324dac" /><Relationship Type="http://schemas.openxmlformats.org/officeDocument/2006/relationships/slide" Target="/ppt/slides/slide21.xml" Id="R7f08b5a766034aac" /><Relationship Type="http://schemas.openxmlformats.org/officeDocument/2006/relationships/slide" Target="/ppt/slides/slide22.xml" Id="Radb060c073bf408f" /><Relationship Type="http://schemas.openxmlformats.org/officeDocument/2006/relationships/slide" Target="/ppt/slides/slide23.xml" Id="R082bff83905244f2" /><Relationship Type="http://schemas.openxmlformats.org/officeDocument/2006/relationships/slide" Target="/ppt/slides/slide24.xml" Id="Rb5028ae50e644258" /><Relationship Type="http://schemas.openxmlformats.org/officeDocument/2006/relationships/slide" Target="/ppt/slides/slide25.xml" Id="R0b937d5521d94f67" /><Relationship Type="http://schemas.openxmlformats.org/officeDocument/2006/relationships/slide" Target="/ppt/slides/slide26.xml" Id="R76e3072a49954682" /><Relationship Type="http://schemas.openxmlformats.org/officeDocument/2006/relationships/slide" Target="/ppt/slides/slide27.xml" Id="R985f3935eaab450b" /><Relationship Type="http://schemas.openxmlformats.org/officeDocument/2006/relationships/slide" Target="/ppt/slides/slide28.xml" Id="Rc6528d0b2dba4d99" /><Relationship Type="http://schemas.openxmlformats.org/officeDocument/2006/relationships/slide" Target="/ppt/slides/slide29.xml" Id="R55c979fb06624f52" /><Relationship Type="http://schemas.openxmlformats.org/officeDocument/2006/relationships/slide" Target="/ppt/slides/slide30.xml" Id="Rc3ce83d3c29e4f5b" /><Relationship Type="http://schemas.openxmlformats.org/officeDocument/2006/relationships/slide" Target="/ppt/slides/slide31.xml" Id="R881335724bca4f9c" /><Relationship Type="http://schemas.openxmlformats.org/officeDocument/2006/relationships/slide" Target="/ppt/slides/slide32.xml" Id="R8e11553784994626" /><Relationship Type="http://schemas.openxmlformats.org/officeDocument/2006/relationships/slide" Target="/ppt/slides/slide33.xml" Id="R6007ba73e2de4f4d" /><Relationship Type="http://schemas.openxmlformats.org/officeDocument/2006/relationships/slide" Target="/ppt/slides/slide34.xml" Id="R83e5d9b7108c4602" /><Relationship Type="http://schemas.openxmlformats.org/officeDocument/2006/relationships/slide" Target="/ppt/slides/slide35.xml" Id="Ra664a5986a9a4137" /><Relationship Type="http://schemas.openxmlformats.org/officeDocument/2006/relationships/slide" Target="/ppt/slides/slide36.xml" Id="R6864b5ebb5cd4000" /><Relationship Type="http://schemas.openxmlformats.org/officeDocument/2006/relationships/slide" Target="/ppt/slides/slide37.xml" Id="R77fd6807e5ef4bf3" /><Relationship Type="http://schemas.openxmlformats.org/officeDocument/2006/relationships/slide" Target="/ppt/slides/slide38.xml" Id="R55ef705b7d0a4d30" /><Relationship Type="http://schemas.openxmlformats.org/officeDocument/2006/relationships/slide" Target="/ppt/slides/slide39.xml" Id="Re11802ae55194d2c" /><Relationship Type="http://schemas.openxmlformats.org/officeDocument/2006/relationships/slide" Target="/ppt/slides/slide40.xml" Id="Ra45b669b2b90494f" /><Relationship Type="http://schemas.openxmlformats.org/officeDocument/2006/relationships/slide" Target="/ppt/slides/slide41.xml" Id="R7b4406f6d15e4ba6" /><Relationship Type="http://schemas.openxmlformats.org/officeDocument/2006/relationships/slide" Target="/ppt/slides/slide42.xml" Id="Rd9428ec402d847ab" /><Relationship Type="http://schemas.openxmlformats.org/officeDocument/2006/relationships/slide" Target="/ppt/slides/slide43.xml" Id="R82e55889c8ba4117" /><Relationship Type="http://schemas.openxmlformats.org/officeDocument/2006/relationships/slide" Target="/ppt/slides/slide44.xml" Id="Rd826090befc1412e" /><Relationship Type="http://schemas.openxmlformats.org/officeDocument/2006/relationships/slide" Target="/ppt/slides/slide45.xml" Id="R8137e846cb7f4196" /><Relationship Type="http://schemas.openxmlformats.org/officeDocument/2006/relationships/slide" Target="/ppt/slides/slide46.xml" Id="R8c019e406fc14d50" /><Relationship Type="http://schemas.openxmlformats.org/officeDocument/2006/relationships/slide" Target="/ppt/slides/slide47.xml" Id="R7cb82952c0824e3a" /><Relationship Type="http://schemas.openxmlformats.org/officeDocument/2006/relationships/slide" Target="/ppt/slides/slide48.xml" Id="Rdba708a48cac4871" /><Relationship Type="http://schemas.openxmlformats.org/officeDocument/2006/relationships/slide" Target="/ppt/slides/slide49.xml" Id="R99717a2804db42cc" /><Relationship Type="http://schemas.openxmlformats.org/officeDocument/2006/relationships/slide" Target="/ppt/slides/slide50.xml" Id="Rc36ca751242d4b79" /><Relationship Type="http://schemas.openxmlformats.org/officeDocument/2006/relationships/slide" Target="/ppt/slides/slide51.xml" Id="R8439cda1d4b943ce" /><Relationship Type="http://schemas.openxmlformats.org/officeDocument/2006/relationships/slide" Target="/ppt/slides/slide52.xml" Id="Rf84b531d1fd94f52" /><Relationship Type="http://schemas.openxmlformats.org/officeDocument/2006/relationships/slide" Target="/ppt/slides/slide53.xml" Id="Re76ec5d8c83a496e" /><Relationship Type="http://schemas.openxmlformats.org/officeDocument/2006/relationships/slide" Target="/ppt/slides/slide54.xml" Id="R8602b9c8d7df4b8f" /><Relationship Type="http://schemas.openxmlformats.org/officeDocument/2006/relationships/slide" Target="/ppt/slides/slide55.xml" Id="R5fbc5c4d56164ae3" /><Relationship Type="http://schemas.openxmlformats.org/officeDocument/2006/relationships/slide" Target="/ppt/slides/slide56.xml" Id="R0a9a8b20f15b40d7" /><Relationship Type="http://schemas.openxmlformats.org/officeDocument/2006/relationships/slide" Target="/ppt/slides/slide57.xml" Id="R859bcbdb09554864" /><Relationship Type="http://schemas.openxmlformats.org/officeDocument/2006/relationships/slide" Target="/ppt/slides/slide58.xml" Id="Rd673fb0922304582" /><Relationship Type="http://schemas.openxmlformats.org/officeDocument/2006/relationships/slide" Target="/ppt/slides/slide59.xml" Id="R9438fbdd9baf44ff" /><Relationship Type="http://schemas.openxmlformats.org/officeDocument/2006/relationships/slide" Target="/ppt/slides/slide60.xml" Id="Rab10ef2a38ad448d" /><Relationship Type="http://schemas.openxmlformats.org/officeDocument/2006/relationships/slide" Target="/ppt/slides/slide61.xml" Id="Rcaf989ca633a4800" /><Relationship Type="http://schemas.openxmlformats.org/officeDocument/2006/relationships/slide" Target="/ppt/slides/slide62.xml" Id="Rfd630c1796d64e0a" /><Relationship Type="http://schemas.openxmlformats.org/officeDocument/2006/relationships/slide" Target="/ppt/slides/slide63.xml" Id="R4600ec63b70a4365" /><Relationship Type="http://schemas.openxmlformats.org/officeDocument/2006/relationships/slide" Target="/ppt/slides/slide64.xml" Id="R415c2863bc244d7d" /><Relationship Type="http://schemas.openxmlformats.org/officeDocument/2006/relationships/slide" Target="/ppt/slides/slide65.xml" Id="Rb7ac73033e084124" /><Relationship Type="http://schemas.openxmlformats.org/officeDocument/2006/relationships/slide" Target="/ppt/slides/slide66.xml" Id="Re20631df0f504730" /><Relationship Type="http://schemas.openxmlformats.org/officeDocument/2006/relationships/slide" Target="/ppt/slides/slide67.xml" Id="R266ab0ef77cd42cd" /><Relationship Type="http://schemas.openxmlformats.org/officeDocument/2006/relationships/slide" Target="/ppt/slides/slide68.xml" Id="R4e1cc7006df14542" /><Relationship Type="http://schemas.openxmlformats.org/officeDocument/2006/relationships/slide" Target="/ppt/slides/slide69.xml" Id="R99eaa5d88b964336" /><Relationship Type="http://schemas.openxmlformats.org/officeDocument/2006/relationships/slide" Target="/ppt/slides/slide70.xml" Id="R1a8f0c42a4674e8c" /><Relationship Type="http://schemas.openxmlformats.org/officeDocument/2006/relationships/slide" Target="/ppt/slides/slide71.xml" Id="R5c5aa31dad124c7b" /><Relationship Type="http://schemas.openxmlformats.org/officeDocument/2006/relationships/slide" Target="/ppt/slides/slide72.xml" Id="Rbbc6bad9172b42d9" /><Relationship Type="http://schemas.openxmlformats.org/officeDocument/2006/relationships/slide" Target="/ppt/slides/slide73.xml" Id="R3b7c022a7329410f" /><Relationship Type="http://schemas.openxmlformats.org/officeDocument/2006/relationships/slide" Target="/ppt/slides/slide74.xml" Id="R6aa6ee04280548f9" /><Relationship Type="http://schemas.openxmlformats.org/officeDocument/2006/relationships/slide" Target="/ppt/slides/slide75.xml" Id="Re8e648c3a1904190" /><Relationship Type="http://schemas.openxmlformats.org/officeDocument/2006/relationships/slide" Target="/ppt/slides/slide76.xml" Id="Rf7b2a073a4d3428d" /><Relationship Type="http://schemas.openxmlformats.org/officeDocument/2006/relationships/slide" Target="/ppt/slides/slide77.xml" Id="Rb74dd95267924a1d" /><Relationship Type="http://schemas.openxmlformats.org/officeDocument/2006/relationships/slide" Target="/ppt/slides/slide78.xml" Id="Rbcab3fde541c4870" /><Relationship Type="http://schemas.openxmlformats.org/officeDocument/2006/relationships/slide" Target="/ppt/slides/slide79.xml" Id="R3267387b8bb84e2a" /><Relationship Type="http://schemas.openxmlformats.org/officeDocument/2006/relationships/slide" Target="/ppt/slides/slide80.xml" Id="R797be740e74c4d35" /><Relationship Type="http://schemas.openxmlformats.org/officeDocument/2006/relationships/slide" Target="/ppt/slides/slide81.xml" Id="R1ed7d71fa44b4835" /><Relationship Type="http://schemas.openxmlformats.org/officeDocument/2006/relationships/slide" Target="/ppt/slides/slide82.xml" Id="Rda9d420037ad4185" /><Relationship Type="http://schemas.openxmlformats.org/officeDocument/2006/relationships/slide" Target="/ppt/slides/slide83.xml" Id="R702a638545fb42e8" /><Relationship Type="http://schemas.openxmlformats.org/officeDocument/2006/relationships/slide" Target="/ppt/slides/slide84.xml" Id="Rde84ed2ed9974e04" /><Relationship Type="http://schemas.openxmlformats.org/officeDocument/2006/relationships/slide" Target="/ppt/slides/slide85.xml" Id="R590d9b0a68a64eae" /><Relationship Type="http://schemas.openxmlformats.org/officeDocument/2006/relationships/slide" Target="/ppt/slides/slide86.xml" Id="R9ea5ed39c7ea41ce" /><Relationship Type="http://schemas.openxmlformats.org/officeDocument/2006/relationships/slide" Target="/ppt/slides/slide87.xml" Id="R83364ffb0c4e4162" /><Relationship Type="http://schemas.openxmlformats.org/officeDocument/2006/relationships/slide" Target="/ppt/slides/slide88.xml" Id="R7f761eeba36d4051" /><Relationship Type="http://schemas.openxmlformats.org/officeDocument/2006/relationships/slide" Target="/ppt/slides/slide89.xml" Id="Rf7157579ac0b4fca" /><Relationship Type="http://schemas.openxmlformats.org/officeDocument/2006/relationships/slide" Target="/ppt/slides/slide90.xml" Id="R6e774c70043e4e30" /><Relationship Type="http://schemas.openxmlformats.org/officeDocument/2006/relationships/slide" Target="/ppt/slides/slide91.xml" Id="Rba5a1e62d3664da6" /><Relationship Type="http://schemas.openxmlformats.org/officeDocument/2006/relationships/slide" Target="/ppt/slides/slide92.xml" Id="Rbd9c9eeddf5a491d" /><Relationship Type="http://schemas.openxmlformats.org/officeDocument/2006/relationships/slide" Target="/ppt/slides/slide93.xml" Id="R54253a6e790c4187" /><Relationship Type="http://schemas.openxmlformats.org/officeDocument/2006/relationships/slide" Target="/ppt/slides/slide94.xml" Id="R6dfd582e794e4c12" /><Relationship Type="http://schemas.openxmlformats.org/officeDocument/2006/relationships/slide" Target="/ppt/slides/slide95.xml" Id="R776c59de19de4712" /><Relationship Type="http://schemas.openxmlformats.org/officeDocument/2006/relationships/slide" Target="/ppt/slides/slide96.xml" Id="Rfd057d2f6c8c4a2f" /><Relationship Type="http://schemas.openxmlformats.org/officeDocument/2006/relationships/slide" Target="/ppt/slides/slide97.xml" Id="R094465ce35264399" /><Relationship Type="http://schemas.openxmlformats.org/officeDocument/2006/relationships/slide" Target="/ppt/slides/slide98.xml" Id="Rea9dc7a26321403e" /><Relationship Type="http://schemas.openxmlformats.org/officeDocument/2006/relationships/slide" Target="/ppt/slides/slide99.xml" Id="R2e4ed85cd6564570" /><Relationship Type="http://schemas.openxmlformats.org/officeDocument/2006/relationships/slide" Target="/ppt/slides/slide100.xml" Id="R94243c0f1fea4848" /><Relationship Type="http://schemas.openxmlformats.org/officeDocument/2006/relationships/slide" Target="/ppt/slides/slide101.xml" Id="R3029803a645b45e5" /><Relationship Type="http://schemas.openxmlformats.org/officeDocument/2006/relationships/slide" Target="/ppt/slides/slide102.xml" Id="R4e9fca7b4ea8455e" /><Relationship Type="http://schemas.openxmlformats.org/officeDocument/2006/relationships/slide" Target="/ppt/slides/slide103.xml" Id="R23b85f4d30fb45e8" /><Relationship Type="http://schemas.openxmlformats.org/officeDocument/2006/relationships/slide" Target="/ppt/slides/slide104.xml" Id="Rdb5ee6157f814182" /><Relationship Type="http://schemas.openxmlformats.org/officeDocument/2006/relationships/slide" Target="/ppt/slides/slide105.xml" Id="Rf706012e8c654d8a" /><Relationship Type="http://schemas.openxmlformats.org/officeDocument/2006/relationships/slide" Target="/ppt/slides/slide106.xml" Id="R71292dbc7a0a49d1" /><Relationship Type="http://schemas.openxmlformats.org/officeDocument/2006/relationships/slide" Target="/ppt/slides/slide107.xml" Id="Rbb457c15bee9407a" /><Relationship Type="http://schemas.openxmlformats.org/officeDocument/2006/relationships/slide" Target="/ppt/slides/slide108.xml" Id="Rc0dd27af59fa4d68" /><Relationship Type="http://schemas.openxmlformats.org/officeDocument/2006/relationships/slide" Target="/ppt/slides/slide109.xml" Id="Re219a97550ea4147" /><Relationship Type="http://schemas.openxmlformats.org/officeDocument/2006/relationships/slide" Target="/ppt/slides/slide110.xml" Id="R98cc06d4e1f04a75" /><Relationship Type="http://schemas.openxmlformats.org/officeDocument/2006/relationships/slide" Target="/ppt/slides/slide111.xml" Id="Rb1efcbafe0524cb0" /><Relationship Type="http://schemas.openxmlformats.org/officeDocument/2006/relationships/slide" Target="/ppt/slides/slide112.xml" Id="R139c16527e874740" /><Relationship Type="http://schemas.openxmlformats.org/officeDocument/2006/relationships/slide" Target="/ppt/slides/slide113.xml" Id="R1db9c0cc31e54508" /><Relationship Type="http://schemas.openxmlformats.org/officeDocument/2006/relationships/slide" Target="/ppt/slides/slide114.xml" Id="R0089a3ba3eb24864" /><Relationship Type="http://schemas.openxmlformats.org/officeDocument/2006/relationships/slide" Target="/ppt/slides/slide115.xml" Id="R37f449b2ff4f4680" /><Relationship Type="http://schemas.openxmlformats.org/officeDocument/2006/relationships/slide" Target="/ppt/slides/slide116.xml" Id="Rfd932be18aca435d" /><Relationship Type="http://schemas.openxmlformats.org/officeDocument/2006/relationships/slide" Target="/ppt/slides/slide117.xml" Id="R3b52695ce4e04ee2" /><Relationship Type="http://schemas.openxmlformats.org/officeDocument/2006/relationships/slide" Target="/ppt/slides/slide118.xml" Id="R3ff488f3f71545d0" /><Relationship Type="http://schemas.openxmlformats.org/officeDocument/2006/relationships/slide" Target="/ppt/slides/slide119.xml" Id="R6ff90f24171c4a45" /><Relationship Type="http://schemas.openxmlformats.org/officeDocument/2006/relationships/slide" Target="/ppt/slides/slide120.xml" Id="R29ff9cc76fa147da" /><Relationship Type="http://schemas.openxmlformats.org/officeDocument/2006/relationships/slide" Target="/ppt/slides/slide121.xml" Id="R076514fa4551486c" /><Relationship Type="http://schemas.openxmlformats.org/officeDocument/2006/relationships/slide" Target="/ppt/slides/slide122.xml" Id="Ra358b3ce2eab4909" /><Relationship Type="http://schemas.openxmlformats.org/officeDocument/2006/relationships/slide" Target="/ppt/slides/slide123.xml" Id="R80d457b447a84db1" /><Relationship Type="http://schemas.openxmlformats.org/officeDocument/2006/relationships/slide" Target="/ppt/slides/slide124.xml" Id="R2575b7a33dea49db" /><Relationship Type="http://schemas.openxmlformats.org/officeDocument/2006/relationships/slide" Target="/ppt/slides/slide125.xml" Id="Ra01023fd180a4aa7" /><Relationship Type="http://schemas.openxmlformats.org/officeDocument/2006/relationships/slide" Target="/ppt/slides/slide126.xml" Id="R40fffd567dc94a83" /><Relationship Type="http://schemas.openxmlformats.org/officeDocument/2006/relationships/slide" Target="/ppt/slides/slide127.xml" Id="Rd56a7d538c3e45b7" /><Relationship Type="http://schemas.openxmlformats.org/officeDocument/2006/relationships/slide" Target="/ppt/slides/slide128.xml" Id="Rdbfb21f3b40c44ca" /><Relationship Type="http://schemas.openxmlformats.org/officeDocument/2006/relationships/slide" Target="/ppt/slides/slide129.xml" Id="R1509dad0da1b443e" /><Relationship Type="http://schemas.openxmlformats.org/officeDocument/2006/relationships/slide" Target="/ppt/slides/slide130.xml" Id="R0fc249f4c88b4251" /><Relationship Type="http://schemas.openxmlformats.org/officeDocument/2006/relationships/slide" Target="/ppt/slides/slide131.xml" Id="R5e053963b7084677" /><Relationship Type="http://schemas.openxmlformats.org/officeDocument/2006/relationships/slide" Target="/ppt/slides/slide132.xml" Id="Rbd25986a7e4e40b5" /><Relationship Type="http://schemas.openxmlformats.org/officeDocument/2006/relationships/slide" Target="/ppt/slides/slide133.xml" Id="Ra916f9a0195b4601" /><Relationship Type="http://schemas.openxmlformats.org/officeDocument/2006/relationships/slide" Target="/ppt/slides/slide134.xml" Id="R8516ca963819466f" /><Relationship Type="http://schemas.openxmlformats.org/officeDocument/2006/relationships/slide" Target="/ppt/slides/slide135.xml" Id="R843b8ea8eaa84c39" /><Relationship Type="http://schemas.openxmlformats.org/officeDocument/2006/relationships/slide" Target="/ppt/slides/slide136.xml" Id="R22d4d356af634fa0" /><Relationship Type="http://schemas.openxmlformats.org/officeDocument/2006/relationships/slide" Target="/ppt/slides/slide137.xml" Id="Rec0f07f0c497474a" /><Relationship Type="http://schemas.openxmlformats.org/officeDocument/2006/relationships/slide" Target="/ppt/slides/slide138.xml" Id="R32d1a08c0d604203" /><Relationship Type="http://schemas.openxmlformats.org/officeDocument/2006/relationships/slide" Target="/ppt/slides/slide139.xml" Id="R0c1c801150274218" /><Relationship Type="http://schemas.openxmlformats.org/officeDocument/2006/relationships/slide" Target="/ppt/slides/slide140.xml" Id="R27bdadd472fa4c45" /><Relationship Type="http://schemas.openxmlformats.org/officeDocument/2006/relationships/slide" Target="/ppt/slides/slide141.xml" Id="Ra22ba488bb1743c5" /><Relationship Type="http://schemas.openxmlformats.org/officeDocument/2006/relationships/slide" Target="/ppt/slides/slide142.xml" Id="R01f72183a06b4149" /><Relationship Type="http://schemas.openxmlformats.org/officeDocument/2006/relationships/slide" Target="/ppt/slides/slide143.xml" Id="R69e7d72018ee41e1" /><Relationship Type="http://schemas.openxmlformats.org/officeDocument/2006/relationships/slide" Target="/ppt/slides/slide144.xml" Id="R685a44c2fb6a4281" /><Relationship Type="http://schemas.openxmlformats.org/officeDocument/2006/relationships/slide" Target="/ppt/slides/slide145.xml" Id="R8740ade2e9a5497d" /><Relationship Type="http://schemas.openxmlformats.org/officeDocument/2006/relationships/slide" Target="/ppt/slides/slide146.xml" Id="Rf033cf4ab4d04bc2" /><Relationship Type="http://schemas.openxmlformats.org/officeDocument/2006/relationships/slide" Target="/ppt/slides/slide147.xml" Id="R2e0ef27795f04df2" /><Relationship Type="http://schemas.openxmlformats.org/officeDocument/2006/relationships/slide" Target="/ppt/slides/slide148.xml" Id="R78bf6e546e2c4754" /><Relationship Type="http://schemas.openxmlformats.org/officeDocument/2006/relationships/slide" Target="/ppt/slides/slide149.xml" Id="Rcd651cd09873486c" /><Relationship Type="http://schemas.openxmlformats.org/officeDocument/2006/relationships/slide" Target="/ppt/slides/slide150.xml" Id="R156d441f76a145ac" /><Relationship Type="http://schemas.openxmlformats.org/officeDocument/2006/relationships/slide" Target="/ppt/slides/slide151.xml" Id="R0e7f947f03444f19" /><Relationship Type="http://schemas.openxmlformats.org/officeDocument/2006/relationships/slide" Target="/ppt/slides/slide152.xml" Id="Rf6215b76b2cd45e3" /><Relationship Type="http://schemas.openxmlformats.org/officeDocument/2006/relationships/slide" Target="/ppt/slides/slide153.xml" Id="R819ab04bd0c24cd5" /><Relationship Type="http://schemas.openxmlformats.org/officeDocument/2006/relationships/slide" Target="/ppt/slides/slide154.xml" Id="R733e2231f10b41b3" /><Relationship Type="http://schemas.openxmlformats.org/officeDocument/2006/relationships/slide" Target="/ppt/slides/slide155.xml" Id="Rebd473f143b943ed" /><Relationship Type="http://schemas.openxmlformats.org/officeDocument/2006/relationships/slide" Target="/ppt/slides/slide156.xml" Id="R86d8b5a04e444df6" /><Relationship Type="http://schemas.openxmlformats.org/officeDocument/2006/relationships/slide" Target="/ppt/slides/slide157.xml" Id="R047280c2b13f4b18" /><Relationship Type="http://schemas.openxmlformats.org/officeDocument/2006/relationships/slide" Target="/ppt/slides/slide158.xml" Id="R003622fe44f3478b" /><Relationship Type="http://schemas.openxmlformats.org/officeDocument/2006/relationships/slide" Target="/ppt/slides/slide159.xml" Id="R2bdb7051385b4ae0" /><Relationship Type="http://schemas.openxmlformats.org/officeDocument/2006/relationships/slide" Target="/ppt/slides/slide160.xml" Id="R8e1304c7c6cf40d2" /><Relationship Type="http://schemas.openxmlformats.org/officeDocument/2006/relationships/slide" Target="/ppt/slides/slide161.xml" Id="Rf90fc60d63a44ec2" /><Relationship Type="http://schemas.openxmlformats.org/officeDocument/2006/relationships/slide" Target="/ppt/slides/slide162.xml" Id="Rc8e9ab2a19f34187" /><Relationship Type="http://schemas.openxmlformats.org/officeDocument/2006/relationships/slide" Target="/ppt/slides/slide163.xml" Id="R7268aeba99da47b3" /><Relationship Type="http://schemas.openxmlformats.org/officeDocument/2006/relationships/slide" Target="/ppt/slides/slide164.xml" Id="Reb68ba62546547d4" /><Relationship Type="http://schemas.openxmlformats.org/officeDocument/2006/relationships/slide" Target="/ppt/slides/slide165.xml" Id="Rd4308a3cbd7e464e" /><Relationship Type="http://schemas.openxmlformats.org/officeDocument/2006/relationships/slide" Target="/ppt/slides/slide166.xml" Id="R4086e42f46af4727" /><Relationship Type="http://schemas.openxmlformats.org/officeDocument/2006/relationships/slide" Target="/ppt/slides/slide167.xml" Id="R4cc0a624ae834c0d" /><Relationship Type="http://schemas.openxmlformats.org/officeDocument/2006/relationships/slide" Target="/ppt/slides/slide168.xml" Id="R826710ee85164275" /><Relationship Type="http://schemas.openxmlformats.org/officeDocument/2006/relationships/slide" Target="/ppt/slides/slide169.xml" Id="R09bcfeba848740ad" /><Relationship Type="http://schemas.openxmlformats.org/officeDocument/2006/relationships/slide" Target="/ppt/slides/slide170.xml" Id="R009f4e4f585f42ab" /><Relationship Type="http://schemas.openxmlformats.org/officeDocument/2006/relationships/slide" Target="/ppt/slides/slide171.xml" Id="R63ec1339e5d44f4e" /><Relationship Type="http://schemas.openxmlformats.org/officeDocument/2006/relationships/slide" Target="/ppt/slides/slide172.xml" Id="R88fca6108ec94b5a" /><Relationship Type="http://schemas.openxmlformats.org/officeDocument/2006/relationships/slide" Target="/ppt/slides/slide173.xml" Id="Ra30f54abe76d4608" /><Relationship Type="http://schemas.openxmlformats.org/officeDocument/2006/relationships/slide" Target="/ppt/slides/slide174.xml" Id="Rdbb3e3ceb6b045d4" /><Relationship Type="http://schemas.openxmlformats.org/officeDocument/2006/relationships/slide" Target="/ppt/slides/slide175.xml" Id="R452c44b909374d95" /><Relationship Type="http://schemas.openxmlformats.org/officeDocument/2006/relationships/slide" Target="/ppt/slides/slide176.xml" Id="R958f88670622465c" /><Relationship Type="http://schemas.openxmlformats.org/officeDocument/2006/relationships/slide" Target="/ppt/slides/slide177.xml" Id="R514eb88105974815" /><Relationship Type="http://schemas.openxmlformats.org/officeDocument/2006/relationships/slide" Target="/ppt/slides/slide178.xml" Id="R62c6b11ae4ce44b3" /><Relationship Type="http://schemas.openxmlformats.org/officeDocument/2006/relationships/slide" Target="/ppt/slides/slide179.xml" Id="R9d4637acffa44615" /><Relationship Type="http://schemas.openxmlformats.org/officeDocument/2006/relationships/slide" Target="/ppt/slides/slide180.xml" Id="R82b979dabaff4c13" /><Relationship Type="http://schemas.openxmlformats.org/officeDocument/2006/relationships/slide" Target="/ppt/slides/slide181.xml" Id="Rcb57042fa6ec4031" /><Relationship Type="http://schemas.openxmlformats.org/officeDocument/2006/relationships/slide" Target="/ppt/slides/slide182.xml" Id="R6e3625820e2c4afa" /><Relationship Type="http://schemas.openxmlformats.org/officeDocument/2006/relationships/slide" Target="/ppt/slides/slide183.xml" Id="R7da5c64474294a77" /><Relationship Type="http://schemas.openxmlformats.org/officeDocument/2006/relationships/slide" Target="/ppt/slides/slide184.xml" Id="R87999d6f78f04f2c" /><Relationship Type="http://schemas.openxmlformats.org/officeDocument/2006/relationships/slide" Target="/ppt/slides/slide185.xml" Id="R7445967e5a6140cf" /><Relationship Type="http://schemas.openxmlformats.org/officeDocument/2006/relationships/slide" Target="/ppt/slides/slide186.xml" Id="Rb95a763f86b4445f" /><Relationship Type="http://schemas.openxmlformats.org/officeDocument/2006/relationships/slide" Target="/ppt/slides/slide187.xml" Id="R6ef6c1dcad044515" /><Relationship Type="http://schemas.openxmlformats.org/officeDocument/2006/relationships/slide" Target="/ppt/slides/slide188.xml" Id="Rfd0b11d509514e8e" /><Relationship Type="http://schemas.openxmlformats.org/officeDocument/2006/relationships/slide" Target="/ppt/slides/slide189.xml" Id="R123ec87a0a474452" /><Relationship Type="http://schemas.openxmlformats.org/officeDocument/2006/relationships/slide" Target="/ppt/slides/slide190.xml" Id="R6817ebfb7dd74c60" /><Relationship Type="http://schemas.openxmlformats.org/officeDocument/2006/relationships/slide" Target="/ppt/slides/slide191.xml" Id="Rc3b1fad70e3f485f" /><Relationship Type="http://schemas.openxmlformats.org/officeDocument/2006/relationships/slide" Target="/ppt/slides/slide192.xml" Id="R9114ed6c80a94382" /><Relationship Type="http://schemas.openxmlformats.org/officeDocument/2006/relationships/slide" Target="/ppt/slides/slide193.xml" Id="Rcddea07ba9e945a4" /><Relationship Type="http://schemas.openxmlformats.org/officeDocument/2006/relationships/slide" Target="/ppt/slides/slide194.xml" Id="R5d3c39004b624f5f" /><Relationship Type="http://schemas.openxmlformats.org/officeDocument/2006/relationships/slide" Target="/ppt/slides/slide195.xml" Id="R059863ca0b7e4253" /><Relationship Type="http://schemas.openxmlformats.org/officeDocument/2006/relationships/slide" Target="/ppt/slides/slide196.xml" Id="R2bc290dd2f184cd7" /><Relationship Type="http://schemas.openxmlformats.org/officeDocument/2006/relationships/slide" Target="/ppt/slides/slide197.xml" Id="R3d3547e329bd4c50" /><Relationship Type="http://schemas.openxmlformats.org/officeDocument/2006/relationships/slide" Target="/ppt/slides/slide198.xml" Id="R838afdf13df943cd" /><Relationship Type="http://schemas.openxmlformats.org/officeDocument/2006/relationships/slide" Target="/ppt/slides/slide199.xml" Id="R9fe556629d5f4d3a" /><Relationship Type="http://schemas.openxmlformats.org/officeDocument/2006/relationships/slide" Target="/ppt/slides/slide200.xml" Id="R5b16233e0e014fb6" /><Relationship Type="http://schemas.openxmlformats.org/officeDocument/2006/relationships/slide" Target="/ppt/slides/slide201.xml" Id="R90f5ea9500ea4bfc" /><Relationship Type="http://schemas.openxmlformats.org/officeDocument/2006/relationships/slide" Target="/ppt/slides/slide202.xml" Id="R936566b1f15e4c3b" /><Relationship Type="http://schemas.openxmlformats.org/officeDocument/2006/relationships/slide" Target="/ppt/slides/slide203.xml" Id="Re1a9f45efbb34aff" /><Relationship Type="http://schemas.openxmlformats.org/officeDocument/2006/relationships/slide" Target="/ppt/slides/slide204.xml" Id="R109d7ef3e6664888" /><Relationship Type="http://schemas.openxmlformats.org/officeDocument/2006/relationships/slide" Target="/ppt/slides/slide205.xml" Id="R0585faae2b0641a1" /><Relationship Type="http://schemas.openxmlformats.org/officeDocument/2006/relationships/slide" Target="/ppt/slides/slide206.xml" Id="Rcc042ca1ff17449c" /><Relationship Type="http://schemas.openxmlformats.org/officeDocument/2006/relationships/slide" Target="/ppt/slides/slide207.xml" Id="R5bbd7938717d4388" /><Relationship Type="http://schemas.openxmlformats.org/officeDocument/2006/relationships/slide" Target="/ppt/slides/slide208.xml" Id="R3c31a2f2efbc4f1e" /><Relationship Type="http://schemas.openxmlformats.org/officeDocument/2006/relationships/slide" Target="/ppt/slides/slide209.xml" Id="Ra5d149980c504467" /><Relationship Type="http://schemas.openxmlformats.org/officeDocument/2006/relationships/slide" Target="/ppt/slides/slide210.xml" Id="R007101a6412c42a2" /><Relationship Type="http://schemas.openxmlformats.org/officeDocument/2006/relationships/slide" Target="/ppt/slides/slide211.xml" Id="R719abc16e5be49d6" /><Relationship Type="http://schemas.openxmlformats.org/officeDocument/2006/relationships/slide" Target="/ppt/slides/slide212.xml" Id="R9f283ac7dff446d1" /><Relationship Type="http://schemas.openxmlformats.org/officeDocument/2006/relationships/slide" Target="/ppt/slides/slide213.xml" Id="Rc872303d9b6a4f0a" /><Relationship Type="http://schemas.openxmlformats.org/officeDocument/2006/relationships/slide" Target="/ppt/slides/slide214.xml" Id="R4368d2051030426b" /><Relationship Type="http://schemas.openxmlformats.org/officeDocument/2006/relationships/slide" Target="/ppt/slides/slide215.xml" Id="R050bbf6481b74a3d" /><Relationship Type="http://schemas.openxmlformats.org/officeDocument/2006/relationships/slide" Target="/ppt/slides/slide216.xml" Id="R1c001e4c40214242" /><Relationship Type="http://schemas.openxmlformats.org/officeDocument/2006/relationships/slide" Target="/ppt/slides/slide217.xml" Id="R6b8d88b8440b42d8" /><Relationship Type="http://schemas.openxmlformats.org/officeDocument/2006/relationships/slide" Target="/ppt/slides/slide218.xml" Id="R54d7add3b8834d22" /><Relationship Type="http://schemas.openxmlformats.org/officeDocument/2006/relationships/slide" Target="/ppt/slides/slide219.xml" Id="Rab84c10214214422" /><Relationship Type="http://schemas.openxmlformats.org/officeDocument/2006/relationships/slide" Target="/ppt/slides/slide220.xml" Id="R43843986944645f7" /><Relationship Type="http://schemas.openxmlformats.org/officeDocument/2006/relationships/slide" Target="/ppt/slides/slide221.xml" Id="Rd69ec4cbb9e74fb7" /><Relationship Type="http://schemas.openxmlformats.org/officeDocument/2006/relationships/slide" Target="/ppt/slides/slide222.xml" Id="R103e72396d3d4615" /><Relationship Type="http://schemas.openxmlformats.org/officeDocument/2006/relationships/slide" Target="/ppt/slides/slide223.xml" Id="R5023febd918e475b" /><Relationship Type="http://schemas.openxmlformats.org/officeDocument/2006/relationships/slide" Target="/ppt/slides/slide224.xml" Id="R9c7b9c5c02ed415a" /><Relationship Type="http://schemas.openxmlformats.org/officeDocument/2006/relationships/slide" Target="/ppt/slides/slide225.xml" Id="Rc159875b0be64be8" /><Relationship Type="http://schemas.openxmlformats.org/officeDocument/2006/relationships/slide" Target="/ppt/slides/slide226.xml" Id="Rabcfbca9ae98414b" /><Relationship Type="http://schemas.openxmlformats.org/officeDocument/2006/relationships/slide" Target="/ppt/slides/slide227.xml" Id="Rbd26f9fb52f94a14" /><Relationship Type="http://schemas.openxmlformats.org/officeDocument/2006/relationships/slide" Target="/ppt/slides/slide228.xml" Id="R6137e735abb44534" /><Relationship Type="http://schemas.openxmlformats.org/officeDocument/2006/relationships/slide" Target="/ppt/slides/slide229.xml" Id="R738367ebde90456d" /><Relationship Type="http://schemas.openxmlformats.org/officeDocument/2006/relationships/slide" Target="/ppt/slides/slide230.xml" Id="R88c1ef89018248e7" /><Relationship Type="http://schemas.openxmlformats.org/officeDocument/2006/relationships/slide" Target="/ppt/slides/slide231.xml" Id="Raf31338caa244324" /><Relationship Type="http://schemas.openxmlformats.org/officeDocument/2006/relationships/slide" Target="/ppt/slides/slide232.xml" Id="R1371057dd7744c65" /><Relationship Type="http://schemas.openxmlformats.org/officeDocument/2006/relationships/slide" Target="/ppt/slides/slide233.xml" Id="R3a192bd8518643da" /><Relationship Type="http://schemas.openxmlformats.org/officeDocument/2006/relationships/slide" Target="/ppt/slides/slide234.xml" Id="R5944e73e66854fd8" /><Relationship Type="http://schemas.openxmlformats.org/officeDocument/2006/relationships/slide" Target="/ppt/slides/slide235.xml" Id="Ra5bd9d710e1541e8" /><Relationship Type="http://schemas.openxmlformats.org/officeDocument/2006/relationships/slide" Target="/ppt/slides/slide236.xml" Id="R62635cc9d06e491b" /><Relationship Type="http://schemas.openxmlformats.org/officeDocument/2006/relationships/slide" Target="/ppt/slides/slide237.xml" Id="R56b569809d71433d" /><Relationship Type="http://schemas.openxmlformats.org/officeDocument/2006/relationships/slide" Target="/ppt/slides/slide238.xml" Id="R942e4b65c35448aa" /><Relationship Type="http://schemas.openxmlformats.org/officeDocument/2006/relationships/slide" Target="/ppt/slides/slide239.xml" Id="Rddec19fc61ca4b41" /><Relationship Type="http://schemas.openxmlformats.org/officeDocument/2006/relationships/slide" Target="/ppt/slides/slide240.xml" Id="R05900001279841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38bf29391747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f8175f2bb74461" /><Relationship Type="http://schemas.openxmlformats.org/officeDocument/2006/relationships/notesMaster" Target="/ppt/notesMasters/notesMaster1.xml" Id="Rdf396ccf9b6649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5ba527095d4788" /><Relationship Type="http://schemas.openxmlformats.org/officeDocument/2006/relationships/notesMaster" Target="/ppt/notesMasters/notesMaster1.xml" Id="R15c3c17a7cd945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12aa8533f5495d" /><Relationship Type="http://schemas.openxmlformats.org/officeDocument/2006/relationships/notesMaster" Target="/ppt/notesMasters/notesMaster1.xml" Id="R8902809b79e04b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f74479a2784cb9" /><Relationship Type="http://schemas.openxmlformats.org/officeDocument/2006/relationships/notesMaster" Target="/ppt/notesMasters/notesMaster1.xml" Id="R7a85ae05eb6649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2e277a73f54bab" /><Relationship Type="http://schemas.openxmlformats.org/officeDocument/2006/relationships/notesMaster" Target="/ppt/notesMasters/notesMaster1.xml" Id="Re959e66bae954d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e93158012c4736" /><Relationship Type="http://schemas.openxmlformats.org/officeDocument/2006/relationships/notesMaster" Target="/ppt/notesMasters/notesMaster1.xml" Id="Rb5cc4b72337349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af8b8720954924" /><Relationship Type="http://schemas.openxmlformats.org/officeDocument/2006/relationships/notesMaster" Target="/ppt/notesMasters/notesMaster1.xml" Id="R865bb9538a1848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e32b2817824db8" /><Relationship Type="http://schemas.openxmlformats.org/officeDocument/2006/relationships/notesMaster" Target="/ppt/notesMasters/notesMaster1.xml" Id="R016f929a33be4e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bb95ce4f30b4d02" /><Relationship Type="http://schemas.openxmlformats.org/officeDocument/2006/relationships/notesMaster" Target="/ppt/notesMasters/notesMaster1.xml" Id="Rb1ac63fa0f2940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9c42b9c32f6428b" /><Relationship Type="http://schemas.openxmlformats.org/officeDocument/2006/relationships/notesMaster" Target="/ppt/notesMasters/notesMaster1.xml" Id="Ra4168b9e5ccb42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ff73f3c1a74ec1" /><Relationship Type="http://schemas.openxmlformats.org/officeDocument/2006/relationships/notesMaster" Target="/ppt/notesMasters/notesMaster1.xml" Id="Rbbe8edc52c994d3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1c2b9846fd643ec" /><Relationship Type="http://schemas.openxmlformats.org/officeDocument/2006/relationships/notesMaster" Target="/ppt/notesMasters/notesMaster1.xml" Id="Rd34a1879c0124ce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f12d633527047f3" /><Relationship Type="http://schemas.openxmlformats.org/officeDocument/2006/relationships/notesMaster" Target="/ppt/notesMasters/notesMaster1.xml" Id="Rf2e9f0069e9542b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2d80790b668471f" /><Relationship Type="http://schemas.openxmlformats.org/officeDocument/2006/relationships/notesMaster" Target="/ppt/notesMasters/notesMaster1.xml" Id="Rd6cb20bd7283416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6784a592bf64e09" /><Relationship Type="http://schemas.openxmlformats.org/officeDocument/2006/relationships/notesMaster" Target="/ppt/notesMasters/notesMaster1.xml" Id="Rc9232c6f3c244d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2ce4dbb12f84285" /><Relationship Type="http://schemas.openxmlformats.org/officeDocument/2006/relationships/notesMaster" Target="/ppt/notesMasters/notesMaster1.xml" Id="Rf16e751fd93a4e1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168352ef75e4322" /><Relationship Type="http://schemas.openxmlformats.org/officeDocument/2006/relationships/notesMaster" Target="/ppt/notesMasters/notesMaster1.xml" Id="Rbe9cb78d42ee433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71429345db64f2a" /><Relationship Type="http://schemas.openxmlformats.org/officeDocument/2006/relationships/notesMaster" Target="/ppt/notesMasters/notesMaster1.xml" Id="R070425750f7248c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13fd386afa04ed5" /><Relationship Type="http://schemas.openxmlformats.org/officeDocument/2006/relationships/notesMaster" Target="/ppt/notesMasters/notesMaster1.xml" Id="Rfc96838e09fd4d2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f8439af4e404833" /><Relationship Type="http://schemas.openxmlformats.org/officeDocument/2006/relationships/notesMaster" Target="/ppt/notesMasters/notesMaster1.xml" Id="Re6ff2ac12d2f48e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d30ae4a982e4e3c" /><Relationship Type="http://schemas.openxmlformats.org/officeDocument/2006/relationships/notesMaster" Target="/ppt/notesMasters/notesMaster1.xml" Id="R116ced662892410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2967d5cf0a647e4" /><Relationship Type="http://schemas.openxmlformats.org/officeDocument/2006/relationships/notesMaster" Target="/ppt/notesMasters/notesMaster1.xml" Id="R6286409419e74f6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d036da8cb4c49dd" /><Relationship Type="http://schemas.openxmlformats.org/officeDocument/2006/relationships/notesMaster" Target="/ppt/notesMasters/notesMaster1.xml" Id="R4bf35a8fb432479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c52559bedf547a4" /><Relationship Type="http://schemas.openxmlformats.org/officeDocument/2006/relationships/notesMaster" Target="/ppt/notesMasters/notesMaster1.xml" Id="R2a6a4a8cbdb14e7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c02ece8a7a74b76" /><Relationship Type="http://schemas.openxmlformats.org/officeDocument/2006/relationships/notesMaster" Target="/ppt/notesMasters/notesMaster1.xml" Id="R9b2c6d337418447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af5e1a7d7bb4ed0" /><Relationship Type="http://schemas.openxmlformats.org/officeDocument/2006/relationships/notesMaster" Target="/ppt/notesMasters/notesMaster1.xml" Id="R5231c582d8cf40f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b6e1ca4dbc546ff" /><Relationship Type="http://schemas.openxmlformats.org/officeDocument/2006/relationships/notesMaster" Target="/ppt/notesMasters/notesMaster1.xml" Id="Rd2e1281e743843e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07c84ae10964a40" /><Relationship Type="http://schemas.openxmlformats.org/officeDocument/2006/relationships/notesMaster" Target="/ppt/notesMasters/notesMaster1.xml" Id="R5835396392f14aa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a7492601a9342ba" /><Relationship Type="http://schemas.openxmlformats.org/officeDocument/2006/relationships/notesMaster" Target="/ppt/notesMasters/notesMaster1.xml" Id="R0034701e39ab493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8e13e6f1cd74c8c" /><Relationship Type="http://schemas.openxmlformats.org/officeDocument/2006/relationships/notesMaster" Target="/ppt/notesMasters/notesMaster1.xml" Id="Rf064eb60a44d4d6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4e4d03ca8e94f8b" /><Relationship Type="http://schemas.openxmlformats.org/officeDocument/2006/relationships/notesMaster" Target="/ppt/notesMasters/notesMaster1.xml" Id="R4c1db0ae5e9d485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3f3f87671cd4a27" /><Relationship Type="http://schemas.openxmlformats.org/officeDocument/2006/relationships/notesMaster" Target="/ppt/notesMasters/notesMaster1.xml" Id="R8d1fa9908e254eb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a08b779562b43e0" /><Relationship Type="http://schemas.openxmlformats.org/officeDocument/2006/relationships/notesMaster" Target="/ppt/notesMasters/notesMaster1.xml" Id="Re73f98755536420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c08934620874891" /><Relationship Type="http://schemas.openxmlformats.org/officeDocument/2006/relationships/notesMaster" Target="/ppt/notesMasters/notesMaster1.xml" Id="R7cfc4af4ab9e498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d5e56d9eb4f4c5c" /><Relationship Type="http://schemas.openxmlformats.org/officeDocument/2006/relationships/notesMaster" Target="/ppt/notesMasters/notesMaster1.xml" Id="Rada912978006445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1133a3c89de47ea" /><Relationship Type="http://schemas.openxmlformats.org/officeDocument/2006/relationships/notesMaster" Target="/ppt/notesMasters/notesMaster1.xml" Id="R5ee3000d027c446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3f1edf201114df7" /><Relationship Type="http://schemas.openxmlformats.org/officeDocument/2006/relationships/notesMaster" Target="/ppt/notesMasters/notesMaster1.xml" Id="R05d99bca61db47d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979a502603e4cb2" /><Relationship Type="http://schemas.openxmlformats.org/officeDocument/2006/relationships/notesMaster" Target="/ppt/notesMasters/notesMaster1.xml" Id="R1502cf94ba3a4b8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f249ca5a38b4b18" /><Relationship Type="http://schemas.openxmlformats.org/officeDocument/2006/relationships/notesMaster" Target="/ppt/notesMasters/notesMaster1.xml" Id="R10c336c6da0e477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9f221cf68514dd7" /><Relationship Type="http://schemas.openxmlformats.org/officeDocument/2006/relationships/notesMaster" Target="/ppt/notesMasters/notesMaster1.xml" Id="Rf3ec66117bd146d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04a1474f2264789" /><Relationship Type="http://schemas.openxmlformats.org/officeDocument/2006/relationships/notesMaster" Target="/ppt/notesMasters/notesMaster1.xml" Id="Rd7ba3f9f2c06468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0643aeb5b614a67" /><Relationship Type="http://schemas.openxmlformats.org/officeDocument/2006/relationships/notesMaster" Target="/ppt/notesMasters/notesMaster1.xml" Id="Rea4aa5066f524f4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9464ce8e31646aa" /><Relationship Type="http://schemas.openxmlformats.org/officeDocument/2006/relationships/notesMaster" Target="/ppt/notesMasters/notesMaster1.xml" Id="Rf617b07572794af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c708991611e4ba1" /><Relationship Type="http://schemas.openxmlformats.org/officeDocument/2006/relationships/notesMaster" Target="/ppt/notesMasters/notesMaster1.xml" Id="R3fc8cc74a411448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96c8495011e432d" /><Relationship Type="http://schemas.openxmlformats.org/officeDocument/2006/relationships/notesMaster" Target="/ppt/notesMasters/notesMaster1.xml" Id="R9edf4b24e87b425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28cd3b4368a4eb8" /><Relationship Type="http://schemas.openxmlformats.org/officeDocument/2006/relationships/notesMaster" Target="/ppt/notesMasters/notesMaster1.xml" Id="R334c31b810ea4c9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d071c0f45e645b6" /><Relationship Type="http://schemas.openxmlformats.org/officeDocument/2006/relationships/notesMaster" Target="/ppt/notesMasters/notesMaster1.xml" Id="R78b9a5acd9484da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9c487fcc15641f5" /><Relationship Type="http://schemas.openxmlformats.org/officeDocument/2006/relationships/notesMaster" Target="/ppt/notesMasters/notesMaster1.xml" Id="Rccd3a9d0439e4c2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f50e5476cf544ed" /><Relationship Type="http://schemas.openxmlformats.org/officeDocument/2006/relationships/notesMaster" Target="/ppt/notesMasters/notesMaster1.xml" Id="R6bcc1ffc458b466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1b5caf0508944ff" /><Relationship Type="http://schemas.openxmlformats.org/officeDocument/2006/relationships/notesMaster" Target="/ppt/notesMasters/notesMaster1.xml" Id="Re082190e14dd433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799d9a2bc4b4d68" /><Relationship Type="http://schemas.openxmlformats.org/officeDocument/2006/relationships/notesMaster" Target="/ppt/notesMasters/notesMaster1.xml" Id="R3a5a286729bf4b4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be5db9c0aff4b5a" /><Relationship Type="http://schemas.openxmlformats.org/officeDocument/2006/relationships/notesMaster" Target="/ppt/notesMasters/notesMaster1.xml" Id="R299ca3948d99415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ef67af3ee2344f4d" /><Relationship Type="http://schemas.openxmlformats.org/officeDocument/2006/relationships/notesMaster" Target="/ppt/notesMasters/notesMaster1.xml" Id="R9afbfddcea5549fc"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7d6192a662a846ae" /><Relationship Type="http://schemas.openxmlformats.org/officeDocument/2006/relationships/notesMaster" Target="/ppt/notesMasters/notesMaster1.xml" Id="R12cccc690d09494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c858058b3ba84393" /><Relationship Type="http://schemas.openxmlformats.org/officeDocument/2006/relationships/notesMaster" Target="/ppt/notesMasters/notesMaster1.xml" Id="R55c306865f8d4140"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08904a1251254ce3" /><Relationship Type="http://schemas.openxmlformats.org/officeDocument/2006/relationships/notesMaster" Target="/ppt/notesMasters/notesMaster1.xml" Id="R1b7fc274409f404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cf2e0bc62ba64d2b" /><Relationship Type="http://schemas.openxmlformats.org/officeDocument/2006/relationships/notesMaster" Target="/ppt/notesMasters/notesMaster1.xml" Id="Rea66bcad1cda4599"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4c8e700491fd471c" /><Relationship Type="http://schemas.openxmlformats.org/officeDocument/2006/relationships/notesMaster" Target="/ppt/notesMasters/notesMaster1.xml" Id="Rd0a0f1fb3b5e44f6"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4e2934c19d894120" /><Relationship Type="http://schemas.openxmlformats.org/officeDocument/2006/relationships/notesMaster" Target="/ppt/notesMasters/notesMaster1.xml" Id="Rbb48ea7bc1604782"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0f8ce37b06e743f4" /><Relationship Type="http://schemas.openxmlformats.org/officeDocument/2006/relationships/notesMaster" Target="/ppt/notesMasters/notesMaster1.xml" Id="Rca91796add5844d7"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89043150cb904f04" /><Relationship Type="http://schemas.openxmlformats.org/officeDocument/2006/relationships/notesMaster" Target="/ppt/notesMasters/notesMaster1.xml" Id="R9a4764290c684998"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6a4d2c9b7a514ec6" /><Relationship Type="http://schemas.openxmlformats.org/officeDocument/2006/relationships/notesMaster" Target="/ppt/notesMasters/notesMaster1.xml" Id="R9ae0408f0dc74095"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cf30b1945b694166" /><Relationship Type="http://schemas.openxmlformats.org/officeDocument/2006/relationships/notesMaster" Target="/ppt/notesMasters/notesMaster1.xml" Id="Rf752ec887acf4bab"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761721926adc4d2c" /><Relationship Type="http://schemas.openxmlformats.org/officeDocument/2006/relationships/notesMaster" Target="/ppt/notesMasters/notesMaster1.xml" Id="R6f5c2f2e74bf4fa2"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c2d0c75096b34b7b" /><Relationship Type="http://schemas.openxmlformats.org/officeDocument/2006/relationships/notesMaster" Target="/ppt/notesMasters/notesMaster1.xml" Id="R246fc5fc8fc34bd6"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71e6d996ba2e4db7" /><Relationship Type="http://schemas.openxmlformats.org/officeDocument/2006/relationships/notesMaster" Target="/ppt/notesMasters/notesMaster1.xml" Id="Recb8c415ece842b2"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8461cc9845ae4bb5" /><Relationship Type="http://schemas.openxmlformats.org/officeDocument/2006/relationships/notesMaster" Target="/ppt/notesMasters/notesMaster1.xml" Id="R8291c6f0002349e5"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607755119f3e46be" /><Relationship Type="http://schemas.openxmlformats.org/officeDocument/2006/relationships/notesMaster" Target="/ppt/notesMasters/notesMaster1.xml" Id="R9124984dfe5b45d6"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1e1b34122ba642c4" /><Relationship Type="http://schemas.openxmlformats.org/officeDocument/2006/relationships/notesMaster" Target="/ppt/notesMasters/notesMaster1.xml" Id="R97616def32d94542"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01bc57236f2343b2" /><Relationship Type="http://schemas.openxmlformats.org/officeDocument/2006/relationships/notesMaster" Target="/ppt/notesMasters/notesMaster1.xml" Id="R85359d80719948de"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accb53d6f17542ac" /><Relationship Type="http://schemas.openxmlformats.org/officeDocument/2006/relationships/notesMaster" Target="/ppt/notesMasters/notesMaster1.xml" Id="R8faec3b566b043c8"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7916f873f7eb44ce" /><Relationship Type="http://schemas.openxmlformats.org/officeDocument/2006/relationships/notesMaster" Target="/ppt/notesMasters/notesMaster1.xml" Id="R3fd9b2971f1f4156"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94bb5751cd854efa" /><Relationship Type="http://schemas.openxmlformats.org/officeDocument/2006/relationships/notesMaster" Target="/ppt/notesMasters/notesMaster1.xml" Id="Rb53410682c0744f5"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42a69717b504460c" /><Relationship Type="http://schemas.openxmlformats.org/officeDocument/2006/relationships/notesMaster" Target="/ppt/notesMasters/notesMaster1.xml" Id="Rdeff2385f2094cf3"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a0bd634bb9a84f60" /><Relationship Type="http://schemas.openxmlformats.org/officeDocument/2006/relationships/notesMaster" Target="/ppt/notesMasters/notesMaster1.xml" Id="R8e8240a943e54727"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15e6114c60ea42ea" /><Relationship Type="http://schemas.openxmlformats.org/officeDocument/2006/relationships/notesMaster" Target="/ppt/notesMasters/notesMaster1.xml" Id="R5937d4f23a0a44d2"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c3768d6972554542" /><Relationship Type="http://schemas.openxmlformats.org/officeDocument/2006/relationships/notesMaster" Target="/ppt/notesMasters/notesMaster1.xml" Id="R532b1744af4d4309"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31987426084c4ddf" /><Relationship Type="http://schemas.openxmlformats.org/officeDocument/2006/relationships/notesMaster" Target="/ppt/notesMasters/notesMaster1.xml" Id="Rf5e015dde18d4b77"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25ed9e88fcfa49aa" /><Relationship Type="http://schemas.openxmlformats.org/officeDocument/2006/relationships/notesMaster" Target="/ppt/notesMasters/notesMaster1.xml" Id="R7758f9e550744172"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3f3df41690fd4378" /><Relationship Type="http://schemas.openxmlformats.org/officeDocument/2006/relationships/notesMaster" Target="/ppt/notesMasters/notesMaster1.xml" Id="Ree1066d379d94b18"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c77db7665f784066" /><Relationship Type="http://schemas.openxmlformats.org/officeDocument/2006/relationships/notesMaster" Target="/ppt/notesMasters/notesMaster1.xml" Id="R7dd145538b5e4389"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4afa949e394a403b" /><Relationship Type="http://schemas.openxmlformats.org/officeDocument/2006/relationships/notesMaster" Target="/ppt/notesMasters/notesMaster1.xml" Id="R9bf821110fce441e"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e8c4cc33698147d7" /><Relationship Type="http://schemas.openxmlformats.org/officeDocument/2006/relationships/notesMaster" Target="/ppt/notesMasters/notesMaster1.xml" Id="Re6078c1227114177"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4ebc28f8e4f64d27" /><Relationship Type="http://schemas.openxmlformats.org/officeDocument/2006/relationships/notesMaster" Target="/ppt/notesMasters/notesMaster1.xml" Id="R0bdf3d69740b4566"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1e226ce7049e418f" /><Relationship Type="http://schemas.openxmlformats.org/officeDocument/2006/relationships/notesMaster" Target="/ppt/notesMasters/notesMaster1.xml" Id="Ra18d13de086f4e3d"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c67ae6fd9c6646e1" /><Relationship Type="http://schemas.openxmlformats.org/officeDocument/2006/relationships/notesMaster" Target="/ppt/notesMasters/notesMaster1.xml" Id="R96d3e24cf9db435f"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952c2222be464a02" /><Relationship Type="http://schemas.openxmlformats.org/officeDocument/2006/relationships/notesMaster" Target="/ppt/notesMasters/notesMaster1.xml" Id="R3e38c82e680b41a9"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180ca8a4673c4bb1" /><Relationship Type="http://schemas.openxmlformats.org/officeDocument/2006/relationships/notesMaster" Target="/ppt/notesMasters/notesMaster1.xml" Id="R3f4e5188953042ff"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6d2c34cd9efd4d61" /><Relationship Type="http://schemas.openxmlformats.org/officeDocument/2006/relationships/notesMaster" Target="/ppt/notesMasters/notesMaster1.xml" Id="Rd402ccc162364da7"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478331024ead4623" /><Relationship Type="http://schemas.openxmlformats.org/officeDocument/2006/relationships/notesMaster" Target="/ppt/notesMasters/notesMaster1.xml" Id="R0256a90d3e7149c4"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8a2f25b6bc784d5d" /><Relationship Type="http://schemas.openxmlformats.org/officeDocument/2006/relationships/notesMaster" Target="/ppt/notesMasters/notesMaster1.xml" Id="R50a94de4381b4d51"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64a3d802ef2347d2" /><Relationship Type="http://schemas.openxmlformats.org/officeDocument/2006/relationships/notesMaster" Target="/ppt/notesMasters/notesMaster1.xml" Id="R28bd2255b83e4e7c"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7eab5088b1f84c14" /><Relationship Type="http://schemas.openxmlformats.org/officeDocument/2006/relationships/notesMaster" Target="/ppt/notesMasters/notesMaster1.xml" Id="R8cd0bccf7d08423d"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b5d96f567a034f97" /><Relationship Type="http://schemas.openxmlformats.org/officeDocument/2006/relationships/notesMaster" Target="/ppt/notesMasters/notesMaster1.xml" Id="R2dbdc0d3d6f54ced"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85e851767c8b4d9c" /><Relationship Type="http://schemas.openxmlformats.org/officeDocument/2006/relationships/notesMaster" Target="/ppt/notesMasters/notesMaster1.xml" Id="R4abb616ea5e7417e"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c438a7d2b71146c5" /><Relationship Type="http://schemas.openxmlformats.org/officeDocument/2006/relationships/notesMaster" Target="/ppt/notesMasters/notesMaster1.xml" Id="R59079331b3f6412a"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257d7952659345fe" /><Relationship Type="http://schemas.openxmlformats.org/officeDocument/2006/relationships/notesMaster" Target="/ppt/notesMasters/notesMaster1.xml" Id="Race0b3ce33c34421"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5f5bfc56b6c44417" /><Relationship Type="http://schemas.openxmlformats.org/officeDocument/2006/relationships/notesMaster" Target="/ppt/notesMasters/notesMaster1.xml" Id="R451e5b250db6422e"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2bc960cf74144b0d" /><Relationship Type="http://schemas.openxmlformats.org/officeDocument/2006/relationships/notesMaster" Target="/ppt/notesMasters/notesMaster1.xml" Id="R518411afe71447a6"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842348eca516454c" /><Relationship Type="http://schemas.openxmlformats.org/officeDocument/2006/relationships/notesMaster" Target="/ppt/notesMasters/notesMaster1.xml" Id="Rda92fcd1fd4947f1"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34cf2abead974fec" /><Relationship Type="http://schemas.openxmlformats.org/officeDocument/2006/relationships/notesMaster" Target="/ppt/notesMasters/notesMaster1.xml" Id="Rcd232ff9b25f4633"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14415c65dccf4713" /><Relationship Type="http://schemas.openxmlformats.org/officeDocument/2006/relationships/notesMaster" Target="/ppt/notesMasters/notesMaster1.xml" Id="R4b64b877472e46db"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6e0974c2e7d74e23" /><Relationship Type="http://schemas.openxmlformats.org/officeDocument/2006/relationships/notesMaster" Target="/ppt/notesMasters/notesMaster1.xml" Id="R4d7baf90ed8b4a14"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64504eeb01ce43b2" /><Relationship Type="http://schemas.openxmlformats.org/officeDocument/2006/relationships/notesMaster" Target="/ppt/notesMasters/notesMaster1.xml" Id="Rd4abc6e433e74ce4"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88448cc603354365" /><Relationship Type="http://schemas.openxmlformats.org/officeDocument/2006/relationships/notesMaster" Target="/ppt/notesMasters/notesMaster1.xml" Id="Rb0535860a7f94923"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c0878ca7e31848bf" /><Relationship Type="http://schemas.openxmlformats.org/officeDocument/2006/relationships/notesMaster" Target="/ppt/notesMasters/notesMaster1.xml" Id="R0730f90addd74abf"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b45a28576d444f81" /><Relationship Type="http://schemas.openxmlformats.org/officeDocument/2006/relationships/notesMaster" Target="/ppt/notesMasters/notesMaster1.xml" Id="R8204fbd4aadc4ba7"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fa60c6a8d1534b9d" /><Relationship Type="http://schemas.openxmlformats.org/officeDocument/2006/relationships/notesMaster" Target="/ppt/notesMasters/notesMaster1.xml" Id="Rff0c428411eb4bdc"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fb520ddd9f264c6d" /><Relationship Type="http://schemas.openxmlformats.org/officeDocument/2006/relationships/notesMaster" Target="/ppt/notesMasters/notesMaster1.xml" Id="R227a396ae9ae4c60"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bda08cbaa8f04c20" /><Relationship Type="http://schemas.openxmlformats.org/officeDocument/2006/relationships/notesMaster" Target="/ppt/notesMasters/notesMaster1.xml" Id="Rc194c9eba42c4720"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99ea6f2ade934f63" /><Relationship Type="http://schemas.openxmlformats.org/officeDocument/2006/relationships/notesMaster" Target="/ppt/notesMasters/notesMaster1.xml" Id="Rdcb8f408c4334e94"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1aac9150966f4fb7" /><Relationship Type="http://schemas.openxmlformats.org/officeDocument/2006/relationships/notesMaster" Target="/ppt/notesMasters/notesMaster1.xml" Id="R0e1ba1314504488d"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ff88c65de9664cfc" /><Relationship Type="http://schemas.openxmlformats.org/officeDocument/2006/relationships/notesMaster" Target="/ppt/notesMasters/notesMaster1.xml" Id="R5ce7385dac6a48be"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c6abc42c399d4dd8" /><Relationship Type="http://schemas.openxmlformats.org/officeDocument/2006/relationships/notesMaster" Target="/ppt/notesMasters/notesMaster1.xml" Id="Rd7fed8aa790144af"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e3c46f8857a64dec" /><Relationship Type="http://schemas.openxmlformats.org/officeDocument/2006/relationships/notesMaster" Target="/ppt/notesMasters/notesMaster1.xml" Id="R0de87b0326934b20"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8312f4d6f130449a" /><Relationship Type="http://schemas.openxmlformats.org/officeDocument/2006/relationships/notesMaster" Target="/ppt/notesMasters/notesMaster1.xml" Id="R496ee1362b244955"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c4250169c03d4078" /><Relationship Type="http://schemas.openxmlformats.org/officeDocument/2006/relationships/notesMaster" Target="/ppt/notesMasters/notesMaster1.xml" Id="Rc9620ed486b44055"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b68deb5a4f79419a" /><Relationship Type="http://schemas.openxmlformats.org/officeDocument/2006/relationships/notesMaster" Target="/ppt/notesMasters/notesMaster1.xml" Id="R96514d80e0c94915"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95b4d6a4ad844ba2" /><Relationship Type="http://schemas.openxmlformats.org/officeDocument/2006/relationships/notesMaster" Target="/ppt/notesMasters/notesMaster1.xml" Id="R9dc6d3145dd845e8"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5f23bf8a93f244a7" /><Relationship Type="http://schemas.openxmlformats.org/officeDocument/2006/relationships/notesMaster" Target="/ppt/notesMasters/notesMaster1.xml" Id="Rf6ee765f824b4d0b"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816e8530d56e4dee" /><Relationship Type="http://schemas.openxmlformats.org/officeDocument/2006/relationships/notesMaster" Target="/ppt/notesMasters/notesMaster1.xml" Id="Rbc14703c74dd4e14"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5b9b184364ee48f7" /><Relationship Type="http://schemas.openxmlformats.org/officeDocument/2006/relationships/notesMaster" Target="/ppt/notesMasters/notesMaster1.xml" Id="R7224bb6112204b89"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8409ef8bcef34601" /><Relationship Type="http://schemas.openxmlformats.org/officeDocument/2006/relationships/notesMaster" Target="/ppt/notesMasters/notesMaster1.xml" Id="R4cbbcc227a5b474c"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a58b9b25e2a34e9d" /><Relationship Type="http://schemas.openxmlformats.org/officeDocument/2006/relationships/notesMaster" Target="/ppt/notesMasters/notesMaster1.xml" Id="Ra2029b2c65f54167"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9a177cc36b9346b3" /><Relationship Type="http://schemas.openxmlformats.org/officeDocument/2006/relationships/notesMaster" Target="/ppt/notesMasters/notesMaster1.xml" Id="R23ddd27e4a904b54"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be1d453f77ab44bb" /><Relationship Type="http://schemas.openxmlformats.org/officeDocument/2006/relationships/notesMaster" Target="/ppt/notesMasters/notesMaster1.xml" Id="R0b00a43460614f80"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fe0a71f46ecd4824" /><Relationship Type="http://schemas.openxmlformats.org/officeDocument/2006/relationships/notesMaster" Target="/ppt/notesMasters/notesMaster1.xml" Id="Rc83f52c01c40441a"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5bb1694e6be7473d" /><Relationship Type="http://schemas.openxmlformats.org/officeDocument/2006/relationships/notesMaster" Target="/ppt/notesMasters/notesMaster1.xml" Id="Rdc13d894406d4c53"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a9fd2f07c9e74a6a" /><Relationship Type="http://schemas.openxmlformats.org/officeDocument/2006/relationships/notesMaster" Target="/ppt/notesMasters/notesMaster1.xml" Id="R6f1aa84bd47c4172"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bc551e3ba0b74d01" /><Relationship Type="http://schemas.openxmlformats.org/officeDocument/2006/relationships/notesMaster" Target="/ppt/notesMasters/notesMaster1.xml" Id="Ra69fc993161d466d"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2285b6b861a2466e" /><Relationship Type="http://schemas.openxmlformats.org/officeDocument/2006/relationships/notesMaster" Target="/ppt/notesMasters/notesMaster1.xml" Id="Re7404eb5b7b6481d"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dc654274a42a4069" /><Relationship Type="http://schemas.openxmlformats.org/officeDocument/2006/relationships/notesMaster" Target="/ppt/notesMasters/notesMaster1.xml" Id="Rb33fb6a418fa49a7"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46ca6d533835415f" /><Relationship Type="http://schemas.openxmlformats.org/officeDocument/2006/relationships/notesMaster" Target="/ppt/notesMasters/notesMaster1.xml" Id="R763f941203d640c3"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e31926aae0d14e74" /><Relationship Type="http://schemas.openxmlformats.org/officeDocument/2006/relationships/notesMaster" Target="/ppt/notesMasters/notesMaster1.xml" Id="Rca0733a7971645d5"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d0b41e7fdf2c4500" /><Relationship Type="http://schemas.openxmlformats.org/officeDocument/2006/relationships/notesMaster" Target="/ppt/notesMasters/notesMaster1.xml" Id="R7a69b5c490434fcc"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83acc8977b444606" /><Relationship Type="http://schemas.openxmlformats.org/officeDocument/2006/relationships/notesMaster" Target="/ppt/notesMasters/notesMaster1.xml" Id="R9ec5b59065d74710"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089a8a7ae83e4402" /><Relationship Type="http://schemas.openxmlformats.org/officeDocument/2006/relationships/notesMaster" Target="/ppt/notesMasters/notesMaster1.xml" Id="R70f6527897034803"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2ef83a87bf604d16" /><Relationship Type="http://schemas.openxmlformats.org/officeDocument/2006/relationships/notesMaster" Target="/ppt/notesMasters/notesMaster1.xml" Id="R7585854b4c9f4c2c"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b202d33807f64afd" /><Relationship Type="http://schemas.openxmlformats.org/officeDocument/2006/relationships/notesMaster" Target="/ppt/notesMasters/notesMaster1.xml" Id="R92386cafa6bd4f5d"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6e1368d7f7f4408b" /><Relationship Type="http://schemas.openxmlformats.org/officeDocument/2006/relationships/notesMaster" Target="/ppt/notesMasters/notesMaster1.xml" Id="R911bace6871546c6"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c2de4e6c818545ee" /><Relationship Type="http://schemas.openxmlformats.org/officeDocument/2006/relationships/notesMaster" Target="/ppt/notesMasters/notesMaster1.xml" Id="Re2e4129ed55647a1"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40fa283484034d04" /><Relationship Type="http://schemas.openxmlformats.org/officeDocument/2006/relationships/notesMaster" Target="/ppt/notesMasters/notesMaster1.xml" Id="Ra6e9a7802111429f"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5befeb4e48184703" /><Relationship Type="http://schemas.openxmlformats.org/officeDocument/2006/relationships/notesMaster" Target="/ppt/notesMasters/notesMaster1.xml" Id="R1fd7e5772fce47e3"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bd06c7903a8c495c" /><Relationship Type="http://schemas.openxmlformats.org/officeDocument/2006/relationships/notesMaster" Target="/ppt/notesMasters/notesMaster1.xml" Id="R8379b5b68fb7411e"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76b0911ca9b14db4" /><Relationship Type="http://schemas.openxmlformats.org/officeDocument/2006/relationships/notesMaster" Target="/ppt/notesMasters/notesMaster1.xml" Id="R9087d3c39d7f44d7"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4c311c3867d84a98" /><Relationship Type="http://schemas.openxmlformats.org/officeDocument/2006/relationships/notesMaster" Target="/ppt/notesMasters/notesMaster1.xml" Id="R137c4835eb574a9c"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b4e6919acba84e40" /><Relationship Type="http://schemas.openxmlformats.org/officeDocument/2006/relationships/notesMaster" Target="/ppt/notesMasters/notesMaster1.xml" Id="R2e957199462e4e36"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7b2f45b2e44e4417" /><Relationship Type="http://schemas.openxmlformats.org/officeDocument/2006/relationships/notesMaster" Target="/ppt/notesMasters/notesMaster1.xml" Id="R4458c63a78bb47e7"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2ce88dbe0dba4193" /><Relationship Type="http://schemas.openxmlformats.org/officeDocument/2006/relationships/notesMaster" Target="/ppt/notesMasters/notesMaster1.xml" Id="R0705d191ceab4f67"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f9da6b1df78b4caf" /><Relationship Type="http://schemas.openxmlformats.org/officeDocument/2006/relationships/notesMaster" Target="/ppt/notesMasters/notesMaster1.xml" Id="R69657585f5234fa4"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ae991a1eb7e044c5" /><Relationship Type="http://schemas.openxmlformats.org/officeDocument/2006/relationships/notesMaster" Target="/ppt/notesMasters/notesMaster1.xml" Id="R3a22575b937e41c7"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6e15437acb5f43c0" /><Relationship Type="http://schemas.openxmlformats.org/officeDocument/2006/relationships/notesMaster" Target="/ppt/notesMasters/notesMaster1.xml" Id="R2f0f8c7540bf4cea"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cc8f3111bb8d4a7c" /><Relationship Type="http://schemas.openxmlformats.org/officeDocument/2006/relationships/notesMaster" Target="/ppt/notesMasters/notesMaster1.xml" Id="Rf93b98269427415a"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1146590e97124aad" /><Relationship Type="http://schemas.openxmlformats.org/officeDocument/2006/relationships/notesMaster" Target="/ppt/notesMasters/notesMaster1.xml" Id="R70fe44e3c5eb46f1"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df379568926c42fd" /><Relationship Type="http://schemas.openxmlformats.org/officeDocument/2006/relationships/notesMaster" Target="/ppt/notesMasters/notesMaster1.xml" Id="R5e1bfe6017554ad1"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0e6c735663974fec" /><Relationship Type="http://schemas.openxmlformats.org/officeDocument/2006/relationships/notesMaster" Target="/ppt/notesMasters/notesMaster1.xml" Id="Ra5d4a9de690f4360" /></Relationships>
</file>

<file path=ppt/notesSlides/_rels/notesSlide157.xml.rels>&#65279;<?xml version="1.0" encoding="utf-8"?><Relationships xmlns="http://schemas.openxmlformats.org/package/2006/relationships"><Relationship Type="http://schemas.openxmlformats.org/officeDocument/2006/relationships/slide" Target="/ppt/slides/slide157.xml" Id="R6533f25e4fef4115" /><Relationship Type="http://schemas.openxmlformats.org/officeDocument/2006/relationships/notesMaster" Target="/ppt/notesMasters/notesMaster1.xml" Id="Rd5efa607577f43c8" /></Relationships>
</file>

<file path=ppt/notesSlides/_rels/notesSlide158.xml.rels>&#65279;<?xml version="1.0" encoding="utf-8"?><Relationships xmlns="http://schemas.openxmlformats.org/package/2006/relationships"><Relationship Type="http://schemas.openxmlformats.org/officeDocument/2006/relationships/slide" Target="/ppt/slides/slide158.xml" Id="R159f8a7388fc4ab4" /><Relationship Type="http://schemas.openxmlformats.org/officeDocument/2006/relationships/notesMaster" Target="/ppt/notesMasters/notesMaster1.xml" Id="R57fdd961df46478e" /></Relationships>
</file>

<file path=ppt/notesSlides/_rels/notesSlide159.xml.rels>&#65279;<?xml version="1.0" encoding="utf-8"?><Relationships xmlns="http://schemas.openxmlformats.org/package/2006/relationships"><Relationship Type="http://schemas.openxmlformats.org/officeDocument/2006/relationships/slide" Target="/ppt/slides/slide159.xml" Id="R581c18e3ef8d4ba9" /><Relationship Type="http://schemas.openxmlformats.org/officeDocument/2006/relationships/notesMaster" Target="/ppt/notesMasters/notesMaster1.xml" Id="Rf32caea742d841d7" /></Relationships>
</file>

<file path=ppt/notesSlides/_rels/notesSlide160.xml.rels>&#65279;<?xml version="1.0" encoding="utf-8"?><Relationships xmlns="http://schemas.openxmlformats.org/package/2006/relationships"><Relationship Type="http://schemas.openxmlformats.org/officeDocument/2006/relationships/slide" Target="/ppt/slides/slide160.xml" Id="R24bd10076d294e4e" /><Relationship Type="http://schemas.openxmlformats.org/officeDocument/2006/relationships/notesMaster" Target="/ppt/notesMasters/notesMaster1.xml" Id="Rc42e335850e942bd" /></Relationships>
</file>

<file path=ppt/notesSlides/_rels/notesSlide161.xml.rels>&#65279;<?xml version="1.0" encoding="utf-8"?><Relationships xmlns="http://schemas.openxmlformats.org/package/2006/relationships"><Relationship Type="http://schemas.openxmlformats.org/officeDocument/2006/relationships/slide" Target="/ppt/slides/slide161.xml" Id="R22f7336ce7be47ea" /><Relationship Type="http://schemas.openxmlformats.org/officeDocument/2006/relationships/notesMaster" Target="/ppt/notesMasters/notesMaster1.xml" Id="R7f7688e9fe8840f9" /></Relationships>
</file>

<file path=ppt/notesSlides/_rels/notesSlide162.xml.rels>&#65279;<?xml version="1.0" encoding="utf-8"?><Relationships xmlns="http://schemas.openxmlformats.org/package/2006/relationships"><Relationship Type="http://schemas.openxmlformats.org/officeDocument/2006/relationships/slide" Target="/ppt/slides/slide162.xml" Id="R09587fbb282247ea" /><Relationship Type="http://schemas.openxmlformats.org/officeDocument/2006/relationships/notesMaster" Target="/ppt/notesMasters/notesMaster1.xml" Id="Rd5c961b850a94d5c" /></Relationships>
</file>

<file path=ppt/notesSlides/_rels/notesSlide163.xml.rels>&#65279;<?xml version="1.0" encoding="utf-8"?><Relationships xmlns="http://schemas.openxmlformats.org/package/2006/relationships"><Relationship Type="http://schemas.openxmlformats.org/officeDocument/2006/relationships/slide" Target="/ppt/slides/slide163.xml" Id="Rc3a3c37204fa4a3c" /><Relationship Type="http://schemas.openxmlformats.org/officeDocument/2006/relationships/notesMaster" Target="/ppt/notesMasters/notesMaster1.xml" Id="Rcc01e71f04634516" /></Relationships>
</file>

<file path=ppt/notesSlides/_rels/notesSlide164.xml.rels>&#65279;<?xml version="1.0" encoding="utf-8"?><Relationships xmlns="http://schemas.openxmlformats.org/package/2006/relationships"><Relationship Type="http://schemas.openxmlformats.org/officeDocument/2006/relationships/slide" Target="/ppt/slides/slide164.xml" Id="R5f7a97ba866540ca" /><Relationship Type="http://schemas.openxmlformats.org/officeDocument/2006/relationships/notesMaster" Target="/ppt/notesMasters/notesMaster1.xml" Id="R92d2b3494ef543ab" /></Relationships>
</file>

<file path=ppt/notesSlides/_rels/notesSlide165.xml.rels>&#65279;<?xml version="1.0" encoding="utf-8"?><Relationships xmlns="http://schemas.openxmlformats.org/package/2006/relationships"><Relationship Type="http://schemas.openxmlformats.org/officeDocument/2006/relationships/slide" Target="/ppt/slides/slide165.xml" Id="R82637f063be84b99" /><Relationship Type="http://schemas.openxmlformats.org/officeDocument/2006/relationships/notesMaster" Target="/ppt/notesMasters/notesMaster1.xml" Id="Rd2399bebb76c42cf" /></Relationships>
</file>

<file path=ppt/notesSlides/_rels/notesSlide166.xml.rels>&#65279;<?xml version="1.0" encoding="utf-8"?><Relationships xmlns="http://schemas.openxmlformats.org/package/2006/relationships"><Relationship Type="http://schemas.openxmlformats.org/officeDocument/2006/relationships/slide" Target="/ppt/slides/slide166.xml" Id="Rd6fc742937bc4273" /><Relationship Type="http://schemas.openxmlformats.org/officeDocument/2006/relationships/notesMaster" Target="/ppt/notesMasters/notesMaster1.xml" Id="R5d33d4d461494ee1" /></Relationships>
</file>

<file path=ppt/notesSlides/_rels/notesSlide167.xml.rels>&#65279;<?xml version="1.0" encoding="utf-8"?><Relationships xmlns="http://schemas.openxmlformats.org/package/2006/relationships"><Relationship Type="http://schemas.openxmlformats.org/officeDocument/2006/relationships/slide" Target="/ppt/slides/slide167.xml" Id="R23197e031cb54946" /><Relationship Type="http://schemas.openxmlformats.org/officeDocument/2006/relationships/notesMaster" Target="/ppt/notesMasters/notesMaster1.xml" Id="Rb7ec579322644b46" /></Relationships>
</file>

<file path=ppt/notesSlides/_rels/notesSlide168.xml.rels>&#65279;<?xml version="1.0" encoding="utf-8"?><Relationships xmlns="http://schemas.openxmlformats.org/package/2006/relationships"><Relationship Type="http://schemas.openxmlformats.org/officeDocument/2006/relationships/slide" Target="/ppt/slides/slide168.xml" Id="Ra069380672ce4ed8" /><Relationship Type="http://schemas.openxmlformats.org/officeDocument/2006/relationships/notesMaster" Target="/ppt/notesMasters/notesMaster1.xml" Id="R2148f373b77b4118" /></Relationships>
</file>

<file path=ppt/notesSlides/_rels/notesSlide169.xml.rels>&#65279;<?xml version="1.0" encoding="utf-8"?><Relationships xmlns="http://schemas.openxmlformats.org/package/2006/relationships"><Relationship Type="http://schemas.openxmlformats.org/officeDocument/2006/relationships/slide" Target="/ppt/slides/slide169.xml" Id="R8e87a729348542a3" /><Relationship Type="http://schemas.openxmlformats.org/officeDocument/2006/relationships/notesMaster" Target="/ppt/notesMasters/notesMaster1.xml" Id="Rc8fd4458013643be" /></Relationships>
</file>

<file path=ppt/notesSlides/_rels/notesSlide170.xml.rels>&#65279;<?xml version="1.0" encoding="utf-8"?><Relationships xmlns="http://schemas.openxmlformats.org/package/2006/relationships"><Relationship Type="http://schemas.openxmlformats.org/officeDocument/2006/relationships/slide" Target="/ppt/slides/slide170.xml" Id="R3e748409d7d94ca5" /><Relationship Type="http://schemas.openxmlformats.org/officeDocument/2006/relationships/notesMaster" Target="/ppt/notesMasters/notesMaster1.xml" Id="R5b37971c259d427f" /></Relationships>
</file>

<file path=ppt/notesSlides/_rels/notesSlide171.xml.rels>&#65279;<?xml version="1.0" encoding="utf-8"?><Relationships xmlns="http://schemas.openxmlformats.org/package/2006/relationships"><Relationship Type="http://schemas.openxmlformats.org/officeDocument/2006/relationships/slide" Target="/ppt/slides/slide171.xml" Id="R71b2c2ac61b348a0" /><Relationship Type="http://schemas.openxmlformats.org/officeDocument/2006/relationships/notesMaster" Target="/ppt/notesMasters/notesMaster1.xml" Id="R052427d34b974342" /></Relationships>
</file>

<file path=ppt/notesSlides/_rels/notesSlide172.xml.rels>&#65279;<?xml version="1.0" encoding="utf-8"?><Relationships xmlns="http://schemas.openxmlformats.org/package/2006/relationships"><Relationship Type="http://schemas.openxmlformats.org/officeDocument/2006/relationships/slide" Target="/ppt/slides/slide172.xml" Id="Ra3e16ca343914fe2" /><Relationship Type="http://schemas.openxmlformats.org/officeDocument/2006/relationships/notesMaster" Target="/ppt/notesMasters/notesMaster1.xml" Id="Refc3f30675b548ce" /></Relationships>
</file>

<file path=ppt/notesSlides/_rels/notesSlide173.xml.rels>&#65279;<?xml version="1.0" encoding="utf-8"?><Relationships xmlns="http://schemas.openxmlformats.org/package/2006/relationships"><Relationship Type="http://schemas.openxmlformats.org/officeDocument/2006/relationships/slide" Target="/ppt/slides/slide173.xml" Id="Rd75f995484b843da" /><Relationship Type="http://schemas.openxmlformats.org/officeDocument/2006/relationships/notesMaster" Target="/ppt/notesMasters/notesMaster1.xml" Id="R29434538b0634c33" /></Relationships>
</file>

<file path=ppt/notesSlides/_rels/notesSlide174.xml.rels>&#65279;<?xml version="1.0" encoding="utf-8"?><Relationships xmlns="http://schemas.openxmlformats.org/package/2006/relationships"><Relationship Type="http://schemas.openxmlformats.org/officeDocument/2006/relationships/slide" Target="/ppt/slides/slide174.xml" Id="R4e6a04a872594b2d" /><Relationship Type="http://schemas.openxmlformats.org/officeDocument/2006/relationships/notesMaster" Target="/ppt/notesMasters/notesMaster1.xml" Id="R7114e7fabc874a17" /></Relationships>
</file>

<file path=ppt/notesSlides/_rels/notesSlide175.xml.rels>&#65279;<?xml version="1.0" encoding="utf-8"?><Relationships xmlns="http://schemas.openxmlformats.org/package/2006/relationships"><Relationship Type="http://schemas.openxmlformats.org/officeDocument/2006/relationships/slide" Target="/ppt/slides/slide175.xml" Id="Rae77d690330248b0" /><Relationship Type="http://schemas.openxmlformats.org/officeDocument/2006/relationships/notesMaster" Target="/ppt/notesMasters/notesMaster1.xml" Id="R7f1cdc06cff449bd" /></Relationships>
</file>

<file path=ppt/notesSlides/_rels/notesSlide176.xml.rels>&#65279;<?xml version="1.0" encoding="utf-8"?><Relationships xmlns="http://schemas.openxmlformats.org/package/2006/relationships"><Relationship Type="http://schemas.openxmlformats.org/officeDocument/2006/relationships/slide" Target="/ppt/slides/slide176.xml" Id="R8c70a07f7bce4e54" /><Relationship Type="http://schemas.openxmlformats.org/officeDocument/2006/relationships/notesMaster" Target="/ppt/notesMasters/notesMaster1.xml" Id="R008cdeb8f8d34f35" /></Relationships>
</file>

<file path=ppt/notesSlides/_rels/notesSlide177.xml.rels>&#65279;<?xml version="1.0" encoding="utf-8"?><Relationships xmlns="http://schemas.openxmlformats.org/package/2006/relationships"><Relationship Type="http://schemas.openxmlformats.org/officeDocument/2006/relationships/slide" Target="/ppt/slides/slide177.xml" Id="Rb1c8b1fec2aa42f1" /><Relationship Type="http://schemas.openxmlformats.org/officeDocument/2006/relationships/notesMaster" Target="/ppt/notesMasters/notesMaster1.xml" Id="R12a10996aa9e4c33" /></Relationships>
</file>

<file path=ppt/notesSlides/_rels/notesSlide178.xml.rels>&#65279;<?xml version="1.0" encoding="utf-8"?><Relationships xmlns="http://schemas.openxmlformats.org/package/2006/relationships"><Relationship Type="http://schemas.openxmlformats.org/officeDocument/2006/relationships/slide" Target="/ppt/slides/slide178.xml" Id="R60f3ce8b81004c4d" /><Relationship Type="http://schemas.openxmlformats.org/officeDocument/2006/relationships/notesMaster" Target="/ppt/notesMasters/notesMaster1.xml" Id="Raf06e95fc2af4c24" /></Relationships>
</file>

<file path=ppt/notesSlides/_rels/notesSlide179.xml.rels>&#65279;<?xml version="1.0" encoding="utf-8"?><Relationships xmlns="http://schemas.openxmlformats.org/package/2006/relationships"><Relationship Type="http://schemas.openxmlformats.org/officeDocument/2006/relationships/slide" Target="/ppt/slides/slide179.xml" Id="R2e390a6107594083" /><Relationship Type="http://schemas.openxmlformats.org/officeDocument/2006/relationships/notesMaster" Target="/ppt/notesMasters/notesMaster1.xml" Id="R62495de4350d41d7" /></Relationships>
</file>

<file path=ppt/notesSlides/_rels/notesSlide180.xml.rels>&#65279;<?xml version="1.0" encoding="utf-8"?><Relationships xmlns="http://schemas.openxmlformats.org/package/2006/relationships"><Relationship Type="http://schemas.openxmlformats.org/officeDocument/2006/relationships/slide" Target="/ppt/slides/slide180.xml" Id="R4bd8e7a62cc4493d" /><Relationship Type="http://schemas.openxmlformats.org/officeDocument/2006/relationships/notesMaster" Target="/ppt/notesMasters/notesMaster1.xml" Id="R408b6e9a99294ed0" /></Relationships>
</file>

<file path=ppt/notesSlides/_rels/notesSlide181.xml.rels>&#65279;<?xml version="1.0" encoding="utf-8"?><Relationships xmlns="http://schemas.openxmlformats.org/package/2006/relationships"><Relationship Type="http://schemas.openxmlformats.org/officeDocument/2006/relationships/slide" Target="/ppt/slides/slide181.xml" Id="Rbef0597a428645c2" /><Relationship Type="http://schemas.openxmlformats.org/officeDocument/2006/relationships/notesMaster" Target="/ppt/notesMasters/notesMaster1.xml" Id="R4626d63704734585" /></Relationships>
</file>

<file path=ppt/notesSlides/_rels/notesSlide182.xml.rels>&#65279;<?xml version="1.0" encoding="utf-8"?><Relationships xmlns="http://schemas.openxmlformats.org/package/2006/relationships"><Relationship Type="http://schemas.openxmlformats.org/officeDocument/2006/relationships/slide" Target="/ppt/slides/slide182.xml" Id="Rf2cc516e9b8445c2" /><Relationship Type="http://schemas.openxmlformats.org/officeDocument/2006/relationships/notesMaster" Target="/ppt/notesMasters/notesMaster1.xml" Id="Rb29681d7aa9b44b4" /></Relationships>
</file>

<file path=ppt/notesSlides/_rels/notesSlide183.xml.rels>&#65279;<?xml version="1.0" encoding="utf-8"?><Relationships xmlns="http://schemas.openxmlformats.org/package/2006/relationships"><Relationship Type="http://schemas.openxmlformats.org/officeDocument/2006/relationships/slide" Target="/ppt/slides/slide183.xml" Id="R795e70fdda1f4a80" /><Relationship Type="http://schemas.openxmlformats.org/officeDocument/2006/relationships/notesMaster" Target="/ppt/notesMasters/notesMaster1.xml" Id="R86f8539ca05347ab" /></Relationships>
</file>

<file path=ppt/notesSlides/_rels/notesSlide184.xml.rels>&#65279;<?xml version="1.0" encoding="utf-8"?><Relationships xmlns="http://schemas.openxmlformats.org/package/2006/relationships"><Relationship Type="http://schemas.openxmlformats.org/officeDocument/2006/relationships/slide" Target="/ppt/slides/slide184.xml" Id="Reb002f7ae78b4069" /><Relationship Type="http://schemas.openxmlformats.org/officeDocument/2006/relationships/notesMaster" Target="/ppt/notesMasters/notesMaster1.xml" Id="R5cd3615cfa014ce7" /></Relationships>
</file>

<file path=ppt/notesSlides/_rels/notesSlide185.xml.rels>&#65279;<?xml version="1.0" encoding="utf-8"?><Relationships xmlns="http://schemas.openxmlformats.org/package/2006/relationships"><Relationship Type="http://schemas.openxmlformats.org/officeDocument/2006/relationships/slide" Target="/ppt/slides/slide185.xml" Id="Rfd5b089996884789" /><Relationship Type="http://schemas.openxmlformats.org/officeDocument/2006/relationships/notesMaster" Target="/ppt/notesMasters/notesMaster1.xml" Id="R0b59260d758a4cda" /></Relationships>
</file>

<file path=ppt/notesSlides/_rels/notesSlide186.xml.rels>&#65279;<?xml version="1.0" encoding="utf-8"?><Relationships xmlns="http://schemas.openxmlformats.org/package/2006/relationships"><Relationship Type="http://schemas.openxmlformats.org/officeDocument/2006/relationships/slide" Target="/ppt/slides/slide186.xml" Id="Rbe0640cb3d0a469c" /><Relationship Type="http://schemas.openxmlformats.org/officeDocument/2006/relationships/notesMaster" Target="/ppt/notesMasters/notesMaster1.xml" Id="Ra2a6f0a0b6ed4643" /></Relationships>
</file>

<file path=ppt/notesSlides/_rels/notesSlide187.xml.rels>&#65279;<?xml version="1.0" encoding="utf-8"?><Relationships xmlns="http://schemas.openxmlformats.org/package/2006/relationships"><Relationship Type="http://schemas.openxmlformats.org/officeDocument/2006/relationships/slide" Target="/ppt/slides/slide187.xml" Id="R392d467e402744b8" /><Relationship Type="http://schemas.openxmlformats.org/officeDocument/2006/relationships/notesMaster" Target="/ppt/notesMasters/notesMaster1.xml" Id="R3f83c205c3f04bad" /></Relationships>
</file>

<file path=ppt/notesSlides/_rels/notesSlide188.xml.rels>&#65279;<?xml version="1.0" encoding="utf-8"?><Relationships xmlns="http://schemas.openxmlformats.org/package/2006/relationships"><Relationship Type="http://schemas.openxmlformats.org/officeDocument/2006/relationships/slide" Target="/ppt/slides/slide188.xml" Id="Raaec02a3f695403f" /><Relationship Type="http://schemas.openxmlformats.org/officeDocument/2006/relationships/notesMaster" Target="/ppt/notesMasters/notesMaster1.xml" Id="R27a29e2f28154dd7" /></Relationships>
</file>

<file path=ppt/notesSlides/_rels/notesSlide189.xml.rels>&#65279;<?xml version="1.0" encoding="utf-8"?><Relationships xmlns="http://schemas.openxmlformats.org/package/2006/relationships"><Relationship Type="http://schemas.openxmlformats.org/officeDocument/2006/relationships/slide" Target="/ppt/slides/slide189.xml" Id="Ref88111bf4c54996" /><Relationship Type="http://schemas.openxmlformats.org/officeDocument/2006/relationships/notesMaster" Target="/ppt/notesMasters/notesMaster1.xml" Id="R931c335e586e4acc" /></Relationships>
</file>

<file path=ppt/notesSlides/_rels/notesSlide190.xml.rels>&#65279;<?xml version="1.0" encoding="utf-8"?><Relationships xmlns="http://schemas.openxmlformats.org/package/2006/relationships"><Relationship Type="http://schemas.openxmlformats.org/officeDocument/2006/relationships/slide" Target="/ppt/slides/slide190.xml" Id="Rb723e439c47f457c" /><Relationship Type="http://schemas.openxmlformats.org/officeDocument/2006/relationships/notesMaster" Target="/ppt/notesMasters/notesMaster1.xml" Id="Ref40e37461624012" /></Relationships>
</file>

<file path=ppt/notesSlides/_rels/notesSlide191.xml.rels>&#65279;<?xml version="1.0" encoding="utf-8"?><Relationships xmlns="http://schemas.openxmlformats.org/package/2006/relationships"><Relationship Type="http://schemas.openxmlformats.org/officeDocument/2006/relationships/slide" Target="/ppt/slides/slide191.xml" Id="R439f22da43574178" /><Relationship Type="http://schemas.openxmlformats.org/officeDocument/2006/relationships/notesMaster" Target="/ppt/notesMasters/notesMaster1.xml" Id="R97e67ae7783346df" /></Relationships>
</file>

<file path=ppt/notesSlides/_rels/notesSlide192.xml.rels>&#65279;<?xml version="1.0" encoding="utf-8"?><Relationships xmlns="http://schemas.openxmlformats.org/package/2006/relationships"><Relationship Type="http://schemas.openxmlformats.org/officeDocument/2006/relationships/slide" Target="/ppt/slides/slide192.xml" Id="R721c9e6434054e81" /><Relationship Type="http://schemas.openxmlformats.org/officeDocument/2006/relationships/notesMaster" Target="/ppt/notesMasters/notesMaster1.xml" Id="Rc6c4938e9e244e29" /></Relationships>
</file>

<file path=ppt/notesSlides/_rels/notesSlide193.xml.rels>&#65279;<?xml version="1.0" encoding="utf-8"?><Relationships xmlns="http://schemas.openxmlformats.org/package/2006/relationships"><Relationship Type="http://schemas.openxmlformats.org/officeDocument/2006/relationships/slide" Target="/ppt/slides/slide193.xml" Id="R27c8b02312dd43e0" /><Relationship Type="http://schemas.openxmlformats.org/officeDocument/2006/relationships/notesMaster" Target="/ppt/notesMasters/notesMaster1.xml" Id="R16a0c1d1144647a9" /></Relationships>
</file>

<file path=ppt/notesSlides/_rels/notesSlide194.xml.rels>&#65279;<?xml version="1.0" encoding="utf-8"?><Relationships xmlns="http://schemas.openxmlformats.org/package/2006/relationships"><Relationship Type="http://schemas.openxmlformats.org/officeDocument/2006/relationships/slide" Target="/ppt/slides/slide194.xml" Id="R9ca539eaacbd47e8" /><Relationship Type="http://schemas.openxmlformats.org/officeDocument/2006/relationships/notesMaster" Target="/ppt/notesMasters/notesMaster1.xml" Id="R172cb1d1950a4f68" /></Relationships>
</file>

<file path=ppt/notesSlides/_rels/notesSlide195.xml.rels>&#65279;<?xml version="1.0" encoding="utf-8"?><Relationships xmlns="http://schemas.openxmlformats.org/package/2006/relationships"><Relationship Type="http://schemas.openxmlformats.org/officeDocument/2006/relationships/slide" Target="/ppt/slides/slide195.xml" Id="R34628bb0fece40e7" /><Relationship Type="http://schemas.openxmlformats.org/officeDocument/2006/relationships/notesMaster" Target="/ppt/notesMasters/notesMaster1.xml" Id="R3277245ba9a54098" /></Relationships>
</file>

<file path=ppt/notesSlides/_rels/notesSlide196.xml.rels>&#65279;<?xml version="1.0" encoding="utf-8"?><Relationships xmlns="http://schemas.openxmlformats.org/package/2006/relationships"><Relationship Type="http://schemas.openxmlformats.org/officeDocument/2006/relationships/slide" Target="/ppt/slides/slide196.xml" Id="Rac2acbab5b7b4aec" /><Relationship Type="http://schemas.openxmlformats.org/officeDocument/2006/relationships/notesMaster" Target="/ppt/notesMasters/notesMaster1.xml" Id="Rbe2af87815584caf" /></Relationships>
</file>

<file path=ppt/notesSlides/_rels/notesSlide197.xml.rels>&#65279;<?xml version="1.0" encoding="utf-8"?><Relationships xmlns="http://schemas.openxmlformats.org/package/2006/relationships"><Relationship Type="http://schemas.openxmlformats.org/officeDocument/2006/relationships/slide" Target="/ppt/slides/slide197.xml" Id="R0c8b437b98574481" /><Relationship Type="http://schemas.openxmlformats.org/officeDocument/2006/relationships/notesMaster" Target="/ppt/notesMasters/notesMaster1.xml" Id="Rfc56b4076908482f" /></Relationships>
</file>

<file path=ppt/notesSlides/_rels/notesSlide198.xml.rels>&#65279;<?xml version="1.0" encoding="utf-8"?><Relationships xmlns="http://schemas.openxmlformats.org/package/2006/relationships"><Relationship Type="http://schemas.openxmlformats.org/officeDocument/2006/relationships/slide" Target="/ppt/slides/slide198.xml" Id="R9b98fce554da4d42" /><Relationship Type="http://schemas.openxmlformats.org/officeDocument/2006/relationships/notesMaster" Target="/ppt/notesMasters/notesMaster1.xml" Id="Ra37fcd39b780407b" /></Relationships>
</file>

<file path=ppt/notesSlides/_rels/notesSlide199.xml.rels>&#65279;<?xml version="1.0" encoding="utf-8"?><Relationships xmlns="http://schemas.openxmlformats.org/package/2006/relationships"><Relationship Type="http://schemas.openxmlformats.org/officeDocument/2006/relationships/slide" Target="/ppt/slides/slide199.xml" Id="Ra0bad25058874e70" /><Relationship Type="http://schemas.openxmlformats.org/officeDocument/2006/relationships/notesMaster" Target="/ppt/notesMasters/notesMaster1.xml" Id="R4fad321c1205457b" /></Relationships>
</file>

<file path=ppt/notesSlides/_rels/notesSlide200.xml.rels>&#65279;<?xml version="1.0" encoding="utf-8"?><Relationships xmlns="http://schemas.openxmlformats.org/package/2006/relationships"><Relationship Type="http://schemas.openxmlformats.org/officeDocument/2006/relationships/slide" Target="/ppt/slides/slide200.xml" Id="R91eb43a0107445d0" /><Relationship Type="http://schemas.openxmlformats.org/officeDocument/2006/relationships/notesMaster" Target="/ppt/notesMasters/notesMaster1.xml" Id="R118c5950a40140e1" /></Relationships>
</file>

<file path=ppt/notesSlides/_rels/notesSlide201.xml.rels>&#65279;<?xml version="1.0" encoding="utf-8"?><Relationships xmlns="http://schemas.openxmlformats.org/package/2006/relationships"><Relationship Type="http://schemas.openxmlformats.org/officeDocument/2006/relationships/slide" Target="/ppt/slides/slide201.xml" Id="R772dc567adb64751" /><Relationship Type="http://schemas.openxmlformats.org/officeDocument/2006/relationships/notesMaster" Target="/ppt/notesMasters/notesMaster1.xml" Id="R82065988e9c942d6" /></Relationships>
</file>

<file path=ppt/notesSlides/_rels/notesSlide202.xml.rels>&#65279;<?xml version="1.0" encoding="utf-8"?><Relationships xmlns="http://schemas.openxmlformats.org/package/2006/relationships"><Relationship Type="http://schemas.openxmlformats.org/officeDocument/2006/relationships/slide" Target="/ppt/slides/slide202.xml" Id="Rd243dc4661364a9b" /><Relationship Type="http://schemas.openxmlformats.org/officeDocument/2006/relationships/notesMaster" Target="/ppt/notesMasters/notesMaster1.xml" Id="R51891d9fcc0d42f4" /></Relationships>
</file>

<file path=ppt/notesSlides/_rels/notesSlide203.xml.rels>&#65279;<?xml version="1.0" encoding="utf-8"?><Relationships xmlns="http://schemas.openxmlformats.org/package/2006/relationships"><Relationship Type="http://schemas.openxmlformats.org/officeDocument/2006/relationships/slide" Target="/ppt/slides/slide203.xml" Id="R55138fed5c794923" /><Relationship Type="http://schemas.openxmlformats.org/officeDocument/2006/relationships/notesMaster" Target="/ppt/notesMasters/notesMaster1.xml" Id="Ref6fc765d7ac45c5" /></Relationships>
</file>

<file path=ppt/notesSlides/_rels/notesSlide204.xml.rels>&#65279;<?xml version="1.0" encoding="utf-8"?><Relationships xmlns="http://schemas.openxmlformats.org/package/2006/relationships"><Relationship Type="http://schemas.openxmlformats.org/officeDocument/2006/relationships/slide" Target="/ppt/slides/slide204.xml" Id="R8d99c689e20a4664" /><Relationship Type="http://schemas.openxmlformats.org/officeDocument/2006/relationships/notesMaster" Target="/ppt/notesMasters/notesMaster1.xml" Id="Rb164341fd0554d4e" /></Relationships>
</file>

<file path=ppt/notesSlides/_rels/notesSlide205.xml.rels>&#65279;<?xml version="1.0" encoding="utf-8"?><Relationships xmlns="http://schemas.openxmlformats.org/package/2006/relationships"><Relationship Type="http://schemas.openxmlformats.org/officeDocument/2006/relationships/slide" Target="/ppt/slides/slide205.xml" Id="R7145c8152052439d" /><Relationship Type="http://schemas.openxmlformats.org/officeDocument/2006/relationships/notesMaster" Target="/ppt/notesMasters/notesMaster1.xml" Id="R02f8ad70029b4047" /></Relationships>
</file>

<file path=ppt/notesSlides/_rels/notesSlide206.xml.rels>&#65279;<?xml version="1.0" encoding="utf-8"?><Relationships xmlns="http://schemas.openxmlformats.org/package/2006/relationships"><Relationship Type="http://schemas.openxmlformats.org/officeDocument/2006/relationships/slide" Target="/ppt/slides/slide206.xml" Id="Ra23ae06ead254483" /><Relationship Type="http://schemas.openxmlformats.org/officeDocument/2006/relationships/notesMaster" Target="/ppt/notesMasters/notesMaster1.xml" Id="R3f751e0a054c430c" /></Relationships>
</file>

<file path=ppt/notesSlides/_rels/notesSlide207.xml.rels>&#65279;<?xml version="1.0" encoding="utf-8"?><Relationships xmlns="http://schemas.openxmlformats.org/package/2006/relationships"><Relationship Type="http://schemas.openxmlformats.org/officeDocument/2006/relationships/slide" Target="/ppt/slides/slide207.xml" Id="R626ef634f4154470" /><Relationship Type="http://schemas.openxmlformats.org/officeDocument/2006/relationships/notesMaster" Target="/ppt/notesMasters/notesMaster1.xml" Id="R32826f266a034be4" /></Relationships>
</file>

<file path=ppt/notesSlides/_rels/notesSlide208.xml.rels>&#65279;<?xml version="1.0" encoding="utf-8"?><Relationships xmlns="http://schemas.openxmlformats.org/package/2006/relationships"><Relationship Type="http://schemas.openxmlformats.org/officeDocument/2006/relationships/slide" Target="/ppt/slides/slide208.xml" Id="R7b7294d19bba411d" /><Relationship Type="http://schemas.openxmlformats.org/officeDocument/2006/relationships/notesMaster" Target="/ppt/notesMasters/notesMaster1.xml" Id="R770dc83b9ae74103" /></Relationships>
</file>

<file path=ppt/notesSlides/_rels/notesSlide209.xml.rels>&#65279;<?xml version="1.0" encoding="utf-8"?><Relationships xmlns="http://schemas.openxmlformats.org/package/2006/relationships"><Relationship Type="http://schemas.openxmlformats.org/officeDocument/2006/relationships/slide" Target="/ppt/slides/slide209.xml" Id="Rb1db82a4dc2b4320" /><Relationship Type="http://schemas.openxmlformats.org/officeDocument/2006/relationships/notesMaster" Target="/ppt/notesMasters/notesMaster1.xml" Id="R05a6e948717b4c18" /></Relationships>
</file>

<file path=ppt/notesSlides/_rels/notesSlide210.xml.rels>&#65279;<?xml version="1.0" encoding="utf-8"?><Relationships xmlns="http://schemas.openxmlformats.org/package/2006/relationships"><Relationship Type="http://schemas.openxmlformats.org/officeDocument/2006/relationships/slide" Target="/ppt/slides/slide210.xml" Id="Rb6f46510d28649bd" /><Relationship Type="http://schemas.openxmlformats.org/officeDocument/2006/relationships/notesMaster" Target="/ppt/notesMasters/notesMaster1.xml" Id="Rac20b24907ba40e0" /></Relationships>
</file>

<file path=ppt/notesSlides/_rels/notesSlide211.xml.rels>&#65279;<?xml version="1.0" encoding="utf-8"?><Relationships xmlns="http://schemas.openxmlformats.org/package/2006/relationships"><Relationship Type="http://schemas.openxmlformats.org/officeDocument/2006/relationships/slide" Target="/ppt/slides/slide211.xml" Id="Re017b9b0c78b40cc" /><Relationship Type="http://schemas.openxmlformats.org/officeDocument/2006/relationships/notesMaster" Target="/ppt/notesMasters/notesMaster1.xml" Id="Ra7b4b253fbe34c68" /></Relationships>
</file>

<file path=ppt/notesSlides/_rels/notesSlide212.xml.rels>&#65279;<?xml version="1.0" encoding="utf-8"?><Relationships xmlns="http://schemas.openxmlformats.org/package/2006/relationships"><Relationship Type="http://schemas.openxmlformats.org/officeDocument/2006/relationships/slide" Target="/ppt/slides/slide212.xml" Id="R79379a449baa4af0" /><Relationship Type="http://schemas.openxmlformats.org/officeDocument/2006/relationships/notesMaster" Target="/ppt/notesMasters/notesMaster1.xml" Id="Rcb7a221623bf4b35" /></Relationships>
</file>

<file path=ppt/notesSlides/_rels/notesSlide213.xml.rels>&#65279;<?xml version="1.0" encoding="utf-8"?><Relationships xmlns="http://schemas.openxmlformats.org/package/2006/relationships"><Relationship Type="http://schemas.openxmlformats.org/officeDocument/2006/relationships/slide" Target="/ppt/slides/slide213.xml" Id="Rf2cf2dce753e4a22" /><Relationship Type="http://schemas.openxmlformats.org/officeDocument/2006/relationships/notesMaster" Target="/ppt/notesMasters/notesMaster1.xml" Id="R898ec36694d34e05" /></Relationships>
</file>

<file path=ppt/notesSlides/_rels/notesSlide214.xml.rels>&#65279;<?xml version="1.0" encoding="utf-8"?><Relationships xmlns="http://schemas.openxmlformats.org/package/2006/relationships"><Relationship Type="http://schemas.openxmlformats.org/officeDocument/2006/relationships/slide" Target="/ppt/slides/slide214.xml" Id="R56238a86c38d45bf" /><Relationship Type="http://schemas.openxmlformats.org/officeDocument/2006/relationships/notesMaster" Target="/ppt/notesMasters/notesMaster1.xml" Id="R555881c9c3d54831" /></Relationships>
</file>

<file path=ppt/notesSlides/_rels/notesSlide215.xml.rels>&#65279;<?xml version="1.0" encoding="utf-8"?><Relationships xmlns="http://schemas.openxmlformats.org/package/2006/relationships"><Relationship Type="http://schemas.openxmlformats.org/officeDocument/2006/relationships/slide" Target="/ppt/slides/slide215.xml" Id="Rb6e9abcf6c5c4f3f" /><Relationship Type="http://schemas.openxmlformats.org/officeDocument/2006/relationships/notesMaster" Target="/ppt/notesMasters/notesMaster1.xml" Id="R6c0f9c8910ba496d" /></Relationships>
</file>

<file path=ppt/notesSlides/_rels/notesSlide216.xml.rels>&#65279;<?xml version="1.0" encoding="utf-8"?><Relationships xmlns="http://schemas.openxmlformats.org/package/2006/relationships"><Relationship Type="http://schemas.openxmlformats.org/officeDocument/2006/relationships/slide" Target="/ppt/slides/slide216.xml" Id="Rd1efbbaeadd54bfb" /><Relationship Type="http://schemas.openxmlformats.org/officeDocument/2006/relationships/notesMaster" Target="/ppt/notesMasters/notesMaster1.xml" Id="R825109bd1ff7446a" /></Relationships>
</file>

<file path=ppt/notesSlides/_rels/notesSlide217.xml.rels>&#65279;<?xml version="1.0" encoding="utf-8"?><Relationships xmlns="http://schemas.openxmlformats.org/package/2006/relationships"><Relationship Type="http://schemas.openxmlformats.org/officeDocument/2006/relationships/slide" Target="/ppt/slides/slide217.xml" Id="R853e947e8468477d" /><Relationship Type="http://schemas.openxmlformats.org/officeDocument/2006/relationships/notesMaster" Target="/ppt/notesMasters/notesMaster1.xml" Id="Rfba0eebd5d84488b" /></Relationships>
</file>

<file path=ppt/notesSlides/_rels/notesSlide218.xml.rels>&#65279;<?xml version="1.0" encoding="utf-8"?><Relationships xmlns="http://schemas.openxmlformats.org/package/2006/relationships"><Relationship Type="http://schemas.openxmlformats.org/officeDocument/2006/relationships/slide" Target="/ppt/slides/slide218.xml" Id="Rbab1a9a2bb034186" /><Relationship Type="http://schemas.openxmlformats.org/officeDocument/2006/relationships/notesMaster" Target="/ppt/notesMasters/notesMaster1.xml" Id="Re738a6ca70844357" /></Relationships>
</file>

<file path=ppt/notesSlides/_rels/notesSlide219.xml.rels>&#65279;<?xml version="1.0" encoding="utf-8"?><Relationships xmlns="http://schemas.openxmlformats.org/package/2006/relationships"><Relationship Type="http://schemas.openxmlformats.org/officeDocument/2006/relationships/slide" Target="/ppt/slides/slide219.xml" Id="Raee9eb3423c54e0e" /><Relationship Type="http://schemas.openxmlformats.org/officeDocument/2006/relationships/notesMaster" Target="/ppt/notesMasters/notesMaster1.xml" Id="R227871bac0464be3" /></Relationships>
</file>

<file path=ppt/notesSlides/_rels/notesSlide220.xml.rels>&#65279;<?xml version="1.0" encoding="utf-8"?><Relationships xmlns="http://schemas.openxmlformats.org/package/2006/relationships"><Relationship Type="http://schemas.openxmlformats.org/officeDocument/2006/relationships/slide" Target="/ppt/slides/slide220.xml" Id="R9fa6b50fec6b4c8a" /><Relationship Type="http://schemas.openxmlformats.org/officeDocument/2006/relationships/notesMaster" Target="/ppt/notesMasters/notesMaster1.xml" Id="Rfa4d666f27514ea2" /></Relationships>
</file>

<file path=ppt/notesSlides/_rels/notesSlide221.xml.rels>&#65279;<?xml version="1.0" encoding="utf-8"?><Relationships xmlns="http://schemas.openxmlformats.org/package/2006/relationships"><Relationship Type="http://schemas.openxmlformats.org/officeDocument/2006/relationships/slide" Target="/ppt/slides/slide221.xml" Id="R32d4e5065e524634" /><Relationship Type="http://schemas.openxmlformats.org/officeDocument/2006/relationships/notesMaster" Target="/ppt/notesMasters/notesMaster1.xml" Id="Rafcaca5a96974a0c" /></Relationships>
</file>

<file path=ppt/notesSlides/_rels/notesSlide222.xml.rels>&#65279;<?xml version="1.0" encoding="utf-8"?><Relationships xmlns="http://schemas.openxmlformats.org/package/2006/relationships"><Relationship Type="http://schemas.openxmlformats.org/officeDocument/2006/relationships/slide" Target="/ppt/slides/slide222.xml" Id="Rc466a96a1e564ab9" /><Relationship Type="http://schemas.openxmlformats.org/officeDocument/2006/relationships/notesMaster" Target="/ppt/notesMasters/notesMaster1.xml" Id="R171393b9f0c14217" /></Relationships>
</file>

<file path=ppt/notesSlides/_rels/notesSlide223.xml.rels>&#65279;<?xml version="1.0" encoding="utf-8"?><Relationships xmlns="http://schemas.openxmlformats.org/package/2006/relationships"><Relationship Type="http://schemas.openxmlformats.org/officeDocument/2006/relationships/slide" Target="/ppt/slides/slide223.xml" Id="Ra8b2b81b21ce49a0" /><Relationship Type="http://schemas.openxmlformats.org/officeDocument/2006/relationships/notesMaster" Target="/ppt/notesMasters/notesMaster1.xml" Id="R80a442d14c134aed" /></Relationships>
</file>

<file path=ppt/notesSlides/_rels/notesSlide224.xml.rels>&#65279;<?xml version="1.0" encoding="utf-8"?><Relationships xmlns="http://schemas.openxmlformats.org/package/2006/relationships"><Relationship Type="http://schemas.openxmlformats.org/officeDocument/2006/relationships/slide" Target="/ppt/slides/slide224.xml" Id="R0d6f802ed1cd4070" /><Relationship Type="http://schemas.openxmlformats.org/officeDocument/2006/relationships/notesMaster" Target="/ppt/notesMasters/notesMaster1.xml" Id="R71ffa642b0624d58" /></Relationships>
</file>

<file path=ppt/notesSlides/_rels/notesSlide225.xml.rels>&#65279;<?xml version="1.0" encoding="utf-8"?><Relationships xmlns="http://schemas.openxmlformats.org/package/2006/relationships"><Relationship Type="http://schemas.openxmlformats.org/officeDocument/2006/relationships/slide" Target="/ppt/slides/slide225.xml" Id="R8760a87206584780" /><Relationship Type="http://schemas.openxmlformats.org/officeDocument/2006/relationships/notesMaster" Target="/ppt/notesMasters/notesMaster1.xml" Id="Rf3dbded1e2134ab3" /></Relationships>
</file>

<file path=ppt/notesSlides/_rels/notesSlide226.xml.rels>&#65279;<?xml version="1.0" encoding="utf-8"?><Relationships xmlns="http://schemas.openxmlformats.org/package/2006/relationships"><Relationship Type="http://schemas.openxmlformats.org/officeDocument/2006/relationships/slide" Target="/ppt/slides/slide226.xml" Id="R6dc8f2afeb3f4901" /><Relationship Type="http://schemas.openxmlformats.org/officeDocument/2006/relationships/notesMaster" Target="/ppt/notesMasters/notesMaster1.xml" Id="Rc8e63a9a0053449a" /></Relationships>
</file>

<file path=ppt/notesSlides/_rels/notesSlide227.xml.rels>&#65279;<?xml version="1.0" encoding="utf-8"?><Relationships xmlns="http://schemas.openxmlformats.org/package/2006/relationships"><Relationship Type="http://schemas.openxmlformats.org/officeDocument/2006/relationships/slide" Target="/ppt/slides/slide227.xml" Id="Re8ba9e6f7f194f6b" /><Relationship Type="http://schemas.openxmlformats.org/officeDocument/2006/relationships/notesMaster" Target="/ppt/notesMasters/notesMaster1.xml" Id="R6ab27d02386e465d" /></Relationships>
</file>

<file path=ppt/notesSlides/_rels/notesSlide228.xml.rels>&#65279;<?xml version="1.0" encoding="utf-8"?><Relationships xmlns="http://schemas.openxmlformats.org/package/2006/relationships"><Relationship Type="http://schemas.openxmlformats.org/officeDocument/2006/relationships/slide" Target="/ppt/slides/slide228.xml" Id="R3a7885b521f44d37" /><Relationship Type="http://schemas.openxmlformats.org/officeDocument/2006/relationships/notesMaster" Target="/ppt/notesMasters/notesMaster1.xml" Id="Ra6665bd7fc34421a" /></Relationships>
</file>

<file path=ppt/notesSlides/_rels/notesSlide229.xml.rels>&#65279;<?xml version="1.0" encoding="utf-8"?><Relationships xmlns="http://schemas.openxmlformats.org/package/2006/relationships"><Relationship Type="http://schemas.openxmlformats.org/officeDocument/2006/relationships/slide" Target="/ppt/slides/slide229.xml" Id="Rdabb8a554e944a9a" /><Relationship Type="http://schemas.openxmlformats.org/officeDocument/2006/relationships/notesMaster" Target="/ppt/notesMasters/notesMaster1.xml" Id="R438570723b214cdb" /></Relationships>
</file>

<file path=ppt/notesSlides/_rels/notesSlide230.xml.rels>&#65279;<?xml version="1.0" encoding="utf-8"?><Relationships xmlns="http://schemas.openxmlformats.org/package/2006/relationships"><Relationship Type="http://schemas.openxmlformats.org/officeDocument/2006/relationships/slide" Target="/ppt/slides/slide230.xml" Id="Rea485e6930b74438" /><Relationship Type="http://schemas.openxmlformats.org/officeDocument/2006/relationships/notesMaster" Target="/ppt/notesMasters/notesMaster1.xml" Id="R89ce8cfcfbcc4ea5" /></Relationships>
</file>

<file path=ppt/notesSlides/_rels/notesSlide231.xml.rels>&#65279;<?xml version="1.0" encoding="utf-8"?><Relationships xmlns="http://schemas.openxmlformats.org/package/2006/relationships"><Relationship Type="http://schemas.openxmlformats.org/officeDocument/2006/relationships/slide" Target="/ppt/slides/slide231.xml" Id="R1d0be9b911f14f43" /><Relationship Type="http://schemas.openxmlformats.org/officeDocument/2006/relationships/notesMaster" Target="/ppt/notesMasters/notesMaster1.xml" Id="R98837af44d2d4271" /></Relationships>
</file>

<file path=ppt/notesSlides/_rels/notesSlide232.xml.rels>&#65279;<?xml version="1.0" encoding="utf-8"?><Relationships xmlns="http://schemas.openxmlformats.org/package/2006/relationships"><Relationship Type="http://schemas.openxmlformats.org/officeDocument/2006/relationships/slide" Target="/ppt/slides/slide232.xml" Id="R8759c2237db4420c" /><Relationship Type="http://schemas.openxmlformats.org/officeDocument/2006/relationships/notesMaster" Target="/ppt/notesMasters/notesMaster1.xml" Id="R126238ad07cf40c6" /></Relationships>
</file>

<file path=ppt/notesSlides/_rels/notesSlide233.xml.rels>&#65279;<?xml version="1.0" encoding="utf-8"?><Relationships xmlns="http://schemas.openxmlformats.org/package/2006/relationships"><Relationship Type="http://schemas.openxmlformats.org/officeDocument/2006/relationships/slide" Target="/ppt/slides/slide233.xml" Id="R7f5becaa07494219" /><Relationship Type="http://schemas.openxmlformats.org/officeDocument/2006/relationships/notesMaster" Target="/ppt/notesMasters/notesMaster1.xml" Id="Rb977ebcb7d034c23" /></Relationships>
</file>

<file path=ppt/notesSlides/_rels/notesSlide234.xml.rels>&#65279;<?xml version="1.0" encoding="utf-8"?><Relationships xmlns="http://schemas.openxmlformats.org/package/2006/relationships"><Relationship Type="http://schemas.openxmlformats.org/officeDocument/2006/relationships/slide" Target="/ppt/slides/slide234.xml" Id="Rd892799b29ab4581" /><Relationship Type="http://schemas.openxmlformats.org/officeDocument/2006/relationships/notesMaster" Target="/ppt/notesMasters/notesMaster1.xml" Id="R70de1c8a04314cba" /></Relationships>
</file>

<file path=ppt/notesSlides/_rels/notesSlide235.xml.rels>&#65279;<?xml version="1.0" encoding="utf-8"?><Relationships xmlns="http://schemas.openxmlformats.org/package/2006/relationships"><Relationship Type="http://schemas.openxmlformats.org/officeDocument/2006/relationships/slide" Target="/ppt/slides/slide235.xml" Id="R040fbf435b31444a" /><Relationship Type="http://schemas.openxmlformats.org/officeDocument/2006/relationships/notesMaster" Target="/ppt/notesMasters/notesMaster1.xml" Id="R7744aef5ffca469d" /></Relationships>
</file>

<file path=ppt/notesSlides/_rels/notesSlide236.xml.rels>&#65279;<?xml version="1.0" encoding="utf-8"?><Relationships xmlns="http://schemas.openxmlformats.org/package/2006/relationships"><Relationship Type="http://schemas.openxmlformats.org/officeDocument/2006/relationships/slide" Target="/ppt/slides/slide236.xml" Id="R18b1573d370e494f" /><Relationship Type="http://schemas.openxmlformats.org/officeDocument/2006/relationships/notesMaster" Target="/ppt/notesMasters/notesMaster1.xml" Id="Rd89d95594ee04b7c" /></Relationships>
</file>

<file path=ppt/notesSlides/_rels/notesSlide237.xml.rels>&#65279;<?xml version="1.0" encoding="utf-8"?><Relationships xmlns="http://schemas.openxmlformats.org/package/2006/relationships"><Relationship Type="http://schemas.openxmlformats.org/officeDocument/2006/relationships/slide" Target="/ppt/slides/slide237.xml" Id="R70b3a47c849c4d55" /><Relationship Type="http://schemas.openxmlformats.org/officeDocument/2006/relationships/notesMaster" Target="/ppt/notesMasters/notesMaster1.xml" Id="Rcdecce8aaf344f05" /></Relationships>
</file>

<file path=ppt/notesSlides/_rels/notesSlide238.xml.rels>&#65279;<?xml version="1.0" encoding="utf-8"?><Relationships xmlns="http://schemas.openxmlformats.org/package/2006/relationships"><Relationship Type="http://schemas.openxmlformats.org/officeDocument/2006/relationships/slide" Target="/ppt/slides/slide238.xml" Id="Rc2d8ec9870f1402f" /><Relationship Type="http://schemas.openxmlformats.org/officeDocument/2006/relationships/notesMaster" Target="/ppt/notesMasters/notesMaster1.xml" Id="R08bd0523d7c84a49" /></Relationships>
</file>

<file path=ppt/notesSlides/_rels/notesSlide239.xml.rels>&#65279;<?xml version="1.0" encoding="utf-8"?><Relationships xmlns="http://schemas.openxmlformats.org/package/2006/relationships"><Relationship Type="http://schemas.openxmlformats.org/officeDocument/2006/relationships/slide" Target="/ppt/slides/slide239.xml" Id="Rb9992499ff0b4496" /><Relationship Type="http://schemas.openxmlformats.org/officeDocument/2006/relationships/notesMaster" Target="/ppt/notesMasters/notesMaster1.xml" Id="R72306146f7d14e85" /></Relationships>
</file>

<file path=ppt/notesSlides/_rels/notesSlide240.xml.rels>&#65279;<?xml version="1.0" encoding="utf-8"?><Relationships xmlns="http://schemas.openxmlformats.org/package/2006/relationships"><Relationship Type="http://schemas.openxmlformats.org/officeDocument/2006/relationships/slide" Target="/ppt/slides/slide240.xml" Id="R5b556cb018194256" /><Relationship Type="http://schemas.openxmlformats.org/officeDocument/2006/relationships/notesMaster" Target="/ppt/notesMasters/notesMaster1.xml" Id="Rf0b0149a40904e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1차시의 목표와 실행 결과를 먼저 공유한다.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local:IPA_40H_상세_커리큘럼_및_무료실습_설계.md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45초 teaser로 완성 결과·정상 수치·대표 HOLD를 먼저 보여주고 구현 설명은 하지 않는다.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local:assets/demo-videos/day2_service_teaser.gif</a:t>
            </a:r>
          </a:p>
          <a:p xmlns:a="http://schemas.openxmlformats.org/drawingml/2006/main">
            <a:r>
              <a:t>- local:output/course-demos/day2/demo_result.json</a:t>
            </a:r>
          </a:p>
          <a:p xmlns:a="http://schemas.openxmlformats.org/drawingml/2006/main">
            <a:r>
              <a:t>- local:materials/days2_5/Codex_Claude_제작_사례와_오프닝_데모_런북.md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수강생이 현재 차시와 강의·시연·소프트웨어 실습 비중을 한 번에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local:IPA_40H_상세_커리큘럼_및_무료실습_설계.md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학습 결과를 설명·실행·검증의 세 수준으로 나눈다.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영문 약어보다 업무에서 맡는 역할과 concrete example을 먼저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오류가 입력·처리·결과·검증 중 어디에서 생겼는지 구분한다.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각 단계의 입력과 다음 상태를 연결해 실행 순서를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결과와 가장 중요한 실패 결과를 같은 수준의 제품 계약으로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수강생이 notebook·src·tests·data의 역할을 혼동하지 않게 실행 전에 경로를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local:data/demo_meeting.wav</a:t>
            </a:r>
          </a:p>
          <a:p xmlns:a="http://schemas.openxmlformats.org/drawingml/2006/main">
            <a:r>
              <a:t>- local:data/demo_meeting_transcript.txt</a:t>
            </a:r>
          </a:p>
          <a:p xmlns:a="http://schemas.openxmlformats.org/drawingml/2006/main">
            <a:r>
              <a:t>- local:materials/day2/day2_service_lab.ipynb</a:t>
            </a:r>
          </a:p>
          <a:p xmlns:a="http://schemas.openxmlformats.org/drawingml/2006/main">
            <a:r>
              <a:t>- local:src/meeting_demo.py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용어를 실제 저장소 파일과 연결해 다음 코드 화면의 위치를 준비한다.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local:data/demo_meeting.wav</a:t>
            </a:r>
          </a:p>
          <a:p xmlns:a="http://schemas.openxmlformats.org/drawingml/2006/main">
            <a:r>
              <a:t>- local:data/demo_meeting_transcript.txt</a:t>
            </a:r>
          </a:p>
          <a:p xmlns:a="http://schemas.openxmlformats.org/drawingml/2006/main">
            <a:r>
              <a:t>- local:materials/day2/day2_service_lab.ipynb</a:t>
            </a:r>
          </a:p>
          <a:p xmlns:a="http://schemas.openxmlformats.org/drawingml/2006/main">
            <a:r>
              <a:t>- local:src/meeting_demo.py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용어를 나열하지 않고 역할과 선택 기준을 비교한다.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대표 실패를 숨기지 않고 사용자 영향까지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재시도·fallback·사람 검토·완전 중단 중 어느 경로를 선택하는지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Codex의 공식 use case를 현재 차시의 코드·test·review 흐름에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https://github.com/SYSTRAN/faster-whisper</a:t>
            </a:r>
          </a:p>
          <a:p xmlns:a="http://schemas.openxmlformats.org/drawingml/2006/main">
            <a:r>
              <a:t>- https://learn.chatgpt.com/use-cases</a:t>
            </a:r>
          </a:p>
          <a:p xmlns:a="http://schemas.openxmlformats.org/drawingml/2006/main">
            <a:r>
              <a:t>- https://developers.openai.com/codex/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목표·허용 범위·test·금지 행동을 한 요청 안에 묶는 Harness 작성법을 보여준다.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https://learn.chatgpt.com/use-cases</a:t>
            </a:r>
          </a:p>
          <a:p xmlns:a="http://schemas.openxmlformats.org/drawingml/2006/main">
            <a:r>
              <a:t>- https://developers.openai.com/codex/</a:t>
            </a:r>
          </a:p>
          <a:p xmlns:a="http://schemas.openxmlformats.org/drawingml/2006/main">
            <a:r>
              <a:t>- local:AGENTS.md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Codex 구현과 Claude Code 독립 리뷰를 같은 Harness로 비교하고 사람이 merge를 결정한다.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https://learn.chatgpt.com/use-cases</a:t>
            </a:r>
          </a:p>
          <a:p xmlns:a="http://schemas.openxmlformats.org/drawingml/2006/main">
            <a:r>
              <a:t>- https://code.claude.com/docs/en/desktop</a:t>
            </a:r>
          </a:p>
          <a:p xmlns:a="http://schemas.openxmlformats.org/drawingml/2006/main">
            <a:r>
              <a:t>- https://code.claude.com/docs/en/desktop-quickstart</a:t>
            </a:r>
          </a:p>
          <a:p xmlns:a="http://schemas.openxmlformats.org/drawingml/2006/main">
            <a:r>
              <a:t>- local:AGENTS.md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수강생 실행 전에 입력·코드·명령·성공 신호를 강사가 한 번 연결해 보여준다.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local:data/demo_meeting.wav</a:t>
            </a:r>
          </a:p>
          <a:p xmlns:a="http://schemas.openxmlformats.org/drawingml/2006/main">
            <a:r>
              <a:t>- local:data/demo_meeting_transcript.txt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명령을 복사하기 전에 실행 경로와 environment를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local:data/demo_meeting.wav</a:t>
            </a:r>
          </a:p>
          <a:p xmlns:a="http://schemas.openxmlformats.org/drawingml/2006/main">
            <a:r>
              <a:t>- local:data/demo_meeting_transcript.txt</a:t>
            </a:r>
          </a:p>
          <a:p xmlns:a="http://schemas.openxmlformats.org/drawingml/2006/main">
            <a:r>
              <a:t>- local:materials/day2/day2_service_lab.ipynb</a:t>
            </a:r>
          </a:p>
          <a:p xmlns:a="http://schemas.openxmlformats.org/drawingml/2006/main">
            <a:r>
              <a:t>- local:src/meeting_demo.py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현재 코드로 생성한 실제 결과를 읽고 status·metric·boundary field를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local:/Users/sungjae-cha/sungjae-cha/llm-agent-and-workflow-automation/output/course-labs/day2/01_audio_metadata.json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화면만 보여주지 않고 대표 실패와 안전한 복구 경로를 이어서 시연한다.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IDE·terminal·Codex에서 코드를 수정하고 test와 결과 파일을 남기는 실제 제작 구간이다.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local:data/demo_meeting.wav</a:t>
            </a:r>
          </a:p>
          <a:p xmlns:a="http://schemas.openxmlformats.org/drawingml/2006/main">
            <a:r>
              <a:t>- local:data/demo_meeting_transcript.txt</a:t>
            </a:r>
          </a:p>
          <a:p xmlns:a="http://schemas.openxmlformats.org/drawingml/2006/main">
            <a:r>
              <a:t>- local:materials/day2/day2_service_lab.ipynb</a:t>
            </a:r>
          </a:p>
          <a:p xmlns:a="http://schemas.openxmlformats.org/drawingml/2006/main">
            <a:r>
              <a:t>- local:src/meeting_demo.py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해당 차시 Notebook의 실제 code cell을 열고 같은 순서로 실행한다.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local:/Users/sungjae-cha/sungjae-cha/llm-agent-and-workflow-automation/materials/day2/day2_service_lab.ipynb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현재 차시의 실제 명령과 결과 파일 경로를 한 화면에서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local:data/demo_meeting_transcript.txt</a:t>
            </a:r>
          </a:p>
          <a:p xmlns:a="http://schemas.openxmlformats.org/drawingml/2006/main">
            <a:r>
              <a:t>- local:output/course-labs/day2/01_audio_metadata.json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대표 실패를 실제 결과 파일·기대 상태·복구 경로로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local:/Users/sungjae-cha/sungjae-cha/llm-agent-and-workflow-automation/output/course-labs/day2/01_audio_metadata.json</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case를 실제 test 증거로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실패 case를 실제 test 증거로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재직자 관점에서 같은 기술을 다른 증거로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구직자 관점에서 같은 기술을 다른 증거로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품질·안전·복구·관측을 서비스 운영 질문으로 바꾼다.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차시의 설명·실행·증거를 확인하고 다음 입력으로 넘긴다.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2차시의 목표와 실행 결과를 먼저 공유한다.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local:IPA_40H_상세_커리큘럼_및_무료실습_설계.md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앞 차시의 결과 파일이 이번 차시 입력으로 이어지는 구조를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local:IPA_40H_상세_커리큘럼_및_무료실습_설계.md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이번 차시가 필요한 이유를 한 문장으로 먼저 이해시킨다.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학습 결과를 설명·실행·검증의 세 수준으로 나눈다.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영문 약어보다 업무에서 맡는 역할과 concrete example을 먼저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오류가 입력·처리·결과·검증 중 어디에서 생겼는지 구분한다.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각 단계의 입력과 다음 상태를 연결해 실행 순서를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결과와 가장 중요한 실패 결과를 같은 수준의 제품 계약으로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수강생이 notebook·src·tests·data의 역할을 혼동하지 않게 실행 전에 경로를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local:src/meeting_demo.py</a:t>
            </a:r>
          </a:p>
          <a:p xmlns:a="http://schemas.openxmlformats.org/drawingml/2006/main">
            <a:r>
              <a:t>- local:requirements-stt-optional.txt</a:t>
            </a:r>
          </a:p>
          <a:p xmlns:a="http://schemas.openxmlformats.org/drawingml/2006/main">
            <a:r>
              <a:t>- local:data/demo_meeting.wav</a:t>
            </a:r>
          </a:p>
          <a:p xmlns:a="http://schemas.openxmlformats.org/drawingml/2006/main">
            <a:r>
              <a:t>- local:output/day2-stt-lab/transcript.json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용어를 실제 저장소 파일과 연결해 다음 코드 화면의 위치를 준비한다.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local:src/meeting_demo.py</a:t>
            </a:r>
          </a:p>
          <a:p xmlns:a="http://schemas.openxmlformats.org/drawingml/2006/main">
            <a:r>
              <a:t>- local:requirements-stt-optional.txt</a:t>
            </a:r>
          </a:p>
          <a:p xmlns:a="http://schemas.openxmlformats.org/drawingml/2006/main">
            <a:r>
              <a:t>- local:data/demo_meeting.wav</a:t>
            </a:r>
          </a:p>
          <a:p xmlns:a="http://schemas.openxmlformats.org/drawingml/2006/main">
            <a:r>
              <a:t>- local:output/day2-stt-lab/transcript.json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용어를 나열하지 않고 역할과 선택 기준을 비교한다.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대표 실패를 숨기지 않고 사용자 영향까지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재시도·fallback·사람 검토·완전 중단 중 어느 경로를 선택하는지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Codex의 공식 use case를 현재 차시의 코드·test·review 흐름에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https://github.com/ggerganov/whisper.cpp</a:t>
            </a:r>
          </a:p>
          <a:p xmlns:a="http://schemas.openxmlformats.org/drawingml/2006/main">
            <a:r>
              <a:t>- https://learn.chatgpt.com/use-cases</a:t>
            </a:r>
          </a:p>
          <a:p xmlns:a="http://schemas.openxmlformats.org/drawingml/2006/main">
            <a:r>
              <a:t>- https://developers.openai.com/codex/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목표·허용 범위·test·금지 행동을 한 요청 안에 묶는 Harness 작성법을 보여준다.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https://learn.chatgpt.com/use-cases</a:t>
            </a:r>
          </a:p>
          <a:p xmlns:a="http://schemas.openxmlformats.org/drawingml/2006/main">
            <a:r>
              <a:t>- https://developers.openai.com/codex/</a:t>
            </a:r>
          </a:p>
          <a:p xmlns:a="http://schemas.openxmlformats.org/drawingml/2006/main">
            <a:r>
              <a:t>- local:AGENTS.md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Codex 구현과 Claude Code 독립 리뷰를 같은 Harness로 비교하고 사람이 merge를 결정한다.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https://learn.chatgpt.com/use-cases</a:t>
            </a:r>
          </a:p>
          <a:p xmlns:a="http://schemas.openxmlformats.org/drawingml/2006/main">
            <a:r>
              <a:t>- https://code.claude.com/docs/en/desktop</a:t>
            </a:r>
          </a:p>
          <a:p xmlns:a="http://schemas.openxmlformats.org/drawingml/2006/main">
            <a:r>
              <a:t>- https://code.claude.com/docs/en/desktop-quickstart</a:t>
            </a:r>
          </a:p>
          <a:p xmlns:a="http://schemas.openxmlformats.org/drawingml/2006/main">
            <a:r>
              <a:t>- local:AGENTS.md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수강생 실행 전에 입력·코드·명령·성공 신호를 강사가 한 번 연결해 보여준다.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local:src/meeting_demo.py</a:t>
            </a:r>
          </a:p>
          <a:p xmlns:a="http://schemas.openxmlformats.org/drawingml/2006/main">
            <a:r>
              <a:t>- local:requirements-stt-optional.txt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명령을 복사하기 전에 실행 경로와 environment를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local:src/meeting_demo.py</a:t>
            </a:r>
          </a:p>
          <a:p xmlns:a="http://schemas.openxmlformats.org/drawingml/2006/main">
            <a:r>
              <a:t>- local:requirements-stt-optional.txt</a:t>
            </a:r>
          </a:p>
          <a:p xmlns:a="http://schemas.openxmlformats.org/drawingml/2006/main">
            <a:r>
              <a:t>- local:data/demo_meeting.wav</a:t>
            </a:r>
          </a:p>
          <a:p xmlns:a="http://schemas.openxmlformats.org/drawingml/2006/main">
            <a:r>
              <a:t>- local:output/day2-stt-lab/transcript.json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현재 코드로 생성한 실제 결과를 읽고 status·metric·boundary field를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local:/Users/sungjae-cha/sungjae-cha/llm-agent-and-workflow-automation/output/course-labs/day2/02_transcript.json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화면만 보여주지 않고 대표 실패와 안전한 복구 경로를 이어서 시연한다.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IDE·terminal·Codex에서 코드를 수정하고 test와 결과 파일을 남기는 실제 제작 구간이다.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local:src/meeting_demo.py</a:t>
            </a:r>
          </a:p>
          <a:p xmlns:a="http://schemas.openxmlformats.org/drawingml/2006/main">
            <a:r>
              <a:t>- local:requirements-stt-optional.txt</a:t>
            </a:r>
          </a:p>
          <a:p xmlns:a="http://schemas.openxmlformats.org/drawingml/2006/main">
            <a:r>
              <a:t>- local:data/demo_meeting.wav</a:t>
            </a:r>
          </a:p>
          <a:p xmlns:a="http://schemas.openxmlformats.org/drawingml/2006/main">
            <a:r>
              <a:t>- local:output/day2-stt-lab/transcript.json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해당 차시 Notebook의 실제 code cell을 열고 같은 순서로 실행한다.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local:/Users/sungjae-cha/sungjae-cha/llm-agent-and-workflow-automation/materials/day2/day2_service_lab.ipynb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현재 차시의 실제 명령과 결과 파일 경로를 한 화면에서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local:requirements-stt-optional.txt</a:t>
            </a:r>
          </a:p>
          <a:p xmlns:a="http://schemas.openxmlformats.org/drawingml/2006/main">
            <a:r>
              <a:t>- local:output/course-labs/day2/02_transcript.json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대표 실패를 실제 결과 파일·기대 상태·복구 경로로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local:/Users/sungjae-cha/sungjae-cha/llm-agent-and-workflow-automation/output/course-labs/day2/02_transcript.json</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case를 실제 test 증거로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실패 case를 실제 test 증거로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재직자 관점에서 같은 기술을 다른 증거로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구직자 관점에서 같은 기술을 다른 증거로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품질·안전·복구·관측을 서비스 운영 질문으로 바꾼다.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차시의 설명·실행·증거를 확인하고 다음 입력으로 넘긴다.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3차시의 목표와 실행 결과를 먼저 공유한다.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local:IPA_40H_상세_커리큘럼_및_무료실습_설계.md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앞 차시의 결과 파일이 이번 차시 입력으로 이어지는 구조를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local:IPA_40H_상세_커리큘럼_및_무료실습_설계.md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이번 차시가 필요한 이유를 한 문장으로 먼저 이해시킨다.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학습 결과를 설명·실행·검증의 세 수준으로 나눈다.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영문 약어보다 업무에서 맡는 역할과 concrete example을 먼저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오류가 입력·처리·결과·검증 중 어디에서 생겼는지 구분한다.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각 단계의 입력과 다음 상태를 연결해 실행 순서를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결과와 가장 중요한 실패 결과를 같은 수준의 제품 계약으로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수강생이 notebook·src·tests·data의 역할을 혼동하지 않게 실행 전에 경로를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local:src/meeting_demo.py</a:t>
            </a:r>
          </a:p>
          <a:p xmlns:a="http://schemas.openxmlformats.org/drawingml/2006/main">
            <a:r>
              <a:t>- local:tests/test_meeting_agent_workflow.py</a:t>
            </a:r>
          </a:p>
          <a:p xmlns:a="http://schemas.openxmlformats.org/drawingml/2006/main">
            <a:r>
              <a:t>- local:data/demo_meeting_transcript.txt</a:t>
            </a:r>
          </a:p>
          <a:p xmlns:a="http://schemas.openxmlformats.org/drawingml/2006/main">
            <a:r>
              <a:t>- local:output/day2-stt-lab/meeting_result.json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용어를 실제 저장소 파일과 연결해 다음 코드 화면의 위치를 준비한다.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local:src/meeting_demo.py</a:t>
            </a:r>
          </a:p>
          <a:p xmlns:a="http://schemas.openxmlformats.org/drawingml/2006/main">
            <a:r>
              <a:t>- local:tests/test_meeting_agent_workflow.py</a:t>
            </a:r>
          </a:p>
          <a:p xmlns:a="http://schemas.openxmlformats.org/drawingml/2006/main">
            <a:r>
              <a:t>- local:data/demo_meeting_transcript.txt</a:t>
            </a:r>
          </a:p>
          <a:p xmlns:a="http://schemas.openxmlformats.org/drawingml/2006/main">
            <a:r>
              <a:t>- local:output/day2-stt-lab/meeting_result.json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용어를 나열하지 않고 역할과 선택 기준을 비교한다.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대표 실패를 숨기지 않고 사용자 영향까지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재시도·fallback·사람 검토·완전 중단 중 어느 경로를 선택하는지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Codex의 공식 use case를 현재 차시의 코드·test·review 흐름에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https://support.google.com/meet/answer/12849897</a:t>
            </a:r>
          </a:p>
          <a:p xmlns:a="http://schemas.openxmlformats.org/drawingml/2006/main">
            <a:r>
              <a:t>- https://learn.chatgpt.com/use-cases</a:t>
            </a:r>
          </a:p>
          <a:p xmlns:a="http://schemas.openxmlformats.org/drawingml/2006/main">
            <a:r>
              <a:t>- https://developers.openai.com/codex/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목표·허용 범위·test·금지 행동을 한 요청 안에 묶는 Harness 작성법을 보여준다.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https://learn.chatgpt.com/use-cases</a:t>
            </a:r>
          </a:p>
          <a:p xmlns:a="http://schemas.openxmlformats.org/drawingml/2006/main">
            <a:r>
              <a:t>- https://developers.openai.com/codex/</a:t>
            </a:r>
          </a:p>
          <a:p xmlns:a="http://schemas.openxmlformats.org/drawingml/2006/main">
            <a:r>
              <a:t>- local:AGENTS.md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Codex 구현과 Claude Code 독립 리뷰를 같은 Harness로 비교하고 사람이 merge를 결정한다.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https://learn.chatgpt.com/use-cases</a:t>
            </a:r>
          </a:p>
          <a:p xmlns:a="http://schemas.openxmlformats.org/drawingml/2006/main">
            <a:r>
              <a:t>- https://code.claude.com/docs/en/desktop</a:t>
            </a:r>
          </a:p>
          <a:p xmlns:a="http://schemas.openxmlformats.org/drawingml/2006/main">
            <a:r>
              <a:t>- https://code.claude.com/docs/en/desktop-quickstart</a:t>
            </a:r>
          </a:p>
          <a:p xmlns:a="http://schemas.openxmlformats.org/drawingml/2006/main">
            <a:r>
              <a:t>- local:AGENTS.md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수강생 실행 전에 입력·코드·명령·성공 신호를 강사가 한 번 연결해 보여준다.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local:src/meeting_demo.py</a:t>
            </a:r>
          </a:p>
          <a:p xmlns:a="http://schemas.openxmlformats.org/drawingml/2006/main">
            <a:r>
              <a:t>- local:tests/test_meeting_agent_workflow.py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명령을 복사하기 전에 실행 경로와 environment를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local:src/meeting_demo.py</a:t>
            </a:r>
          </a:p>
          <a:p xmlns:a="http://schemas.openxmlformats.org/drawingml/2006/main">
            <a:r>
              <a:t>- local:tests/test_meeting_agent_workflow.py</a:t>
            </a:r>
          </a:p>
          <a:p xmlns:a="http://schemas.openxmlformats.org/drawingml/2006/main">
            <a:r>
              <a:t>- local:data/demo_meeting_transcript.txt</a:t>
            </a:r>
          </a:p>
          <a:p xmlns:a="http://schemas.openxmlformats.org/drawingml/2006/main">
            <a:r>
              <a:t>- local:output/day2-stt-lab/meeting_result.json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현재 코드로 생성한 실제 결과를 읽고 status·metric·boundary field를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local:/Users/sungjae-cha/sungjae-cha/llm-agent-and-workflow-automation/output/course-labs/day2/03_quality_gate.json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화면만 보여주지 않고 대표 실패와 안전한 복구 경로를 이어서 시연한다.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IDE·terminal·Codex에서 코드를 수정하고 test와 결과 파일을 남기는 실제 제작 구간이다.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local:src/meeting_demo.py</a:t>
            </a:r>
          </a:p>
          <a:p xmlns:a="http://schemas.openxmlformats.org/drawingml/2006/main">
            <a:r>
              <a:t>- local:tests/test_meeting_agent_workflow.py</a:t>
            </a:r>
          </a:p>
          <a:p xmlns:a="http://schemas.openxmlformats.org/drawingml/2006/main">
            <a:r>
              <a:t>- local:data/demo_meeting_transcript.txt</a:t>
            </a:r>
          </a:p>
          <a:p xmlns:a="http://schemas.openxmlformats.org/drawingml/2006/main">
            <a:r>
              <a:t>- local:output/day2-stt-lab/meeting_result.json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해당 차시 Notebook의 실제 code cell을 열고 같은 순서로 실행한다.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local:/Users/sungjae-cha/sungjae-cha/llm-agent-and-workflow-automation/materials/day2/day2_service_lab.ipynb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현재 차시의 실제 명령과 결과 파일 경로를 한 화면에서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local:tests/test_meeting_agent_workflow.py</a:t>
            </a:r>
          </a:p>
          <a:p xmlns:a="http://schemas.openxmlformats.org/drawingml/2006/main">
            <a:r>
              <a:t>- local:output/course-labs/day2/03_quality_gate.json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대표 실패를 실제 결과 파일·기대 상태·복구 경로로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local:/Users/sungjae-cha/sungjae-cha/llm-agent-and-workflow-automation/output/course-labs/day2/03_quality_gate.json</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case를 실제 test 증거로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실패 case를 실제 test 증거로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재직자 관점에서 같은 기술을 다른 증거로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구직자 관점에서 같은 기술을 다른 증거로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품질·안전·복구·관측을 서비스 운영 질문으로 바꾼다.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차시의 설명·실행·증거를 확인하고 다음 입력으로 넘긴다.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4차시의 목표와 실행 결과를 먼저 공유한다.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local:IPA_40H_상세_커리큘럼_및_무료실습_설계.md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앞 차시의 결과 파일이 이번 차시 입력으로 이어지는 구조를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local:IPA_40H_상세_커리큘럼_및_무료실습_설계.md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이번 차시가 필요한 이유를 한 문장으로 먼저 이해시킨다.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학습 결과를 설명·실행·검증의 세 수준으로 나눈다.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영문 약어보다 업무에서 맡는 역할과 concrete example을 먼저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오류가 입력·처리·결과·검증 중 어디에서 생겼는지 구분한다.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각 단계의 입력과 다음 상태를 연결해 실행 순서를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결과와 가장 중요한 실패 결과를 같은 수준의 제품 계약으로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수강생이 notebook·src·tests·data의 역할을 혼동하지 않게 실행 전에 경로를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local:src/langchain_lab.py</a:t>
            </a:r>
          </a:p>
          <a:p xmlns:a="http://schemas.openxmlformats.org/drawingml/2006/main">
            <a:r>
              <a:t>- local:src/course_services/meeting_service.py</a:t>
            </a:r>
          </a:p>
          <a:p xmlns:a="http://schemas.openxmlformats.org/drawingml/2006/main">
            <a:r>
              <a:t>- local:tests/test_langchain_langgraph_lab.py</a:t>
            </a:r>
          </a:p>
          <a:p xmlns:a="http://schemas.openxmlformats.org/drawingml/2006/main">
            <a:r>
              <a:t>- local:materials/day2/day2_service_lab.ipynb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용어를 실제 저장소 파일과 연결해 다음 코드 화면의 위치를 준비한다.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local:src/langchain_lab.py</a:t>
            </a:r>
          </a:p>
          <a:p xmlns:a="http://schemas.openxmlformats.org/drawingml/2006/main">
            <a:r>
              <a:t>- local:src/course_services/meeting_service.py</a:t>
            </a:r>
          </a:p>
          <a:p xmlns:a="http://schemas.openxmlformats.org/drawingml/2006/main">
            <a:r>
              <a:t>- local:tests/test_langchain_langgraph_lab.py</a:t>
            </a:r>
          </a:p>
          <a:p xmlns:a="http://schemas.openxmlformats.org/drawingml/2006/main">
            <a:r>
              <a:t>- local:materials/day2/day2_service_lab.ipynb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용어를 나열하지 않고 역할과 선택 기준을 비교한다.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대표 실패를 숨기지 않고 사용자 영향까지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재시도·fallback·사람 검토·완전 중단 중 어느 경로를 선택하는지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Codex의 공식 use case를 현재 차시의 코드·test·review 흐름에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https://docs.langchain.com/oss/python/langchain/overview</a:t>
            </a:r>
          </a:p>
          <a:p xmlns:a="http://schemas.openxmlformats.org/drawingml/2006/main">
            <a:r>
              <a:t>- https://learn.chatgpt.com/use-cases</a:t>
            </a:r>
          </a:p>
          <a:p xmlns:a="http://schemas.openxmlformats.org/drawingml/2006/main">
            <a:r>
              <a:t>- https://developers.openai.com/codex/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목표·허용 범위·test·금지 행동을 한 요청 안에 묶는 Harness 작성법을 보여준다.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https://learn.chatgpt.com/use-cases</a:t>
            </a:r>
          </a:p>
          <a:p xmlns:a="http://schemas.openxmlformats.org/drawingml/2006/main">
            <a:r>
              <a:t>- https://developers.openai.com/codex/</a:t>
            </a:r>
          </a:p>
          <a:p xmlns:a="http://schemas.openxmlformats.org/drawingml/2006/main">
            <a:r>
              <a:t>- local:AGENTS.md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Codex 구현과 Claude Code 독립 리뷰를 같은 Harness로 비교하고 사람이 merge를 결정한다.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https://learn.chatgpt.com/use-cases</a:t>
            </a:r>
          </a:p>
          <a:p xmlns:a="http://schemas.openxmlformats.org/drawingml/2006/main">
            <a:r>
              <a:t>- https://code.claude.com/docs/en/desktop</a:t>
            </a:r>
          </a:p>
          <a:p xmlns:a="http://schemas.openxmlformats.org/drawingml/2006/main">
            <a:r>
              <a:t>- https://code.claude.com/docs/en/desktop-quickstart</a:t>
            </a:r>
          </a:p>
          <a:p xmlns:a="http://schemas.openxmlformats.org/drawingml/2006/main">
            <a:r>
              <a:t>- local:AGENTS.md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수강생 실행 전에 입력·코드·명령·성공 신호를 강사가 한 번 연결해 보여준다.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local:src/langchain_lab.py</a:t>
            </a:r>
          </a:p>
          <a:p xmlns:a="http://schemas.openxmlformats.org/drawingml/2006/main">
            <a:r>
              <a:t>- local:src/course_services/meeting_service.py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명령을 복사하기 전에 실행 경로와 environment를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local:src/langchain_lab.py</a:t>
            </a:r>
          </a:p>
          <a:p xmlns:a="http://schemas.openxmlformats.org/drawingml/2006/main">
            <a:r>
              <a:t>- local:src/course_services/meeting_service.py</a:t>
            </a:r>
          </a:p>
          <a:p xmlns:a="http://schemas.openxmlformats.org/drawingml/2006/main">
            <a:r>
              <a:t>- local:tests/test_langchain_langgraph_lab.py</a:t>
            </a:r>
          </a:p>
          <a:p xmlns:a="http://schemas.openxmlformats.org/drawingml/2006/main">
            <a:r>
              <a:t>- local:materials/day2/day2_service_lab.ipynb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현재 코드로 생성한 실제 결과를 읽고 status·metric·boundary field를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local:/Users/sungjae-cha/sungjae-cha/llm-agent-and-workflow-automation/output/course-labs/day2/04_meeting_schema.json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화면만 보여주지 않고 대표 실패와 안전한 복구 경로를 이어서 시연한다.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IDE·terminal·Codex에서 코드를 수정하고 test와 결과 파일을 남기는 실제 제작 구간이다.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local:src/langchain_lab.py</a:t>
            </a:r>
          </a:p>
          <a:p xmlns:a="http://schemas.openxmlformats.org/drawingml/2006/main">
            <a:r>
              <a:t>- local:src/course_services/meeting_service.py</a:t>
            </a:r>
          </a:p>
          <a:p xmlns:a="http://schemas.openxmlformats.org/drawingml/2006/main">
            <a:r>
              <a:t>- local:tests/test_langchain_langgraph_lab.py</a:t>
            </a:r>
          </a:p>
          <a:p xmlns:a="http://schemas.openxmlformats.org/drawingml/2006/main">
            <a:r>
              <a:t>- local:materials/day2/day2_service_lab.ipynb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해당 차시 Notebook의 실제 code cell을 열고 같은 순서로 실행한다.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local:/Users/sungjae-cha/sungjae-cha/llm-agent-and-workflow-automation/materials/day2/day2_service_lab.ipynb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현재 차시의 실제 명령과 결과 파일 경로를 한 화면에서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local:src/course_services/meeting_service.py</a:t>
            </a:r>
          </a:p>
          <a:p xmlns:a="http://schemas.openxmlformats.org/drawingml/2006/main">
            <a:r>
              <a:t>- local:output/course-labs/day2/04_meeting_schema.json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대표 실패를 실제 결과 파일·기대 상태·복구 경로로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local:/Users/sungjae-cha/sungjae-cha/llm-agent-and-workflow-automation/output/course-labs/day2/04_meeting_schema.json</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case를 실제 test 증거로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실패 case를 실제 test 증거로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재직자 관점에서 같은 기술을 다른 증거로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구직자 관점에서 같은 기술을 다른 증거로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품질·안전·복구·관측을 서비스 운영 질문으로 바꾼다.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차시의 설명·실행·증거를 확인하고 다음 입력으로 넘긴다.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5차시의 목표와 실행 결과를 먼저 공유한다.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local:IPA_40H_상세_커리큘럼_및_무료실습_설계.md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앞 차시의 결과 파일이 이번 차시 입력으로 이어지는 구조를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local:IPA_40H_상세_커리큘럼_및_무료실습_설계.md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이번 차시가 필요한 이유를 한 문장으로 먼저 이해시킨다.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학습 결과를 설명·실행·검증의 세 수준으로 나눈다.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영문 약어보다 업무에서 맡는 역할과 concrete example을 먼저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오류가 입력·처리·결과·검증 중 어디에서 생겼는지 구분한다.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각 단계의 입력과 다음 상태를 연결해 실행 순서를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결과와 가장 중요한 실패 결과를 같은 수준의 제품 계약으로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수강생이 notebook·src·tests·data의 역할을 혼동하지 않게 실행 전에 경로를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local:src/course_services/meeting_service.py</a:t>
            </a:r>
          </a:p>
          <a:p xmlns:a="http://schemas.openxmlformats.org/drawingml/2006/main">
            <a:r>
              <a:t>- local:tests/test_course_services.py</a:t>
            </a:r>
          </a:p>
          <a:p xmlns:a="http://schemas.openxmlformats.org/drawingml/2006/main">
            <a:r>
              <a:t>- local:data/meeting_sample_ko_12min.txt</a:t>
            </a:r>
          </a:p>
          <a:p xmlns:a="http://schemas.openxmlformats.org/drawingml/2006/main">
            <a:r>
              <a:t>- local:materials/day2/day2_service_lab.ipynb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용어를 실제 저장소 파일과 연결해 다음 코드 화면의 위치를 준비한다.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local:src/course_services/meeting_service.py</a:t>
            </a:r>
          </a:p>
          <a:p xmlns:a="http://schemas.openxmlformats.org/drawingml/2006/main">
            <a:r>
              <a:t>- local:tests/test_course_services.py</a:t>
            </a:r>
          </a:p>
          <a:p xmlns:a="http://schemas.openxmlformats.org/drawingml/2006/main">
            <a:r>
              <a:t>- local:data/meeting_sample_ko_12min.txt</a:t>
            </a:r>
          </a:p>
          <a:p xmlns:a="http://schemas.openxmlformats.org/drawingml/2006/main">
            <a:r>
              <a:t>- local:materials/day2/day2_service_lab.ipynb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용어를 나열하지 않고 역할과 선택 기준을 비교한다.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대표 실패를 숨기지 않고 사용자 영향까지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재시도·fallback·사람 검토·완전 중단 중 어느 경로를 선택하는지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Codex의 공식 use case를 현재 차시의 코드·test·review 흐름에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https://jupyter.org/</a:t>
            </a:r>
          </a:p>
          <a:p xmlns:a="http://schemas.openxmlformats.org/drawingml/2006/main">
            <a:r>
              <a:t>- https://learn.chatgpt.com/use-cases</a:t>
            </a:r>
          </a:p>
          <a:p xmlns:a="http://schemas.openxmlformats.org/drawingml/2006/main">
            <a:r>
              <a:t>- https://developers.openai.com/codex/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목표·허용 범위·test·금지 행동을 한 요청 안에 묶는 Harness 작성법을 보여준다.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https://learn.chatgpt.com/use-cases</a:t>
            </a:r>
          </a:p>
          <a:p xmlns:a="http://schemas.openxmlformats.org/drawingml/2006/main">
            <a:r>
              <a:t>- https://developers.openai.com/codex/</a:t>
            </a:r>
          </a:p>
          <a:p xmlns:a="http://schemas.openxmlformats.org/drawingml/2006/main">
            <a:r>
              <a:t>- local:AGENTS.md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Codex 구현과 Claude Code 독립 리뷰를 같은 Harness로 비교하고 사람이 merge를 결정한다.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https://learn.chatgpt.com/use-cases</a:t>
            </a:r>
          </a:p>
          <a:p xmlns:a="http://schemas.openxmlformats.org/drawingml/2006/main">
            <a:r>
              <a:t>- https://code.claude.com/docs/en/desktop</a:t>
            </a:r>
          </a:p>
          <a:p xmlns:a="http://schemas.openxmlformats.org/drawingml/2006/main">
            <a:r>
              <a:t>- https://code.claude.com/docs/en/desktop-quickstart</a:t>
            </a:r>
          </a:p>
          <a:p xmlns:a="http://schemas.openxmlformats.org/drawingml/2006/main">
            <a:r>
              <a:t>- local:AGENTS.md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수강생 실행 전에 입력·코드·명령·성공 신호를 강사가 한 번 연결해 보여준다.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local:src/course_services/meeting_service.py</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명령을 복사하기 전에 실행 경로와 environment를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local:src/course_services/meeting_service.py</a:t>
            </a:r>
          </a:p>
          <a:p xmlns:a="http://schemas.openxmlformats.org/drawingml/2006/main">
            <a:r>
              <a:t>- local:tests/test_course_services.py</a:t>
            </a:r>
          </a:p>
          <a:p xmlns:a="http://schemas.openxmlformats.org/drawingml/2006/main">
            <a:r>
              <a:t>- local:data/meeting_sample_ko_12min.txt</a:t>
            </a:r>
          </a:p>
          <a:p xmlns:a="http://schemas.openxmlformats.org/drawingml/2006/main">
            <a:r>
              <a:t>- local:materials/day2/day2_service_lab.ipynb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현재 코드로 생성한 실제 결과를 읽고 status·metric·boundary field를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local:/Users/sungjae-cha/sungjae-cha/llm-agent-and-workflow-automation/output/course-labs/day2/05_meeting_chunks.json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화면만 보여주지 않고 대표 실패와 안전한 복구 경로를 이어서 시연한다.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IDE·terminal·Codex에서 코드를 수정하고 test와 결과 파일을 남기는 실제 제작 구간이다.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local:src/course_services/meeting_service.py</a:t>
            </a:r>
          </a:p>
          <a:p xmlns:a="http://schemas.openxmlformats.org/drawingml/2006/main">
            <a:r>
              <a:t>- local:tests/test_course_services.py</a:t>
            </a:r>
          </a:p>
          <a:p xmlns:a="http://schemas.openxmlformats.org/drawingml/2006/main">
            <a:r>
              <a:t>- local:data/meeting_sample_ko_12min.txt</a:t>
            </a:r>
          </a:p>
          <a:p xmlns:a="http://schemas.openxmlformats.org/drawingml/2006/main">
            <a:r>
              <a:t>- local:materials/day2/day2_service_lab.ipynb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해당 차시 Notebook의 실제 code cell을 열고 같은 순서로 실행한다.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local:/Users/sungjae-cha/sungjae-cha/llm-agent-and-workflow-automation/materials/day2/day2_service_lab.ipynb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현재 차시의 실제 명령과 결과 파일 경로를 한 화면에서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local:tests/test_course_services.py</a:t>
            </a:r>
          </a:p>
          <a:p xmlns:a="http://schemas.openxmlformats.org/drawingml/2006/main">
            <a:r>
              <a:t>- local:output/course-labs/day2/05_meeting_chunks.json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대표 실패를 실제 결과 파일·기대 상태·복구 경로로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local:/Users/sungjae-cha/sungjae-cha/llm-agent-and-workflow-automation/output/course-labs/day2/05_meeting_chunks.json</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case를 실제 test 증거로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실패 case를 실제 test 증거로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재직자 관점에서 같은 기술을 다른 증거로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구직자 관점에서 같은 기술을 다른 증거로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품질·안전·복구·관측을 서비스 운영 질문으로 바꾼다.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차시의 설명·실행·증거를 확인하고 다음 입력으로 넘긴다.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6차시의 목표와 실행 결과를 먼저 공유한다.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local:IPA_40H_상세_커리큘럼_및_무료실습_설계.md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앞 차시의 결과 파일이 이번 차시 입력으로 이어지는 구조를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local:IPA_40H_상세_커리큘럼_및_무료실습_설계.md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이번 차시가 필요한 이유를 한 문장으로 먼저 이해시킨다.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학습 결과를 설명·실행·검증의 세 수준으로 나눈다.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영문 약어보다 업무에서 맡는 역할과 concrete example을 먼저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오류가 입력·처리·결과·검증 중 어디에서 생겼는지 구분한다.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각 단계의 입력과 다음 상태를 연결해 실행 순서를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결과와 가장 중요한 실패 결과를 같은 수준의 제품 계약으로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수강생이 notebook·src·tests·data의 역할을 혼동하지 않게 실행 전에 경로를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local:src/langchain_lab.py</a:t>
            </a:r>
          </a:p>
          <a:p xmlns:a="http://schemas.openxmlformats.org/drawingml/2006/main">
            <a:r>
              <a:t>- local:src/openai_provider.py</a:t>
            </a:r>
          </a:p>
          <a:p xmlns:a="http://schemas.openxmlformats.org/drawingml/2006/main">
            <a:r>
              <a:t>- local:requirements-local-llm-optional.txt</a:t>
            </a:r>
          </a:p>
          <a:p xmlns:a="http://schemas.openxmlformats.org/drawingml/2006/main">
            <a:r>
              <a:t>- local:tests/test_langchain_langgraph_lab.py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용어를 실제 저장소 파일과 연결해 다음 코드 화면의 위치를 준비한다.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local:src/langchain_lab.py</a:t>
            </a:r>
          </a:p>
          <a:p xmlns:a="http://schemas.openxmlformats.org/drawingml/2006/main">
            <a:r>
              <a:t>- local:src/openai_provider.py</a:t>
            </a:r>
          </a:p>
          <a:p xmlns:a="http://schemas.openxmlformats.org/drawingml/2006/main">
            <a:r>
              <a:t>- local:requirements-local-llm-optional.txt</a:t>
            </a:r>
          </a:p>
          <a:p xmlns:a="http://schemas.openxmlformats.org/drawingml/2006/main">
            <a:r>
              <a:t>- local:tests/test_langchain_langgraph_lab.py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용어를 나열하지 않고 역할과 선택 기준을 비교한다.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대표 실패를 숨기지 않고 사용자 영향까지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재시도·fallback·사람 검토·완전 중단 중 어느 경로를 선택하는지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Codex의 공식 use case를 현재 차시의 코드·test·review 흐름에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https://ollama.com/library/qwen3</a:t>
            </a:r>
          </a:p>
          <a:p xmlns:a="http://schemas.openxmlformats.org/drawingml/2006/main">
            <a:r>
              <a:t>- https://learn.chatgpt.com/use-cases</a:t>
            </a:r>
          </a:p>
          <a:p xmlns:a="http://schemas.openxmlformats.org/drawingml/2006/main">
            <a:r>
              <a:t>- https://developers.openai.com/codex/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목표·허용 범위·test·금지 행동을 한 요청 안에 묶는 Harness 작성법을 보여준다.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https://learn.chatgpt.com/use-cases</a:t>
            </a:r>
          </a:p>
          <a:p xmlns:a="http://schemas.openxmlformats.org/drawingml/2006/main">
            <a:r>
              <a:t>- https://developers.openai.com/codex/</a:t>
            </a:r>
          </a:p>
          <a:p xmlns:a="http://schemas.openxmlformats.org/drawingml/2006/main">
            <a:r>
              <a:t>- local:AGENTS.md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Codex 구현과 Claude Code 독립 리뷰를 같은 Harness로 비교하고 사람이 merge를 결정한다.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https://learn.chatgpt.com/use-cases</a:t>
            </a:r>
          </a:p>
          <a:p xmlns:a="http://schemas.openxmlformats.org/drawingml/2006/main">
            <a:r>
              <a:t>- https://code.claude.com/docs/en/desktop</a:t>
            </a:r>
          </a:p>
          <a:p xmlns:a="http://schemas.openxmlformats.org/drawingml/2006/main">
            <a:r>
              <a:t>- https://code.claude.com/docs/en/desktop-quickstart</a:t>
            </a:r>
          </a:p>
          <a:p xmlns:a="http://schemas.openxmlformats.org/drawingml/2006/main">
            <a:r>
              <a:t>- local:AGENTS.md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수강생 실행 전에 입력·코드·명령·성공 신호를 강사가 한 번 연결해 보여준다.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local:src/langchain_lab.py</a:t>
            </a:r>
          </a:p>
          <a:p xmlns:a="http://schemas.openxmlformats.org/drawingml/2006/main">
            <a:r>
              <a:t>- local:src/openai_provider.py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명령을 복사하기 전에 실행 경로와 environment를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local:src/langchain_lab.py</a:t>
            </a:r>
          </a:p>
          <a:p xmlns:a="http://schemas.openxmlformats.org/drawingml/2006/main">
            <a:r>
              <a:t>- local:src/openai_provider.py</a:t>
            </a:r>
          </a:p>
          <a:p xmlns:a="http://schemas.openxmlformats.org/drawingml/2006/main">
            <a:r>
              <a:t>- local:requirements-local-llm-optional.txt</a:t>
            </a:r>
          </a:p>
          <a:p xmlns:a="http://schemas.openxmlformats.org/drawingml/2006/main">
            <a:r>
              <a:t>- local:tests/test_langchain_langgraph_lab.py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현재 코드로 생성한 실제 결과를 읽고 status·metric·boundary field를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local:/Users/sungjae-cha/sungjae-cha/llm-agent-and-workflow-automation/output/course-labs/day2/06_meeting_brief.json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화면만 보여주지 않고 대표 실패와 안전한 복구 경로를 이어서 시연한다.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IDE·terminal·Codex에서 코드를 수정하고 test와 결과 파일을 남기는 실제 제작 구간이다.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local:src/langchain_lab.py</a:t>
            </a:r>
          </a:p>
          <a:p xmlns:a="http://schemas.openxmlformats.org/drawingml/2006/main">
            <a:r>
              <a:t>- local:src/openai_provider.py</a:t>
            </a:r>
          </a:p>
          <a:p xmlns:a="http://schemas.openxmlformats.org/drawingml/2006/main">
            <a:r>
              <a:t>- local:requirements-local-llm-optional.txt</a:t>
            </a:r>
          </a:p>
          <a:p xmlns:a="http://schemas.openxmlformats.org/drawingml/2006/main">
            <a:r>
              <a:t>- local:tests/test_langchain_langgraph_lab.py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해당 차시 Notebook의 실제 code cell을 열고 같은 순서로 실행한다.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local:/Users/sungjae-cha/sungjae-cha/llm-agent-and-workflow-automation/materials/day2/day2_service_lab.ipynb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현재 차시의 실제 명령과 결과 파일 경로를 한 화면에서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local:src/openai_provider.py</a:t>
            </a:r>
          </a:p>
          <a:p xmlns:a="http://schemas.openxmlformats.org/drawingml/2006/main">
            <a:r>
              <a:t>- local:output/course-labs/day2/06_meeting_brief.json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대표 실패를 실제 결과 파일·기대 상태·복구 경로로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local:/Users/sungjae-cha/sungjae-cha/llm-agent-and-workflow-automation/output/course-labs/day2/06_meeting_brief.json</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case를 실제 test 증거로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실패 case를 실제 test 증거로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재직자 관점에서 같은 기술을 다른 증거로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구직자 관점에서 같은 기술을 다른 증거로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품질·안전·복구·관측을 서비스 운영 질문으로 바꾼다.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차시의 설명·실행·증거를 확인하고 다음 입력으로 넘긴다.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7차시의 목표와 실행 결과를 먼저 공유한다.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local:IPA_40H_상세_커리큘럼_및_무료실습_설계.md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앞 차시의 결과 파일이 이번 차시 입력으로 이어지는 구조를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local:IPA_40H_상세_커리큘럼_및_무료실습_설계.md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이번 차시가 필요한 이유를 한 문장으로 먼저 이해시킨다.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학습 결과를 설명·실행·검증의 세 수준으로 나눈다.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영문 약어보다 업무에서 맡는 역할과 concrete example을 먼저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오류가 입력·처리·결과·검증 중 어디에서 생겼는지 구분한다.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각 단계의 입력과 다음 상태를 연결해 실행 순서를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결과와 가장 중요한 실패 결과를 같은 수준의 제품 계약으로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수강생이 notebook·src·tests·data의 역할을 혼동하지 않게 실행 전에 경로를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local:src/meeting_agent_workflow.py</a:t>
            </a:r>
          </a:p>
          <a:p xmlns:a="http://schemas.openxmlformats.org/drawingml/2006/main">
            <a:r>
              <a:t>- local:src/course_services/meeting_service.py</a:t>
            </a:r>
          </a:p>
          <a:p xmlns:a="http://schemas.openxmlformats.org/drawingml/2006/main">
            <a:r>
              <a:t>- local:tests/test_meeting_agent_workflow.py</a:t>
            </a:r>
          </a:p>
          <a:p xmlns:a="http://schemas.openxmlformats.org/drawingml/2006/main">
            <a:r>
              <a:t>- local:output/day1-meeting-agent-ollama/workflow_result.json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용어를 실제 저장소 파일과 연결해 다음 코드 화면의 위치를 준비한다.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local:src/meeting_agent_workflow.py</a:t>
            </a:r>
          </a:p>
          <a:p xmlns:a="http://schemas.openxmlformats.org/drawingml/2006/main">
            <a:r>
              <a:t>- local:src/course_services/meeting_service.py</a:t>
            </a:r>
          </a:p>
          <a:p xmlns:a="http://schemas.openxmlformats.org/drawingml/2006/main">
            <a:r>
              <a:t>- local:tests/test_meeting_agent_workflow.py</a:t>
            </a:r>
          </a:p>
          <a:p xmlns:a="http://schemas.openxmlformats.org/drawingml/2006/main">
            <a:r>
              <a:t>- local:output/day1-meeting-agent-ollama/workflow_result.json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용어를 나열하지 않고 역할과 선택 기준을 비교한다.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대표 실패를 숨기지 않고 사용자 영향까지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재시도·fallback·사람 검토·완전 중단 중 어느 경로를 선택하는지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Codex의 공식 use case를 현재 차시의 코드·test·review 흐름에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https://docs.langchain.com/oss/python/langgraph/interrupts</a:t>
            </a:r>
          </a:p>
          <a:p xmlns:a="http://schemas.openxmlformats.org/drawingml/2006/main">
            <a:r>
              <a:t>- https://learn.chatgpt.com/use-cases</a:t>
            </a:r>
          </a:p>
          <a:p xmlns:a="http://schemas.openxmlformats.org/drawingml/2006/main">
            <a:r>
              <a:t>- https://developers.openai.com/codex/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목표·허용 범위·test·금지 행동을 한 요청 안에 묶는 Harness 작성법을 보여준다.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https://learn.chatgpt.com/use-cases</a:t>
            </a:r>
          </a:p>
          <a:p xmlns:a="http://schemas.openxmlformats.org/drawingml/2006/main">
            <a:r>
              <a:t>- https://developers.openai.com/codex/</a:t>
            </a:r>
          </a:p>
          <a:p xmlns:a="http://schemas.openxmlformats.org/drawingml/2006/main">
            <a:r>
              <a:t>- local:AGENTS.md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Codex 구현과 Claude Code 독립 리뷰를 같은 Harness로 비교하고 사람이 merge를 결정한다.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https://learn.chatgpt.com/use-cases</a:t>
            </a:r>
          </a:p>
          <a:p xmlns:a="http://schemas.openxmlformats.org/drawingml/2006/main">
            <a:r>
              <a:t>- https://code.claude.com/docs/en/desktop</a:t>
            </a:r>
          </a:p>
          <a:p xmlns:a="http://schemas.openxmlformats.org/drawingml/2006/main">
            <a:r>
              <a:t>- https://code.claude.com/docs/en/desktop-quickstart</a:t>
            </a:r>
          </a:p>
          <a:p xmlns:a="http://schemas.openxmlformats.org/drawingml/2006/main">
            <a:r>
              <a:t>- local:AGENTS.md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수강생 실행 전에 입력·코드·명령·성공 신호를 강사가 한 번 연결해 보여준다.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local:src/meeting_agent_workflow.py</a:t>
            </a:r>
          </a:p>
          <a:p xmlns:a="http://schemas.openxmlformats.org/drawingml/2006/main">
            <a:r>
              <a:t>- local:src/course_services/meeting_service.py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명령을 복사하기 전에 실행 경로와 environment를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local:src/meeting_agent_workflow.py</a:t>
            </a:r>
          </a:p>
          <a:p xmlns:a="http://schemas.openxmlformats.org/drawingml/2006/main">
            <a:r>
              <a:t>- local:src/course_services/meeting_service.py</a:t>
            </a:r>
          </a:p>
          <a:p xmlns:a="http://schemas.openxmlformats.org/drawingml/2006/main">
            <a:r>
              <a:t>- local:tests/test_meeting_agent_workflow.py</a:t>
            </a:r>
          </a:p>
          <a:p xmlns:a="http://schemas.openxmlformats.org/drawingml/2006/main">
            <a:r>
              <a:t>- local:output/day1-meeting-agent-ollama/workflow_result.json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현재 코드로 생성한 실제 결과를 읽고 status·metric·boundary field를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local:/Users/sungjae-cha/sungjae-cha/llm-agent-and-workflow-automation/output/course-labs/day2/07_evidence_validation.json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화면만 보여주지 않고 대표 실패와 안전한 복구 경로를 이어서 시연한다.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IDE·terminal·Codex에서 코드를 수정하고 test와 결과 파일을 남기는 실제 제작 구간이다.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local:src/meeting_agent_workflow.py</a:t>
            </a:r>
          </a:p>
          <a:p xmlns:a="http://schemas.openxmlformats.org/drawingml/2006/main">
            <a:r>
              <a:t>- local:src/course_services/meeting_service.py</a:t>
            </a:r>
          </a:p>
          <a:p xmlns:a="http://schemas.openxmlformats.org/drawingml/2006/main">
            <a:r>
              <a:t>- local:tests/test_meeting_agent_workflow.py</a:t>
            </a:r>
          </a:p>
          <a:p xmlns:a="http://schemas.openxmlformats.org/drawingml/2006/main">
            <a:r>
              <a:t>- local:output/day1-meeting-agent-ollama/workflow_result.json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해당 차시 Notebook의 실제 code cell을 열고 같은 순서로 실행한다.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local:/Users/sungjae-cha/sungjae-cha/llm-agent-and-workflow-automation/materials/day2/day2_service_lab.ipynb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현재 차시의 실제 명령과 결과 파일 경로를 한 화면에서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local:src/course_services/meeting_service.py</a:t>
            </a:r>
          </a:p>
          <a:p xmlns:a="http://schemas.openxmlformats.org/drawingml/2006/main">
            <a:r>
              <a:t>- local:output/course-labs/day2/07_evidence_validation.json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대표 실패를 실제 결과 파일·기대 상태·복구 경로로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local:/Users/sungjae-cha/sungjae-cha/llm-agent-and-workflow-automation/output/course-labs/day2/07_evidence_validation.json</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case를 실제 test 증거로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실패 case를 실제 test 증거로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재직자 관점에서 같은 기술을 다른 증거로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구직자 관점에서 같은 기술을 다른 증거로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품질·안전·복구·관측을 서비스 운영 질문으로 바꾼다.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차시의 설명·실행·증거를 확인하고 다음 입력으로 넘긴다.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8차시의 목표와 실행 결과를 먼저 공유한다.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local:IPA_40H_상세_커리큘럼_및_무료실습_설계.md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앞 차시의 결과 파일이 이번 차시 입력으로 이어지는 구조를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local:IPA_40H_상세_커리큘럼_및_무료실습_설계.md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이번 차시가 필요한 이유를 한 문장으로 먼저 이해시킨다.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학습 결과를 설명·실행·검증의 세 수준으로 나눈다.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영문 약어보다 업무에서 맡는 역할과 concrete example을 먼저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오류가 입력·처리·결과·검증 중 어디에서 생겼는지 구분한다.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각 단계의 입력과 다음 상태를 연결해 실행 순서를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결과와 가장 중요한 실패 결과를 같은 수준의 제품 계약으로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수강생이 notebook·src·tests·data의 역할을 혼동하지 않게 실행 전에 경로를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local:data/meeting_sample_ko_12min_expected.json</a:t>
            </a:r>
          </a:p>
          <a:p xmlns:a="http://schemas.openxmlformats.org/drawingml/2006/main">
            <a:r>
              <a:t>- local:src/observability_lab.py</a:t>
            </a:r>
          </a:p>
          <a:p xmlns:a="http://schemas.openxmlformats.org/drawingml/2006/main">
            <a:r>
              <a:t>- local:tests/test_observability_workflow.py</a:t>
            </a:r>
          </a:p>
          <a:p xmlns:a="http://schemas.openxmlformats.org/drawingml/2006/main">
            <a:r>
              <a:t>- local:materials/day2/day2_service_lab.ipynb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용어를 실제 저장소 파일과 연결해 다음 코드 화면의 위치를 준비한다.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local:data/meeting_sample_ko_12min_expected.json</a:t>
            </a:r>
          </a:p>
          <a:p xmlns:a="http://schemas.openxmlformats.org/drawingml/2006/main">
            <a:r>
              <a:t>- local:src/observability_lab.py</a:t>
            </a:r>
          </a:p>
          <a:p xmlns:a="http://schemas.openxmlformats.org/drawingml/2006/main">
            <a:r>
              <a:t>- local:tests/test_observability_workflow.py</a:t>
            </a:r>
          </a:p>
          <a:p xmlns:a="http://schemas.openxmlformats.org/drawingml/2006/main">
            <a:r>
              <a:t>- local:materials/day2/day2_service_lab.ipynb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용어를 나열하지 않고 역할과 선택 기준을 비교한다.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대표 실패를 숨기지 않고 사용자 영향까지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재시도·fallback·사람 검토·완전 중단 중 어느 경로를 선택하는지 설명한다.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Codex의 공식 use case를 현재 차시의 코드·test·review 흐름에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https://docs.langchain.com/langsmith/evaluation</a:t>
            </a:r>
          </a:p>
          <a:p xmlns:a="http://schemas.openxmlformats.org/drawingml/2006/main">
            <a:r>
              <a:t>- https://learn.chatgpt.com/use-cases</a:t>
            </a:r>
          </a:p>
          <a:p xmlns:a="http://schemas.openxmlformats.org/drawingml/2006/main">
            <a:r>
              <a:t>- https://developers.openai.com/codex/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목표·허용 범위·test·금지 행동을 한 요청 안에 묶는 Harness 작성법을 보여준다.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https://learn.chatgpt.com/use-cases</a:t>
            </a:r>
          </a:p>
          <a:p xmlns:a="http://schemas.openxmlformats.org/drawingml/2006/main">
            <a:r>
              <a:t>- https://developers.openai.com/codex/</a:t>
            </a:r>
          </a:p>
          <a:p xmlns:a="http://schemas.openxmlformats.org/drawingml/2006/main">
            <a:r>
              <a:t>- local:AGENTS.md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Codex 구현과 Claude Code 독립 리뷰를 같은 Harness로 비교하고 사람이 merge를 결정한다.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https://learn.chatgpt.com/use-cases</a:t>
            </a:r>
          </a:p>
          <a:p xmlns:a="http://schemas.openxmlformats.org/drawingml/2006/main">
            <a:r>
              <a:t>- https://code.claude.com/docs/en/desktop</a:t>
            </a:r>
          </a:p>
          <a:p xmlns:a="http://schemas.openxmlformats.org/drawingml/2006/main">
            <a:r>
              <a:t>- https://code.claude.com/docs/en/desktop-quickstart</a:t>
            </a:r>
          </a:p>
          <a:p xmlns:a="http://schemas.openxmlformats.org/drawingml/2006/main">
            <a:r>
              <a:t>- local:AGENTS.md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수강생 실행 전에 입력·코드·명령·성공 신호를 강사가 한 번 연결해 보여준다.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local:data/meeting_sample_ko_12min_expected.json</a:t>
            </a:r>
          </a:p>
          <a:p xmlns:a="http://schemas.openxmlformats.org/drawingml/2006/main">
            <a:r>
              <a:t>- local:src/observability_lab.py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명령을 복사하기 전에 실행 경로와 environment를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local:data/meeting_sample_ko_12min_expected.json</a:t>
            </a:r>
          </a:p>
          <a:p xmlns:a="http://schemas.openxmlformats.org/drawingml/2006/main">
            <a:r>
              <a:t>- local:src/observability_lab.py</a:t>
            </a:r>
          </a:p>
          <a:p xmlns:a="http://schemas.openxmlformats.org/drawingml/2006/main">
            <a:r>
              <a:t>- local:tests/test_observability_workflow.py</a:t>
            </a:r>
          </a:p>
          <a:p xmlns:a="http://schemas.openxmlformats.org/drawingml/2006/main">
            <a:r>
              <a:t>- local:materials/day2/day2_service_lab.ipynb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현재 코드로 생성한 실제 결과를 읽고 status·metric·boundary field를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local:/Users/sungjae-cha/sungjae-cha/llm-agent-and-workflow-automation/output/course-labs/day2/08_day2_scorecard.json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화면만 보여주지 않고 대표 실패와 안전한 복구 경로를 이어서 시연한다.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IDE·terminal·Codex에서 코드를 수정하고 test와 결과 파일을 남기는 실제 제작 구간이다.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local:data/meeting_sample_ko_12min_expected.json</a:t>
            </a:r>
          </a:p>
          <a:p xmlns:a="http://schemas.openxmlformats.org/drawingml/2006/main">
            <a:r>
              <a:t>- local:src/observability_lab.py</a:t>
            </a:r>
          </a:p>
          <a:p xmlns:a="http://schemas.openxmlformats.org/drawingml/2006/main">
            <a:r>
              <a:t>- local:tests/test_observability_workflow.py</a:t>
            </a:r>
          </a:p>
          <a:p xmlns:a="http://schemas.openxmlformats.org/drawingml/2006/main">
            <a:r>
              <a:t>- local:materials/day2/day2_service_lab.ipynb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해당 차시 Notebook의 실제 code cell을 열고 같은 순서로 실행한다.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local:/Users/sungjae-cha/sungjae-cha/llm-agent-and-workflow-automation/materials/day2/day2_service_lab.ipynb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현재 차시의 실제 명령과 결과 파일 경로를 한 화면에서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local:src/observability_lab.py</a:t>
            </a:r>
          </a:p>
          <a:p xmlns:a="http://schemas.openxmlformats.org/drawingml/2006/main">
            <a:r>
              <a:t>- local:output/course-labs/day2/08_day2_scorecard.json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대표 실패를 실제 결과 파일·기대 상태·복구 경로로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local:/Users/sungjae-cha/sungjae-cha/llm-agent-and-workflow-automation/output/course-labs/day2/08_day2_scorecard.json</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정상 case를 실제 test 증거로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실패 case를 실제 test 증거로 확인한다.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 local:tests/test_course_services.py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재직자 관점에서 같은 기술을 다른 증거로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구직자 관점에서 같은 기술을 다른 증거로 연결한다.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품질·안전·복구·관측을 서비스 운영 질문으로 바꾼다.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장표의 역할: 차시의 설명·실행·증거를 확인하고 다음 입력으로 넘긴다.</a:t>
            </a:r>
          </a:p>
          <a:p xmlns:a="http://schemas.openxmlformats.org/drawingml/2006/main">
            <a:r>
              <a:t>진행: 제목을 먼저 읽고 화면의 근거를 위에서 아래로 확인한다.</a:t>
            </a:r>
          </a:p>
          <a:p xmlns:a="http://schemas.openxmlformats.org/drawingml/2006/main">
            <a:r>
              <a:t>온라인 진행: 발표를 요구하지 않는다. 실행 결과나 첫 오류 한 줄만 채팅으로 확인한다.</a:t>
            </a:r>
          </a:p>
          <a:p xmlns:a="http://schemas.openxmlformats.org/drawingml/2006/main">
            <a:r>
              <a:t/>
            </a:r>
          </a:p>
          <a:p xmlns:a="http://schemas.openxmlformats.org/drawingml/2006/main">
            <a:r>
              <a:t>[Sources]</a:t>
            </a:r>
          </a:p>
          <a:p xmlns:a="http://schemas.openxmlformats.org/drawingml/2006/main">
            <a:r>
              <a:t>- https://www.oppadu.com/tools/design-systems-site/brand/musinsa.html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dfe65fe85046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96a82106a94559" /><Relationship Type="http://schemas.openxmlformats.org/officeDocument/2006/relationships/slideLayout" Target="/ppt/slideLayouts/slideLayout1.xml" Id="Rbf2e8d7653b744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2e8d7653b744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29cbdb51b6a44da" /><Relationship Type="http://schemas.openxmlformats.org/officeDocument/2006/relationships/notesSlide" Target="/ppt/notesSlides/notesSlide1.xml" Id="R93208d1b2a9846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a29aec232824198" /><Relationship Type="http://schemas.openxmlformats.org/officeDocument/2006/relationships/image" Target="/ppt/media/image.jpeg" Id="R7d5ec0d06dc9464a" /><Relationship Type="http://schemas.openxmlformats.org/officeDocument/2006/relationships/notesSlide" Target="/ppt/notesSlides/notesSlide2.xml" Id="Rff807eb18a5f46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a67ebc7f53b4ed1" /><Relationship Type="http://schemas.openxmlformats.org/officeDocument/2006/relationships/notesSlide" Target="/ppt/notesSlides/notesSlide3.xml" Id="R388bb8257c7849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d73562fb4984452" /><Relationship Type="http://schemas.openxmlformats.org/officeDocument/2006/relationships/notesSlide" Target="/ppt/notesSlides/notesSlide4.xml" Id="Rc751111c39a64a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3d26448e0b943f3" /><Relationship Type="http://schemas.openxmlformats.org/officeDocument/2006/relationships/notesSlide" Target="/ppt/notesSlides/notesSlide5.xml" Id="R60b2fe46d59e47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262fedd8aef43e2" /><Relationship Type="http://schemas.openxmlformats.org/officeDocument/2006/relationships/notesSlide" Target="/ppt/notesSlides/notesSlide6.xml" Id="R63fe7ea12ad247e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c79d929811440aa" /><Relationship Type="http://schemas.openxmlformats.org/officeDocument/2006/relationships/notesSlide" Target="/ppt/notesSlides/notesSlide7.xml" Id="Rea6c4a7e52ba4d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4765a989a334ae0" /><Relationship Type="http://schemas.openxmlformats.org/officeDocument/2006/relationships/notesSlide" Target="/ppt/notesSlides/notesSlide8.xml" Id="R371e49fa985a48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d8eb6ef1bde471e" /><Relationship Type="http://schemas.openxmlformats.org/officeDocument/2006/relationships/notesSlide" Target="/ppt/notesSlides/notesSlide9.xml" Id="R44f6e88c81c3415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dff36b6da474bef" /><Relationship Type="http://schemas.openxmlformats.org/officeDocument/2006/relationships/notesSlide" Target="/ppt/notesSlides/notesSlide10.xml" Id="Re10ddcc068a9456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af81c67098c4036" /><Relationship Type="http://schemas.openxmlformats.org/officeDocument/2006/relationships/notesSlide" Target="/ppt/notesSlides/notesSlide11.xml" Id="R6a1a5a02a88d40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f20049dc5844b4b" /><Relationship Type="http://schemas.openxmlformats.org/officeDocument/2006/relationships/notesSlide" Target="/ppt/notesSlides/notesSlide12.xml" Id="Re0bb083dd67545a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80af15a56ba483a" /><Relationship Type="http://schemas.openxmlformats.org/officeDocument/2006/relationships/notesSlide" Target="/ppt/notesSlides/notesSlide13.xml" Id="Rdb5646512e4141d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fb42ac3e6df49bb" /><Relationship Type="http://schemas.openxmlformats.org/officeDocument/2006/relationships/image" Target="/ppt/media/image2.jpeg" Id="R7252a1907faf4f02" /><Relationship Type="http://schemas.openxmlformats.org/officeDocument/2006/relationships/notesSlide" Target="/ppt/notesSlides/notesSlide14.xml" Id="Ra8d243a2c2ba40b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be1951ee3844d3a" /><Relationship Type="http://schemas.openxmlformats.org/officeDocument/2006/relationships/notesSlide" Target="/ppt/notesSlides/notesSlide15.xml" Id="Rd9b2051eb31b499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0f74a811ea44c22" /><Relationship Type="http://schemas.openxmlformats.org/officeDocument/2006/relationships/notesSlide" Target="/ppt/notesSlides/notesSlide16.xml" Id="R7402049b1c1c482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34e979a52244b26" /><Relationship Type="http://schemas.openxmlformats.org/officeDocument/2006/relationships/notesSlide" Target="/ppt/notesSlides/notesSlide17.xml" Id="R9dc323b52db548f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53f99c2dcdf4946" /><Relationship Type="http://schemas.openxmlformats.org/officeDocument/2006/relationships/notesSlide" Target="/ppt/notesSlides/notesSlide18.xml" Id="Rc45366fbd08444b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ba8da3469ee4cc5" /><Relationship Type="http://schemas.openxmlformats.org/officeDocument/2006/relationships/notesSlide" Target="/ppt/notesSlides/notesSlide19.xml" Id="R9f8b9d37d6f74d6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0a7a1edbb114af6" /><Relationship Type="http://schemas.openxmlformats.org/officeDocument/2006/relationships/notesSlide" Target="/ppt/notesSlides/notesSlide20.xml" Id="R811a2ca2d78e455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c8199f9f4d34e99" /><Relationship Type="http://schemas.openxmlformats.org/officeDocument/2006/relationships/notesSlide" Target="/ppt/notesSlides/notesSlide21.xml" Id="Rcec810df13264fc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5734bd2ce304715" /><Relationship Type="http://schemas.openxmlformats.org/officeDocument/2006/relationships/notesSlide" Target="/ppt/notesSlides/notesSlide22.xml" Id="Rf88db36649b549b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dfd733c952b42c2" /><Relationship Type="http://schemas.openxmlformats.org/officeDocument/2006/relationships/notesSlide" Target="/ppt/notesSlides/notesSlide23.xml" Id="Ra83be32104e44ac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e7894a99e494c10" /><Relationship Type="http://schemas.openxmlformats.org/officeDocument/2006/relationships/notesSlide" Target="/ppt/notesSlides/notesSlide24.xml" Id="Rf9ddd6517820449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634986076be433d" /><Relationship Type="http://schemas.openxmlformats.org/officeDocument/2006/relationships/notesSlide" Target="/ppt/notesSlides/notesSlide25.xml" Id="R2ac838f9f5584d3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5465d780a384c7a" /><Relationship Type="http://schemas.openxmlformats.org/officeDocument/2006/relationships/notesSlide" Target="/ppt/notesSlides/notesSlide26.xml" Id="R8a402d021f8d450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800ca4df980415d" /><Relationship Type="http://schemas.openxmlformats.org/officeDocument/2006/relationships/notesSlide" Target="/ppt/notesSlides/notesSlide27.xml" Id="R6fbed4eaf428452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090ce17d6da429f" /><Relationship Type="http://schemas.openxmlformats.org/officeDocument/2006/relationships/notesSlide" Target="/ppt/notesSlides/notesSlide28.xml" Id="Rc90959601b2c4b2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009f20962d54443" /><Relationship Type="http://schemas.openxmlformats.org/officeDocument/2006/relationships/notesSlide" Target="/ppt/notesSlides/notesSlide29.xml" Id="R88e489d35f5a44c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a5012ae0abe4edd" /><Relationship Type="http://schemas.openxmlformats.org/officeDocument/2006/relationships/notesSlide" Target="/ppt/notesSlides/notesSlide30.xml" Id="Rf4d3402f8324488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3423327c8da4753" /><Relationship Type="http://schemas.openxmlformats.org/officeDocument/2006/relationships/notesSlide" Target="/ppt/notesSlides/notesSlide31.xml" Id="Ref3aa003c775431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0eb6625b4934aed" /><Relationship Type="http://schemas.openxmlformats.org/officeDocument/2006/relationships/notesSlide" Target="/ppt/notesSlides/notesSlide32.xml" Id="R41b4222afb184db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892adb4fee4495c" /><Relationship Type="http://schemas.openxmlformats.org/officeDocument/2006/relationships/notesSlide" Target="/ppt/notesSlides/notesSlide33.xml" Id="Ree86a11e13d7472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da01a8418ca84b57" /><Relationship Type="http://schemas.openxmlformats.org/officeDocument/2006/relationships/notesSlide" Target="/ppt/notesSlides/notesSlide34.xml" Id="Rd5d065d209a04e7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c8b041e7ccf4664" /><Relationship Type="http://schemas.openxmlformats.org/officeDocument/2006/relationships/notesSlide" Target="/ppt/notesSlides/notesSlide35.xml" Id="R253f97dcee45423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111a257b35ea499d" /><Relationship Type="http://schemas.openxmlformats.org/officeDocument/2006/relationships/notesSlide" Target="/ppt/notesSlides/notesSlide36.xml" Id="Rc6ed3db174374ec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2a8ce8084e54e31" /><Relationship Type="http://schemas.openxmlformats.org/officeDocument/2006/relationships/notesSlide" Target="/ppt/notesSlides/notesSlide37.xml" Id="Rc25130ea6f6e4cc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17fbd1192ad24ab3" /><Relationship Type="http://schemas.openxmlformats.org/officeDocument/2006/relationships/notesSlide" Target="/ppt/notesSlides/notesSlide38.xml" Id="R9ac6f56a6ec44d8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d3adb5746d8e4294" /><Relationship Type="http://schemas.openxmlformats.org/officeDocument/2006/relationships/notesSlide" Target="/ppt/notesSlides/notesSlide39.xml" Id="Rf2f0b52c18254b6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1e0f4d7f06ae417d" /><Relationship Type="http://schemas.openxmlformats.org/officeDocument/2006/relationships/notesSlide" Target="/ppt/notesSlides/notesSlide40.xml" Id="R14940daf3f0b45f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34d1e6ee189049e9" /><Relationship Type="http://schemas.openxmlformats.org/officeDocument/2006/relationships/notesSlide" Target="/ppt/notesSlides/notesSlide41.xml" Id="Rcdc81aec181b43a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7e7b3b6adb0b4983" /><Relationship Type="http://schemas.openxmlformats.org/officeDocument/2006/relationships/notesSlide" Target="/ppt/notesSlides/notesSlide42.xml" Id="R25b7857d98cc446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b1a23b56ad8a46df" /><Relationship Type="http://schemas.openxmlformats.org/officeDocument/2006/relationships/notesSlide" Target="/ppt/notesSlides/notesSlide43.xml" Id="R8706dcdea24f471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67f0ae5b010e4b61" /><Relationship Type="http://schemas.openxmlformats.org/officeDocument/2006/relationships/image" Target="/ppt/media/image3.jpeg" Id="Rbd51c26f4b0a499e" /><Relationship Type="http://schemas.openxmlformats.org/officeDocument/2006/relationships/notesSlide" Target="/ppt/notesSlides/notesSlide44.xml" Id="R207c484841c745e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c1ed9927e5e44e52" /><Relationship Type="http://schemas.openxmlformats.org/officeDocument/2006/relationships/notesSlide" Target="/ppt/notesSlides/notesSlide45.xml" Id="Rbebbf1167c094d1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48a5bc9868ff4797" /><Relationship Type="http://schemas.openxmlformats.org/officeDocument/2006/relationships/notesSlide" Target="/ppt/notesSlides/notesSlide46.xml" Id="Rc4f36c8156784179"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86323b3eb97b43e3" /><Relationship Type="http://schemas.openxmlformats.org/officeDocument/2006/relationships/notesSlide" Target="/ppt/notesSlides/notesSlide47.xml" Id="R406e8c123bf24e8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65cdcd5e98954e09" /><Relationship Type="http://schemas.openxmlformats.org/officeDocument/2006/relationships/notesSlide" Target="/ppt/notesSlides/notesSlide48.xml" Id="R92aa85c4812049e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6d9b31141ce04181" /><Relationship Type="http://schemas.openxmlformats.org/officeDocument/2006/relationships/notesSlide" Target="/ppt/notesSlides/notesSlide49.xml" Id="R7c3043016baa486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b45fa83c2cc641bc" /><Relationship Type="http://schemas.openxmlformats.org/officeDocument/2006/relationships/notesSlide" Target="/ppt/notesSlides/notesSlide50.xml" Id="R77841b0ae9f9464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5b3a3e2e94474678" /><Relationship Type="http://schemas.openxmlformats.org/officeDocument/2006/relationships/notesSlide" Target="/ppt/notesSlides/notesSlide51.xml" Id="R6fcdbb578b8d4376"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2b9673a349974560" /><Relationship Type="http://schemas.openxmlformats.org/officeDocument/2006/relationships/notesSlide" Target="/ppt/notesSlides/notesSlide52.xml" Id="R51784074e8724756"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301cf72dfaf64af2" /><Relationship Type="http://schemas.openxmlformats.org/officeDocument/2006/relationships/notesSlide" Target="/ppt/notesSlides/notesSlide53.xml" Id="Ra59c620163f34cc5"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c78300ec33a44cd0" /><Relationship Type="http://schemas.openxmlformats.org/officeDocument/2006/relationships/notesSlide" Target="/ppt/notesSlides/notesSlide54.xml" Id="R1225d91076f045db"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9ca32bf43961406b" /><Relationship Type="http://schemas.openxmlformats.org/officeDocument/2006/relationships/notesSlide" Target="/ppt/notesSlides/notesSlide55.xml" Id="R01c27240821542ee"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5e17eff8e73e4c95" /><Relationship Type="http://schemas.openxmlformats.org/officeDocument/2006/relationships/notesSlide" Target="/ppt/notesSlides/notesSlide56.xml" Id="R8d3981c4d3064c11"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4fa4463a7f1d43a0" /><Relationship Type="http://schemas.openxmlformats.org/officeDocument/2006/relationships/notesSlide" Target="/ppt/notesSlides/notesSlide57.xml" Id="R7c25069385944bbd"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dcb9a02ebded4497" /><Relationship Type="http://schemas.openxmlformats.org/officeDocument/2006/relationships/notesSlide" Target="/ppt/notesSlides/notesSlide58.xml" Id="R054bcea77c5a40e2"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01ce56449d0e42ff" /><Relationship Type="http://schemas.openxmlformats.org/officeDocument/2006/relationships/notesSlide" Target="/ppt/notesSlides/notesSlide59.xml" Id="Rfef50ce4f308405f"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cb91c52cf7624aa4" /><Relationship Type="http://schemas.openxmlformats.org/officeDocument/2006/relationships/notesSlide" Target="/ppt/notesSlides/notesSlide60.xml" Id="R032164d48e7c4ddc"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a55f214ad65048bd" /><Relationship Type="http://schemas.openxmlformats.org/officeDocument/2006/relationships/notesSlide" Target="/ppt/notesSlides/notesSlide61.xml" Id="R6ffbc50d86bc465e"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159b6f7e4da24c44" /><Relationship Type="http://schemas.openxmlformats.org/officeDocument/2006/relationships/notesSlide" Target="/ppt/notesSlides/notesSlide62.xml" Id="R847c41e4b3324c90"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942c8b8ba7d84d61" /><Relationship Type="http://schemas.openxmlformats.org/officeDocument/2006/relationships/notesSlide" Target="/ppt/notesSlides/notesSlide63.xml" Id="Rbf03b163cd63448a"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7c386a89d6f64099" /><Relationship Type="http://schemas.openxmlformats.org/officeDocument/2006/relationships/notesSlide" Target="/ppt/notesSlides/notesSlide64.xml" Id="R5ee8947752b6468f"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99fe2772c95041db" /><Relationship Type="http://schemas.openxmlformats.org/officeDocument/2006/relationships/notesSlide" Target="/ppt/notesSlides/notesSlide65.xml" Id="R2623763c7fcf4644"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397d4b61a90848b6" /><Relationship Type="http://schemas.openxmlformats.org/officeDocument/2006/relationships/notesSlide" Target="/ppt/notesSlides/notesSlide66.xml" Id="R5f09e13cb02c49e0"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de70132c9ac04066" /><Relationship Type="http://schemas.openxmlformats.org/officeDocument/2006/relationships/notesSlide" Target="/ppt/notesSlides/notesSlide67.xml" Id="R8ccfadcff8ab4db6"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73d6e1465e9444d0" /><Relationship Type="http://schemas.openxmlformats.org/officeDocument/2006/relationships/notesSlide" Target="/ppt/notesSlides/notesSlide68.xml" Id="Rf48a862c5fb043b6"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19c64bdd6a58498e" /><Relationship Type="http://schemas.openxmlformats.org/officeDocument/2006/relationships/notesSlide" Target="/ppt/notesSlides/notesSlide69.xml" Id="R3c237c99bbf54d9a"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f3b03c05237a449c" /><Relationship Type="http://schemas.openxmlformats.org/officeDocument/2006/relationships/notesSlide" Target="/ppt/notesSlides/notesSlide70.xml" Id="Rc3390b8b79394a31"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2261c132bd604411" /><Relationship Type="http://schemas.openxmlformats.org/officeDocument/2006/relationships/notesSlide" Target="/ppt/notesSlides/notesSlide71.xml" Id="R60ae96ade75449ac"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cf43c827adbf4bbe" /><Relationship Type="http://schemas.openxmlformats.org/officeDocument/2006/relationships/notesSlide" Target="/ppt/notesSlides/notesSlide72.xml" Id="Rffb8323a2bad42e4"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a8e5dc5d9e2e4915" /><Relationship Type="http://schemas.openxmlformats.org/officeDocument/2006/relationships/notesSlide" Target="/ppt/notesSlides/notesSlide73.xml" Id="R1e493e41eeb64b20"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c73ecd0e9e5c425b" /><Relationship Type="http://schemas.openxmlformats.org/officeDocument/2006/relationships/image" Target="/ppt/media/image4.jpeg" Id="Red54f78d6600479e" /><Relationship Type="http://schemas.openxmlformats.org/officeDocument/2006/relationships/notesSlide" Target="/ppt/notesSlides/notesSlide74.xml" Id="Rd70ce88ddfa6427c"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a4c6dd954bdc468e" /><Relationship Type="http://schemas.openxmlformats.org/officeDocument/2006/relationships/notesSlide" Target="/ppt/notesSlides/notesSlide75.xml" Id="R07831823b1ad43cc"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a6a567763a664384" /><Relationship Type="http://schemas.openxmlformats.org/officeDocument/2006/relationships/notesSlide" Target="/ppt/notesSlides/notesSlide76.xml" Id="Rd50be4296fb34faa"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031ddbb486ce4556" /><Relationship Type="http://schemas.openxmlformats.org/officeDocument/2006/relationships/notesSlide" Target="/ppt/notesSlides/notesSlide77.xml" Id="Redfe368d40284802"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92cb3e29510d4c0e" /><Relationship Type="http://schemas.openxmlformats.org/officeDocument/2006/relationships/notesSlide" Target="/ppt/notesSlides/notesSlide78.xml" Id="R56f2030a66394456"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49fdfa34495d4b26" /><Relationship Type="http://schemas.openxmlformats.org/officeDocument/2006/relationships/notesSlide" Target="/ppt/notesSlides/notesSlide79.xml" Id="Rf787054a30284caa"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b3ab7fbda0b04440" /><Relationship Type="http://schemas.openxmlformats.org/officeDocument/2006/relationships/notesSlide" Target="/ppt/notesSlides/notesSlide80.xml" Id="Rfa7a37a99b7d4b58"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f95f000d16e34098" /><Relationship Type="http://schemas.openxmlformats.org/officeDocument/2006/relationships/notesSlide" Target="/ppt/notesSlides/notesSlide81.xml" Id="R6f8173db84e94881"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9fb7365ab54744fe" /><Relationship Type="http://schemas.openxmlformats.org/officeDocument/2006/relationships/notesSlide" Target="/ppt/notesSlides/notesSlide82.xml" Id="R20e0aadd28f74315"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50f72f38face4ef2" /><Relationship Type="http://schemas.openxmlformats.org/officeDocument/2006/relationships/notesSlide" Target="/ppt/notesSlides/notesSlide83.xml" Id="R170993ec97774c91"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b3b13525b25e4ef1" /><Relationship Type="http://schemas.openxmlformats.org/officeDocument/2006/relationships/notesSlide" Target="/ppt/notesSlides/notesSlide84.xml" Id="R1d5cf7285fbd4d51"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5ae513c9eaa04d40" /><Relationship Type="http://schemas.openxmlformats.org/officeDocument/2006/relationships/notesSlide" Target="/ppt/notesSlides/notesSlide85.xml" Id="Re0d7605df81144d3"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2c4566ec249948aa" /><Relationship Type="http://schemas.openxmlformats.org/officeDocument/2006/relationships/notesSlide" Target="/ppt/notesSlides/notesSlide86.xml" Id="R88a361f55a7645c8"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008be09f71e54682" /><Relationship Type="http://schemas.openxmlformats.org/officeDocument/2006/relationships/notesSlide" Target="/ppt/notesSlides/notesSlide87.xml" Id="R4775a1ab4f5e48a6"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d753b34188c24991" /><Relationship Type="http://schemas.openxmlformats.org/officeDocument/2006/relationships/notesSlide" Target="/ppt/notesSlides/notesSlide88.xml" Id="R25d412242a5d42d5"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435b8149a88f4b01" /><Relationship Type="http://schemas.openxmlformats.org/officeDocument/2006/relationships/notesSlide" Target="/ppt/notesSlides/notesSlide89.xml" Id="R84793083961543e2"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2b84453570484086" /><Relationship Type="http://schemas.openxmlformats.org/officeDocument/2006/relationships/notesSlide" Target="/ppt/notesSlides/notesSlide90.xml" Id="R72f65fb16df6469b"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945f56a4141c4316" /><Relationship Type="http://schemas.openxmlformats.org/officeDocument/2006/relationships/notesSlide" Target="/ppt/notesSlides/notesSlide91.xml" Id="Rb1fe5507f8e643c6"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699d62afa2a34121" /><Relationship Type="http://schemas.openxmlformats.org/officeDocument/2006/relationships/notesSlide" Target="/ppt/notesSlides/notesSlide92.xml" Id="R3e4730a145844faf"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f7c9cf5040db4efc" /><Relationship Type="http://schemas.openxmlformats.org/officeDocument/2006/relationships/notesSlide" Target="/ppt/notesSlides/notesSlide93.xml" Id="R2fcf4ab9e1e34662"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72549929ec224760" /><Relationship Type="http://schemas.openxmlformats.org/officeDocument/2006/relationships/notesSlide" Target="/ppt/notesSlides/notesSlide94.xml" Id="Rf370883a6772448e"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a373b647c41149a7" /><Relationship Type="http://schemas.openxmlformats.org/officeDocument/2006/relationships/notesSlide" Target="/ppt/notesSlides/notesSlide95.xml" Id="Rae272085195d4994"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89b5a84e53ff45b3" /><Relationship Type="http://schemas.openxmlformats.org/officeDocument/2006/relationships/notesSlide" Target="/ppt/notesSlides/notesSlide96.xml" Id="R590f82003e964c1d"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a5ac40bcf3644854" /><Relationship Type="http://schemas.openxmlformats.org/officeDocument/2006/relationships/notesSlide" Target="/ppt/notesSlides/notesSlide97.xml" Id="R34c1ace1e69e4895"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57c4033fa129489c" /><Relationship Type="http://schemas.openxmlformats.org/officeDocument/2006/relationships/notesSlide" Target="/ppt/notesSlides/notesSlide98.xml" Id="R5a45a78273754311"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5b9fe99d15a04edb" /><Relationship Type="http://schemas.openxmlformats.org/officeDocument/2006/relationships/notesSlide" Target="/ppt/notesSlides/notesSlide99.xml" Id="R80fd5beffc7a4993"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4be369d902304190" /><Relationship Type="http://schemas.openxmlformats.org/officeDocument/2006/relationships/notesSlide" Target="/ppt/notesSlides/notesSlide100.xml" Id="Re136e015ec484713"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359af328de3f47f4" /><Relationship Type="http://schemas.openxmlformats.org/officeDocument/2006/relationships/notesSlide" Target="/ppt/notesSlides/notesSlide101.xml" Id="R966e414312cb45dc"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fb5caa13ec9d4893" /><Relationship Type="http://schemas.openxmlformats.org/officeDocument/2006/relationships/notesSlide" Target="/ppt/notesSlides/notesSlide102.xml" Id="R3c0b86b3406841ff"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cf44b190f3164f2d" /><Relationship Type="http://schemas.openxmlformats.org/officeDocument/2006/relationships/notesSlide" Target="/ppt/notesSlides/notesSlide103.xml" Id="R9ddc0678bf5644e1"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075f4627884d44e2" /><Relationship Type="http://schemas.openxmlformats.org/officeDocument/2006/relationships/image" Target="/ppt/media/image5.jpeg" Id="Rcfe3fd55f9354752" /><Relationship Type="http://schemas.openxmlformats.org/officeDocument/2006/relationships/notesSlide" Target="/ppt/notesSlides/notesSlide104.xml" Id="R8185220a969f479a"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c48e74ca83304902" /><Relationship Type="http://schemas.openxmlformats.org/officeDocument/2006/relationships/notesSlide" Target="/ppt/notesSlides/notesSlide105.xml" Id="Red0dad1b62a0488e"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3280d33814484c86" /><Relationship Type="http://schemas.openxmlformats.org/officeDocument/2006/relationships/notesSlide" Target="/ppt/notesSlides/notesSlide106.xml" Id="R09eafed9121b4776"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c8fcf415b1334a8d" /><Relationship Type="http://schemas.openxmlformats.org/officeDocument/2006/relationships/notesSlide" Target="/ppt/notesSlides/notesSlide107.xml" Id="R37502410c7df4b70"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476a2318a3bb4c78" /><Relationship Type="http://schemas.openxmlformats.org/officeDocument/2006/relationships/notesSlide" Target="/ppt/notesSlides/notesSlide108.xml" Id="Rbd2ad6daf2b44b2b"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84944324e9934476" /><Relationship Type="http://schemas.openxmlformats.org/officeDocument/2006/relationships/notesSlide" Target="/ppt/notesSlides/notesSlide109.xml" Id="Rb59852be53674f88"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303b354195a24ad5" /><Relationship Type="http://schemas.openxmlformats.org/officeDocument/2006/relationships/notesSlide" Target="/ppt/notesSlides/notesSlide110.xml" Id="R2fe45a67076241e0"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82b65be902b64d9c" /><Relationship Type="http://schemas.openxmlformats.org/officeDocument/2006/relationships/notesSlide" Target="/ppt/notesSlides/notesSlide111.xml" Id="R7edf502ce14e4aca"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3ab94612b66245dd" /><Relationship Type="http://schemas.openxmlformats.org/officeDocument/2006/relationships/notesSlide" Target="/ppt/notesSlides/notesSlide112.xml" Id="Rfba239d661904287"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4007a60b81614975" /><Relationship Type="http://schemas.openxmlformats.org/officeDocument/2006/relationships/notesSlide" Target="/ppt/notesSlides/notesSlide113.xml" Id="Rf1908b01026742e0"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9e1ffca5d1944dcd" /><Relationship Type="http://schemas.openxmlformats.org/officeDocument/2006/relationships/notesSlide" Target="/ppt/notesSlides/notesSlide114.xml" Id="Rb8e7423dcf1e4330"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xml" Id="Rf4c051656d024761" /><Relationship Type="http://schemas.openxmlformats.org/officeDocument/2006/relationships/notesSlide" Target="/ppt/notesSlides/notesSlide115.xml" Id="R03282d43b5cf4069"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xml" Id="R4ebda217ad4e4042" /><Relationship Type="http://schemas.openxmlformats.org/officeDocument/2006/relationships/notesSlide" Target="/ppt/notesSlides/notesSlide116.xml" Id="R64ec4faad7224a31"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xml" Id="R99a31394da5142a0" /><Relationship Type="http://schemas.openxmlformats.org/officeDocument/2006/relationships/notesSlide" Target="/ppt/notesSlides/notesSlide117.xml" Id="R3d64ad534ab9400a"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xml" Id="R7755b4eae9d9478f" /><Relationship Type="http://schemas.openxmlformats.org/officeDocument/2006/relationships/notesSlide" Target="/ppt/notesSlides/notesSlide118.xml" Id="Rbf4d0f6cd5b24617"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1.xml" Id="Rf276ab676b264c5a" /><Relationship Type="http://schemas.openxmlformats.org/officeDocument/2006/relationships/notesSlide" Target="/ppt/notesSlides/notesSlide119.xml" Id="Racd029f831dc4de7"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1.xml" Id="R9f08514d6baf474e" /><Relationship Type="http://schemas.openxmlformats.org/officeDocument/2006/relationships/notesSlide" Target="/ppt/notesSlides/notesSlide120.xml" Id="Re2e9a7fd7dfd4c66"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1.xml" Id="R0eab6ece57e745ad" /><Relationship Type="http://schemas.openxmlformats.org/officeDocument/2006/relationships/notesSlide" Target="/ppt/notesSlides/notesSlide121.xml" Id="R1e9b4ac20c794243"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1.xml" Id="R45b9ba65d0584cf0" /><Relationship Type="http://schemas.openxmlformats.org/officeDocument/2006/relationships/notesSlide" Target="/ppt/notesSlides/notesSlide122.xml" Id="R4c3c26be5d744c75"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1.xml" Id="R9a1a078048ad407f" /><Relationship Type="http://schemas.openxmlformats.org/officeDocument/2006/relationships/notesSlide" Target="/ppt/notesSlides/notesSlide123.xml" Id="R771cab488f434ec6"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1.xml" Id="Rc8c2bbfedb2d4b99" /><Relationship Type="http://schemas.openxmlformats.org/officeDocument/2006/relationships/notesSlide" Target="/ppt/notesSlides/notesSlide124.xml" Id="R36f209d332324046"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1.xml" Id="R61aa02b9f1144ed6" /><Relationship Type="http://schemas.openxmlformats.org/officeDocument/2006/relationships/notesSlide" Target="/ppt/notesSlides/notesSlide125.xml" Id="Re7d0fa92fc04433d"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1.xml" Id="Rb777eccb08a14019" /><Relationship Type="http://schemas.openxmlformats.org/officeDocument/2006/relationships/notesSlide" Target="/ppt/notesSlides/notesSlide126.xml" Id="Raa36bcce6efe43dd"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1.xml" Id="R04b3e6d1fcf64962" /><Relationship Type="http://schemas.openxmlformats.org/officeDocument/2006/relationships/notesSlide" Target="/ppt/notesSlides/notesSlide127.xml" Id="Rb090add84c5e4239"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1.xml" Id="Red11f27931ca400b" /><Relationship Type="http://schemas.openxmlformats.org/officeDocument/2006/relationships/notesSlide" Target="/ppt/notesSlides/notesSlide128.xml" Id="R1f68c2985dc44f9f"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1.xml" Id="R0125cbab81f34673" /><Relationship Type="http://schemas.openxmlformats.org/officeDocument/2006/relationships/notesSlide" Target="/ppt/notesSlides/notesSlide129.xml" Id="Rb0582e4ca79040d0"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1.xml" Id="Rfe5b2e0266604b7b" /><Relationship Type="http://schemas.openxmlformats.org/officeDocument/2006/relationships/notesSlide" Target="/ppt/notesSlides/notesSlide130.xml" Id="Rec25e278197547b1"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1.xml" Id="Reea68d52879d4f6b" /><Relationship Type="http://schemas.openxmlformats.org/officeDocument/2006/relationships/notesSlide" Target="/ppt/notesSlides/notesSlide131.xml" Id="Re86d071688574fbf"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1.xml" Id="R184c4f5edee1451d" /><Relationship Type="http://schemas.openxmlformats.org/officeDocument/2006/relationships/notesSlide" Target="/ppt/notesSlides/notesSlide132.xml" Id="Rbc4da41d51944f4d"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1.xml" Id="R72a7b1be358b4516" /><Relationship Type="http://schemas.openxmlformats.org/officeDocument/2006/relationships/notesSlide" Target="/ppt/notesSlides/notesSlide133.xml" Id="R6b6ca8853ac949f6"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1.xml" Id="R7fd337374a06495c" /><Relationship Type="http://schemas.openxmlformats.org/officeDocument/2006/relationships/image" Target="/ppt/media/image6.jpeg" Id="R3f82411067bc4951" /><Relationship Type="http://schemas.openxmlformats.org/officeDocument/2006/relationships/notesSlide" Target="/ppt/notesSlides/notesSlide134.xml" Id="Ra5f6f28382b44bd7"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1.xml" Id="R5dffbd99cfb24e6d" /><Relationship Type="http://schemas.openxmlformats.org/officeDocument/2006/relationships/notesSlide" Target="/ppt/notesSlides/notesSlide135.xml" Id="Rb643520a11244b25"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1.xml" Id="R3eb7c31568eb4aed" /><Relationship Type="http://schemas.openxmlformats.org/officeDocument/2006/relationships/notesSlide" Target="/ppt/notesSlides/notesSlide136.xml" Id="R8e533f2055cb4c68"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1.xml" Id="R8a32c27fd38047bb" /><Relationship Type="http://schemas.openxmlformats.org/officeDocument/2006/relationships/notesSlide" Target="/ppt/notesSlides/notesSlide137.xml" Id="R1bebd06914084198"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1.xml" Id="Re9b782230ff9494a" /><Relationship Type="http://schemas.openxmlformats.org/officeDocument/2006/relationships/notesSlide" Target="/ppt/notesSlides/notesSlide138.xml" Id="R387ee01ef54c41f5"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1.xml" Id="Rc62e026d92f0450b" /><Relationship Type="http://schemas.openxmlformats.org/officeDocument/2006/relationships/notesSlide" Target="/ppt/notesSlides/notesSlide139.xml" Id="R4a80f7190ed14675"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1.xml" Id="R9fadf7996ee94dc7" /><Relationship Type="http://schemas.openxmlformats.org/officeDocument/2006/relationships/notesSlide" Target="/ppt/notesSlides/notesSlide140.xml" Id="R5de35cdb12624717"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1.xml" Id="Rbd408c5eacd348ea" /><Relationship Type="http://schemas.openxmlformats.org/officeDocument/2006/relationships/notesSlide" Target="/ppt/notesSlides/notesSlide141.xml" Id="Ra359aac6b4a94ea8"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1.xml" Id="Rb3a91e1bad624f85" /><Relationship Type="http://schemas.openxmlformats.org/officeDocument/2006/relationships/notesSlide" Target="/ppt/notesSlides/notesSlide142.xml" Id="Ra5ea927ec8574457"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1.xml" Id="Rc2efb891786048f3" /><Relationship Type="http://schemas.openxmlformats.org/officeDocument/2006/relationships/notesSlide" Target="/ppt/notesSlides/notesSlide143.xml" Id="R2b911a23e89645d1"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1.xml" Id="R07258428da544bd5" /><Relationship Type="http://schemas.openxmlformats.org/officeDocument/2006/relationships/notesSlide" Target="/ppt/notesSlides/notesSlide144.xml" Id="Rcf97586d98b24c48"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1.xml" Id="Rfaf88ddd676d4674" /><Relationship Type="http://schemas.openxmlformats.org/officeDocument/2006/relationships/notesSlide" Target="/ppt/notesSlides/notesSlide145.xml" Id="R4f1b1d905e4b4b61"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1.xml" Id="R54c860a7dad04b6e" /><Relationship Type="http://schemas.openxmlformats.org/officeDocument/2006/relationships/notesSlide" Target="/ppt/notesSlides/notesSlide146.xml" Id="Rc0e11a6e069b45a7"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1.xml" Id="Rb389e2ab169f4e7b" /><Relationship Type="http://schemas.openxmlformats.org/officeDocument/2006/relationships/notesSlide" Target="/ppt/notesSlides/notesSlide147.xml" Id="R189082ef48e64f41"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1.xml" Id="R13d0c955953347ca" /><Relationship Type="http://schemas.openxmlformats.org/officeDocument/2006/relationships/notesSlide" Target="/ppt/notesSlides/notesSlide148.xml" Id="R3596bf9a420441e5"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1.xml" Id="R34db301764fc457d" /><Relationship Type="http://schemas.openxmlformats.org/officeDocument/2006/relationships/notesSlide" Target="/ppt/notesSlides/notesSlide149.xml" Id="Rf8f73ccec3f34567"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1.xml" Id="R8b1f7f0fb9e34e8f" /><Relationship Type="http://schemas.openxmlformats.org/officeDocument/2006/relationships/notesSlide" Target="/ppt/notesSlides/notesSlide150.xml" Id="Rfc4bbb7b0ed84d64"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1.xml" Id="R5cc5c01615714d20" /><Relationship Type="http://schemas.openxmlformats.org/officeDocument/2006/relationships/notesSlide" Target="/ppt/notesSlides/notesSlide151.xml" Id="R6ac00ca3063449b9"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1.xml" Id="Rb3cc50561a9e4601" /><Relationship Type="http://schemas.openxmlformats.org/officeDocument/2006/relationships/notesSlide" Target="/ppt/notesSlides/notesSlide152.xml" Id="R7de0ed68d34840c2"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1.xml" Id="R0f4884264152473c" /><Relationship Type="http://schemas.openxmlformats.org/officeDocument/2006/relationships/notesSlide" Target="/ppt/notesSlides/notesSlide153.xml" Id="Rb1e2fd25edc34ada"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1.xml" Id="Ref73f6d865cb4bbf" /><Relationship Type="http://schemas.openxmlformats.org/officeDocument/2006/relationships/notesSlide" Target="/ppt/notesSlides/notesSlide154.xml" Id="R81ecd5ba58f245c4"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1.xml" Id="R3b7701f34fa04339" /><Relationship Type="http://schemas.openxmlformats.org/officeDocument/2006/relationships/notesSlide" Target="/ppt/notesSlides/notesSlide155.xml" Id="R60f3ca5151054df0"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1.xml" Id="Ra1dbb70188ce45e6" /><Relationship Type="http://schemas.openxmlformats.org/officeDocument/2006/relationships/notesSlide" Target="/ppt/notesSlides/notesSlide156.xml" Id="Radc6bd7450eb4abe"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1.xml" Id="Rbd54130b99754ae3" /><Relationship Type="http://schemas.openxmlformats.org/officeDocument/2006/relationships/notesSlide" Target="/ppt/notesSlides/notesSlide157.xml" Id="R71445e68cdaf4f76" /></Relationships>
</file>

<file path=ppt/slides/_rels/slide158.xml.rels>&#65279;<?xml version="1.0" encoding="utf-8"?><Relationships xmlns="http://schemas.openxmlformats.org/package/2006/relationships"><Relationship Type="http://schemas.openxmlformats.org/officeDocument/2006/relationships/slideLayout" Target="/ppt/slideLayouts/slideLayout1.xml" Id="R409f68bbea3b4ba8" /><Relationship Type="http://schemas.openxmlformats.org/officeDocument/2006/relationships/notesSlide" Target="/ppt/notesSlides/notesSlide158.xml" Id="R95601961788d42db"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1.xml" Id="Re804492dcce5465a" /><Relationship Type="http://schemas.openxmlformats.org/officeDocument/2006/relationships/notesSlide" Target="/ppt/notesSlides/notesSlide159.xml" Id="R31f1be268d034904"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1.xml" Id="R03e48cc5d34d4807" /><Relationship Type="http://schemas.openxmlformats.org/officeDocument/2006/relationships/notesSlide" Target="/ppt/notesSlides/notesSlide160.xml" Id="R125e3a086c944d5c" /></Relationships>
</file>

<file path=ppt/slides/_rels/slide161.xml.rels>&#65279;<?xml version="1.0" encoding="utf-8"?><Relationships xmlns="http://schemas.openxmlformats.org/package/2006/relationships"><Relationship Type="http://schemas.openxmlformats.org/officeDocument/2006/relationships/slideLayout" Target="/ppt/slideLayouts/slideLayout1.xml" Id="R2fbb9b0282824ca8" /><Relationship Type="http://schemas.openxmlformats.org/officeDocument/2006/relationships/notesSlide" Target="/ppt/notesSlides/notesSlide161.xml" Id="R5b91f694d256402a" /></Relationships>
</file>

<file path=ppt/slides/_rels/slide162.xml.rels>&#65279;<?xml version="1.0" encoding="utf-8"?><Relationships xmlns="http://schemas.openxmlformats.org/package/2006/relationships"><Relationship Type="http://schemas.openxmlformats.org/officeDocument/2006/relationships/slideLayout" Target="/ppt/slideLayouts/slideLayout1.xml" Id="R933f053721744795" /><Relationship Type="http://schemas.openxmlformats.org/officeDocument/2006/relationships/notesSlide" Target="/ppt/notesSlides/notesSlide162.xml" Id="Rfd9fbda69aa14e59" /></Relationships>
</file>

<file path=ppt/slides/_rels/slide163.xml.rels>&#65279;<?xml version="1.0" encoding="utf-8"?><Relationships xmlns="http://schemas.openxmlformats.org/package/2006/relationships"><Relationship Type="http://schemas.openxmlformats.org/officeDocument/2006/relationships/slideLayout" Target="/ppt/slideLayouts/slideLayout1.xml" Id="R92b2051707a14afc" /><Relationship Type="http://schemas.openxmlformats.org/officeDocument/2006/relationships/notesSlide" Target="/ppt/notesSlides/notesSlide163.xml" Id="R118b62afc0864f89" /></Relationships>
</file>

<file path=ppt/slides/_rels/slide164.xml.rels>&#65279;<?xml version="1.0" encoding="utf-8"?><Relationships xmlns="http://schemas.openxmlformats.org/package/2006/relationships"><Relationship Type="http://schemas.openxmlformats.org/officeDocument/2006/relationships/slideLayout" Target="/ppt/slideLayouts/slideLayout1.xml" Id="R6dcaf98c02474925" /><Relationship Type="http://schemas.openxmlformats.org/officeDocument/2006/relationships/image" Target="/ppt/media/image7.jpeg" Id="Rccd2a564b83b4f07" /><Relationship Type="http://schemas.openxmlformats.org/officeDocument/2006/relationships/notesSlide" Target="/ppt/notesSlides/notesSlide164.xml" Id="Rff2aefc1089b4227" /></Relationships>
</file>

<file path=ppt/slides/_rels/slide165.xml.rels>&#65279;<?xml version="1.0" encoding="utf-8"?><Relationships xmlns="http://schemas.openxmlformats.org/package/2006/relationships"><Relationship Type="http://schemas.openxmlformats.org/officeDocument/2006/relationships/slideLayout" Target="/ppt/slideLayouts/slideLayout1.xml" Id="R45cbd44753ff476e" /><Relationship Type="http://schemas.openxmlformats.org/officeDocument/2006/relationships/notesSlide" Target="/ppt/notesSlides/notesSlide165.xml" Id="R8cdf2e22b1854b9b" /></Relationships>
</file>

<file path=ppt/slides/_rels/slide166.xml.rels>&#65279;<?xml version="1.0" encoding="utf-8"?><Relationships xmlns="http://schemas.openxmlformats.org/package/2006/relationships"><Relationship Type="http://schemas.openxmlformats.org/officeDocument/2006/relationships/slideLayout" Target="/ppt/slideLayouts/slideLayout1.xml" Id="Ra79bb4ffe6aa480d" /><Relationship Type="http://schemas.openxmlformats.org/officeDocument/2006/relationships/notesSlide" Target="/ppt/notesSlides/notesSlide166.xml" Id="Rc909f529eb7e4b58" /></Relationships>
</file>

<file path=ppt/slides/_rels/slide167.xml.rels>&#65279;<?xml version="1.0" encoding="utf-8"?><Relationships xmlns="http://schemas.openxmlformats.org/package/2006/relationships"><Relationship Type="http://schemas.openxmlformats.org/officeDocument/2006/relationships/slideLayout" Target="/ppt/slideLayouts/slideLayout1.xml" Id="Rff1392596b1e41ff" /><Relationship Type="http://schemas.openxmlformats.org/officeDocument/2006/relationships/notesSlide" Target="/ppt/notesSlides/notesSlide167.xml" Id="R3db5a5a667f64b41" /></Relationships>
</file>

<file path=ppt/slides/_rels/slide168.xml.rels>&#65279;<?xml version="1.0" encoding="utf-8"?><Relationships xmlns="http://schemas.openxmlformats.org/package/2006/relationships"><Relationship Type="http://schemas.openxmlformats.org/officeDocument/2006/relationships/slideLayout" Target="/ppt/slideLayouts/slideLayout1.xml" Id="R298e089f6f9040ff" /><Relationship Type="http://schemas.openxmlformats.org/officeDocument/2006/relationships/notesSlide" Target="/ppt/notesSlides/notesSlide168.xml" Id="Ra6db55277ae248c1" /></Relationships>
</file>

<file path=ppt/slides/_rels/slide169.xml.rels>&#65279;<?xml version="1.0" encoding="utf-8"?><Relationships xmlns="http://schemas.openxmlformats.org/package/2006/relationships"><Relationship Type="http://schemas.openxmlformats.org/officeDocument/2006/relationships/slideLayout" Target="/ppt/slideLayouts/slideLayout1.xml" Id="R96975fcc3c0d4e34" /><Relationship Type="http://schemas.openxmlformats.org/officeDocument/2006/relationships/notesSlide" Target="/ppt/notesSlides/notesSlide169.xml" Id="R1002c9519e0d4575" /></Relationships>
</file>

<file path=ppt/slides/_rels/slide170.xml.rels>&#65279;<?xml version="1.0" encoding="utf-8"?><Relationships xmlns="http://schemas.openxmlformats.org/package/2006/relationships"><Relationship Type="http://schemas.openxmlformats.org/officeDocument/2006/relationships/slideLayout" Target="/ppt/slideLayouts/slideLayout1.xml" Id="Rca9e5955668043f5" /><Relationship Type="http://schemas.openxmlformats.org/officeDocument/2006/relationships/notesSlide" Target="/ppt/notesSlides/notesSlide170.xml" Id="Rffbf7456aa6047db" /></Relationships>
</file>

<file path=ppt/slides/_rels/slide171.xml.rels>&#65279;<?xml version="1.0" encoding="utf-8"?><Relationships xmlns="http://schemas.openxmlformats.org/package/2006/relationships"><Relationship Type="http://schemas.openxmlformats.org/officeDocument/2006/relationships/slideLayout" Target="/ppt/slideLayouts/slideLayout1.xml" Id="R8a20d6c7bd5742a1" /><Relationship Type="http://schemas.openxmlformats.org/officeDocument/2006/relationships/notesSlide" Target="/ppt/notesSlides/notesSlide171.xml" Id="R8b44421d8b9d4dd1" /></Relationships>
</file>

<file path=ppt/slides/_rels/slide172.xml.rels>&#65279;<?xml version="1.0" encoding="utf-8"?><Relationships xmlns="http://schemas.openxmlformats.org/package/2006/relationships"><Relationship Type="http://schemas.openxmlformats.org/officeDocument/2006/relationships/slideLayout" Target="/ppt/slideLayouts/slideLayout1.xml" Id="Rfcd4cb5b802a4d5e" /><Relationship Type="http://schemas.openxmlformats.org/officeDocument/2006/relationships/notesSlide" Target="/ppt/notesSlides/notesSlide172.xml" Id="R3b3a9ed109b04382" /></Relationships>
</file>

<file path=ppt/slides/_rels/slide173.xml.rels>&#65279;<?xml version="1.0" encoding="utf-8"?><Relationships xmlns="http://schemas.openxmlformats.org/package/2006/relationships"><Relationship Type="http://schemas.openxmlformats.org/officeDocument/2006/relationships/slideLayout" Target="/ppt/slideLayouts/slideLayout1.xml" Id="Rf5694a33769e40a7" /><Relationship Type="http://schemas.openxmlformats.org/officeDocument/2006/relationships/notesSlide" Target="/ppt/notesSlides/notesSlide173.xml" Id="Rec65612e0198469e" /></Relationships>
</file>

<file path=ppt/slides/_rels/slide174.xml.rels>&#65279;<?xml version="1.0" encoding="utf-8"?><Relationships xmlns="http://schemas.openxmlformats.org/package/2006/relationships"><Relationship Type="http://schemas.openxmlformats.org/officeDocument/2006/relationships/slideLayout" Target="/ppt/slideLayouts/slideLayout1.xml" Id="Refc3f43a4b3d4531" /><Relationship Type="http://schemas.openxmlformats.org/officeDocument/2006/relationships/notesSlide" Target="/ppt/notesSlides/notesSlide174.xml" Id="R391730b39e3e42ea" /></Relationships>
</file>

<file path=ppt/slides/_rels/slide175.xml.rels>&#65279;<?xml version="1.0" encoding="utf-8"?><Relationships xmlns="http://schemas.openxmlformats.org/package/2006/relationships"><Relationship Type="http://schemas.openxmlformats.org/officeDocument/2006/relationships/slideLayout" Target="/ppt/slideLayouts/slideLayout1.xml" Id="R266a822e72b9466a" /><Relationship Type="http://schemas.openxmlformats.org/officeDocument/2006/relationships/notesSlide" Target="/ppt/notesSlides/notesSlide175.xml" Id="Ra45d0c4b51584c26" /></Relationships>
</file>

<file path=ppt/slides/_rels/slide176.xml.rels>&#65279;<?xml version="1.0" encoding="utf-8"?><Relationships xmlns="http://schemas.openxmlformats.org/package/2006/relationships"><Relationship Type="http://schemas.openxmlformats.org/officeDocument/2006/relationships/slideLayout" Target="/ppt/slideLayouts/slideLayout1.xml" Id="R00490422b8a6431d" /><Relationship Type="http://schemas.openxmlformats.org/officeDocument/2006/relationships/notesSlide" Target="/ppt/notesSlides/notesSlide176.xml" Id="Rceb94112d3c544c1" /></Relationships>
</file>

<file path=ppt/slides/_rels/slide177.xml.rels>&#65279;<?xml version="1.0" encoding="utf-8"?><Relationships xmlns="http://schemas.openxmlformats.org/package/2006/relationships"><Relationship Type="http://schemas.openxmlformats.org/officeDocument/2006/relationships/slideLayout" Target="/ppt/slideLayouts/slideLayout1.xml" Id="R324d6559a85345de" /><Relationship Type="http://schemas.openxmlformats.org/officeDocument/2006/relationships/notesSlide" Target="/ppt/notesSlides/notesSlide177.xml" Id="Rc63fb53023c24f44" /></Relationships>
</file>

<file path=ppt/slides/_rels/slide178.xml.rels>&#65279;<?xml version="1.0" encoding="utf-8"?><Relationships xmlns="http://schemas.openxmlformats.org/package/2006/relationships"><Relationship Type="http://schemas.openxmlformats.org/officeDocument/2006/relationships/slideLayout" Target="/ppt/slideLayouts/slideLayout1.xml" Id="R3a597e2ae4564744" /><Relationship Type="http://schemas.openxmlformats.org/officeDocument/2006/relationships/notesSlide" Target="/ppt/notesSlides/notesSlide178.xml" Id="R7d111320aec746a8" /></Relationships>
</file>

<file path=ppt/slides/_rels/slide179.xml.rels>&#65279;<?xml version="1.0" encoding="utf-8"?><Relationships xmlns="http://schemas.openxmlformats.org/package/2006/relationships"><Relationship Type="http://schemas.openxmlformats.org/officeDocument/2006/relationships/slideLayout" Target="/ppt/slideLayouts/slideLayout1.xml" Id="R658b0c72ecc748ba" /><Relationship Type="http://schemas.openxmlformats.org/officeDocument/2006/relationships/notesSlide" Target="/ppt/notesSlides/notesSlide179.xml" Id="R8f1966282b1b4261" /></Relationships>
</file>

<file path=ppt/slides/_rels/slide180.xml.rels>&#65279;<?xml version="1.0" encoding="utf-8"?><Relationships xmlns="http://schemas.openxmlformats.org/package/2006/relationships"><Relationship Type="http://schemas.openxmlformats.org/officeDocument/2006/relationships/slideLayout" Target="/ppt/slideLayouts/slideLayout1.xml" Id="R001c9cbb07d94631" /><Relationship Type="http://schemas.openxmlformats.org/officeDocument/2006/relationships/notesSlide" Target="/ppt/notesSlides/notesSlide180.xml" Id="R7c4d60947b1249ee" /></Relationships>
</file>

<file path=ppt/slides/_rels/slide181.xml.rels>&#65279;<?xml version="1.0" encoding="utf-8"?><Relationships xmlns="http://schemas.openxmlformats.org/package/2006/relationships"><Relationship Type="http://schemas.openxmlformats.org/officeDocument/2006/relationships/slideLayout" Target="/ppt/slideLayouts/slideLayout1.xml" Id="Re33ab8c94d894284" /><Relationship Type="http://schemas.openxmlformats.org/officeDocument/2006/relationships/notesSlide" Target="/ppt/notesSlides/notesSlide181.xml" Id="Rc38bfa1eb8024b16" /></Relationships>
</file>

<file path=ppt/slides/_rels/slide182.xml.rels>&#65279;<?xml version="1.0" encoding="utf-8"?><Relationships xmlns="http://schemas.openxmlformats.org/package/2006/relationships"><Relationship Type="http://schemas.openxmlformats.org/officeDocument/2006/relationships/slideLayout" Target="/ppt/slideLayouts/slideLayout1.xml" Id="R9f2ae654d1144a1e" /><Relationship Type="http://schemas.openxmlformats.org/officeDocument/2006/relationships/notesSlide" Target="/ppt/notesSlides/notesSlide182.xml" Id="R2f44e9ec249e455f" /></Relationships>
</file>

<file path=ppt/slides/_rels/slide183.xml.rels>&#65279;<?xml version="1.0" encoding="utf-8"?><Relationships xmlns="http://schemas.openxmlformats.org/package/2006/relationships"><Relationship Type="http://schemas.openxmlformats.org/officeDocument/2006/relationships/slideLayout" Target="/ppt/slideLayouts/slideLayout1.xml" Id="R894d80c384654e06" /><Relationship Type="http://schemas.openxmlformats.org/officeDocument/2006/relationships/notesSlide" Target="/ppt/notesSlides/notesSlide183.xml" Id="Ree8e7486a68b4921" /></Relationships>
</file>

<file path=ppt/slides/_rels/slide184.xml.rels>&#65279;<?xml version="1.0" encoding="utf-8"?><Relationships xmlns="http://schemas.openxmlformats.org/package/2006/relationships"><Relationship Type="http://schemas.openxmlformats.org/officeDocument/2006/relationships/slideLayout" Target="/ppt/slideLayouts/slideLayout1.xml" Id="Reab717b19f5a48c7" /><Relationship Type="http://schemas.openxmlformats.org/officeDocument/2006/relationships/notesSlide" Target="/ppt/notesSlides/notesSlide184.xml" Id="R803a321146fe45b4" /></Relationships>
</file>

<file path=ppt/slides/_rels/slide185.xml.rels>&#65279;<?xml version="1.0" encoding="utf-8"?><Relationships xmlns="http://schemas.openxmlformats.org/package/2006/relationships"><Relationship Type="http://schemas.openxmlformats.org/officeDocument/2006/relationships/slideLayout" Target="/ppt/slideLayouts/slideLayout1.xml" Id="Rd09b9853dc79473e" /><Relationship Type="http://schemas.openxmlformats.org/officeDocument/2006/relationships/notesSlide" Target="/ppt/notesSlides/notesSlide185.xml" Id="R71b28511d6bb4693" /></Relationships>
</file>

<file path=ppt/slides/_rels/slide186.xml.rels>&#65279;<?xml version="1.0" encoding="utf-8"?><Relationships xmlns="http://schemas.openxmlformats.org/package/2006/relationships"><Relationship Type="http://schemas.openxmlformats.org/officeDocument/2006/relationships/slideLayout" Target="/ppt/slideLayouts/slideLayout1.xml" Id="Rac0b9cdf9e6640ed" /><Relationship Type="http://schemas.openxmlformats.org/officeDocument/2006/relationships/notesSlide" Target="/ppt/notesSlides/notesSlide186.xml" Id="R7d447ca7a87b415b" /></Relationships>
</file>

<file path=ppt/slides/_rels/slide187.xml.rels>&#65279;<?xml version="1.0" encoding="utf-8"?><Relationships xmlns="http://schemas.openxmlformats.org/package/2006/relationships"><Relationship Type="http://schemas.openxmlformats.org/officeDocument/2006/relationships/slideLayout" Target="/ppt/slideLayouts/slideLayout1.xml" Id="R3a988d3d550741ba" /><Relationship Type="http://schemas.openxmlformats.org/officeDocument/2006/relationships/notesSlide" Target="/ppt/notesSlides/notesSlide187.xml" Id="Rc9b6e9262fd64104" /></Relationships>
</file>

<file path=ppt/slides/_rels/slide188.xml.rels>&#65279;<?xml version="1.0" encoding="utf-8"?><Relationships xmlns="http://schemas.openxmlformats.org/package/2006/relationships"><Relationship Type="http://schemas.openxmlformats.org/officeDocument/2006/relationships/slideLayout" Target="/ppt/slideLayouts/slideLayout1.xml" Id="Rca1575785788440a" /><Relationship Type="http://schemas.openxmlformats.org/officeDocument/2006/relationships/notesSlide" Target="/ppt/notesSlides/notesSlide188.xml" Id="R1acc061a81954458" /></Relationships>
</file>

<file path=ppt/slides/_rels/slide189.xml.rels>&#65279;<?xml version="1.0" encoding="utf-8"?><Relationships xmlns="http://schemas.openxmlformats.org/package/2006/relationships"><Relationship Type="http://schemas.openxmlformats.org/officeDocument/2006/relationships/slideLayout" Target="/ppt/slideLayouts/slideLayout1.xml" Id="R96c48a99e6814f7a" /><Relationship Type="http://schemas.openxmlformats.org/officeDocument/2006/relationships/notesSlide" Target="/ppt/notesSlides/notesSlide189.xml" Id="Raeec9cf1124b40e9" /></Relationships>
</file>

<file path=ppt/slides/_rels/slide190.xml.rels>&#65279;<?xml version="1.0" encoding="utf-8"?><Relationships xmlns="http://schemas.openxmlformats.org/package/2006/relationships"><Relationship Type="http://schemas.openxmlformats.org/officeDocument/2006/relationships/slideLayout" Target="/ppt/slideLayouts/slideLayout1.xml" Id="R566f1342341d47f3" /><Relationship Type="http://schemas.openxmlformats.org/officeDocument/2006/relationships/notesSlide" Target="/ppt/notesSlides/notesSlide190.xml" Id="R69cf3dd2ab8c489f" /></Relationships>
</file>

<file path=ppt/slides/_rels/slide191.xml.rels>&#65279;<?xml version="1.0" encoding="utf-8"?><Relationships xmlns="http://schemas.openxmlformats.org/package/2006/relationships"><Relationship Type="http://schemas.openxmlformats.org/officeDocument/2006/relationships/slideLayout" Target="/ppt/slideLayouts/slideLayout1.xml" Id="R8cf8a2771a5c4d05" /><Relationship Type="http://schemas.openxmlformats.org/officeDocument/2006/relationships/notesSlide" Target="/ppt/notesSlides/notesSlide191.xml" Id="R1b806bedcebe4f8b" /></Relationships>
</file>

<file path=ppt/slides/_rels/slide192.xml.rels>&#65279;<?xml version="1.0" encoding="utf-8"?><Relationships xmlns="http://schemas.openxmlformats.org/package/2006/relationships"><Relationship Type="http://schemas.openxmlformats.org/officeDocument/2006/relationships/slideLayout" Target="/ppt/slideLayouts/slideLayout1.xml" Id="Rfa73a3d18d2d414a" /><Relationship Type="http://schemas.openxmlformats.org/officeDocument/2006/relationships/notesSlide" Target="/ppt/notesSlides/notesSlide192.xml" Id="R3fa1ef4dd7cf4b34" /></Relationships>
</file>

<file path=ppt/slides/_rels/slide193.xml.rels>&#65279;<?xml version="1.0" encoding="utf-8"?><Relationships xmlns="http://schemas.openxmlformats.org/package/2006/relationships"><Relationship Type="http://schemas.openxmlformats.org/officeDocument/2006/relationships/slideLayout" Target="/ppt/slideLayouts/slideLayout1.xml" Id="R33020b34de5849b7" /><Relationship Type="http://schemas.openxmlformats.org/officeDocument/2006/relationships/notesSlide" Target="/ppt/notesSlides/notesSlide193.xml" Id="Rb1012e81268c4cde" /></Relationships>
</file>

<file path=ppt/slides/_rels/slide194.xml.rels>&#65279;<?xml version="1.0" encoding="utf-8"?><Relationships xmlns="http://schemas.openxmlformats.org/package/2006/relationships"><Relationship Type="http://schemas.openxmlformats.org/officeDocument/2006/relationships/slideLayout" Target="/ppt/slideLayouts/slideLayout1.xml" Id="R7b901d1cdd064610" /><Relationship Type="http://schemas.openxmlformats.org/officeDocument/2006/relationships/image" Target="/ppt/media/image8.jpeg" Id="R4ce5d4d14d424974" /><Relationship Type="http://schemas.openxmlformats.org/officeDocument/2006/relationships/notesSlide" Target="/ppt/notesSlides/notesSlide194.xml" Id="R85d1ef2a348947e6" /></Relationships>
</file>

<file path=ppt/slides/_rels/slide195.xml.rels>&#65279;<?xml version="1.0" encoding="utf-8"?><Relationships xmlns="http://schemas.openxmlformats.org/package/2006/relationships"><Relationship Type="http://schemas.openxmlformats.org/officeDocument/2006/relationships/slideLayout" Target="/ppt/slideLayouts/slideLayout1.xml" Id="R985b043c46cb46a9" /><Relationship Type="http://schemas.openxmlformats.org/officeDocument/2006/relationships/notesSlide" Target="/ppt/notesSlides/notesSlide195.xml" Id="R8df0a318d0934a9d" /></Relationships>
</file>

<file path=ppt/slides/_rels/slide196.xml.rels>&#65279;<?xml version="1.0" encoding="utf-8"?><Relationships xmlns="http://schemas.openxmlformats.org/package/2006/relationships"><Relationship Type="http://schemas.openxmlformats.org/officeDocument/2006/relationships/slideLayout" Target="/ppt/slideLayouts/slideLayout1.xml" Id="Rcd435d80593f43de" /><Relationship Type="http://schemas.openxmlformats.org/officeDocument/2006/relationships/notesSlide" Target="/ppt/notesSlides/notesSlide196.xml" Id="Rec7f772890f34307" /></Relationships>
</file>

<file path=ppt/slides/_rels/slide197.xml.rels>&#65279;<?xml version="1.0" encoding="utf-8"?><Relationships xmlns="http://schemas.openxmlformats.org/package/2006/relationships"><Relationship Type="http://schemas.openxmlformats.org/officeDocument/2006/relationships/slideLayout" Target="/ppt/slideLayouts/slideLayout1.xml" Id="Rdbaa672153cc4270" /><Relationship Type="http://schemas.openxmlformats.org/officeDocument/2006/relationships/notesSlide" Target="/ppt/notesSlides/notesSlide197.xml" Id="R832c4f5309514b89" /></Relationships>
</file>

<file path=ppt/slides/_rels/slide198.xml.rels>&#65279;<?xml version="1.0" encoding="utf-8"?><Relationships xmlns="http://schemas.openxmlformats.org/package/2006/relationships"><Relationship Type="http://schemas.openxmlformats.org/officeDocument/2006/relationships/slideLayout" Target="/ppt/slideLayouts/slideLayout1.xml" Id="R6a4619bdfbe44956" /><Relationship Type="http://schemas.openxmlformats.org/officeDocument/2006/relationships/notesSlide" Target="/ppt/notesSlides/notesSlide198.xml" Id="Rda8d4842f35e4c03" /></Relationships>
</file>

<file path=ppt/slides/_rels/slide199.xml.rels>&#65279;<?xml version="1.0" encoding="utf-8"?><Relationships xmlns="http://schemas.openxmlformats.org/package/2006/relationships"><Relationship Type="http://schemas.openxmlformats.org/officeDocument/2006/relationships/slideLayout" Target="/ppt/slideLayouts/slideLayout1.xml" Id="R09143d9086bc4816" /><Relationship Type="http://schemas.openxmlformats.org/officeDocument/2006/relationships/notesSlide" Target="/ppt/notesSlides/notesSlide199.xml" Id="Rdf62ce02ef344ee2" /></Relationships>
</file>

<file path=ppt/slides/_rels/slide200.xml.rels>&#65279;<?xml version="1.0" encoding="utf-8"?><Relationships xmlns="http://schemas.openxmlformats.org/package/2006/relationships"><Relationship Type="http://schemas.openxmlformats.org/officeDocument/2006/relationships/slideLayout" Target="/ppt/slideLayouts/slideLayout1.xml" Id="Re41724dcd1e245a6" /><Relationship Type="http://schemas.openxmlformats.org/officeDocument/2006/relationships/notesSlide" Target="/ppt/notesSlides/notesSlide200.xml" Id="Red4d45b2b14d4515" /></Relationships>
</file>

<file path=ppt/slides/_rels/slide201.xml.rels>&#65279;<?xml version="1.0" encoding="utf-8"?><Relationships xmlns="http://schemas.openxmlformats.org/package/2006/relationships"><Relationship Type="http://schemas.openxmlformats.org/officeDocument/2006/relationships/slideLayout" Target="/ppt/slideLayouts/slideLayout1.xml" Id="Ra19ef6e761714bcf" /><Relationship Type="http://schemas.openxmlformats.org/officeDocument/2006/relationships/notesSlide" Target="/ppt/notesSlides/notesSlide201.xml" Id="Rd98d01f2987348d4" /></Relationships>
</file>

<file path=ppt/slides/_rels/slide202.xml.rels>&#65279;<?xml version="1.0" encoding="utf-8"?><Relationships xmlns="http://schemas.openxmlformats.org/package/2006/relationships"><Relationship Type="http://schemas.openxmlformats.org/officeDocument/2006/relationships/slideLayout" Target="/ppt/slideLayouts/slideLayout1.xml" Id="R464e9c68df904d56" /><Relationship Type="http://schemas.openxmlformats.org/officeDocument/2006/relationships/notesSlide" Target="/ppt/notesSlides/notesSlide202.xml" Id="Rea9f606914d7488c" /></Relationships>
</file>

<file path=ppt/slides/_rels/slide203.xml.rels>&#65279;<?xml version="1.0" encoding="utf-8"?><Relationships xmlns="http://schemas.openxmlformats.org/package/2006/relationships"><Relationship Type="http://schemas.openxmlformats.org/officeDocument/2006/relationships/slideLayout" Target="/ppt/slideLayouts/slideLayout1.xml" Id="Rfaa9d7dd1a5f405f" /><Relationship Type="http://schemas.openxmlformats.org/officeDocument/2006/relationships/notesSlide" Target="/ppt/notesSlides/notesSlide203.xml" Id="Rc5aaf33333844aaa" /></Relationships>
</file>

<file path=ppt/slides/_rels/slide204.xml.rels>&#65279;<?xml version="1.0" encoding="utf-8"?><Relationships xmlns="http://schemas.openxmlformats.org/package/2006/relationships"><Relationship Type="http://schemas.openxmlformats.org/officeDocument/2006/relationships/slideLayout" Target="/ppt/slideLayouts/slideLayout1.xml" Id="R9a988a2b065e4f32" /><Relationship Type="http://schemas.openxmlformats.org/officeDocument/2006/relationships/notesSlide" Target="/ppt/notesSlides/notesSlide204.xml" Id="Rf65dcc8b8a2344f0" /></Relationships>
</file>

<file path=ppt/slides/_rels/slide205.xml.rels>&#65279;<?xml version="1.0" encoding="utf-8"?><Relationships xmlns="http://schemas.openxmlformats.org/package/2006/relationships"><Relationship Type="http://schemas.openxmlformats.org/officeDocument/2006/relationships/slideLayout" Target="/ppt/slideLayouts/slideLayout1.xml" Id="R7dbbcb29cb054b44" /><Relationship Type="http://schemas.openxmlformats.org/officeDocument/2006/relationships/notesSlide" Target="/ppt/notesSlides/notesSlide205.xml" Id="R75725d7f742d438d" /></Relationships>
</file>

<file path=ppt/slides/_rels/slide206.xml.rels>&#65279;<?xml version="1.0" encoding="utf-8"?><Relationships xmlns="http://schemas.openxmlformats.org/package/2006/relationships"><Relationship Type="http://schemas.openxmlformats.org/officeDocument/2006/relationships/slideLayout" Target="/ppt/slideLayouts/slideLayout1.xml" Id="R5fa7cf2a581047eb" /><Relationship Type="http://schemas.openxmlformats.org/officeDocument/2006/relationships/notesSlide" Target="/ppt/notesSlides/notesSlide206.xml" Id="R11420c9bee694afd" /></Relationships>
</file>

<file path=ppt/slides/_rels/slide207.xml.rels>&#65279;<?xml version="1.0" encoding="utf-8"?><Relationships xmlns="http://schemas.openxmlformats.org/package/2006/relationships"><Relationship Type="http://schemas.openxmlformats.org/officeDocument/2006/relationships/slideLayout" Target="/ppt/slideLayouts/slideLayout1.xml" Id="Rd0e5c28f1394416c" /><Relationship Type="http://schemas.openxmlformats.org/officeDocument/2006/relationships/notesSlide" Target="/ppt/notesSlides/notesSlide207.xml" Id="Rc83e886dde5c420a" /></Relationships>
</file>

<file path=ppt/slides/_rels/slide208.xml.rels>&#65279;<?xml version="1.0" encoding="utf-8"?><Relationships xmlns="http://schemas.openxmlformats.org/package/2006/relationships"><Relationship Type="http://schemas.openxmlformats.org/officeDocument/2006/relationships/slideLayout" Target="/ppt/slideLayouts/slideLayout1.xml" Id="R77fe413b5e314444" /><Relationship Type="http://schemas.openxmlformats.org/officeDocument/2006/relationships/notesSlide" Target="/ppt/notesSlides/notesSlide208.xml" Id="R389fabb6e95b41b8" /></Relationships>
</file>

<file path=ppt/slides/_rels/slide209.xml.rels>&#65279;<?xml version="1.0" encoding="utf-8"?><Relationships xmlns="http://schemas.openxmlformats.org/package/2006/relationships"><Relationship Type="http://schemas.openxmlformats.org/officeDocument/2006/relationships/slideLayout" Target="/ppt/slideLayouts/slideLayout1.xml" Id="R84bc673d27cf490d" /><Relationship Type="http://schemas.openxmlformats.org/officeDocument/2006/relationships/notesSlide" Target="/ppt/notesSlides/notesSlide209.xml" Id="Rd540f7935b404f60" /></Relationships>
</file>

<file path=ppt/slides/_rels/slide210.xml.rels>&#65279;<?xml version="1.0" encoding="utf-8"?><Relationships xmlns="http://schemas.openxmlformats.org/package/2006/relationships"><Relationship Type="http://schemas.openxmlformats.org/officeDocument/2006/relationships/slideLayout" Target="/ppt/slideLayouts/slideLayout1.xml" Id="R464bfa345bf94c8e" /><Relationship Type="http://schemas.openxmlformats.org/officeDocument/2006/relationships/notesSlide" Target="/ppt/notesSlides/notesSlide210.xml" Id="R9a9a1baa98684037" /></Relationships>
</file>

<file path=ppt/slides/_rels/slide211.xml.rels>&#65279;<?xml version="1.0" encoding="utf-8"?><Relationships xmlns="http://schemas.openxmlformats.org/package/2006/relationships"><Relationship Type="http://schemas.openxmlformats.org/officeDocument/2006/relationships/slideLayout" Target="/ppt/slideLayouts/slideLayout1.xml" Id="Rf3af2d430357442d" /><Relationship Type="http://schemas.openxmlformats.org/officeDocument/2006/relationships/notesSlide" Target="/ppt/notesSlides/notesSlide211.xml" Id="Rc9118fe061154fbd" /></Relationships>
</file>

<file path=ppt/slides/_rels/slide212.xml.rels>&#65279;<?xml version="1.0" encoding="utf-8"?><Relationships xmlns="http://schemas.openxmlformats.org/package/2006/relationships"><Relationship Type="http://schemas.openxmlformats.org/officeDocument/2006/relationships/slideLayout" Target="/ppt/slideLayouts/slideLayout1.xml" Id="R0ccc3f3d45cd42cf" /><Relationship Type="http://schemas.openxmlformats.org/officeDocument/2006/relationships/notesSlide" Target="/ppt/notesSlides/notesSlide212.xml" Id="R0a496715226e44cd" /></Relationships>
</file>

<file path=ppt/slides/_rels/slide213.xml.rels>&#65279;<?xml version="1.0" encoding="utf-8"?><Relationships xmlns="http://schemas.openxmlformats.org/package/2006/relationships"><Relationship Type="http://schemas.openxmlformats.org/officeDocument/2006/relationships/slideLayout" Target="/ppt/slideLayouts/slideLayout1.xml" Id="Re7b78718590f4260" /><Relationship Type="http://schemas.openxmlformats.org/officeDocument/2006/relationships/notesSlide" Target="/ppt/notesSlides/notesSlide213.xml" Id="R2ec75355fe0a4e23" /></Relationships>
</file>

<file path=ppt/slides/_rels/slide214.xml.rels>&#65279;<?xml version="1.0" encoding="utf-8"?><Relationships xmlns="http://schemas.openxmlformats.org/package/2006/relationships"><Relationship Type="http://schemas.openxmlformats.org/officeDocument/2006/relationships/slideLayout" Target="/ppt/slideLayouts/slideLayout1.xml" Id="R41c4b932b16c4217" /><Relationship Type="http://schemas.openxmlformats.org/officeDocument/2006/relationships/notesSlide" Target="/ppt/notesSlides/notesSlide214.xml" Id="R894f98c4c2fd4b3b" /></Relationships>
</file>

<file path=ppt/slides/_rels/slide215.xml.rels>&#65279;<?xml version="1.0" encoding="utf-8"?><Relationships xmlns="http://schemas.openxmlformats.org/package/2006/relationships"><Relationship Type="http://schemas.openxmlformats.org/officeDocument/2006/relationships/slideLayout" Target="/ppt/slideLayouts/slideLayout1.xml" Id="Rdfd0515407e24d39" /><Relationship Type="http://schemas.openxmlformats.org/officeDocument/2006/relationships/notesSlide" Target="/ppt/notesSlides/notesSlide215.xml" Id="Rd6e2af5bb4a54caf" /></Relationships>
</file>

<file path=ppt/slides/_rels/slide216.xml.rels>&#65279;<?xml version="1.0" encoding="utf-8"?><Relationships xmlns="http://schemas.openxmlformats.org/package/2006/relationships"><Relationship Type="http://schemas.openxmlformats.org/officeDocument/2006/relationships/slideLayout" Target="/ppt/slideLayouts/slideLayout1.xml" Id="Rbc55c7c9b9874898" /><Relationship Type="http://schemas.openxmlformats.org/officeDocument/2006/relationships/notesSlide" Target="/ppt/notesSlides/notesSlide216.xml" Id="R3955ef6945804d00" /></Relationships>
</file>

<file path=ppt/slides/_rels/slide217.xml.rels>&#65279;<?xml version="1.0" encoding="utf-8"?><Relationships xmlns="http://schemas.openxmlformats.org/package/2006/relationships"><Relationship Type="http://schemas.openxmlformats.org/officeDocument/2006/relationships/slideLayout" Target="/ppt/slideLayouts/slideLayout1.xml" Id="Rdb4bbb64d4b34fd6" /><Relationship Type="http://schemas.openxmlformats.org/officeDocument/2006/relationships/notesSlide" Target="/ppt/notesSlides/notesSlide217.xml" Id="Rebf2b956309c4696" /></Relationships>
</file>

<file path=ppt/slides/_rels/slide218.xml.rels>&#65279;<?xml version="1.0" encoding="utf-8"?><Relationships xmlns="http://schemas.openxmlformats.org/package/2006/relationships"><Relationship Type="http://schemas.openxmlformats.org/officeDocument/2006/relationships/slideLayout" Target="/ppt/slideLayouts/slideLayout1.xml" Id="R2ccaa6f56ba14679" /><Relationship Type="http://schemas.openxmlformats.org/officeDocument/2006/relationships/notesSlide" Target="/ppt/notesSlides/notesSlide218.xml" Id="R39da7290b4274011" /></Relationships>
</file>

<file path=ppt/slides/_rels/slide219.xml.rels>&#65279;<?xml version="1.0" encoding="utf-8"?><Relationships xmlns="http://schemas.openxmlformats.org/package/2006/relationships"><Relationship Type="http://schemas.openxmlformats.org/officeDocument/2006/relationships/slideLayout" Target="/ppt/slideLayouts/slideLayout1.xml" Id="Re33ca2f8d0384503" /><Relationship Type="http://schemas.openxmlformats.org/officeDocument/2006/relationships/notesSlide" Target="/ppt/notesSlides/notesSlide219.xml" Id="Re6f1d3dba3a54f7f" /></Relationships>
</file>

<file path=ppt/slides/_rels/slide220.xml.rels>&#65279;<?xml version="1.0" encoding="utf-8"?><Relationships xmlns="http://schemas.openxmlformats.org/package/2006/relationships"><Relationship Type="http://schemas.openxmlformats.org/officeDocument/2006/relationships/slideLayout" Target="/ppt/slideLayouts/slideLayout1.xml" Id="R3179fe2e020f49a1" /><Relationship Type="http://schemas.openxmlformats.org/officeDocument/2006/relationships/notesSlide" Target="/ppt/notesSlides/notesSlide220.xml" Id="Rbd7c7a30e1224ea5" /></Relationships>
</file>

<file path=ppt/slides/_rels/slide221.xml.rels>&#65279;<?xml version="1.0" encoding="utf-8"?><Relationships xmlns="http://schemas.openxmlformats.org/package/2006/relationships"><Relationship Type="http://schemas.openxmlformats.org/officeDocument/2006/relationships/slideLayout" Target="/ppt/slideLayouts/slideLayout1.xml" Id="R6d879d9e0cf34302" /><Relationship Type="http://schemas.openxmlformats.org/officeDocument/2006/relationships/notesSlide" Target="/ppt/notesSlides/notesSlide221.xml" Id="Rc5f3dd5ed27a4a7d" /></Relationships>
</file>

<file path=ppt/slides/_rels/slide222.xml.rels>&#65279;<?xml version="1.0" encoding="utf-8"?><Relationships xmlns="http://schemas.openxmlformats.org/package/2006/relationships"><Relationship Type="http://schemas.openxmlformats.org/officeDocument/2006/relationships/slideLayout" Target="/ppt/slideLayouts/slideLayout1.xml" Id="R5072b7176b154403" /><Relationship Type="http://schemas.openxmlformats.org/officeDocument/2006/relationships/notesSlide" Target="/ppt/notesSlides/notesSlide222.xml" Id="R1032304b07b14570" /></Relationships>
</file>

<file path=ppt/slides/_rels/slide223.xml.rels>&#65279;<?xml version="1.0" encoding="utf-8"?><Relationships xmlns="http://schemas.openxmlformats.org/package/2006/relationships"><Relationship Type="http://schemas.openxmlformats.org/officeDocument/2006/relationships/slideLayout" Target="/ppt/slideLayouts/slideLayout1.xml" Id="R09b121aa0d0546ec" /><Relationship Type="http://schemas.openxmlformats.org/officeDocument/2006/relationships/notesSlide" Target="/ppt/notesSlides/notesSlide223.xml" Id="Rd03b30289d26498b" /></Relationships>
</file>

<file path=ppt/slides/_rels/slide224.xml.rels>&#65279;<?xml version="1.0" encoding="utf-8"?><Relationships xmlns="http://schemas.openxmlformats.org/package/2006/relationships"><Relationship Type="http://schemas.openxmlformats.org/officeDocument/2006/relationships/slideLayout" Target="/ppt/slideLayouts/slideLayout1.xml" Id="R15cec44bfa8c4a9f" /><Relationship Type="http://schemas.openxmlformats.org/officeDocument/2006/relationships/image" Target="/ppt/media/image9.jpeg" Id="Rab39a9b0bf4248ea" /><Relationship Type="http://schemas.openxmlformats.org/officeDocument/2006/relationships/notesSlide" Target="/ppt/notesSlides/notesSlide224.xml" Id="R347e35efc10a4560" /></Relationships>
</file>

<file path=ppt/slides/_rels/slide225.xml.rels>&#65279;<?xml version="1.0" encoding="utf-8"?><Relationships xmlns="http://schemas.openxmlformats.org/package/2006/relationships"><Relationship Type="http://schemas.openxmlformats.org/officeDocument/2006/relationships/slideLayout" Target="/ppt/slideLayouts/slideLayout1.xml" Id="R36554332b000456e" /><Relationship Type="http://schemas.openxmlformats.org/officeDocument/2006/relationships/notesSlide" Target="/ppt/notesSlides/notesSlide225.xml" Id="R22a7646641ba4579" /></Relationships>
</file>

<file path=ppt/slides/_rels/slide226.xml.rels>&#65279;<?xml version="1.0" encoding="utf-8"?><Relationships xmlns="http://schemas.openxmlformats.org/package/2006/relationships"><Relationship Type="http://schemas.openxmlformats.org/officeDocument/2006/relationships/slideLayout" Target="/ppt/slideLayouts/slideLayout1.xml" Id="R1c14adb180ce41fb" /><Relationship Type="http://schemas.openxmlformats.org/officeDocument/2006/relationships/notesSlide" Target="/ppt/notesSlides/notesSlide226.xml" Id="R9079e30c891c45d9" /></Relationships>
</file>

<file path=ppt/slides/_rels/slide227.xml.rels>&#65279;<?xml version="1.0" encoding="utf-8"?><Relationships xmlns="http://schemas.openxmlformats.org/package/2006/relationships"><Relationship Type="http://schemas.openxmlformats.org/officeDocument/2006/relationships/slideLayout" Target="/ppt/slideLayouts/slideLayout1.xml" Id="R126c0454abc84131" /><Relationship Type="http://schemas.openxmlformats.org/officeDocument/2006/relationships/notesSlide" Target="/ppt/notesSlides/notesSlide227.xml" Id="Rb0abc52d13914b69" /></Relationships>
</file>

<file path=ppt/slides/_rels/slide228.xml.rels>&#65279;<?xml version="1.0" encoding="utf-8"?><Relationships xmlns="http://schemas.openxmlformats.org/package/2006/relationships"><Relationship Type="http://schemas.openxmlformats.org/officeDocument/2006/relationships/slideLayout" Target="/ppt/slideLayouts/slideLayout1.xml" Id="R2bdaef73ab1947bc" /><Relationship Type="http://schemas.openxmlformats.org/officeDocument/2006/relationships/notesSlide" Target="/ppt/notesSlides/notesSlide228.xml" Id="Rb7756df2ed894075" /></Relationships>
</file>

<file path=ppt/slides/_rels/slide229.xml.rels>&#65279;<?xml version="1.0" encoding="utf-8"?><Relationships xmlns="http://schemas.openxmlformats.org/package/2006/relationships"><Relationship Type="http://schemas.openxmlformats.org/officeDocument/2006/relationships/slideLayout" Target="/ppt/slideLayouts/slideLayout1.xml" Id="R5e44c786d601456d" /><Relationship Type="http://schemas.openxmlformats.org/officeDocument/2006/relationships/notesSlide" Target="/ppt/notesSlides/notesSlide229.xml" Id="R371929caf553410e" /></Relationships>
</file>

<file path=ppt/slides/_rels/slide230.xml.rels>&#65279;<?xml version="1.0" encoding="utf-8"?><Relationships xmlns="http://schemas.openxmlformats.org/package/2006/relationships"><Relationship Type="http://schemas.openxmlformats.org/officeDocument/2006/relationships/slideLayout" Target="/ppt/slideLayouts/slideLayout1.xml" Id="R02cbf711aee649b6" /><Relationship Type="http://schemas.openxmlformats.org/officeDocument/2006/relationships/notesSlide" Target="/ppt/notesSlides/notesSlide230.xml" Id="R3182a45c55cf440d" /></Relationships>
</file>

<file path=ppt/slides/_rels/slide231.xml.rels>&#65279;<?xml version="1.0" encoding="utf-8"?><Relationships xmlns="http://schemas.openxmlformats.org/package/2006/relationships"><Relationship Type="http://schemas.openxmlformats.org/officeDocument/2006/relationships/slideLayout" Target="/ppt/slideLayouts/slideLayout1.xml" Id="R443fe2d70be845f2" /><Relationship Type="http://schemas.openxmlformats.org/officeDocument/2006/relationships/notesSlide" Target="/ppt/notesSlides/notesSlide231.xml" Id="R0acb57c197534346" /></Relationships>
</file>

<file path=ppt/slides/_rels/slide232.xml.rels>&#65279;<?xml version="1.0" encoding="utf-8"?><Relationships xmlns="http://schemas.openxmlformats.org/package/2006/relationships"><Relationship Type="http://schemas.openxmlformats.org/officeDocument/2006/relationships/slideLayout" Target="/ppt/slideLayouts/slideLayout1.xml" Id="R4e33047be716481a" /><Relationship Type="http://schemas.openxmlformats.org/officeDocument/2006/relationships/notesSlide" Target="/ppt/notesSlides/notesSlide232.xml" Id="R21b326970f2740ec" /></Relationships>
</file>

<file path=ppt/slides/_rels/slide233.xml.rels>&#65279;<?xml version="1.0" encoding="utf-8"?><Relationships xmlns="http://schemas.openxmlformats.org/package/2006/relationships"><Relationship Type="http://schemas.openxmlformats.org/officeDocument/2006/relationships/slideLayout" Target="/ppt/slideLayouts/slideLayout1.xml" Id="R557077be21744bf1" /><Relationship Type="http://schemas.openxmlformats.org/officeDocument/2006/relationships/notesSlide" Target="/ppt/notesSlides/notesSlide233.xml" Id="R780886446c794f43" /></Relationships>
</file>

<file path=ppt/slides/_rels/slide234.xml.rels>&#65279;<?xml version="1.0" encoding="utf-8"?><Relationships xmlns="http://schemas.openxmlformats.org/package/2006/relationships"><Relationship Type="http://schemas.openxmlformats.org/officeDocument/2006/relationships/slideLayout" Target="/ppt/slideLayouts/slideLayout1.xml" Id="R6b843a462b804e34" /><Relationship Type="http://schemas.openxmlformats.org/officeDocument/2006/relationships/notesSlide" Target="/ppt/notesSlides/notesSlide234.xml" Id="Rdb002dd8104044d7" /></Relationships>
</file>

<file path=ppt/slides/_rels/slide235.xml.rels>&#65279;<?xml version="1.0" encoding="utf-8"?><Relationships xmlns="http://schemas.openxmlformats.org/package/2006/relationships"><Relationship Type="http://schemas.openxmlformats.org/officeDocument/2006/relationships/slideLayout" Target="/ppt/slideLayouts/slideLayout1.xml" Id="Redaaa062ce684707" /><Relationship Type="http://schemas.openxmlformats.org/officeDocument/2006/relationships/notesSlide" Target="/ppt/notesSlides/notesSlide235.xml" Id="R802745ba24764d18" /></Relationships>
</file>

<file path=ppt/slides/_rels/slide236.xml.rels>&#65279;<?xml version="1.0" encoding="utf-8"?><Relationships xmlns="http://schemas.openxmlformats.org/package/2006/relationships"><Relationship Type="http://schemas.openxmlformats.org/officeDocument/2006/relationships/slideLayout" Target="/ppt/slideLayouts/slideLayout1.xml" Id="Rf0a3c21b3ae14db4" /><Relationship Type="http://schemas.openxmlformats.org/officeDocument/2006/relationships/notesSlide" Target="/ppt/notesSlides/notesSlide236.xml" Id="R23fd425087a04a3f" /></Relationships>
</file>

<file path=ppt/slides/_rels/slide237.xml.rels>&#65279;<?xml version="1.0" encoding="utf-8"?><Relationships xmlns="http://schemas.openxmlformats.org/package/2006/relationships"><Relationship Type="http://schemas.openxmlformats.org/officeDocument/2006/relationships/slideLayout" Target="/ppt/slideLayouts/slideLayout1.xml" Id="R26c2b462f0d24bf1" /><Relationship Type="http://schemas.openxmlformats.org/officeDocument/2006/relationships/notesSlide" Target="/ppt/notesSlides/notesSlide237.xml" Id="Rd814a7b74f194395" /></Relationships>
</file>

<file path=ppt/slides/_rels/slide238.xml.rels>&#65279;<?xml version="1.0" encoding="utf-8"?><Relationships xmlns="http://schemas.openxmlformats.org/package/2006/relationships"><Relationship Type="http://schemas.openxmlformats.org/officeDocument/2006/relationships/slideLayout" Target="/ppt/slideLayouts/slideLayout1.xml" Id="Rf070828c30de495c" /><Relationship Type="http://schemas.openxmlformats.org/officeDocument/2006/relationships/notesSlide" Target="/ppt/notesSlides/notesSlide238.xml" Id="R8408f6a0d9e744dd" /></Relationships>
</file>

<file path=ppt/slides/_rels/slide239.xml.rels>&#65279;<?xml version="1.0" encoding="utf-8"?><Relationships xmlns="http://schemas.openxmlformats.org/package/2006/relationships"><Relationship Type="http://schemas.openxmlformats.org/officeDocument/2006/relationships/slideLayout" Target="/ppt/slideLayouts/slideLayout1.xml" Id="Rc52252a94d454fe9" /><Relationship Type="http://schemas.openxmlformats.org/officeDocument/2006/relationships/notesSlide" Target="/ppt/notesSlides/notesSlide239.xml" Id="R18b4d8bc399b4715" /></Relationships>
</file>

<file path=ppt/slides/_rels/slide240.xml.rels>&#65279;<?xml version="1.0" encoding="utf-8"?><Relationships xmlns="http://schemas.openxmlformats.org/package/2006/relationships"><Relationship Type="http://schemas.openxmlformats.org/officeDocument/2006/relationships/slideLayout" Target="/ppt/slideLayouts/slideLayout1.xml" Id="R48bef2dfdd8f4c4a" /><Relationship Type="http://schemas.openxmlformats.org/officeDocument/2006/relationships/notesSlide" Target="/ppt/notesSlides/notesSlide240.xml" Id="R1cdd66a74d574128" /></Relationships>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87F301D-D383-467E-AD6A-365BACBFDF3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0A27DC4-036C-4C5A-B960-21880ABAEDBD}"/>
              </a:ext>
            </a:extLst>
          </p:cNvPr>
          <p:cNvSpPr>
            <a:spLocks xmlns:a="http://schemas.openxmlformats.org/drawingml/2006/main" noGrp="1"/>
          </p:cNvSpPr>
          <p:nvPr/>
        </p:nvSpPr>
        <p:spPr>
          <a:xfrm xmlns:a="http://schemas.openxmlformats.org/drawingml/2006/main">
            <a:off x="800100" y="1676400"/>
            <a:ext cx="10287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98000"/>
              </a:lnSpc>
              <a:buNone/>
              <a:defRPr sz="4050" b="1">
                <a:solidFill>
                  <a:srgbClr val="FFFFFF"/>
                </a:solidFill>
                <a:latin typeface="NanumGothic"/>
                <a:ea typeface="NanumGothic"/>
                <a:cs typeface="NanumGothic"/>
              </a:defRPr>
            </a:pPr>
            <a:r>
              <a:rPr sz="4050" b="1">
                <a:solidFill>
                  <a:srgbClr val="FFFFFF"/>
                </a:solidFill>
                <a:latin typeface="NanumGothic"/>
                <a:ea typeface="NanumGothic"/>
                <a:cs typeface="NanumGothic"/>
              </a:rPr>
              <a:t>오디오 파일 계약과 메타데이터</a:t>
            </a:r>
          </a:p>
        </p:txBody>
      </p:sp>
      <p:sp>
        <p:nvSpPr>
          <p:cNvPr id="3" name="">
            <a:extLst xmlns:a="http://schemas.openxmlformats.org/drawingml/2006/main">
              <a:ext uri="{FF2B5EF4-FFF2-40B4-BE49-F238E27FC236}">
                <a16:creationId xmlns:a16="http://schemas.microsoft.com/office/drawing/2014/main" id="{ED553EC2-0CD0-440E-BC2F-CD1904493533}"/>
              </a:ext>
            </a:extLst>
          </p:cNvPr>
          <p:cNvSpPr>
            <a:spLocks xmlns:a="http://schemas.openxmlformats.org/drawingml/2006/main" noGrp="1"/>
          </p:cNvSpPr>
          <p:nvPr/>
        </p:nvSpPr>
        <p:spPr>
          <a:xfrm xmlns:a="http://schemas.openxmlformats.org/drawingml/2006/main">
            <a:off x="800100" y="5905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IPA · LLM AGENT &amp; 업무자동화 40H</a:t>
            </a:r>
          </a:p>
        </p:txBody>
      </p:sp>
      <p:sp>
        <p:nvSpPr>
          <p:cNvPr id="4" name="">
            <a:extLst xmlns:a="http://schemas.openxmlformats.org/drawingml/2006/main">
              <a:ext uri="{FF2B5EF4-FFF2-40B4-BE49-F238E27FC236}">
                <a16:creationId xmlns:a16="http://schemas.microsoft.com/office/drawing/2014/main" id="{46FCC873-7B21-4288-A5D2-217D85D65725}"/>
              </a:ext>
            </a:extLst>
          </p:cNvPr>
          <p:cNvSpPr>
            <a:spLocks xmlns:a="http://schemas.openxmlformats.org/drawingml/2006/main" noGrp="1"/>
          </p:cNvSpPr>
          <p:nvPr/>
        </p:nvSpPr>
        <p:spPr>
          <a:xfrm xmlns:a="http://schemas.openxmlformats.org/drawingml/2006/main">
            <a:off x="800100" y="102870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1">
                <a:solidFill>
                  <a:srgbClr val="2563EB"/>
                </a:solidFill>
                <a:latin typeface="NanumGothic"/>
                <a:ea typeface="NanumGothic"/>
                <a:cs typeface="NanumGothic"/>
              </a:defRPr>
            </a:pPr>
            <a:r>
              <a:rPr sz="1500" b="1">
                <a:solidFill>
                  <a:srgbClr val="2563EB"/>
                </a:solidFill>
                <a:latin typeface="NanumGothic"/>
                <a:ea typeface="NanumGothic"/>
                <a:cs typeface="NanumGothic"/>
              </a:rPr>
              <a:t>09:00-09:50  (쉬는 시간 11:30-12:00)</a:t>
            </a:r>
          </a:p>
        </p:txBody>
      </p:sp>
      <p:sp>
        <p:nvSpPr>
          <p:cNvPr id="5" name="">
            <a:extLst xmlns:a="http://schemas.openxmlformats.org/drawingml/2006/main">
              <a:ext uri="{FF2B5EF4-FFF2-40B4-BE49-F238E27FC236}">
                <a16:creationId xmlns:a16="http://schemas.microsoft.com/office/drawing/2014/main" id="{676E957D-C594-4BAF-B3BD-EDFD53E0E48C}"/>
              </a:ext>
            </a:extLst>
          </p:cNvPr>
          <p:cNvSpPr>
            <a:spLocks xmlns:a="http://schemas.openxmlformats.org/drawingml/2006/main" noGrp="1"/>
          </p:cNvSpPr>
          <p:nvPr/>
        </p:nvSpPr>
        <p:spPr>
          <a:xfrm xmlns:a="http://schemas.openxmlformats.org/drawingml/2006/main">
            <a:off x="838200" y="323850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1">
                <a:solidFill>
                  <a:srgbClr val="E0E0E0"/>
                </a:solidFill>
                <a:latin typeface="NanumGothic"/>
                <a:ea typeface="NanumGothic"/>
                <a:cs typeface="NanumGothic"/>
              </a:defRPr>
            </a:pPr>
            <a:r>
              <a:rPr sz="1875" b="1">
                <a:solidFill>
                  <a:srgbClr val="E0E0E0"/>
                </a:solidFill>
                <a:latin typeface="NanumGothic"/>
                <a:ea typeface="NanumGothic"/>
                <a:cs typeface="NanumGothic"/>
              </a:rPr>
              <a:t>Codec · Container · audio_metadata.json</a:t>
            </a:r>
          </a:p>
        </p:txBody>
      </p:sp>
      <p:sp>
        <p:nvSpPr>
          <p:cNvPr id="6" name="">
            <a:extLst xmlns:a="http://schemas.openxmlformats.org/drawingml/2006/main">
              <a:ext uri="{FF2B5EF4-FFF2-40B4-BE49-F238E27FC236}">
                <a16:creationId xmlns:a16="http://schemas.microsoft.com/office/drawing/2014/main" id="{6335DEB4-1130-4469-AAFD-E88178B45A71}"/>
              </a:ext>
            </a:extLst>
          </p:cNvPr>
          <p:cNvSpPr>
            <a:spLocks xmlns:a="http://schemas.openxmlformats.org/drawingml/2006/main" noGrp="1"/>
          </p:cNvSpPr>
          <p:nvPr/>
        </p:nvSpPr>
        <p:spPr>
          <a:xfrm xmlns:a="http://schemas.openxmlformats.org/drawingml/2006/main">
            <a:off x="800100" y="4267200"/>
            <a:ext cx="10401300" cy="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7" name="">
            <a:extLst xmlns:a="http://schemas.openxmlformats.org/drawingml/2006/main">
              <a:ext uri="{FF2B5EF4-FFF2-40B4-BE49-F238E27FC236}">
                <a16:creationId xmlns:a16="http://schemas.microsoft.com/office/drawing/2014/main" id="{EE1F3A9D-F632-42ED-9BEC-699A095E382D}"/>
              </a:ext>
            </a:extLst>
          </p:cNvPr>
          <p:cNvSpPr>
            <a:spLocks xmlns:a="http://schemas.openxmlformats.org/drawingml/2006/main" noGrp="1"/>
          </p:cNvSpPr>
          <p:nvPr/>
        </p:nvSpPr>
        <p:spPr>
          <a:xfrm xmlns:a="http://schemas.openxmlformats.org/drawingml/2006/main">
            <a:off x="8001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진행</a:t>
            </a:r>
          </a:p>
        </p:txBody>
      </p:sp>
      <p:sp>
        <p:nvSpPr>
          <p:cNvPr id="8" name="">
            <a:extLst xmlns:a="http://schemas.openxmlformats.org/drawingml/2006/main">
              <a:ext uri="{FF2B5EF4-FFF2-40B4-BE49-F238E27FC236}">
                <a16:creationId xmlns:a16="http://schemas.microsoft.com/office/drawing/2014/main" id="{F579BEB7-8C3D-4AA5-8792-6818637DF08E}"/>
              </a:ext>
            </a:extLst>
          </p:cNvPr>
          <p:cNvSpPr>
            <a:spLocks xmlns:a="http://schemas.openxmlformats.org/drawingml/2006/main" noGrp="1"/>
          </p:cNvSpPr>
          <p:nvPr/>
        </p:nvSpPr>
        <p:spPr>
          <a:xfrm xmlns:a="http://schemas.openxmlformats.org/drawingml/2006/main">
            <a:off x="8001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오디오 파일 계약과 메타데이터</a:t>
            </a:r>
          </a:p>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강의 12분 · 강사 시연 10분 · Codex 소프트웨어 제작 23분 · 실행 확인 5분</a:t>
            </a:r>
          </a:p>
        </p:txBody>
      </p:sp>
      <p:sp>
        <p:nvSpPr>
          <p:cNvPr id="9" name="">
            <a:extLst xmlns:a="http://schemas.openxmlformats.org/drawingml/2006/main">
              <a:ext uri="{FF2B5EF4-FFF2-40B4-BE49-F238E27FC236}">
                <a16:creationId xmlns:a16="http://schemas.microsoft.com/office/drawing/2014/main" id="{EE06E07E-04AB-4479-9467-060C94036F59}"/>
              </a:ext>
            </a:extLst>
          </p:cNvPr>
          <p:cNvSpPr>
            <a:spLocks xmlns:a="http://schemas.openxmlformats.org/drawingml/2006/main" noGrp="1"/>
          </p:cNvSpPr>
          <p:nvPr/>
        </p:nvSpPr>
        <p:spPr>
          <a:xfrm xmlns:a="http://schemas.openxmlformats.org/drawingml/2006/main">
            <a:off x="42672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사용 파일</a:t>
            </a:r>
          </a:p>
        </p:txBody>
      </p:sp>
      <p:sp>
        <p:nvSpPr>
          <p:cNvPr id="10" name="">
            <a:extLst xmlns:a="http://schemas.openxmlformats.org/drawingml/2006/main">
              <a:ext uri="{FF2B5EF4-FFF2-40B4-BE49-F238E27FC236}">
                <a16:creationId xmlns:a16="http://schemas.microsoft.com/office/drawing/2014/main" id="{4306FFC2-5CAC-4D65-8A16-BE48EDFA6676}"/>
              </a:ext>
            </a:extLst>
          </p:cNvPr>
          <p:cNvSpPr>
            <a:spLocks xmlns:a="http://schemas.openxmlformats.org/drawingml/2006/main" noGrp="1"/>
          </p:cNvSpPr>
          <p:nvPr/>
        </p:nvSpPr>
        <p:spPr>
          <a:xfrm xmlns:a="http://schemas.openxmlformats.org/drawingml/2006/main">
            <a:off x="42672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data/demo_meeting.wav</a:t>
            </a:r>
          </a:p>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data/demo_meeting_transcript.txt</a:t>
            </a:r>
          </a:p>
        </p:txBody>
      </p:sp>
      <p:sp>
        <p:nvSpPr>
          <p:cNvPr id="11" name="">
            <a:extLst xmlns:a="http://schemas.openxmlformats.org/drawingml/2006/main">
              <a:ext uri="{FF2B5EF4-FFF2-40B4-BE49-F238E27FC236}">
                <a16:creationId xmlns:a16="http://schemas.microsoft.com/office/drawing/2014/main" id="{6DE71B9A-ECEC-46A2-AFCB-8AB860728C2E}"/>
              </a:ext>
            </a:extLst>
          </p:cNvPr>
          <p:cNvSpPr>
            <a:spLocks xmlns:a="http://schemas.openxmlformats.org/drawingml/2006/main" noGrp="1"/>
          </p:cNvSpPr>
          <p:nvPr/>
        </p:nvSpPr>
        <p:spPr>
          <a:xfrm xmlns:a="http://schemas.openxmlformats.org/drawingml/2006/main">
            <a:off x="77343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확인할 결과</a:t>
            </a:r>
          </a:p>
        </p:txBody>
      </p:sp>
      <p:sp>
        <p:nvSpPr>
          <p:cNvPr id="12" name="">
            <a:extLst xmlns:a="http://schemas.openxmlformats.org/drawingml/2006/main">
              <a:ext uri="{FF2B5EF4-FFF2-40B4-BE49-F238E27FC236}">
                <a16:creationId xmlns:a16="http://schemas.microsoft.com/office/drawing/2014/main" id="{64F70262-6F99-4850-BE2F-1FCDD86D282E}"/>
              </a:ext>
            </a:extLst>
          </p:cNvPr>
          <p:cNvSpPr>
            <a:spLocks xmlns:a="http://schemas.openxmlformats.org/drawingml/2006/main" noGrp="1"/>
          </p:cNvSpPr>
          <p:nvPr/>
        </p:nvSpPr>
        <p:spPr>
          <a:xfrm xmlns:a="http://schemas.openxmlformats.org/drawingml/2006/main">
            <a:off x="77343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audio_metadata.json</a:t>
            </a:r>
          </a:p>
        </p:txBody>
      </p:sp>
      <p:sp>
        <p:nvSpPr>
          <p:cNvPr id="13" name="">
            <a:extLst xmlns:a="http://schemas.openxmlformats.org/drawingml/2006/main">
              <a:ext uri="{FF2B5EF4-FFF2-40B4-BE49-F238E27FC236}">
                <a16:creationId xmlns:a16="http://schemas.microsoft.com/office/drawing/2014/main" id="{8000B420-8EC0-43A7-87AE-14BD41A48D70}"/>
              </a:ext>
            </a:extLst>
          </p:cNvPr>
          <p:cNvSpPr>
            <a:spLocks xmlns:a="http://schemas.openxmlformats.org/drawingml/2006/main" noGrp="1"/>
          </p:cNvSpPr>
          <p:nvPr/>
        </p:nvSpPr>
        <p:spPr>
          <a:xfrm xmlns:a="http://schemas.openxmlformats.org/drawingml/2006/main">
            <a:off x="800100" y="6096000"/>
            <a:ext cx="10401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825" b="1">
                <a:solidFill>
                  <a:srgbClr val="C7C7C7"/>
                </a:solidFill>
                <a:latin typeface="NanumGothic"/>
                <a:ea typeface="NanumGothic"/>
                <a:cs typeface="NanumGothic"/>
              </a:defRPr>
            </a:pPr>
            <a:r>
              <a:rPr sz="825" b="1">
                <a:solidFill>
                  <a:srgbClr val="C7C7C7"/>
                </a:solidFill>
                <a:latin typeface="NanumGothic"/>
                <a:ea typeface="NanumGothic"/>
                <a:cs typeface="NanumGothic"/>
              </a:rPr>
              <a:t>Day 2 · 한국어 회의 Agent · 1차시</a:t>
            </a:r>
          </a:p>
        </p:txBody>
      </p:sp>
    </p:spTree>
    <p:extLst>
      <p:ext uri="{BB962C8B-B14F-4D97-AF65-F5344CB8AC3E}">
        <p14:creationId xmlns:p14="http://schemas.microsoft.com/office/powerpoint/2010/main" val="7005021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657A07E-B1DC-48F1-BF20-048D5925F262}"/>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Meeting Intelligence Service 완성 화면</a:t>
            </a:r>
          </a:p>
        </p:txBody>
      </p:sp>
      <p:sp>
        <p:nvSpPr>
          <p:cNvPr id="2" name="">
            <a:extLst xmlns:a="http://schemas.openxmlformats.org/drawingml/2006/main">
              <a:ext uri="{FF2B5EF4-FFF2-40B4-BE49-F238E27FC236}">
                <a16:creationId xmlns:a16="http://schemas.microsoft.com/office/drawing/2014/main" id="{0D4E226D-7C50-491D-9634-25D57FB43159}"/>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45초 결과 Demo</a:t>
            </a:r>
          </a:p>
        </p:txBody>
      </p:sp>
      <p:sp>
        <p:nvSpPr>
          <p:cNvPr id="3" name="">
            <a:extLst xmlns:a="http://schemas.openxmlformats.org/drawingml/2006/main">
              <a:ext uri="{FF2B5EF4-FFF2-40B4-BE49-F238E27FC236}">
                <a16:creationId xmlns:a16="http://schemas.microsoft.com/office/drawing/2014/main" id="{44F8DACC-C937-47B6-B717-C582ABA731D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D143038A-7872-499A-9178-8759A87F2191}"/>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DBC1AD0A-211A-4F1C-8DE6-7E6D0F8B18D0}"/>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AD127789-0705-4F18-A59C-FCA46E6C96D7}"/>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002</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d5ec0d06dc9464a"/>
          <a:stretch xmlns:a="http://schemas.openxmlformats.org/drawingml/2006/main"/>
        </p:blipFill>
        <p:spPr>
          <a:xfrm xmlns:a="http://schemas.openxmlformats.org/drawingml/2006/main">
            <a:off x="5295900" y="1409843"/>
            <a:ext cx="6057900" cy="3409664"/>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7987A55-BA60-434D-A08A-12ECA764B8DB}"/>
              </a:ext>
            </a:extLst>
          </p:cNvPr>
          <p:cNvSpPr>
            <a:spLocks xmlns:a="http://schemas.openxmlformats.org/drawingml/2006/main" noGrp="1"/>
          </p:cNvSpPr>
          <p:nvPr/>
        </p:nvSpPr>
        <p:spPr>
          <a:xfrm xmlns:a="http://schemas.openxmlformats.org/drawingml/2006/main">
            <a:off x="666750" y="1562100"/>
            <a:ext cx="4095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025" b="1">
                <a:solidFill>
                  <a:srgbClr val="191919"/>
                </a:solidFill>
                <a:latin typeface="NanumGothic"/>
                <a:ea typeface="NanumGothic"/>
                <a:cs typeface="NanumGothic"/>
              </a:defRPr>
            </a:pPr>
            <a:r>
              <a:rPr sz="2025" b="1">
                <a:solidFill>
                  <a:srgbClr val="191919"/>
                </a:solidFill>
                <a:latin typeface="NanumGothic"/>
                <a:ea typeface="NanumGothic"/>
                <a:cs typeface="NanumGothic"/>
              </a:rPr>
              <a:t>깨진 입력을 모델 문제로 오해하면 복구 순서가 뒤집힌다.</a:t>
            </a:r>
          </a:p>
        </p:txBody>
      </p:sp>
      <p:sp>
        <p:nvSpPr>
          <p:cNvPr id="9" name="">
            <a:extLst xmlns:a="http://schemas.openxmlformats.org/drawingml/2006/main">
              <a:ext uri="{FF2B5EF4-FFF2-40B4-BE49-F238E27FC236}">
                <a16:creationId xmlns:a16="http://schemas.microsoft.com/office/drawing/2014/main" id="{8F01B232-A130-48EE-8CEC-8F7A666ED6D4}"/>
              </a:ext>
            </a:extLst>
          </p:cNvPr>
          <p:cNvSpPr>
            <a:spLocks xmlns:a="http://schemas.openxmlformats.org/drawingml/2006/main" noGrp="1"/>
          </p:cNvSpPr>
          <p:nvPr/>
        </p:nvSpPr>
        <p:spPr>
          <a:xfrm xmlns:a="http://schemas.openxmlformats.org/drawingml/2006/main">
            <a:off x="666750" y="3200400"/>
            <a:ext cx="40957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650" b="1">
                <a:solidFill>
                  <a:srgbClr val="555555"/>
                </a:solidFill>
                <a:latin typeface="NanumGothic"/>
                <a:ea typeface="NanumGothic"/>
                <a:cs typeface="NanumGothic"/>
              </a:defRPr>
            </a:pPr>
            <a:r>
              <a:rPr sz="1650" b="1">
                <a:solidFill>
                  <a:srgbClr val="555555"/>
                </a:solidFill>
                <a:latin typeface="NanumGothic"/>
                <a:ea typeface="NanumGothic"/>
                <a:cs typeface="NanumGothic"/>
              </a:rPr>
              <a:t>입력 계약</a:t>
            </a:r>
          </a:p>
          <a:p xmlns:a="http://schemas.openxmlformats.org/drawingml/2006/main">
            <a:pPr algn="l">
              <a:lnSpc>
                <a:spcPct val="128000"/>
              </a:lnSpc>
              <a:buNone/>
              <a:defRPr sz="1650" b="1">
                <a:solidFill>
                  <a:srgbClr val="555555"/>
                </a:solidFill>
                <a:latin typeface="NanumGothic"/>
                <a:ea typeface="NanumGothic"/>
                <a:cs typeface="NanumGothic"/>
              </a:defRPr>
            </a:pPr>
            <a:r>
              <a:rPr sz="1650" b="1">
                <a:solidFill>
                  <a:srgbClr val="555555"/>
                </a:solidFill>
                <a:latin typeface="NanumGothic"/>
                <a:ea typeface="NanumGothic"/>
                <a:cs typeface="NanumGothic"/>
              </a:rPr>
              <a:t>→ 핵심 처리</a:t>
            </a:r>
          </a:p>
          <a:p xmlns:a="http://schemas.openxmlformats.org/drawingml/2006/main">
            <a:pPr algn="l">
              <a:lnSpc>
                <a:spcPct val="128000"/>
              </a:lnSpc>
              <a:buNone/>
              <a:defRPr sz="1650" b="1">
                <a:solidFill>
                  <a:srgbClr val="555555"/>
                </a:solidFill>
                <a:latin typeface="NanumGothic"/>
                <a:ea typeface="NanumGothic"/>
                <a:cs typeface="NanumGothic"/>
              </a:defRPr>
            </a:pPr>
            <a:r>
              <a:rPr sz="1650" b="1">
                <a:solidFill>
                  <a:srgbClr val="555555"/>
                </a:solidFill>
                <a:latin typeface="NanumGothic"/>
                <a:ea typeface="NanumGothic"/>
                <a:cs typeface="NanumGothic"/>
              </a:rPr>
              <a:t>→ 실패 경계</a:t>
            </a:r>
          </a:p>
          <a:p xmlns:a="http://schemas.openxmlformats.org/drawingml/2006/main">
            <a:pPr algn="l">
              <a:lnSpc>
                <a:spcPct val="128000"/>
              </a:lnSpc>
              <a:buNone/>
              <a:defRPr sz="1650" b="1">
                <a:solidFill>
                  <a:srgbClr val="555555"/>
                </a:solidFill>
                <a:latin typeface="NanumGothic"/>
                <a:ea typeface="NanumGothic"/>
                <a:cs typeface="NanumGothic"/>
              </a:defRPr>
            </a:pPr>
            <a:r>
              <a:rPr sz="1650" b="1">
                <a:solidFill>
                  <a:srgbClr val="555555"/>
                </a:solidFill>
                <a:latin typeface="NanumGothic"/>
                <a:ea typeface="NanumGothic"/>
                <a:cs typeface="NanumGothic"/>
              </a:rPr>
              <a:t>→ 사람 판단</a:t>
            </a:r>
          </a:p>
          <a:p xmlns:a="http://schemas.openxmlformats.org/drawingml/2006/main">
            <a:pPr algn="l">
              <a:lnSpc>
                <a:spcPct val="128000"/>
              </a:lnSpc>
              <a:buNone/>
              <a:defRPr sz="1650" b="1">
                <a:solidFill>
                  <a:srgbClr val="555555"/>
                </a:solidFill>
                <a:latin typeface="NanumGothic"/>
                <a:ea typeface="NanumGothic"/>
                <a:cs typeface="NanumGothic"/>
              </a:defRPr>
            </a:pPr>
            <a:r>
              <a:rPr sz="1650" b="1">
                <a:solidFill>
                  <a:srgbClr val="555555"/>
                </a:solidFill>
                <a:latin typeface="NanumGothic"/>
                <a:ea typeface="NanumGothic"/>
                <a:cs typeface="NanumGothic"/>
              </a:rPr>
              <a:t>→ 평가·실행 증거</a:t>
            </a:r>
          </a:p>
        </p:txBody>
      </p:sp>
      <p:sp>
        <p:nvSpPr>
          <p:cNvPr id="10" name="">
            <a:extLst xmlns:a="http://schemas.openxmlformats.org/drawingml/2006/main">
              <a:ext uri="{FF2B5EF4-FFF2-40B4-BE49-F238E27FC236}">
                <a16:creationId xmlns:a16="http://schemas.microsoft.com/office/drawing/2014/main" id="{E2285DC5-7BFE-4DFF-9323-2295217CABF0}"/>
              </a:ext>
            </a:extLst>
          </p:cNvPr>
          <p:cNvSpPr>
            <a:spLocks xmlns:a="http://schemas.openxmlformats.org/drawingml/2006/main" noGrp="1"/>
          </p:cNvSpPr>
          <p:nvPr/>
        </p:nvSpPr>
        <p:spPr>
          <a:xfrm xmlns:a="http://schemas.openxmlformats.org/drawingml/2006/main">
            <a:off x="5295900" y="5048250"/>
            <a:ext cx="6057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975" b="1">
                <a:solidFill>
                  <a:srgbClr val="191919"/>
                </a:solidFill>
                <a:latin typeface="NanumGothic"/>
                <a:ea typeface="NanumGothic"/>
                <a:cs typeface="NanumGothic"/>
              </a:defRPr>
            </a:pPr>
            <a:r>
              <a:rPr sz="975" b="1">
                <a:solidFill>
                  <a:srgbClr val="191919"/>
                </a:solidFill>
                <a:latin typeface="NanumGothic"/>
                <a:ea typeface="NanumGothic"/>
                <a:cs typeface="NanumGothic"/>
              </a:rPr>
              <a:t>재생 파일 · assets/demo-videos/day2_service_teaser.gif</a:t>
            </a:r>
          </a:p>
        </p:txBody>
      </p:sp>
      <p:sp>
        <p:nvSpPr>
          <p:cNvPr id="11" name="">
            <a:extLst xmlns:a="http://schemas.openxmlformats.org/drawingml/2006/main">
              <a:ext uri="{FF2B5EF4-FFF2-40B4-BE49-F238E27FC236}">
                <a16:creationId xmlns:a16="http://schemas.microsoft.com/office/drawing/2014/main" id="{8AF8179E-22F2-4FF3-916D-912D759497E7}"/>
              </a:ext>
            </a:extLst>
          </p:cNvPr>
          <p:cNvSpPr>
            <a:spLocks xmlns:a="http://schemas.openxmlformats.org/drawingml/2006/main" noGrp="1"/>
          </p:cNvSpPr>
          <p:nvPr/>
        </p:nvSpPr>
        <p:spPr>
          <a:xfrm xmlns:a="http://schemas.openxmlformats.org/drawingml/2006/main">
            <a:off x="914400" y="5715000"/>
            <a:ext cx="10363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오늘 8차시는 이 화면을 현재 저장소에서 다시 만드는 과정입니다.</a:t>
            </a:r>
          </a:p>
        </p:txBody>
      </p:sp>
    </p:spTree>
    <p:extLst>
      <p:ext uri="{BB962C8B-B14F-4D97-AF65-F5344CB8AC3E}">
        <p14:creationId xmlns:p14="http://schemas.microsoft.com/office/powerpoint/2010/main" val="19989448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9" name="">
            <a:extLst xmlns:a="http://schemas.openxmlformats.org/drawingml/2006/main">
              <a:ext uri="{FF2B5EF4-FFF2-40B4-BE49-F238E27FC236}">
                <a16:creationId xmlns:a16="http://schemas.microsoft.com/office/drawing/2014/main" id="{91ABC288-AB87-4CCD-9911-7F2DD14F976A}"/>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2일차 전체 시간표</a:t>
            </a:r>
          </a:p>
        </p:txBody>
      </p:sp>
      <p:sp>
        <p:nvSpPr>
          <p:cNvPr id="2" name="">
            <a:extLst xmlns:a="http://schemas.openxmlformats.org/drawingml/2006/main">
              <a:ext uri="{FF2B5EF4-FFF2-40B4-BE49-F238E27FC236}">
                <a16:creationId xmlns:a16="http://schemas.microsoft.com/office/drawing/2014/main" id="{497FA9FD-01C7-44D9-A88C-A90141778DCF}"/>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하루 운영</a:t>
            </a:r>
          </a:p>
        </p:txBody>
      </p:sp>
      <p:sp>
        <p:nvSpPr>
          <p:cNvPr id="3" name="">
            <a:extLst xmlns:a="http://schemas.openxmlformats.org/drawingml/2006/main">
              <a:ext uri="{FF2B5EF4-FFF2-40B4-BE49-F238E27FC236}">
                <a16:creationId xmlns:a16="http://schemas.microsoft.com/office/drawing/2014/main" id="{A079D901-9B3F-4251-B04E-B9B7F910226B}"/>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4A9A32AC-AA76-463D-B973-F4C1FE8C8F6E}"/>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1100E272-55C9-4ABD-8264-D4F518633061}"/>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756C2573-FE0B-48D8-A23E-991268D24F7E}"/>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003</a:t>
            </a:r>
          </a:p>
        </p:txBody>
      </p:sp>
      <p:sp>
        <p:nvSpPr>
          <p:cNvPr id="7" name="">
            <a:extLst xmlns:a="http://schemas.openxmlformats.org/drawingml/2006/main">
              <a:ext uri="{FF2B5EF4-FFF2-40B4-BE49-F238E27FC236}">
                <a16:creationId xmlns:a16="http://schemas.microsoft.com/office/drawing/2014/main" id="{38C760E3-6744-47D6-993A-0AC388600E09}"/>
              </a:ext>
            </a:extLst>
          </p:cNvPr>
          <p:cNvSpPr>
            <a:spLocks xmlns:a="http://schemas.openxmlformats.org/drawingml/2006/main" noGrp="1"/>
          </p:cNvSpPr>
          <p:nvPr/>
        </p:nvSpPr>
        <p:spPr>
          <a:xfrm xmlns:a="http://schemas.openxmlformats.org/drawingml/2006/main">
            <a:off x="609600" y="1295400"/>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1">
                <a:solidFill>
                  <a:srgbClr val="555555"/>
                </a:solidFill>
                <a:latin typeface="NanumGothic"/>
                <a:ea typeface="NanumGothic"/>
                <a:cs typeface="NanumGothic"/>
              </a:defRPr>
            </a:pPr>
            <a:r>
              <a:rPr sz="1275" b="1">
                <a:solidFill>
                  <a:srgbClr val="555555"/>
                </a:solidFill>
                <a:latin typeface="NanumGothic"/>
                <a:ea typeface="NanumGothic"/>
                <a:cs typeface="NanumGothic"/>
              </a:rPr>
              <a:t>3시간 블록(30분 휴식) · 2시간 블록(20분 휴식) · 점심 14:00-15:00 · 3시간 블록(30분 휴식)</a:t>
            </a:r>
          </a:p>
        </p:txBody>
      </p:sp>
      <p:sp>
        <p:nvSpPr>
          <p:cNvPr id="8" name="">
            <a:extLst xmlns:a="http://schemas.openxmlformats.org/drawingml/2006/main">
              <a:ext uri="{FF2B5EF4-FFF2-40B4-BE49-F238E27FC236}">
                <a16:creationId xmlns:a16="http://schemas.microsoft.com/office/drawing/2014/main" id="{6BA09B51-2438-4E96-B4B1-B5BE40469CE7}"/>
              </a:ext>
            </a:extLst>
          </p:cNvPr>
          <p:cNvSpPr>
            <a:spLocks xmlns:a="http://schemas.openxmlformats.org/drawingml/2006/main" noGrp="1"/>
          </p:cNvSpPr>
          <p:nvPr/>
        </p:nvSpPr>
        <p:spPr>
          <a:xfrm xmlns:a="http://schemas.openxmlformats.org/drawingml/2006/main">
            <a:off x="609600" y="1714500"/>
            <a:ext cx="1619250" cy="3619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28DABA3-08B9-4033-8CD0-612EB7BBA262}"/>
              </a:ext>
            </a:extLst>
          </p:cNvPr>
          <p:cNvSpPr>
            <a:spLocks xmlns:a="http://schemas.openxmlformats.org/drawingml/2006/main" noGrp="1"/>
          </p:cNvSpPr>
          <p:nvPr/>
        </p:nvSpPr>
        <p:spPr>
          <a:xfrm xmlns:a="http://schemas.openxmlformats.org/drawingml/2006/main">
            <a:off x="704850" y="17907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00" b="1">
                <a:solidFill>
                  <a:srgbClr val="FFFFFF"/>
                </a:solidFill>
                <a:latin typeface="NanumGothic"/>
                <a:ea typeface="NanumGothic"/>
                <a:cs typeface="NanumGothic"/>
              </a:defRPr>
            </a:pPr>
            <a:r>
              <a:rPr sz="900" b="1">
                <a:solidFill>
                  <a:srgbClr val="FFFFFF"/>
                </a:solidFill>
                <a:latin typeface="NanumGothic"/>
                <a:ea typeface="NanumGothic"/>
                <a:cs typeface="NanumGothic"/>
              </a:rPr>
              <a:t>시간</a:t>
            </a:r>
          </a:p>
        </p:txBody>
      </p:sp>
      <p:sp>
        <p:nvSpPr>
          <p:cNvPr id="10" name="">
            <a:extLst xmlns:a="http://schemas.openxmlformats.org/drawingml/2006/main">
              <a:ext uri="{FF2B5EF4-FFF2-40B4-BE49-F238E27FC236}">
                <a16:creationId xmlns:a16="http://schemas.microsoft.com/office/drawing/2014/main" id="{F68ABB6F-59A3-4296-976C-578FED58A710}"/>
              </a:ext>
            </a:extLst>
          </p:cNvPr>
          <p:cNvSpPr>
            <a:spLocks xmlns:a="http://schemas.openxmlformats.org/drawingml/2006/main" noGrp="1"/>
          </p:cNvSpPr>
          <p:nvPr/>
        </p:nvSpPr>
        <p:spPr>
          <a:xfrm xmlns:a="http://schemas.openxmlformats.org/drawingml/2006/main">
            <a:off x="2228850" y="1714500"/>
            <a:ext cx="876300" cy="3619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51C9BA7-DAB5-4B67-82D9-8D878E3DDC7C}"/>
              </a:ext>
            </a:extLst>
          </p:cNvPr>
          <p:cNvSpPr>
            <a:spLocks xmlns:a="http://schemas.openxmlformats.org/drawingml/2006/main" noGrp="1"/>
          </p:cNvSpPr>
          <p:nvPr/>
        </p:nvSpPr>
        <p:spPr>
          <a:xfrm xmlns:a="http://schemas.openxmlformats.org/drawingml/2006/main">
            <a:off x="2324100" y="179070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00" b="1">
                <a:solidFill>
                  <a:srgbClr val="FFFFFF"/>
                </a:solidFill>
                <a:latin typeface="NanumGothic"/>
                <a:ea typeface="NanumGothic"/>
                <a:cs typeface="NanumGothic"/>
              </a:defRPr>
            </a:pPr>
            <a:r>
              <a:rPr sz="900" b="1">
                <a:solidFill>
                  <a:srgbClr val="FFFFFF"/>
                </a:solidFill>
                <a:latin typeface="NanumGothic"/>
                <a:ea typeface="NanumGothic"/>
                <a:cs typeface="NanumGothic"/>
              </a:rPr>
              <a:t>차시</a:t>
            </a:r>
          </a:p>
        </p:txBody>
      </p:sp>
      <p:sp>
        <p:nvSpPr>
          <p:cNvPr id="12" name="">
            <a:extLst xmlns:a="http://schemas.openxmlformats.org/drawingml/2006/main">
              <a:ext uri="{FF2B5EF4-FFF2-40B4-BE49-F238E27FC236}">
                <a16:creationId xmlns:a16="http://schemas.microsoft.com/office/drawing/2014/main" id="{F73432C5-084D-481E-BB13-F880A5C3090B}"/>
              </a:ext>
            </a:extLst>
          </p:cNvPr>
          <p:cNvSpPr>
            <a:spLocks xmlns:a="http://schemas.openxmlformats.org/drawingml/2006/main" noGrp="1"/>
          </p:cNvSpPr>
          <p:nvPr/>
        </p:nvSpPr>
        <p:spPr>
          <a:xfrm xmlns:a="http://schemas.openxmlformats.org/drawingml/2006/main">
            <a:off x="3105150" y="1714500"/>
            <a:ext cx="4057650" cy="3619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05A8A6B-9AAE-49F7-AF13-BD4DF3E3BB47}"/>
              </a:ext>
            </a:extLst>
          </p:cNvPr>
          <p:cNvSpPr>
            <a:spLocks xmlns:a="http://schemas.openxmlformats.org/drawingml/2006/main" noGrp="1"/>
          </p:cNvSpPr>
          <p:nvPr/>
        </p:nvSpPr>
        <p:spPr>
          <a:xfrm xmlns:a="http://schemas.openxmlformats.org/drawingml/2006/main">
            <a:off x="3200400" y="1790700"/>
            <a:ext cx="3867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00" b="1">
                <a:solidFill>
                  <a:srgbClr val="FFFFFF"/>
                </a:solidFill>
                <a:latin typeface="NanumGothic"/>
                <a:ea typeface="NanumGothic"/>
                <a:cs typeface="NanumGothic"/>
              </a:defRPr>
            </a:pPr>
            <a:r>
              <a:rPr sz="900" b="1">
                <a:solidFill>
                  <a:srgbClr val="FFFFFF"/>
                </a:solidFill>
                <a:latin typeface="NanumGothic"/>
                <a:ea typeface="NanumGothic"/>
                <a:cs typeface="NanumGothic"/>
              </a:rPr>
              <a:t>배우는 내용</a:t>
            </a:r>
          </a:p>
        </p:txBody>
      </p:sp>
      <p:sp>
        <p:nvSpPr>
          <p:cNvPr id="14" name="">
            <a:extLst xmlns:a="http://schemas.openxmlformats.org/drawingml/2006/main">
              <a:ext uri="{FF2B5EF4-FFF2-40B4-BE49-F238E27FC236}">
                <a16:creationId xmlns:a16="http://schemas.microsoft.com/office/drawing/2014/main" id="{A1CA2FE7-4085-4C56-AE08-5D992D6EA7D9}"/>
              </a:ext>
            </a:extLst>
          </p:cNvPr>
          <p:cNvSpPr>
            <a:spLocks xmlns:a="http://schemas.openxmlformats.org/drawingml/2006/main" noGrp="1"/>
          </p:cNvSpPr>
          <p:nvPr/>
        </p:nvSpPr>
        <p:spPr>
          <a:xfrm xmlns:a="http://schemas.openxmlformats.org/drawingml/2006/main">
            <a:off x="7162800" y="1714500"/>
            <a:ext cx="2514600" cy="3619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5B10E99-4B66-4494-8C94-96D2802F9374}"/>
              </a:ext>
            </a:extLst>
          </p:cNvPr>
          <p:cNvSpPr>
            <a:spLocks xmlns:a="http://schemas.openxmlformats.org/drawingml/2006/main" noGrp="1"/>
          </p:cNvSpPr>
          <p:nvPr/>
        </p:nvSpPr>
        <p:spPr>
          <a:xfrm xmlns:a="http://schemas.openxmlformats.org/drawingml/2006/main">
            <a:off x="7258050" y="1790700"/>
            <a:ext cx="2324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00" b="1">
                <a:solidFill>
                  <a:srgbClr val="FFFFFF"/>
                </a:solidFill>
                <a:latin typeface="NanumGothic"/>
                <a:ea typeface="NanumGothic"/>
                <a:cs typeface="NanumGothic"/>
              </a:defRPr>
            </a:pPr>
            <a:r>
              <a:rPr sz="900" b="1">
                <a:solidFill>
                  <a:srgbClr val="FFFFFF"/>
                </a:solidFill>
                <a:latin typeface="NanumGothic"/>
                <a:ea typeface="NanumGothic"/>
                <a:cs typeface="NanumGothic"/>
              </a:rPr>
              <a:t>진행</a:t>
            </a:r>
          </a:p>
        </p:txBody>
      </p:sp>
      <p:sp>
        <p:nvSpPr>
          <p:cNvPr id="16" name="">
            <a:extLst xmlns:a="http://schemas.openxmlformats.org/drawingml/2006/main">
              <a:ext uri="{FF2B5EF4-FFF2-40B4-BE49-F238E27FC236}">
                <a16:creationId xmlns:a16="http://schemas.microsoft.com/office/drawing/2014/main" id="{2961884F-7CCE-4206-B822-612F6ACDA848}"/>
              </a:ext>
            </a:extLst>
          </p:cNvPr>
          <p:cNvSpPr>
            <a:spLocks xmlns:a="http://schemas.openxmlformats.org/drawingml/2006/main" noGrp="1"/>
          </p:cNvSpPr>
          <p:nvPr/>
        </p:nvSpPr>
        <p:spPr>
          <a:xfrm xmlns:a="http://schemas.openxmlformats.org/drawingml/2006/main">
            <a:off x="9677400" y="1714500"/>
            <a:ext cx="1905000" cy="3619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463E4BC-7EF5-4D28-B5EB-0E30E223AFBC}"/>
              </a:ext>
            </a:extLst>
          </p:cNvPr>
          <p:cNvSpPr>
            <a:spLocks xmlns:a="http://schemas.openxmlformats.org/drawingml/2006/main" noGrp="1"/>
          </p:cNvSpPr>
          <p:nvPr/>
        </p:nvSpPr>
        <p:spPr>
          <a:xfrm xmlns:a="http://schemas.openxmlformats.org/drawingml/2006/main">
            <a:off x="9772650" y="17907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00" b="1">
                <a:solidFill>
                  <a:srgbClr val="FFFFFF"/>
                </a:solidFill>
                <a:latin typeface="NanumGothic"/>
                <a:ea typeface="NanumGothic"/>
                <a:cs typeface="NanumGothic"/>
              </a:defRPr>
            </a:pPr>
            <a:r>
              <a:rPr sz="900" b="1">
                <a:solidFill>
                  <a:srgbClr val="FFFFFF"/>
                </a:solidFill>
                <a:latin typeface="NanumGothic"/>
                <a:ea typeface="NanumGothic"/>
                <a:cs typeface="NanumGothic"/>
              </a:rPr>
              <a:t>확인할 결과</a:t>
            </a:r>
          </a:p>
        </p:txBody>
      </p:sp>
      <p:sp>
        <p:nvSpPr>
          <p:cNvPr id="18" name="">
            <a:extLst xmlns:a="http://schemas.openxmlformats.org/drawingml/2006/main">
              <a:ext uri="{FF2B5EF4-FFF2-40B4-BE49-F238E27FC236}">
                <a16:creationId xmlns:a16="http://schemas.microsoft.com/office/drawing/2014/main" id="{F4A95595-7E10-4E71-BE83-26F63ABFF525}"/>
              </a:ext>
            </a:extLst>
          </p:cNvPr>
          <p:cNvSpPr>
            <a:spLocks xmlns:a="http://schemas.openxmlformats.org/drawingml/2006/main" noGrp="1"/>
          </p:cNvSpPr>
          <p:nvPr/>
        </p:nvSpPr>
        <p:spPr>
          <a:xfrm xmlns:a="http://schemas.openxmlformats.org/drawingml/2006/main">
            <a:off x="609600" y="2076450"/>
            <a:ext cx="1619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9" name="">
            <a:extLst xmlns:a="http://schemas.openxmlformats.org/drawingml/2006/main">
              <a:ext uri="{FF2B5EF4-FFF2-40B4-BE49-F238E27FC236}">
                <a16:creationId xmlns:a16="http://schemas.microsoft.com/office/drawing/2014/main" id="{15D6EA9E-4E65-4E59-9EB4-DFC70BE52F41}"/>
              </a:ext>
            </a:extLst>
          </p:cNvPr>
          <p:cNvSpPr>
            <a:spLocks xmlns:a="http://schemas.openxmlformats.org/drawingml/2006/main" noGrp="1"/>
          </p:cNvSpPr>
          <p:nvPr/>
        </p:nvSpPr>
        <p:spPr>
          <a:xfrm xmlns:a="http://schemas.openxmlformats.org/drawingml/2006/main">
            <a:off x="704850" y="2143125"/>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1">
                <a:solidFill>
                  <a:srgbClr val="191919"/>
                </a:solidFill>
                <a:latin typeface="NanumGothic"/>
                <a:ea typeface="NanumGothic"/>
                <a:cs typeface="NanumGothic"/>
              </a:defRPr>
            </a:pPr>
            <a:r>
              <a:rPr sz="825" b="1">
                <a:solidFill>
                  <a:srgbClr val="191919"/>
                </a:solidFill>
                <a:latin typeface="NanumGothic"/>
                <a:ea typeface="NanumGothic"/>
                <a:cs typeface="NanumGothic"/>
              </a:rPr>
              <a:t>09:00-09:50</a:t>
            </a:r>
          </a:p>
        </p:txBody>
      </p:sp>
      <p:sp>
        <p:nvSpPr>
          <p:cNvPr id="20" name="">
            <a:extLst xmlns:a="http://schemas.openxmlformats.org/drawingml/2006/main">
              <a:ext uri="{FF2B5EF4-FFF2-40B4-BE49-F238E27FC236}">
                <a16:creationId xmlns:a16="http://schemas.microsoft.com/office/drawing/2014/main" id="{D89DB7E7-B714-4020-9F25-AEADBEB86591}"/>
              </a:ext>
            </a:extLst>
          </p:cNvPr>
          <p:cNvSpPr>
            <a:spLocks xmlns:a="http://schemas.openxmlformats.org/drawingml/2006/main" noGrp="1"/>
          </p:cNvSpPr>
          <p:nvPr/>
        </p:nvSpPr>
        <p:spPr>
          <a:xfrm xmlns:a="http://schemas.openxmlformats.org/drawingml/2006/main">
            <a:off x="2228850" y="2076450"/>
            <a:ext cx="87630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1" name="">
            <a:extLst xmlns:a="http://schemas.openxmlformats.org/drawingml/2006/main">
              <a:ext uri="{FF2B5EF4-FFF2-40B4-BE49-F238E27FC236}">
                <a16:creationId xmlns:a16="http://schemas.microsoft.com/office/drawing/2014/main" id="{B73F02DA-4AC7-476B-97A9-EE0A59A6B069}"/>
              </a:ext>
            </a:extLst>
          </p:cNvPr>
          <p:cNvSpPr>
            <a:spLocks xmlns:a="http://schemas.openxmlformats.org/drawingml/2006/main" noGrp="1"/>
          </p:cNvSpPr>
          <p:nvPr/>
        </p:nvSpPr>
        <p:spPr>
          <a:xfrm xmlns:a="http://schemas.openxmlformats.org/drawingml/2006/main">
            <a:off x="2324100" y="2143125"/>
            <a:ext cx="685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1">
                <a:solidFill>
                  <a:srgbClr val="191919"/>
                </a:solidFill>
                <a:latin typeface="NanumGothic"/>
                <a:ea typeface="NanumGothic"/>
                <a:cs typeface="NanumGothic"/>
              </a:defRPr>
            </a:pPr>
            <a:r>
              <a:rPr sz="825" b="1">
                <a:solidFill>
                  <a:srgbClr val="191919"/>
                </a:solidFill>
                <a:latin typeface="NanumGothic"/>
                <a:ea typeface="NanumGothic"/>
                <a:cs typeface="NanumGothic"/>
              </a:rPr>
              <a:t>1차시</a:t>
            </a:r>
          </a:p>
        </p:txBody>
      </p:sp>
      <p:sp>
        <p:nvSpPr>
          <p:cNvPr id="22" name="">
            <a:extLst xmlns:a="http://schemas.openxmlformats.org/drawingml/2006/main">
              <a:ext uri="{FF2B5EF4-FFF2-40B4-BE49-F238E27FC236}">
                <a16:creationId xmlns:a16="http://schemas.microsoft.com/office/drawing/2014/main" id="{82D88AEE-D095-41BD-86C3-EDA353734EB7}"/>
              </a:ext>
            </a:extLst>
          </p:cNvPr>
          <p:cNvSpPr>
            <a:spLocks xmlns:a="http://schemas.openxmlformats.org/drawingml/2006/main" noGrp="1"/>
          </p:cNvSpPr>
          <p:nvPr/>
        </p:nvSpPr>
        <p:spPr>
          <a:xfrm xmlns:a="http://schemas.openxmlformats.org/drawingml/2006/main">
            <a:off x="3105150" y="2076450"/>
            <a:ext cx="40576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3" name="">
            <a:extLst xmlns:a="http://schemas.openxmlformats.org/drawingml/2006/main">
              <a:ext uri="{FF2B5EF4-FFF2-40B4-BE49-F238E27FC236}">
                <a16:creationId xmlns:a16="http://schemas.microsoft.com/office/drawing/2014/main" id="{A0308AC5-B229-4421-BEB1-C3C45973E8EA}"/>
              </a:ext>
            </a:extLst>
          </p:cNvPr>
          <p:cNvSpPr>
            <a:spLocks xmlns:a="http://schemas.openxmlformats.org/drawingml/2006/main" noGrp="1"/>
          </p:cNvSpPr>
          <p:nvPr/>
        </p:nvSpPr>
        <p:spPr>
          <a:xfrm xmlns:a="http://schemas.openxmlformats.org/drawingml/2006/main">
            <a:off x="3200400" y="2143125"/>
            <a:ext cx="3867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0">
                <a:solidFill>
                  <a:srgbClr val="191919"/>
                </a:solidFill>
                <a:latin typeface="NanumGothic"/>
                <a:ea typeface="NanumGothic"/>
                <a:cs typeface="NanumGothic"/>
              </a:defRPr>
            </a:pPr>
            <a:r>
              <a:rPr sz="975" b="0">
                <a:solidFill>
                  <a:srgbClr val="191919"/>
                </a:solidFill>
                <a:latin typeface="NanumGothic"/>
                <a:ea typeface="NanumGothic"/>
                <a:cs typeface="NanumGothic"/>
              </a:rPr>
              <a:t>오디오 파일 계약과 메타데이터</a:t>
            </a:r>
          </a:p>
        </p:txBody>
      </p:sp>
      <p:sp>
        <p:nvSpPr>
          <p:cNvPr id="24" name="">
            <a:extLst xmlns:a="http://schemas.openxmlformats.org/drawingml/2006/main">
              <a:ext uri="{FF2B5EF4-FFF2-40B4-BE49-F238E27FC236}">
                <a16:creationId xmlns:a16="http://schemas.microsoft.com/office/drawing/2014/main" id="{CF08C05F-9B92-4B30-8E89-5B29AA217375}"/>
              </a:ext>
            </a:extLst>
          </p:cNvPr>
          <p:cNvSpPr>
            <a:spLocks xmlns:a="http://schemas.openxmlformats.org/drawingml/2006/main" noGrp="1"/>
          </p:cNvSpPr>
          <p:nvPr/>
        </p:nvSpPr>
        <p:spPr>
          <a:xfrm xmlns:a="http://schemas.openxmlformats.org/drawingml/2006/main">
            <a:off x="7162800" y="2076450"/>
            <a:ext cx="251460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5" name="">
            <a:extLst xmlns:a="http://schemas.openxmlformats.org/drawingml/2006/main">
              <a:ext uri="{FF2B5EF4-FFF2-40B4-BE49-F238E27FC236}">
                <a16:creationId xmlns:a16="http://schemas.microsoft.com/office/drawing/2014/main" id="{C34C7240-9912-4D73-9F24-E318394F5F7F}"/>
              </a:ext>
            </a:extLst>
          </p:cNvPr>
          <p:cNvSpPr>
            <a:spLocks xmlns:a="http://schemas.openxmlformats.org/drawingml/2006/main" noGrp="1"/>
          </p:cNvSpPr>
          <p:nvPr/>
        </p:nvSpPr>
        <p:spPr>
          <a:xfrm xmlns:a="http://schemas.openxmlformats.org/drawingml/2006/main">
            <a:off x="7258050" y="2143125"/>
            <a:ext cx="2324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61983"/>
          </a:bodyPr>
          <a:lstStyle xmlns:a="http://schemas.openxmlformats.org/drawingml/2006/main"/>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강의 12</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시연 10</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Codex 제작 23</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확인 5분</a:t>
            </a:r>
          </a:p>
        </p:txBody>
      </p:sp>
      <p:sp>
        <p:nvSpPr>
          <p:cNvPr id="26" name="">
            <a:extLst xmlns:a="http://schemas.openxmlformats.org/drawingml/2006/main">
              <a:ext uri="{FF2B5EF4-FFF2-40B4-BE49-F238E27FC236}">
                <a16:creationId xmlns:a16="http://schemas.microsoft.com/office/drawing/2014/main" id="{9327340D-E327-4B1F-B9A2-9109F20AF7B5}"/>
              </a:ext>
            </a:extLst>
          </p:cNvPr>
          <p:cNvSpPr>
            <a:spLocks xmlns:a="http://schemas.openxmlformats.org/drawingml/2006/main" noGrp="1"/>
          </p:cNvSpPr>
          <p:nvPr/>
        </p:nvSpPr>
        <p:spPr>
          <a:xfrm xmlns:a="http://schemas.openxmlformats.org/drawingml/2006/main">
            <a:off x="9677400" y="2076450"/>
            <a:ext cx="190500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7" name="">
            <a:extLst xmlns:a="http://schemas.openxmlformats.org/drawingml/2006/main">
              <a:ext uri="{FF2B5EF4-FFF2-40B4-BE49-F238E27FC236}">
                <a16:creationId xmlns:a16="http://schemas.microsoft.com/office/drawing/2014/main" id="{5850008D-E70C-4260-8417-B77CD79EB40B}"/>
              </a:ext>
            </a:extLst>
          </p:cNvPr>
          <p:cNvSpPr>
            <a:spLocks xmlns:a="http://schemas.openxmlformats.org/drawingml/2006/main" noGrp="1"/>
          </p:cNvSpPr>
          <p:nvPr/>
        </p:nvSpPr>
        <p:spPr>
          <a:xfrm xmlns:a="http://schemas.openxmlformats.org/drawingml/2006/main">
            <a:off x="9772650" y="214312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audio_metadata.json</a:t>
            </a:r>
          </a:p>
        </p:txBody>
      </p:sp>
      <p:sp>
        <p:nvSpPr>
          <p:cNvPr id="28" name="">
            <a:extLst xmlns:a="http://schemas.openxmlformats.org/drawingml/2006/main">
              <a:ext uri="{FF2B5EF4-FFF2-40B4-BE49-F238E27FC236}">
                <a16:creationId xmlns:a16="http://schemas.microsoft.com/office/drawing/2014/main" id="{87998C0E-DC81-4A96-893A-47DFF8E5E48C}"/>
              </a:ext>
            </a:extLst>
          </p:cNvPr>
          <p:cNvSpPr>
            <a:spLocks xmlns:a="http://schemas.openxmlformats.org/drawingml/2006/main" noGrp="1"/>
          </p:cNvSpPr>
          <p:nvPr/>
        </p:nvSpPr>
        <p:spPr>
          <a:xfrm xmlns:a="http://schemas.openxmlformats.org/drawingml/2006/main">
            <a:off x="609600" y="2552700"/>
            <a:ext cx="1619250" cy="476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9" name="">
            <a:extLst xmlns:a="http://schemas.openxmlformats.org/drawingml/2006/main">
              <a:ext uri="{FF2B5EF4-FFF2-40B4-BE49-F238E27FC236}">
                <a16:creationId xmlns:a16="http://schemas.microsoft.com/office/drawing/2014/main" id="{7EEF55DE-8497-4DE4-B227-2BEEAE353D43}"/>
              </a:ext>
            </a:extLst>
          </p:cNvPr>
          <p:cNvSpPr>
            <a:spLocks xmlns:a="http://schemas.openxmlformats.org/drawingml/2006/main" noGrp="1"/>
          </p:cNvSpPr>
          <p:nvPr/>
        </p:nvSpPr>
        <p:spPr>
          <a:xfrm xmlns:a="http://schemas.openxmlformats.org/drawingml/2006/main">
            <a:off x="704850" y="2619375"/>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1">
                <a:solidFill>
                  <a:srgbClr val="191919"/>
                </a:solidFill>
                <a:latin typeface="NanumGothic"/>
                <a:ea typeface="NanumGothic"/>
                <a:cs typeface="NanumGothic"/>
              </a:defRPr>
            </a:pPr>
            <a:r>
              <a:rPr sz="825" b="1">
                <a:solidFill>
                  <a:srgbClr val="191919"/>
                </a:solidFill>
                <a:latin typeface="NanumGothic"/>
                <a:ea typeface="NanumGothic"/>
                <a:cs typeface="NanumGothic"/>
              </a:rPr>
              <a:t>09:50-10:40</a:t>
            </a:r>
          </a:p>
        </p:txBody>
      </p:sp>
      <p:sp>
        <p:nvSpPr>
          <p:cNvPr id="30" name="">
            <a:extLst xmlns:a="http://schemas.openxmlformats.org/drawingml/2006/main">
              <a:ext uri="{FF2B5EF4-FFF2-40B4-BE49-F238E27FC236}">
                <a16:creationId xmlns:a16="http://schemas.microsoft.com/office/drawing/2014/main" id="{C619D373-732A-4B57-A1B3-50F19E654853}"/>
              </a:ext>
            </a:extLst>
          </p:cNvPr>
          <p:cNvSpPr>
            <a:spLocks xmlns:a="http://schemas.openxmlformats.org/drawingml/2006/main" noGrp="1"/>
          </p:cNvSpPr>
          <p:nvPr/>
        </p:nvSpPr>
        <p:spPr>
          <a:xfrm xmlns:a="http://schemas.openxmlformats.org/drawingml/2006/main">
            <a:off x="2228850" y="2552700"/>
            <a:ext cx="876300" cy="476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31" name="">
            <a:extLst xmlns:a="http://schemas.openxmlformats.org/drawingml/2006/main">
              <a:ext uri="{FF2B5EF4-FFF2-40B4-BE49-F238E27FC236}">
                <a16:creationId xmlns:a16="http://schemas.microsoft.com/office/drawing/2014/main" id="{98AAE03B-B863-4EEA-AE4B-314F61778870}"/>
              </a:ext>
            </a:extLst>
          </p:cNvPr>
          <p:cNvSpPr>
            <a:spLocks xmlns:a="http://schemas.openxmlformats.org/drawingml/2006/main" noGrp="1"/>
          </p:cNvSpPr>
          <p:nvPr/>
        </p:nvSpPr>
        <p:spPr>
          <a:xfrm xmlns:a="http://schemas.openxmlformats.org/drawingml/2006/main">
            <a:off x="2324100" y="2619375"/>
            <a:ext cx="685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1">
                <a:solidFill>
                  <a:srgbClr val="191919"/>
                </a:solidFill>
                <a:latin typeface="NanumGothic"/>
                <a:ea typeface="NanumGothic"/>
                <a:cs typeface="NanumGothic"/>
              </a:defRPr>
            </a:pPr>
            <a:r>
              <a:rPr sz="825" b="1">
                <a:solidFill>
                  <a:srgbClr val="191919"/>
                </a:solidFill>
                <a:latin typeface="NanumGothic"/>
                <a:ea typeface="NanumGothic"/>
                <a:cs typeface="NanumGothic"/>
              </a:rPr>
              <a:t>2차시</a:t>
            </a:r>
          </a:p>
        </p:txBody>
      </p:sp>
      <p:sp>
        <p:nvSpPr>
          <p:cNvPr id="32" name="">
            <a:extLst xmlns:a="http://schemas.openxmlformats.org/drawingml/2006/main">
              <a:ext uri="{FF2B5EF4-FFF2-40B4-BE49-F238E27FC236}">
                <a16:creationId xmlns:a16="http://schemas.microsoft.com/office/drawing/2014/main" id="{72579531-FE8D-4A3E-8DA1-C5D2B8DB1E8D}"/>
              </a:ext>
            </a:extLst>
          </p:cNvPr>
          <p:cNvSpPr>
            <a:spLocks xmlns:a="http://schemas.openxmlformats.org/drawingml/2006/main" noGrp="1"/>
          </p:cNvSpPr>
          <p:nvPr/>
        </p:nvSpPr>
        <p:spPr>
          <a:xfrm xmlns:a="http://schemas.openxmlformats.org/drawingml/2006/main">
            <a:off x="3105150" y="2552700"/>
            <a:ext cx="4057650" cy="476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33" name="">
            <a:extLst xmlns:a="http://schemas.openxmlformats.org/drawingml/2006/main">
              <a:ext uri="{FF2B5EF4-FFF2-40B4-BE49-F238E27FC236}">
                <a16:creationId xmlns:a16="http://schemas.microsoft.com/office/drawing/2014/main" id="{B89E1B55-3980-4DDC-B2C2-5297C18894A2}"/>
              </a:ext>
            </a:extLst>
          </p:cNvPr>
          <p:cNvSpPr>
            <a:spLocks xmlns:a="http://schemas.openxmlformats.org/drawingml/2006/main" noGrp="1"/>
          </p:cNvSpPr>
          <p:nvPr/>
        </p:nvSpPr>
        <p:spPr>
          <a:xfrm xmlns:a="http://schemas.openxmlformats.org/drawingml/2006/main">
            <a:off x="3200400" y="2619375"/>
            <a:ext cx="3867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0">
                <a:solidFill>
                  <a:srgbClr val="191919"/>
                </a:solidFill>
                <a:latin typeface="NanumGothic"/>
                <a:ea typeface="NanumGothic"/>
                <a:cs typeface="NanumGothic"/>
              </a:defRPr>
            </a:pPr>
            <a:r>
              <a:rPr sz="975" b="0">
                <a:solidFill>
                  <a:srgbClr val="191919"/>
                </a:solidFill>
                <a:latin typeface="NanumGothic"/>
                <a:ea typeface="NanumGothic"/>
                <a:cs typeface="NanumGothic"/>
              </a:rPr>
              <a:t>faster-whisper 로컬 STT Adapter</a:t>
            </a:r>
          </a:p>
        </p:txBody>
      </p:sp>
      <p:sp>
        <p:nvSpPr>
          <p:cNvPr id="34" name="">
            <a:extLst xmlns:a="http://schemas.openxmlformats.org/drawingml/2006/main">
              <a:ext uri="{FF2B5EF4-FFF2-40B4-BE49-F238E27FC236}">
                <a16:creationId xmlns:a16="http://schemas.microsoft.com/office/drawing/2014/main" id="{029E1667-7075-4F82-8432-2C735F41EE9A}"/>
              </a:ext>
            </a:extLst>
          </p:cNvPr>
          <p:cNvSpPr>
            <a:spLocks xmlns:a="http://schemas.openxmlformats.org/drawingml/2006/main" noGrp="1"/>
          </p:cNvSpPr>
          <p:nvPr/>
        </p:nvSpPr>
        <p:spPr>
          <a:xfrm xmlns:a="http://schemas.openxmlformats.org/drawingml/2006/main">
            <a:off x="7162800" y="2552700"/>
            <a:ext cx="2514600" cy="476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35" name="">
            <a:extLst xmlns:a="http://schemas.openxmlformats.org/drawingml/2006/main">
              <a:ext uri="{FF2B5EF4-FFF2-40B4-BE49-F238E27FC236}">
                <a16:creationId xmlns:a16="http://schemas.microsoft.com/office/drawing/2014/main" id="{90AA7B54-2649-41A9-A986-F7A20CEE43E7}"/>
              </a:ext>
            </a:extLst>
          </p:cNvPr>
          <p:cNvSpPr>
            <a:spLocks xmlns:a="http://schemas.openxmlformats.org/drawingml/2006/main" noGrp="1"/>
          </p:cNvSpPr>
          <p:nvPr/>
        </p:nvSpPr>
        <p:spPr>
          <a:xfrm xmlns:a="http://schemas.openxmlformats.org/drawingml/2006/main">
            <a:off x="7258050" y="2619375"/>
            <a:ext cx="2324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61983"/>
          </a:bodyPr>
          <a:lstStyle xmlns:a="http://schemas.openxmlformats.org/drawingml/2006/main"/>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강의 12</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시연 10</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Codex 제작 23</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확인 5분</a:t>
            </a:r>
          </a:p>
        </p:txBody>
      </p:sp>
      <p:sp>
        <p:nvSpPr>
          <p:cNvPr id="36" name="">
            <a:extLst xmlns:a="http://schemas.openxmlformats.org/drawingml/2006/main">
              <a:ext uri="{FF2B5EF4-FFF2-40B4-BE49-F238E27FC236}">
                <a16:creationId xmlns:a16="http://schemas.microsoft.com/office/drawing/2014/main" id="{0B78E52D-2A55-48A9-959E-E3FB3A4F41A6}"/>
              </a:ext>
            </a:extLst>
          </p:cNvPr>
          <p:cNvSpPr>
            <a:spLocks xmlns:a="http://schemas.openxmlformats.org/drawingml/2006/main" noGrp="1"/>
          </p:cNvSpPr>
          <p:nvPr/>
        </p:nvSpPr>
        <p:spPr>
          <a:xfrm xmlns:a="http://schemas.openxmlformats.org/drawingml/2006/main">
            <a:off x="9677400" y="2552700"/>
            <a:ext cx="1905000" cy="476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37" name="">
            <a:extLst xmlns:a="http://schemas.openxmlformats.org/drawingml/2006/main">
              <a:ext uri="{FF2B5EF4-FFF2-40B4-BE49-F238E27FC236}">
                <a16:creationId xmlns:a16="http://schemas.microsoft.com/office/drawing/2014/main" id="{84CE79F5-B524-414D-98A0-9B8A81BF5499}"/>
              </a:ext>
            </a:extLst>
          </p:cNvPr>
          <p:cNvSpPr>
            <a:spLocks xmlns:a="http://schemas.openxmlformats.org/drawingml/2006/main" noGrp="1"/>
          </p:cNvSpPr>
          <p:nvPr/>
        </p:nvSpPr>
        <p:spPr>
          <a:xfrm xmlns:a="http://schemas.openxmlformats.org/drawingml/2006/main">
            <a:off x="9772650" y="26193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transcript.json</a:t>
            </a:r>
          </a:p>
        </p:txBody>
      </p:sp>
      <p:sp>
        <p:nvSpPr>
          <p:cNvPr id="38" name="">
            <a:extLst xmlns:a="http://schemas.openxmlformats.org/drawingml/2006/main">
              <a:ext uri="{FF2B5EF4-FFF2-40B4-BE49-F238E27FC236}">
                <a16:creationId xmlns:a16="http://schemas.microsoft.com/office/drawing/2014/main" id="{6FDFA4C6-06CC-4C29-ADE2-D00B5098FEDD}"/>
              </a:ext>
            </a:extLst>
          </p:cNvPr>
          <p:cNvSpPr>
            <a:spLocks xmlns:a="http://schemas.openxmlformats.org/drawingml/2006/main" noGrp="1"/>
          </p:cNvSpPr>
          <p:nvPr/>
        </p:nvSpPr>
        <p:spPr>
          <a:xfrm xmlns:a="http://schemas.openxmlformats.org/drawingml/2006/main">
            <a:off x="609600" y="3028950"/>
            <a:ext cx="1619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9" name="">
            <a:extLst xmlns:a="http://schemas.openxmlformats.org/drawingml/2006/main">
              <a:ext uri="{FF2B5EF4-FFF2-40B4-BE49-F238E27FC236}">
                <a16:creationId xmlns:a16="http://schemas.microsoft.com/office/drawing/2014/main" id="{D86DD5F6-CC4F-405B-BA2A-EC587C385736}"/>
              </a:ext>
            </a:extLst>
          </p:cNvPr>
          <p:cNvSpPr>
            <a:spLocks xmlns:a="http://schemas.openxmlformats.org/drawingml/2006/main" noGrp="1"/>
          </p:cNvSpPr>
          <p:nvPr/>
        </p:nvSpPr>
        <p:spPr>
          <a:xfrm xmlns:a="http://schemas.openxmlformats.org/drawingml/2006/main">
            <a:off x="704850" y="3095625"/>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1">
                <a:solidFill>
                  <a:srgbClr val="191919"/>
                </a:solidFill>
                <a:latin typeface="NanumGothic"/>
                <a:ea typeface="NanumGothic"/>
                <a:cs typeface="NanumGothic"/>
              </a:defRPr>
            </a:pPr>
            <a:r>
              <a:rPr sz="825" b="1">
                <a:solidFill>
                  <a:srgbClr val="191919"/>
                </a:solidFill>
                <a:latin typeface="NanumGothic"/>
                <a:ea typeface="NanumGothic"/>
                <a:cs typeface="NanumGothic"/>
              </a:rPr>
              <a:t>10:40-11:30</a:t>
            </a:r>
          </a:p>
        </p:txBody>
      </p:sp>
      <p:sp>
        <p:nvSpPr>
          <p:cNvPr id="40" name="">
            <a:extLst xmlns:a="http://schemas.openxmlformats.org/drawingml/2006/main">
              <a:ext uri="{FF2B5EF4-FFF2-40B4-BE49-F238E27FC236}">
                <a16:creationId xmlns:a16="http://schemas.microsoft.com/office/drawing/2014/main" id="{059FBC1B-1B77-4E34-AEED-8D8F71642ED5}"/>
              </a:ext>
            </a:extLst>
          </p:cNvPr>
          <p:cNvSpPr>
            <a:spLocks xmlns:a="http://schemas.openxmlformats.org/drawingml/2006/main" noGrp="1"/>
          </p:cNvSpPr>
          <p:nvPr/>
        </p:nvSpPr>
        <p:spPr>
          <a:xfrm xmlns:a="http://schemas.openxmlformats.org/drawingml/2006/main">
            <a:off x="2228850" y="3028950"/>
            <a:ext cx="87630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41" name="">
            <a:extLst xmlns:a="http://schemas.openxmlformats.org/drawingml/2006/main">
              <a:ext uri="{FF2B5EF4-FFF2-40B4-BE49-F238E27FC236}">
                <a16:creationId xmlns:a16="http://schemas.microsoft.com/office/drawing/2014/main" id="{1401C3FE-8272-455D-92FE-CC250F0B41CC}"/>
              </a:ext>
            </a:extLst>
          </p:cNvPr>
          <p:cNvSpPr>
            <a:spLocks xmlns:a="http://schemas.openxmlformats.org/drawingml/2006/main" noGrp="1"/>
          </p:cNvSpPr>
          <p:nvPr/>
        </p:nvSpPr>
        <p:spPr>
          <a:xfrm xmlns:a="http://schemas.openxmlformats.org/drawingml/2006/main">
            <a:off x="2324100" y="3095625"/>
            <a:ext cx="685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1">
                <a:solidFill>
                  <a:srgbClr val="191919"/>
                </a:solidFill>
                <a:latin typeface="NanumGothic"/>
                <a:ea typeface="NanumGothic"/>
                <a:cs typeface="NanumGothic"/>
              </a:defRPr>
            </a:pPr>
            <a:r>
              <a:rPr sz="825" b="1">
                <a:solidFill>
                  <a:srgbClr val="191919"/>
                </a:solidFill>
                <a:latin typeface="NanumGothic"/>
                <a:ea typeface="NanumGothic"/>
                <a:cs typeface="NanumGothic"/>
              </a:rPr>
              <a:t>3차시</a:t>
            </a:r>
          </a:p>
        </p:txBody>
      </p:sp>
      <p:sp>
        <p:nvSpPr>
          <p:cNvPr id="42" name="">
            <a:extLst xmlns:a="http://schemas.openxmlformats.org/drawingml/2006/main">
              <a:ext uri="{FF2B5EF4-FFF2-40B4-BE49-F238E27FC236}">
                <a16:creationId xmlns:a16="http://schemas.microsoft.com/office/drawing/2014/main" id="{9AE14222-5E74-4AA6-AECC-B6110FFE6003}"/>
              </a:ext>
            </a:extLst>
          </p:cNvPr>
          <p:cNvSpPr>
            <a:spLocks xmlns:a="http://schemas.openxmlformats.org/drawingml/2006/main" noGrp="1"/>
          </p:cNvSpPr>
          <p:nvPr/>
        </p:nvSpPr>
        <p:spPr>
          <a:xfrm xmlns:a="http://schemas.openxmlformats.org/drawingml/2006/main">
            <a:off x="3105150" y="3028950"/>
            <a:ext cx="40576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43" name="">
            <a:extLst xmlns:a="http://schemas.openxmlformats.org/drawingml/2006/main">
              <a:ext uri="{FF2B5EF4-FFF2-40B4-BE49-F238E27FC236}">
                <a16:creationId xmlns:a16="http://schemas.microsoft.com/office/drawing/2014/main" id="{917B661D-D79D-4AA6-8B8A-E67F1D162463}"/>
              </a:ext>
            </a:extLst>
          </p:cNvPr>
          <p:cNvSpPr>
            <a:spLocks xmlns:a="http://schemas.openxmlformats.org/drawingml/2006/main" noGrp="1"/>
          </p:cNvSpPr>
          <p:nvPr/>
        </p:nvSpPr>
        <p:spPr>
          <a:xfrm xmlns:a="http://schemas.openxmlformats.org/drawingml/2006/main">
            <a:off x="3200400" y="3095625"/>
            <a:ext cx="3867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0">
                <a:solidFill>
                  <a:srgbClr val="191919"/>
                </a:solidFill>
                <a:latin typeface="NanumGothic"/>
                <a:ea typeface="NanumGothic"/>
                <a:cs typeface="NanumGothic"/>
              </a:defRPr>
            </a:pPr>
            <a:r>
              <a:rPr sz="975" b="0">
                <a:solidFill>
                  <a:srgbClr val="191919"/>
                </a:solidFill>
                <a:latin typeface="NanumGothic"/>
                <a:ea typeface="NanumGothic"/>
                <a:cs typeface="NanumGothic"/>
              </a:rPr>
              <a:t>STT 품질 Gate</a:t>
            </a:r>
          </a:p>
        </p:txBody>
      </p:sp>
      <p:sp>
        <p:nvSpPr>
          <p:cNvPr id="44" name="">
            <a:extLst xmlns:a="http://schemas.openxmlformats.org/drawingml/2006/main">
              <a:ext uri="{FF2B5EF4-FFF2-40B4-BE49-F238E27FC236}">
                <a16:creationId xmlns:a16="http://schemas.microsoft.com/office/drawing/2014/main" id="{A03CE4F4-3ADC-40D2-93F1-56700C50D003}"/>
              </a:ext>
            </a:extLst>
          </p:cNvPr>
          <p:cNvSpPr>
            <a:spLocks xmlns:a="http://schemas.openxmlformats.org/drawingml/2006/main" noGrp="1"/>
          </p:cNvSpPr>
          <p:nvPr/>
        </p:nvSpPr>
        <p:spPr>
          <a:xfrm xmlns:a="http://schemas.openxmlformats.org/drawingml/2006/main">
            <a:off x="7162800" y="3028950"/>
            <a:ext cx="251460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45" name="">
            <a:extLst xmlns:a="http://schemas.openxmlformats.org/drawingml/2006/main">
              <a:ext uri="{FF2B5EF4-FFF2-40B4-BE49-F238E27FC236}">
                <a16:creationId xmlns:a16="http://schemas.microsoft.com/office/drawing/2014/main" id="{C97345E8-A4ED-4160-B0FA-FBD4CDD81EE8}"/>
              </a:ext>
            </a:extLst>
          </p:cNvPr>
          <p:cNvSpPr>
            <a:spLocks xmlns:a="http://schemas.openxmlformats.org/drawingml/2006/main" noGrp="1"/>
          </p:cNvSpPr>
          <p:nvPr/>
        </p:nvSpPr>
        <p:spPr>
          <a:xfrm xmlns:a="http://schemas.openxmlformats.org/drawingml/2006/main">
            <a:off x="7258050" y="3095625"/>
            <a:ext cx="2324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61983"/>
          </a:bodyPr>
          <a:lstStyle xmlns:a="http://schemas.openxmlformats.org/drawingml/2006/main"/>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강의 12</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시연 10</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Codex 제작 23</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확인 5분</a:t>
            </a:r>
          </a:p>
        </p:txBody>
      </p:sp>
      <p:sp>
        <p:nvSpPr>
          <p:cNvPr id="46" name="">
            <a:extLst xmlns:a="http://schemas.openxmlformats.org/drawingml/2006/main">
              <a:ext uri="{FF2B5EF4-FFF2-40B4-BE49-F238E27FC236}">
                <a16:creationId xmlns:a16="http://schemas.microsoft.com/office/drawing/2014/main" id="{E11091B8-38D8-4C55-9455-F73A6576013A}"/>
              </a:ext>
            </a:extLst>
          </p:cNvPr>
          <p:cNvSpPr>
            <a:spLocks xmlns:a="http://schemas.openxmlformats.org/drawingml/2006/main" noGrp="1"/>
          </p:cNvSpPr>
          <p:nvPr/>
        </p:nvSpPr>
        <p:spPr>
          <a:xfrm xmlns:a="http://schemas.openxmlformats.org/drawingml/2006/main">
            <a:off x="9677400" y="3028950"/>
            <a:ext cx="190500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47" name="">
            <a:extLst xmlns:a="http://schemas.openxmlformats.org/drawingml/2006/main">
              <a:ext uri="{FF2B5EF4-FFF2-40B4-BE49-F238E27FC236}">
                <a16:creationId xmlns:a16="http://schemas.microsoft.com/office/drawing/2014/main" id="{A149000E-4DEB-40EF-AD4F-726972AA792A}"/>
              </a:ext>
            </a:extLst>
          </p:cNvPr>
          <p:cNvSpPr>
            <a:spLocks xmlns:a="http://schemas.openxmlformats.org/drawingml/2006/main" noGrp="1"/>
          </p:cNvSpPr>
          <p:nvPr/>
        </p:nvSpPr>
        <p:spPr>
          <a:xfrm xmlns:a="http://schemas.openxmlformats.org/drawingml/2006/main">
            <a:off x="9772650" y="309562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quality_gate.json</a:t>
            </a:r>
          </a:p>
        </p:txBody>
      </p:sp>
      <p:sp>
        <p:nvSpPr>
          <p:cNvPr id="48" name="">
            <a:extLst xmlns:a="http://schemas.openxmlformats.org/drawingml/2006/main">
              <a:ext uri="{FF2B5EF4-FFF2-40B4-BE49-F238E27FC236}">
                <a16:creationId xmlns:a16="http://schemas.microsoft.com/office/drawing/2014/main" id="{4B0B3049-5D1A-43A4-B4EA-662F0389F4B5}"/>
              </a:ext>
            </a:extLst>
          </p:cNvPr>
          <p:cNvSpPr>
            <a:spLocks xmlns:a="http://schemas.openxmlformats.org/drawingml/2006/main" noGrp="1"/>
          </p:cNvSpPr>
          <p:nvPr/>
        </p:nvSpPr>
        <p:spPr>
          <a:xfrm xmlns:a="http://schemas.openxmlformats.org/drawingml/2006/main">
            <a:off x="609600" y="3505200"/>
            <a:ext cx="1619250" cy="476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49" name="">
            <a:extLst xmlns:a="http://schemas.openxmlformats.org/drawingml/2006/main">
              <a:ext uri="{FF2B5EF4-FFF2-40B4-BE49-F238E27FC236}">
                <a16:creationId xmlns:a16="http://schemas.microsoft.com/office/drawing/2014/main" id="{C89DE451-EC51-4DF9-A37F-F88B583E0A3E}"/>
              </a:ext>
            </a:extLst>
          </p:cNvPr>
          <p:cNvSpPr>
            <a:spLocks xmlns:a="http://schemas.openxmlformats.org/drawingml/2006/main" noGrp="1"/>
          </p:cNvSpPr>
          <p:nvPr/>
        </p:nvSpPr>
        <p:spPr>
          <a:xfrm xmlns:a="http://schemas.openxmlformats.org/drawingml/2006/main">
            <a:off x="704850" y="3571875"/>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1">
                <a:solidFill>
                  <a:srgbClr val="191919"/>
                </a:solidFill>
                <a:latin typeface="NanumGothic"/>
                <a:ea typeface="NanumGothic"/>
                <a:cs typeface="NanumGothic"/>
              </a:defRPr>
            </a:pPr>
            <a:r>
              <a:rPr sz="825" b="1">
                <a:solidFill>
                  <a:srgbClr val="191919"/>
                </a:solidFill>
                <a:latin typeface="NanumGothic"/>
                <a:ea typeface="NanumGothic"/>
                <a:cs typeface="NanumGothic"/>
              </a:rPr>
              <a:t>12:00-12:50</a:t>
            </a:r>
          </a:p>
        </p:txBody>
      </p:sp>
      <p:sp>
        <p:nvSpPr>
          <p:cNvPr id="50" name="">
            <a:extLst xmlns:a="http://schemas.openxmlformats.org/drawingml/2006/main">
              <a:ext uri="{FF2B5EF4-FFF2-40B4-BE49-F238E27FC236}">
                <a16:creationId xmlns:a16="http://schemas.microsoft.com/office/drawing/2014/main" id="{8EB416E8-6E9C-43CA-979D-47961BD70F13}"/>
              </a:ext>
            </a:extLst>
          </p:cNvPr>
          <p:cNvSpPr>
            <a:spLocks xmlns:a="http://schemas.openxmlformats.org/drawingml/2006/main" noGrp="1"/>
          </p:cNvSpPr>
          <p:nvPr/>
        </p:nvSpPr>
        <p:spPr>
          <a:xfrm xmlns:a="http://schemas.openxmlformats.org/drawingml/2006/main">
            <a:off x="2228850" y="3505200"/>
            <a:ext cx="876300" cy="476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51" name="">
            <a:extLst xmlns:a="http://schemas.openxmlformats.org/drawingml/2006/main">
              <a:ext uri="{FF2B5EF4-FFF2-40B4-BE49-F238E27FC236}">
                <a16:creationId xmlns:a16="http://schemas.microsoft.com/office/drawing/2014/main" id="{325EFB4E-981F-47A8-872C-11C47373088F}"/>
              </a:ext>
            </a:extLst>
          </p:cNvPr>
          <p:cNvSpPr>
            <a:spLocks xmlns:a="http://schemas.openxmlformats.org/drawingml/2006/main" noGrp="1"/>
          </p:cNvSpPr>
          <p:nvPr/>
        </p:nvSpPr>
        <p:spPr>
          <a:xfrm xmlns:a="http://schemas.openxmlformats.org/drawingml/2006/main">
            <a:off x="2324100" y="3571875"/>
            <a:ext cx="685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1">
                <a:solidFill>
                  <a:srgbClr val="191919"/>
                </a:solidFill>
                <a:latin typeface="NanumGothic"/>
                <a:ea typeface="NanumGothic"/>
                <a:cs typeface="NanumGothic"/>
              </a:defRPr>
            </a:pPr>
            <a:r>
              <a:rPr sz="825" b="1">
                <a:solidFill>
                  <a:srgbClr val="191919"/>
                </a:solidFill>
                <a:latin typeface="NanumGothic"/>
                <a:ea typeface="NanumGothic"/>
                <a:cs typeface="NanumGothic"/>
              </a:rPr>
              <a:t>4차시</a:t>
            </a:r>
          </a:p>
        </p:txBody>
      </p:sp>
      <p:sp>
        <p:nvSpPr>
          <p:cNvPr id="52" name="">
            <a:extLst xmlns:a="http://schemas.openxmlformats.org/drawingml/2006/main">
              <a:ext uri="{FF2B5EF4-FFF2-40B4-BE49-F238E27FC236}">
                <a16:creationId xmlns:a16="http://schemas.microsoft.com/office/drawing/2014/main" id="{77E3F67F-EC97-48D8-9B8A-A06B8F1B14FD}"/>
              </a:ext>
            </a:extLst>
          </p:cNvPr>
          <p:cNvSpPr>
            <a:spLocks xmlns:a="http://schemas.openxmlformats.org/drawingml/2006/main" noGrp="1"/>
          </p:cNvSpPr>
          <p:nvPr/>
        </p:nvSpPr>
        <p:spPr>
          <a:xfrm xmlns:a="http://schemas.openxmlformats.org/drawingml/2006/main">
            <a:off x="3105150" y="3505200"/>
            <a:ext cx="4057650" cy="476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53" name="">
            <a:extLst xmlns:a="http://schemas.openxmlformats.org/drawingml/2006/main">
              <a:ext uri="{FF2B5EF4-FFF2-40B4-BE49-F238E27FC236}">
                <a16:creationId xmlns:a16="http://schemas.microsoft.com/office/drawing/2014/main" id="{C513A8C1-7081-4520-BB6E-0C4EE3917EE0}"/>
              </a:ext>
            </a:extLst>
          </p:cNvPr>
          <p:cNvSpPr>
            <a:spLocks xmlns:a="http://schemas.openxmlformats.org/drawingml/2006/main" noGrp="1"/>
          </p:cNvSpPr>
          <p:nvPr/>
        </p:nvSpPr>
        <p:spPr>
          <a:xfrm xmlns:a="http://schemas.openxmlformats.org/drawingml/2006/main">
            <a:off x="3200400" y="3571875"/>
            <a:ext cx="3867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0">
                <a:solidFill>
                  <a:srgbClr val="191919"/>
                </a:solidFill>
                <a:latin typeface="NanumGothic"/>
                <a:ea typeface="NanumGothic"/>
                <a:cs typeface="NanumGothic"/>
              </a:defRPr>
            </a:pPr>
            <a:r>
              <a:rPr sz="975" b="0">
                <a:solidFill>
                  <a:srgbClr val="191919"/>
                </a:solidFill>
                <a:latin typeface="NanumGothic"/>
                <a:ea typeface="NanumGothic"/>
                <a:cs typeface="NanumGothic"/>
              </a:rPr>
              <a:t>회의록 Schema와 Pydantic 계약</a:t>
            </a:r>
          </a:p>
        </p:txBody>
      </p:sp>
      <p:sp>
        <p:nvSpPr>
          <p:cNvPr id="54" name="">
            <a:extLst xmlns:a="http://schemas.openxmlformats.org/drawingml/2006/main">
              <a:ext uri="{FF2B5EF4-FFF2-40B4-BE49-F238E27FC236}">
                <a16:creationId xmlns:a16="http://schemas.microsoft.com/office/drawing/2014/main" id="{42C77089-98AC-4AE3-BB13-F996494FE1FA}"/>
              </a:ext>
            </a:extLst>
          </p:cNvPr>
          <p:cNvSpPr>
            <a:spLocks xmlns:a="http://schemas.openxmlformats.org/drawingml/2006/main" noGrp="1"/>
          </p:cNvSpPr>
          <p:nvPr/>
        </p:nvSpPr>
        <p:spPr>
          <a:xfrm xmlns:a="http://schemas.openxmlformats.org/drawingml/2006/main">
            <a:off x="7162800" y="3505200"/>
            <a:ext cx="2514600" cy="476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55" name="">
            <a:extLst xmlns:a="http://schemas.openxmlformats.org/drawingml/2006/main">
              <a:ext uri="{FF2B5EF4-FFF2-40B4-BE49-F238E27FC236}">
                <a16:creationId xmlns:a16="http://schemas.microsoft.com/office/drawing/2014/main" id="{F812B251-880C-4329-BACF-2806FFDEF662}"/>
              </a:ext>
            </a:extLst>
          </p:cNvPr>
          <p:cNvSpPr>
            <a:spLocks xmlns:a="http://schemas.openxmlformats.org/drawingml/2006/main" noGrp="1"/>
          </p:cNvSpPr>
          <p:nvPr/>
        </p:nvSpPr>
        <p:spPr>
          <a:xfrm xmlns:a="http://schemas.openxmlformats.org/drawingml/2006/main">
            <a:off x="7258050" y="3571875"/>
            <a:ext cx="2324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61983"/>
          </a:bodyPr>
          <a:lstStyle xmlns:a="http://schemas.openxmlformats.org/drawingml/2006/main"/>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강의 12</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시연 10</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Codex 제작 23</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확인 5분</a:t>
            </a:r>
          </a:p>
        </p:txBody>
      </p:sp>
      <p:sp>
        <p:nvSpPr>
          <p:cNvPr id="56" name="">
            <a:extLst xmlns:a="http://schemas.openxmlformats.org/drawingml/2006/main">
              <a:ext uri="{FF2B5EF4-FFF2-40B4-BE49-F238E27FC236}">
                <a16:creationId xmlns:a16="http://schemas.microsoft.com/office/drawing/2014/main" id="{6550E193-1C7C-40F5-B864-661B18F0F40D}"/>
              </a:ext>
            </a:extLst>
          </p:cNvPr>
          <p:cNvSpPr>
            <a:spLocks xmlns:a="http://schemas.openxmlformats.org/drawingml/2006/main" noGrp="1"/>
          </p:cNvSpPr>
          <p:nvPr/>
        </p:nvSpPr>
        <p:spPr>
          <a:xfrm xmlns:a="http://schemas.openxmlformats.org/drawingml/2006/main">
            <a:off x="9677400" y="3505200"/>
            <a:ext cx="1905000" cy="476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57" name="">
            <a:extLst xmlns:a="http://schemas.openxmlformats.org/drawingml/2006/main">
              <a:ext uri="{FF2B5EF4-FFF2-40B4-BE49-F238E27FC236}">
                <a16:creationId xmlns:a16="http://schemas.microsoft.com/office/drawing/2014/main" id="{1F9E5E76-2FB8-45AB-B8E0-E13F5FE8D740}"/>
              </a:ext>
            </a:extLst>
          </p:cNvPr>
          <p:cNvSpPr>
            <a:spLocks xmlns:a="http://schemas.openxmlformats.org/drawingml/2006/main" noGrp="1"/>
          </p:cNvSpPr>
          <p:nvPr/>
        </p:nvSpPr>
        <p:spPr>
          <a:xfrm xmlns:a="http://schemas.openxmlformats.org/drawingml/2006/main">
            <a:off x="9772650" y="35718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meeting_schema.json</a:t>
            </a:r>
          </a:p>
        </p:txBody>
      </p:sp>
      <p:sp>
        <p:nvSpPr>
          <p:cNvPr id="58" name="">
            <a:extLst xmlns:a="http://schemas.openxmlformats.org/drawingml/2006/main">
              <a:ext uri="{FF2B5EF4-FFF2-40B4-BE49-F238E27FC236}">
                <a16:creationId xmlns:a16="http://schemas.microsoft.com/office/drawing/2014/main" id="{8A142EF3-12F5-4B19-84A9-DEFA7FB0DB1A}"/>
              </a:ext>
            </a:extLst>
          </p:cNvPr>
          <p:cNvSpPr>
            <a:spLocks xmlns:a="http://schemas.openxmlformats.org/drawingml/2006/main" noGrp="1"/>
          </p:cNvSpPr>
          <p:nvPr/>
        </p:nvSpPr>
        <p:spPr>
          <a:xfrm xmlns:a="http://schemas.openxmlformats.org/drawingml/2006/main">
            <a:off x="609600" y="3981450"/>
            <a:ext cx="1619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59" name="">
            <a:extLst xmlns:a="http://schemas.openxmlformats.org/drawingml/2006/main">
              <a:ext uri="{FF2B5EF4-FFF2-40B4-BE49-F238E27FC236}">
                <a16:creationId xmlns:a16="http://schemas.microsoft.com/office/drawing/2014/main" id="{BB894652-D570-4AD7-80A5-CC5B643C14D6}"/>
              </a:ext>
            </a:extLst>
          </p:cNvPr>
          <p:cNvSpPr>
            <a:spLocks xmlns:a="http://schemas.openxmlformats.org/drawingml/2006/main" noGrp="1"/>
          </p:cNvSpPr>
          <p:nvPr/>
        </p:nvSpPr>
        <p:spPr>
          <a:xfrm xmlns:a="http://schemas.openxmlformats.org/drawingml/2006/main">
            <a:off x="704850" y="4048125"/>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1">
                <a:solidFill>
                  <a:srgbClr val="191919"/>
                </a:solidFill>
                <a:latin typeface="NanumGothic"/>
                <a:ea typeface="NanumGothic"/>
                <a:cs typeface="NanumGothic"/>
              </a:defRPr>
            </a:pPr>
            <a:r>
              <a:rPr sz="825" b="1">
                <a:solidFill>
                  <a:srgbClr val="191919"/>
                </a:solidFill>
                <a:latin typeface="NanumGothic"/>
                <a:ea typeface="NanumGothic"/>
                <a:cs typeface="NanumGothic"/>
              </a:rPr>
              <a:t>12:50-13:40</a:t>
            </a:r>
          </a:p>
        </p:txBody>
      </p:sp>
      <p:sp>
        <p:nvSpPr>
          <p:cNvPr id="60" name="">
            <a:extLst xmlns:a="http://schemas.openxmlformats.org/drawingml/2006/main">
              <a:ext uri="{FF2B5EF4-FFF2-40B4-BE49-F238E27FC236}">
                <a16:creationId xmlns:a16="http://schemas.microsoft.com/office/drawing/2014/main" id="{10758DFF-B496-4D20-84B8-427D796B7DB3}"/>
              </a:ext>
            </a:extLst>
          </p:cNvPr>
          <p:cNvSpPr>
            <a:spLocks xmlns:a="http://schemas.openxmlformats.org/drawingml/2006/main" noGrp="1"/>
          </p:cNvSpPr>
          <p:nvPr/>
        </p:nvSpPr>
        <p:spPr>
          <a:xfrm xmlns:a="http://schemas.openxmlformats.org/drawingml/2006/main">
            <a:off x="2228850" y="3981450"/>
            <a:ext cx="87630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61" name="">
            <a:extLst xmlns:a="http://schemas.openxmlformats.org/drawingml/2006/main">
              <a:ext uri="{FF2B5EF4-FFF2-40B4-BE49-F238E27FC236}">
                <a16:creationId xmlns:a16="http://schemas.microsoft.com/office/drawing/2014/main" id="{C0EF2656-5E51-4880-B20A-F3DF7562DBF4}"/>
              </a:ext>
            </a:extLst>
          </p:cNvPr>
          <p:cNvSpPr>
            <a:spLocks xmlns:a="http://schemas.openxmlformats.org/drawingml/2006/main" noGrp="1"/>
          </p:cNvSpPr>
          <p:nvPr/>
        </p:nvSpPr>
        <p:spPr>
          <a:xfrm xmlns:a="http://schemas.openxmlformats.org/drawingml/2006/main">
            <a:off x="2324100" y="4048125"/>
            <a:ext cx="685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1">
                <a:solidFill>
                  <a:srgbClr val="191919"/>
                </a:solidFill>
                <a:latin typeface="NanumGothic"/>
                <a:ea typeface="NanumGothic"/>
                <a:cs typeface="NanumGothic"/>
              </a:defRPr>
            </a:pPr>
            <a:r>
              <a:rPr sz="825" b="1">
                <a:solidFill>
                  <a:srgbClr val="191919"/>
                </a:solidFill>
                <a:latin typeface="NanumGothic"/>
                <a:ea typeface="NanumGothic"/>
                <a:cs typeface="NanumGothic"/>
              </a:rPr>
              <a:t>5차시</a:t>
            </a:r>
          </a:p>
        </p:txBody>
      </p:sp>
      <p:sp>
        <p:nvSpPr>
          <p:cNvPr id="62" name="">
            <a:extLst xmlns:a="http://schemas.openxmlformats.org/drawingml/2006/main">
              <a:ext uri="{FF2B5EF4-FFF2-40B4-BE49-F238E27FC236}">
                <a16:creationId xmlns:a16="http://schemas.microsoft.com/office/drawing/2014/main" id="{1D55807A-B6BB-485F-8307-7910204A58F5}"/>
              </a:ext>
            </a:extLst>
          </p:cNvPr>
          <p:cNvSpPr>
            <a:spLocks xmlns:a="http://schemas.openxmlformats.org/drawingml/2006/main" noGrp="1"/>
          </p:cNvSpPr>
          <p:nvPr/>
        </p:nvSpPr>
        <p:spPr>
          <a:xfrm xmlns:a="http://schemas.openxmlformats.org/drawingml/2006/main">
            <a:off x="3105150" y="3981450"/>
            <a:ext cx="40576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63" name="">
            <a:extLst xmlns:a="http://schemas.openxmlformats.org/drawingml/2006/main">
              <a:ext uri="{FF2B5EF4-FFF2-40B4-BE49-F238E27FC236}">
                <a16:creationId xmlns:a16="http://schemas.microsoft.com/office/drawing/2014/main" id="{814E1C58-128E-4EFF-AA95-F12AC530611A}"/>
              </a:ext>
            </a:extLst>
          </p:cNvPr>
          <p:cNvSpPr>
            <a:spLocks xmlns:a="http://schemas.openxmlformats.org/drawingml/2006/main" noGrp="1"/>
          </p:cNvSpPr>
          <p:nvPr/>
        </p:nvSpPr>
        <p:spPr>
          <a:xfrm xmlns:a="http://schemas.openxmlformats.org/drawingml/2006/main">
            <a:off x="3200400" y="4048125"/>
            <a:ext cx="3867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0">
                <a:solidFill>
                  <a:srgbClr val="191919"/>
                </a:solidFill>
                <a:latin typeface="NanumGothic"/>
                <a:ea typeface="NanumGothic"/>
                <a:cs typeface="NanumGothic"/>
              </a:defRPr>
            </a:pPr>
            <a:r>
              <a:rPr sz="975" b="0">
                <a:solidFill>
                  <a:srgbClr val="191919"/>
                </a:solidFill>
                <a:latin typeface="NanumGothic"/>
                <a:ea typeface="NanumGothic"/>
                <a:cs typeface="NanumGothic"/>
              </a:rPr>
              <a:t>발화 단위 Chunking</a:t>
            </a:r>
          </a:p>
        </p:txBody>
      </p:sp>
      <p:sp>
        <p:nvSpPr>
          <p:cNvPr id="64" name="">
            <a:extLst xmlns:a="http://schemas.openxmlformats.org/drawingml/2006/main">
              <a:ext uri="{FF2B5EF4-FFF2-40B4-BE49-F238E27FC236}">
                <a16:creationId xmlns:a16="http://schemas.microsoft.com/office/drawing/2014/main" id="{A700B7F0-9C0A-418A-B78E-752E75C1A216}"/>
              </a:ext>
            </a:extLst>
          </p:cNvPr>
          <p:cNvSpPr>
            <a:spLocks xmlns:a="http://schemas.openxmlformats.org/drawingml/2006/main" noGrp="1"/>
          </p:cNvSpPr>
          <p:nvPr/>
        </p:nvSpPr>
        <p:spPr>
          <a:xfrm xmlns:a="http://schemas.openxmlformats.org/drawingml/2006/main">
            <a:off x="7162800" y="3981450"/>
            <a:ext cx="251460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65" name="">
            <a:extLst xmlns:a="http://schemas.openxmlformats.org/drawingml/2006/main">
              <a:ext uri="{FF2B5EF4-FFF2-40B4-BE49-F238E27FC236}">
                <a16:creationId xmlns:a16="http://schemas.microsoft.com/office/drawing/2014/main" id="{7D2B91CB-E429-43D8-B9AF-09BAD3BD4E76}"/>
              </a:ext>
            </a:extLst>
          </p:cNvPr>
          <p:cNvSpPr>
            <a:spLocks xmlns:a="http://schemas.openxmlformats.org/drawingml/2006/main" noGrp="1"/>
          </p:cNvSpPr>
          <p:nvPr/>
        </p:nvSpPr>
        <p:spPr>
          <a:xfrm xmlns:a="http://schemas.openxmlformats.org/drawingml/2006/main">
            <a:off x="7258050" y="4048125"/>
            <a:ext cx="2324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61983"/>
          </a:bodyPr>
          <a:lstStyle xmlns:a="http://schemas.openxmlformats.org/drawingml/2006/main"/>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강의 12</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시연 10</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Codex 제작 23</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확인 5분</a:t>
            </a:r>
          </a:p>
        </p:txBody>
      </p:sp>
      <p:sp>
        <p:nvSpPr>
          <p:cNvPr id="66" name="">
            <a:extLst xmlns:a="http://schemas.openxmlformats.org/drawingml/2006/main">
              <a:ext uri="{FF2B5EF4-FFF2-40B4-BE49-F238E27FC236}">
                <a16:creationId xmlns:a16="http://schemas.microsoft.com/office/drawing/2014/main" id="{6DBF0755-99FE-4361-BE59-C519034E8470}"/>
              </a:ext>
            </a:extLst>
          </p:cNvPr>
          <p:cNvSpPr>
            <a:spLocks xmlns:a="http://schemas.openxmlformats.org/drawingml/2006/main" noGrp="1"/>
          </p:cNvSpPr>
          <p:nvPr/>
        </p:nvSpPr>
        <p:spPr>
          <a:xfrm xmlns:a="http://schemas.openxmlformats.org/drawingml/2006/main">
            <a:off x="9677400" y="3981450"/>
            <a:ext cx="190500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67" name="">
            <a:extLst xmlns:a="http://schemas.openxmlformats.org/drawingml/2006/main">
              <a:ext uri="{FF2B5EF4-FFF2-40B4-BE49-F238E27FC236}">
                <a16:creationId xmlns:a16="http://schemas.microsoft.com/office/drawing/2014/main" id="{388D41C4-AAA8-46AA-A0CA-A6BA2BC48CD4}"/>
              </a:ext>
            </a:extLst>
          </p:cNvPr>
          <p:cNvSpPr>
            <a:spLocks xmlns:a="http://schemas.openxmlformats.org/drawingml/2006/main" noGrp="1"/>
          </p:cNvSpPr>
          <p:nvPr/>
        </p:nvSpPr>
        <p:spPr>
          <a:xfrm xmlns:a="http://schemas.openxmlformats.org/drawingml/2006/main">
            <a:off x="9772650" y="404812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meeting_chunks.json</a:t>
            </a:r>
          </a:p>
        </p:txBody>
      </p:sp>
      <p:sp>
        <p:nvSpPr>
          <p:cNvPr id="68" name="">
            <a:extLst xmlns:a="http://schemas.openxmlformats.org/drawingml/2006/main">
              <a:ext uri="{FF2B5EF4-FFF2-40B4-BE49-F238E27FC236}">
                <a16:creationId xmlns:a16="http://schemas.microsoft.com/office/drawing/2014/main" id="{995FC9AE-42FF-4B3B-939C-237817DFD2BD}"/>
              </a:ext>
            </a:extLst>
          </p:cNvPr>
          <p:cNvSpPr>
            <a:spLocks xmlns:a="http://schemas.openxmlformats.org/drawingml/2006/main" noGrp="1"/>
          </p:cNvSpPr>
          <p:nvPr/>
        </p:nvSpPr>
        <p:spPr>
          <a:xfrm xmlns:a="http://schemas.openxmlformats.org/drawingml/2006/main">
            <a:off x="609600" y="4457700"/>
            <a:ext cx="1619250" cy="476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69" name="">
            <a:extLst xmlns:a="http://schemas.openxmlformats.org/drawingml/2006/main">
              <a:ext uri="{FF2B5EF4-FFF2-40B4-BE49-F238E27FC236}">
                <a16:creationId xmlns:a16="http://schemas.microsoft.com/office/drawing/2014/main" id="{58C858E3-4E4F-4978-86B6-BA8BA679AFC4}"/>
              </a:ext>
            </a:extLst>
          </p:cNvPr>
          <p:cNvSpPr>
            <a:spLocks xmlns:a="http://schemas.openxmlformats.org/drawingml/2006/main" noGrp="1"/>
          </p:cNvSpPr>
          <p:nvPr/>
        </p:nvSpPr>
        <p:spPr>
          <a:xfrm xmlns:a="http://schemas.openxmlformats.org/drawingml/2006/main">
            <a:off x="704850" y="4524375"/>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1">
                <a:solidFill>
                  <a:srgbClr val="191919"/>
                </a:solidFill>
                <a:latin typeface="NanumGothic"/>
                <a:ea typeface="NanumGothic"/>
                <a:cs typeface="NanumGothic"/>
              </a:defRPr>
            </a:pPr>
            <a:r>
              <a:rPr sz="825" b="1">
                <a:solidFill>
                  <a:srgbClr val="191919"/>
                </a:solidFill>
                <a:latin typeface="NanumGothic"/>
                <a:ea typeface="NanumGothic"/>
                <a:cs typeface="NanumGothic"/>
              </a:rPr>
              <a:t>15:00-15:50</a:t>
            </a:r>
          </a:p>
        </p:txBody>
      </p:sp>
      <p:sp>
        <p:nvSpPr>
          <p:cNvPr id="70" name="">
            <a:extLst xmlns:a="http://schemas.openxmlformats.org/drawingml/2006/main">
              <a:ext uri="{FF2B5EF4-FFF2-40B4-BE49-F238E27FC236}">
                <a16:creationId xmlns:a16="http://schemas.microsoft.com/office/drawing/2014/main" id="{ED1F581C-5159-406B-B386-A8BD7587DF6F}"/>
              </a:ext>
            </a:extLst>
          </p:cNvPr>
          <p:cNvSpPr>
            <a:spLocks xmlns:a="http://schemas.openxmlformats.org/drawingml/2006/main" noGrp="1"/>
          </p:cNvSpPr>
          <p:nvPr/>
        </p:nvSpPr>
        <p:spPr>
          <a:xfrm xmlns:a="http://schemas.openxmlformats.org/drawingml/2006/main">
            <a:off x="2228850" y="4457700"/>
            <a:ext cx="876300" cy="476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71" name="">
            <a:extLst xmlns:a="http://schemas.openxmlformats.org/drawingml/2006/main">
              <a:ext uri="{FF2B5EF4-FFF2-40B4-BE49-F238E27FC236}">
                <a16:creationId xmlns:a16="http://schemas.microsoft.com/office/drawing/2014/main" id="{DFADB33E-91DC-4E1A-8689-1E55056F516A}"/>
              </a:ext>
            </a:extLst>
          </p:cNvPr>
          <p:cNvSpPr>
            <a:spLocks xmlns:a="http://schemas.openxmlformats.org/drawingml/2006/main" noGrp="1"/>
          </p:cNvSpPr>
          <p:nvPr/>
        </p:nvSpPr>
        <p:spPr>
          <a:xfrm xmlns:a="http://schemas.openxmlformats.org/drawingml/2006/main">
            <a:off x="2324100" y="4524375"/>
            <a:ext cx="685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1">
                <a:solidFill>
                  <a:srgbClr val="191919"/>
                </a:solidFill>
                <a:latin typeface="NanumGothic"/>
                <a:ea typeface="NanumGothic"/>
                <a:cs typeface="NanumGothic"/>
              </a:defRPr>
            </a:pPr>
            <a:r>
              <a:rPr sz="825" b="1">
                <a:solidFill>
                  <a:srgbClr val="191919"/>
                </a:solidFill>
                <a:latin typeface="NanumGothic"/>
                <a:ea typeface="NanumGothic"/>
                <a:cs typeface="NanumGothic"/>
              </a:rPr>
              <a:t>6차시</a:t>
            </a:r>
          </a:p>
        </p:txBody>
      </p:sp>
      <p:sp>
        <p:nvSpPr>
          <p:cNvPr id="72" name="">
            <a:extLst xmlns:a="http://schemas.openxmlformats.org/drawingml/2006/main">
              <a:ext uri="{FF2B5EF4-FFF2-40B4-BE49-F238E27FC236}">
                <a16:creationId xmlns:a16="http://schemas.microsoft.com/office/drawing/2014/main" id="{EA211316-B8DA-4E1B-9256-0FE0A430DA40}"/>
              </a:ext>
            </a:extLst>
          </p:cNvPr>
          <p:cNvSpPr>
            <a:spLocks xmlns:a="http://schemas.openxmlformats.org/drawingml/2006/main" noGrp="1"/>
          </p:cNvSpPr>
          <p:nvPr/>
        </p:nvSpPr>
        <p:spPr>
          <a:xfrm xmlns:a="http://schemas.openxmlformats.org/drawingml/2006/main">
            <a:off x="3105150" y="4457700"/>
            <a:ext cx="4057650" cy="476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73" name="">
            <a:extLst xmlns:a="http://schemas.openxmlformats.org/drawingml/2006/main">
              <a:ext uri="{FF2B5EF4-FFF2-40B4-BE49-F238E27FC236}">
                <a16:creationId xmlns:a16="http://schemas.microsoft.com/office/drawing/2014/main" id="{6E08B432-6B7C-4DE6-A1AF-C652329CEC34}"/>
              </a:ext>
            </a:extLst>
          </p:cNvPr>
          <p:cNvSpPr>
            <a:spLocks xmlns:a="http://schemas.openxmlformats.org/drawingml/2006/main" noGrp="1"/>
          </p:cNvSpPr>
          <p:nvPr/>
        </p:nvSpPr>
        <p:spPr>
          <a:xfrm xmlns:a="http://schemas.openxmlformats.org/drawingml/2006/main">
            <a:off x="3200400" y="4524375"/>
            <a:ext cx="3867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0">
                <a:solidFill>
                  <a:srgbClr val="191919"/>
                </a:solidFill>
                <a:latin typeface="NanumGothic"/>
                <a:ea typeface="NanumGothic"/>
                <a:cs typeface="NanumGothic"/>
              </a:defRPr>
            </a:pPr>
            <a:r>
              <a:rPr sz="975" b="0">
                <a:solidFill>
                  <a:srgbClr val="191919"/>
                </a:solidFill>
                <a:latin typeface="NanumGothic"/>
                <a:ea typeface="NanumGothic"/>
                <a:cs typeface="NanumGothic"/>
              </a:rPr>
              <a:t>LangChain MeetingBrief Pipeline</a:t>
            </a:r>
          </a:p>
        </p:txBody>
      </p:sp>
      <p:sp>
        <p:nvSpPr>
          <p:cNvPr id="74" name="">
            <a:extLst xmlns:a="http://schemas.openxmlformats.org/drawingml/2006/main">
              <a:ext uri="{FF2B5EF4-FFF2-40B4-BE49-F238E27FC236}">
                <a16:creationId xmlns:a16="http://schemas.microsoft.com/office/drawing/2014/main" id="{F7D05869-2972-49FC-9760-84E4167E3755}"/>
              </a:ext>
            </a:extLst>
          </p:cNvPr>
          <p:cNvSpPr>
            <a:spLocks xmlns:a="http://schemas.openxmlformats.org/drawingml/2006/main" noGrp="1"/>
          </p:cNvSpPr>
          <p:nvPr/>
        </p:nvSpPr>
        <p:spPr>
          <a:xfrm xmlns:a="http://schemas.openxmlformats.org/drawingml/2006/main">
            <a:off x="7162800" y="4457700"/>
            <a:ext cx="2514600" cy="476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75" name="">
            <a:extLst xmlns:a="http://schemas.openxmlformats.org/drawingml/2006/main">
              <a:ext uri="{FF2B5EF4-FFF2-40B4-BE49-F238E27FC236}">
                <a16:creationId xmlns:a16="http://schemas.microsoft.com/office/drawing/2014/main" id="{E5C9BD65-9EFA-44C3-8072-5727449FC5B8}"/>
              </a:ext>
            </a:extLst>
          </p:cNvPr>
          <p:cNvSpPr>
            <a:spLocks xmlns:a="http://schemas.openxmlformats.org/drawingml/2006/main" noGrp="1"/>
          </p:cNvSpPr>
          <p:nvPr/>
        </p:nvSpPr>
        <p:spPr>
          <a:xfrm xmlns:a="http://schemas.openxmlformats.org/drawingml/2006/main">
            <a:off x="7258050" y="4524375"/>
            <a:ext cx="2324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61983"/>
          </a:bodyPr>
          <a:lstStyle xmlns:a="http://schemas.openxmlformats.org/drawingml/2006/main"/>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강의 12</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시연 10</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Codex 제작 23</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확인 5분</a:t>
            </a:r>
          </a:p>
        </p:txBody>
      </p:sp>
      <p:sp>
        <p:nvSpPr>
          <p:cNvPr id="76" name="">
            <a:extLst xmlns:a="http://schemas.openxmlformats.org/drawingml/2006/main">
              <a:ext uri="{FF2B5EF4-FFF2-40B4-BE49-F238E27FC236}">
                <a16:creationId xmlns:a16="http://schemas.microsoft.com/office/drawing/2014/main" id="{4D16545C-9378-469A-9BBE-BC918DD34325}"/>
              </a:ext>
            </a:extLst>
          </p:cNvPr>
          <p:cNvSpPr>
            <a:spLocks xmlns:a="http://schemas.openxmlformats.org/drawingml/2006/main" noGrp="1"/>
          </p:cNvSpPr>
          <p:nvPr/>
        </p:nvSpPr>
        <p:spPr>
          <a:xfrm xmlns:a="http://schemas.openxmlformats.org/drawingml/2006/main">
            <a:off x="9677400" y="4457700"/>
            <a:ext cx="1905000" cy="476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77" name="">
            <a:extLst xmlns:a="http://schemas.openxmlformats.org/drawingml/2006/main">
              <a:ext uri="{FF2B5EF4-FFF2-40B4-BE49-F238E27FC236}">
                <a16:creationId xmlns:a16="http://schemas.microsoft.com/office/drawing/2014/main" id="{A83604CF-C199-46C6-9A0C-377E12C286BD}"/>
              </a:ext>
            </a:extLst>
          </p:cNvPr>
          <p:cNvSpPr>
            <a:spLocks xmlns:a="http://schemas.openxmlformats.org/drawingml/2006/main" noGrp="1"/>
          </p:cNvSpPr>
          <p:nvPr/>
        </p:nvSpPr>
        <p:spPr>
          <a:xfrm xmlns:a="http://schemas.openxmlformats.org/drawingml/2006/main">
            <a:off x="9772650" y="45243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meeting_brief.json</a:t>
            </a:r>
          </a:p>
        </p:txBody>
      </p:sp>
      <p:sp>
        <p:nvSpPr>
          <p:cNvPr id="78" name="">
            <a:extLst xmlns:a="http://schemas.openxmlformats.org/drawingml/2006/main">
              <a:ext uri="{FF2B5EF4-FFF2-40B4-BE49-F238E27FC236}">
                <a16:creationId xmlns:a16="http://schemas.microsoft.com/office/drawing/2014/main" id="{1730FA96-E67F-4814-BAD7-32D0127271BB}"/>
              </a:ext>
            </a:extLst>
          </p:cNvPr>
          <p:cNvSpPr>
            <a:spLocks xmlns:a="http://schemas.openxmlformats.org/drawingml/2006/main" noGrp="1"/>
          </p:cNvSpPr>
          <p:nvPr/>
        </p:nvSpPr>
        <p:spPr>
          <a:xfrm xmlns:a="http://schemas.openxmlformats.org/drawingml/2006/main">
            <a:off x="609600" y="4933950"/>
            <a:ext cx="1619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79" name="">
            <a:extLst xmlns:a="http://schemas.openxmlformats.org/drawingml/2006/main">
              <a:ext uri="{FF2B5EF4-FFF2-40B4-BE49-F238E27FC236}">
                <a16:creationId xmlns:a16="http://schemas.microsoft.com/office/drawing/2014/main" id="{3AA14D2B-3DA6-43D0-A8A3-CCB855F266E0}"/>
              </a:ext>
            </a:extLst>
          </p:cNvPr>
          <p:cNvSpPr>
            <a:spLocks xmlns:a="http://schemas.openxmlformats.org/drawingml/2006/main" noGrp="1"/>
          </p:cNvSpPr>
          <p:nvPr/>
        </p:nvSpPr>
        <p:spPr>
          <a:xfrm xmlns:a="http://schemas.openxmlformats.org/drawingml/2006/main">
            <a:off x="704850" y="5000625"/>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1">
                <a:solidFill>
                  <a:srgbClr val="191919"/>
                </a:solidFill>
                <a:latin typeface="NanumGothic"/>
                <a:ea typeface="NanumGothic"/>
                <a:cs typeface="NanumGothic"/>
              </a:defRPr>
            </a:pPr>
            <a:r>
              <a:rPr sz="825" b="1">
                <a:solidFill>
                  <a:srgbClr val="191919"/>
                </a:solidFill>
                <a:latin typeface="NanumGothic"/>
                <a:ea typeface="NanumGothic"/>
                <a:cs typeface="NanumGothic"/>
              </a:rPr>
              <a:t>15:50-16:40</a:t>
            </a:r>
          </a:p>
        </p:txBody>
      </p:sp>
      <p:sp>
        <p:nvSpPr>
          <p:cNvPr id="80" name="">
            <a:extLst xmlns:a="http://schemas.openxmlformats.org/drawingml/2006/main">
              <a:ext uri="{FF2B5EF4-FFF2-40B4-BE49-F238E27FC236}">
                <a16:creationId xmlns:a16="http://schemas.microsoft.com/office/drawing/2014/main" id="{17A41BDE-0AA6-448D-82A2-2A0C10C8A353}"/>
              </a:ext>
            </a:extLst>
          </p:cNvPr>
          <p:cNvSpPr>
            <a:spLocks xmlns:a="http://schemas.openxmlformats.org/drawingml/2006/main" noGrp="1"/>
          </p:cNvSpPr>
          <p:nvPr/>
        </p:nvSpPr>
        <p:spPr>
          <a:xfrm xmlns:a="http://schemas.openxmlformats.org/drawingml/2006/main">
            <a:off x="2228850" y="4933950"/>
            <a:ext cx="87630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81" name="">
            <a:extLst xmlns:a="http://schemas.openxmlformats.org/drawingml/2006/main">
              <a:ext uri="{FF2B5EF4-FFF2-40B4-BE49-F238E27FC236}">
                <a16:creationId xmlns:a16="http://schemas.microsoft.com/office/drawing/2014/main" id="{7CA007BE-DFB3-4DD5-9820-BE8216893B22}"/>
              </a:ext>
            </a:extLst>
          </p:cNvPr>
          <p:cNvSpPr>
            <a:spLocks xmlns:a="http://schemas.openxmlformats.org/drawingml/2006/main" noGrp="1"/>
          </p:cNvSpPr>
          <p:nvPr/>
        </p:nvSpPr>
        <p:spPr>
          <a:xfrm xmlns:a="http://schemas.openxmlformats.org/drawingml/2006/main">
            <a:off x="2324100" y="5000625"/>
            <a:ext cx="685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1">
                <a:solidFill>
                  <a:srgbClr val="191919"/>
                </a:solidFill>
                <a:latin typeface="NanumGothic"/>
                <a:ea typeface="NanumGothic"/>
                <a:cs typeface="NanumGothic"/>
              </a:defRPr>
            </a:pPr>
            <a:r>
              <a:rPr sz="825" b="1">
                <a:solidFill>
                  <a:srgbClr val="191919"/>
                </a:solidFill>
                <a:latin typeface="NanumGothic"/>
                <a:ea typeface="NanumGothic"/>
                <a:cs typeface="NanumGothic"/>
              </a:rPr>
              <a:t>7차시</a:t>
            </a:r>
          </a:p>
        </p:txBody>
      </p:sp>
      <p:sp>
        <p:nvSpPr>
          <p:cNvPr id="82" name="">
            <a:extLst xmlns:a="http://schemas.openxmlformats.org/drawingml/2006/main">
              <a:ext uri="{FF2B5EF4-FFF2-40B4-BE49-F238E27FC236}">
                <a16:creationId xmlns:a16="http://schemas.microsoft.com/office/drawing/2014/main" id="{B3EFAD2C-D9DE-4C74-8083-5AEDBAF26383}"/>
              </a:ext>
            </a:extLst>
          </p:cNvPr>
          <p:cNvSpPr>
            <a:spLocks xmlns:a="http://schemas.openxmlformats.org/drawingml/2006/main" noGrp="1"/>
          </p:cNvSpPr>
          <p:nvPr/>
        </p:nvSpPr>
        <p:spPr>
          <a:xfrm xmlns:a="http://schemas.openxmlformats.org/drawingml/2006/main">
            <a:off x="3105150" y="4933950"/>
            <a:ext cx="40576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83" name="">
            <a:extLst xmlns:a="http://schemas.openxmlformats.org/drawingml/2006/main">
              <a:ext uri="{FF2B5EF4-FFF2-40B4-BE49-F238E27FC236}">
                <a16:creationId xmlns:a16="http://schemas.microsoft.com/office/drawing/2014/main" id="{19AF1754-10D8-45E2-9FF5-56D8847A2481}"/>
              </a:ext>
            </a:extLst>
          </p:cNvPr>
          <p:cNvSpPr>
            <a:spLocks xmlns:a="http://schemas.openxmlformats.org/drawingml/2006/main" noGrp="1"/>
          </p:cNvSpPr>
          <p:nvPr/>
        </p:nvSpPr>
        <p:spPr>
          <a:xfrm xmlns:a="http://schemas.openxmlformats.org/drawingml/2006/main">
            <a:off x="3200400" y="5000625"/>
            <a:ext cx="3867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0">
                <a:solidFill>
                  <a:srgbClr val="191919"/>
                </a:solidFill>
                <a:latin typeface="NanumGothic"/>
                <a:ea typeface="NanumGothic"/>
                <a:cs typeface="NanumGothic"/>
              </a:defRPr>
            </a:pPr>
            <a:r>
              <a:rPr sz="975" b="0">
                <a:solidFill>
                  <a:srgbClr val="191919"/>
                </a:solidFill>
                <a:latin typeface="NanumGothic"/>
                <a:ea typeface="NanumGothic"/>
                <a:cs typeface="NanumGothic"/>
              </a:rPr>
              <a:t>Action Item 근거 검증</a:t>
            </a:r>
          </a:p>
        </p:txBody>
      </p:sp>
      <p:sp>
        <p:nvSpPr>
          <p:cNvPr id="84" name="">
            <a:extLst xmlns:a="http://schemas.openxmlformats.org/drawingml/2006/main">
              <a:ext uri="{FF2B5EF4-FFF2-40B4-BE49-F238E27FC236}">
                <a16:creationId xmlns:a16="http://schemas.microsoft.com/office/drawing/2014/main" id="{9E4C7BA1-4B61-4C97-A01A-49D4CC4E54BC}"/>
              </a:ext>
            </a:extLst>
          </p:cNvPr>
          <p:cNvSpPr>
            <a:spLocks xmlns:a="http://schemas.openxmlformats.org/drawingml/2006/main" noGrp="1"/>
          </p:cNvSpPr>
          <p:nvPr/>
        </p:nvSpPr>
        <p:spPr>
          <a:xfrm xmlns:a="http://schemas.openxmlformats.org/drawingml/2006/main">
            <a:off x="7162800" y="4933950"/>
            <a:ext cx="251460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85" name="">
            <a:extLst xmlns:a="http://schemas.openxmlformats.org/drawingml/2006/main">
              <a:ext uri="{FF2B5EF4-FFF2-40B4-BE49-F238E27FC236}">
                <a16:creationId xmlns:a16="http://schemas.microsoft.com/office/drawing/2014/main" id="{74BACB56-35A7-4E86-88EF-D4D934DC1A1E}"/>
              </a:ext>
            </a:extLst>
          </p:cNvPr>
          <p:cNvSpPr>
            <a:spLocks xmlns:a="http://schemas.openxmlformats.org/drawingml/2006/main" noGrp="1"/>
          </p:cNvSpPr>
          <p:nvPr/>
        </p:nvSpPr>
        <p:spPr>
          <a:xfrm xmlns:a="http://schemas.openxmlformats.org/drawingml/2006/main">
            <a:off x="7258050" y="5000625"/>
            <a:ext cx="2324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61983"/>
          </a:bodyPr>
          <a:lstStyle xmlns:a="http://schemas.openxmlformats.org/drawingml/2006/main"/>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강의 12</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시연 10</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Codex 제작 23</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확인 5분</a:t>
            </a:r>
          </a:p>
        </p:txBody>
      </p:sp>
      <p:sp>
        <p:nvSpPr>
          <p:cNvPr id="86" name="">
            <a:extLst xmlns:a="http://schemas.openxmlformats.org/drawingml/2006/main">
              <a:ext uri="{FF2B5EF4-FFF2-40B4-BE49-F238E27FC236}">
                <a16:creationId xmlns:a16="http://schemas.microsoft.com/office/drawing/2014/main" id="{9C6C3AFF-05A8-4DD8-9AA3-9A6775C222DF}"/>
              </a:ext>
            </a:extLst>
          </p:cNvPr>
          <p:cNvSpPr>
            <a:spLocks xmlns:a="http://schemas.openxmlformats.org/drawingml/2006/main" noGrp="1"/>
          </p:cNvSpPr>
          <p:nvPr/>
        </p:nvSpPr>
        <p:spPr>
          <a:xfrm xmlns:a="http://schemas.openxmlformats.org/drawingml/2006/main">
            <a:off x="9677400" y="4933950"/>
            <a:ext cx="190500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87" name="">
            <a:extLst xmlns:a="http://schemas.openxmlformats.org/drawingml/2006/main">
              <a:ext uri="{FF2B5EF4-FFF2-40B4-BE49-F238E27FC236}">
                <a16:creationId xmlns:a16="http://schemas.microsoft.com/office/drawing/2014/main" id="{A776F8F6-7275-493C-8214-36F118612DC8}"/>
              </a:ext>
            </a:extLst>
          </p:cNvPr>
          <p:cNvSpPr>
            <a:spLocks xmlns:a="http://schemas.openxmlformats.org/drawingml/2006/main" noGrp="1"/>
          </p:cNvSpPr>
          <p:nvPr/>
        </p:nvSpPr>
        <p:spPr>
          <a:xfrm xmlns:a="http://schemas.openxmlformats.org/drawingml/2006/main">
            <a:off x="9772650" y="500062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validated_meeting_brief.json</a:t>
            </a:r>
          </a:p>
        </p:txBody>
      </p:sp>
      <p:sp>
        <p:nvSpPr>
          <p:cNvPr id="88" name="">
            <a:extLst xmlns:a="http://schemas.openxmlformats.org/drawingml/2006/main">
              <a:ext uri="{FF2B5EF4-FFF2-40B4-BE49-F238E27FC236}">
                <a16:creationId xmlns:a16="http://schemas.microsoft.com/office/drawing/2014/main" id="{EBAEB080-AC17-4FE0-A1D5-C07B1932B6F4}"/>
              </a:ext>
            </a:extLst>
          </p:cNvPr>
          <p:cNvSpPr>
            <a:spLocks xmlns:a="http://schemas.openxmlformats.org/drawingml/2006/main" noGrp="1"/>
          </p:cNvSpPr>
          <p:nvPr/>
        </p:nvSpPr>
        <p:spPr>
          <a:xfrm xmlns:a="http://schemas.openxmlformats.org/drawingml/2006/main">
            <a:off x="609600" y="5410200"/>
            <a:ext cx="1619250" cy="476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89" name="">
            <a:extLst xmlns:a="http://schemas.openxmlformats.org/drawingml/2006/main">
              <a:ext uri="{FF2B5EF4-FFF2-40B4-BE49-F238E27FC236}">
                <a16:creationId xmlns:a16="http://schemas.microsoft.com/office/drawing/2014/main" id="{A42156EC-08BD-4F4E-B524-7D780D2BC80C}"/>
              </a:ext>
            </a:extLst>
          </p:cNvPr>
          <p:cNvSpPr>
            <a:spLocks xmlns:a="http://schemas.openxmlformats.org/drawingml/2006/main" noGrp="1"/>
          </p:cNvSpPr>
          <p:nvPr/>
        </p:nvSpPr>
        <p:spPr>
          <a:xfrm xmlns:a="http://schemas.openxmlformats.org/drawingml/2006/main">
            <a:off x="704850" y="5476875"/>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1">
                <a:solidFill>
                  <a:srgbClr val="191919"/>
                </a:solidFill>
                <a:latin typeface="NanumGothic"/>
                <a:ea typeface="NanumGothic"/>
                <a:cs typeface="NanumGothic"/>
              </a:defRPr>
            </a:pPr>
            <a:r>
              <a:rPr sz="825" b="1">
                <a:solidFill>
                  <a:srgbClr val="191919"/>
                </a:solidFill>
                <a:latin typeface="NanumGothic"/>
                <a:ea typeface="NanumGothic"/>
                <a:cs typeface="NanumGothic"/>
              </a:rPr>
              <a:t>16:40-17:30</a:t>
            </a:r>
          </a:p>
        </p:txBody>
      </p:sp>
      <p:sp>
        <p:nvSpPr>
          <p:cNvPr id="90" name="">
            <a:extLst xmlns:a="http://schemas.openxmlformats.org/drawingml/2006/main">
              <a:ext uri="{FF2B5EF4-FFF2-40B4-BE49-F238E27FC236}">
                <a16:creationId xmlns:a16="http://schemas.microsoft.com/office/drawing/2014/main" id="{81063727-0DE2-4942-B8AC-FBA18696DF47}"/>
              </a:ext>
            </a:extLst>
          </p:cNvPr>
          <p:cNvSpPr>
            <a:spLocks xmlns:a="http://schemas.openxmlformats.org/drawingml/2006/main" noGrp="1"/>
          </p:cNvSpPr>
          <p:nvPr/>
        </p:nvSpPr>
        <p:spPr>
          <a:xfrm xmlns:a="http://schemas.openxmlformats.org/drawingml/2006/main">
            <a:off x="2228850" y="5410200"/>
            <a:ext cx="876300" cy="476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91" name="">
            <a:extLst xmlns:a="http://schemas.openxmlformats.org/drawingml/2006/main">
              <a:ext uri="{FF2B5EF4-FFF2-40B4-BE49-F238E27FC236}">
                <a16:creationId xmlns:a16="http://schemas.microsoft.com/office/drawing/2014/main" id="{FD6C51B6-0BB5-4072-A1B2-A14BC6FDEB50}"/>
              </a:ext>
            </a:extLst>
          </p:cNvPr>
          <p:cNvSpPr>
            <a:spLocks xmlns:a="http://schemas.openxmlformats.org/drawingml/2006/main" noGrp="1"/>
          </p:cNvSpPr>
          <p:nvPr/>
        </p:nvSpPr>
        <p:spPr>
          <a:xfrm xmlns:a="http://schemas.openxmlformats.org/drawingml/2006/main">
            <a:off x="2324100" y="5476875"/>
            <a:ext cx="685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1">
                <a:solidFill>
                  <a:srgbClr val="191919"/>
                </a:solidFill>
                <a:latin typeface="NanumGothic"/>
                <a:ea typeface="NanumGothic"/>
                <a:cs typeface="NanumGothic"/>
              </a:defRPr>
            </a:pPr>
            <a:r>
              <a:rPr sz="825" b="1">
                <a:solidFill>
                  <a:srgbClr val="191919"/>
                </a:solidFill>
                <a:latin typeface="NanumGothic"/>
                <a:ea typeface="NanumGothic"/>
                <a:cs typeface="NanumGothic"/>
              </a:rPr>
              <a:t>8차시</a:t>
            </a:r>
          </a:p>
        </p:txBody>
      </p:sp>
      <p:sp>
        <p:nvSpPr>
          <p:cNvPr id="92" name="">
            <a:extLst xmlns:a="http://schemas.openxmlformats.org/drawingml/2006/main">
              <a:ext uri="{FF2B5EF4-FFF2-40B4-BE49-F238E27FC236}">
                <a16:creationId xmlns:a16="http://schemas.microsoft.com/office/drawing/2014/main" id="{44C8DD5C-A261-4F9D-A593-B06626201B57}"/>
              </a:ext>
            </a:extLst>
          </p:cNvPr>
          <p:cNvSpPr>
            <a:spLocks xmlns:a="http://schemas.openxmlformats.org/drawingml/2006/main" noGrp="1"/>
          </p:cNvSpPr>
          <p:nvPr/>
        </p:nvSpPr>
        <p:spPr>
          <a:xfrm xmlns:a="http://schemas.openxmlformats.org/drawingml/2006/main">
            <a:off x="3105150" y="5410200"/>
            <a:ext cx="4057650" cy="476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93" name="">
            <a:extLst xmlns:a="http://schemas.openxmlformats.org/drawingml/2006/main">
              <a:ext uri="{FF2B5EF4-FFF2-40B4-BE49-F238E27FC236}">
                <a16:creationId xmlns:a16="http://schemas.microsoft.com/office/drawing/2014/main" id="{12F3713C-6072-4D47-B2AE-97C9115E649A}"/>
              </a:ext>
            </a:extLst>
          </p:cNvPr>
          <p:cNvSpPr>
            <a:spLocks xmlns:a="http://schemas.openxmlformats.org/drawingml/2006/main" noGrp="1"/>
          </p:cNvSpPr>
          <p:nvPr/>
        </p:nvSpPr>
        <p:spPr>
          <a:xfrm xmlns:a="http://schemas.openxmlformats.org/drawingml/2006/main">
            <a:off x="3200400" y="5476875"/>
            <a:ext cx="3867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0">
                <a:solidFill>
                  <a:srgbClr val="191919"/>
                </a:solidFill>
                <a:latin typeface="NanumGothic"/>
                <a:ea typeface="NanumGothic"/>
                <a:cs typeface="NanumGothic"/>
              </a:defRPr>
            </a:pPr>
            <a:r>
              <a:rPr sz="975" b="0">
                <a:solidFill>
                  <a:srgbClr val="191919"/>
                </a:solidFill>
                <a:latin typeface="NanumGothic"/>
                <a:ea typeface="NanumGothic"/>
                <a:cs typeface="NanumGothic"/>
              </a:rPr>
              <a:t>도메인별 Golden Set</a:t>
            </a:r>
          </a:p>
        </p:txBody>
      </p:sp>
      <p:sp>
        <p:nvSpPr>
          <p:cNvPr id="94" name="">
            <a:extLst xmlns:a="http://schemas.openxmlformats.org/drawingml/2006/main">
              <a:ext uri="{FF2B5EF4-FFF2-40B4-BE49-F238E27FC236}">
                <a16:creationId xmlns:a16="http://schemas.microsoft.com/office/drawing/2014/main" id="{0CF85E31-59FA-44F1-8673-4F34DC703D6B}"/>
              </a:ext>
            </a:extLst>
          </p:cNvPr>
          <p:cNvSpPr>
            <a:spLocks xmlns:a="http://schemas.openxmlformats.org/drawingml/2006/main" noGrp="1"/>
          </p:cNvSpPr>
          <p:nvPr/>
        </p:nvSpPr>
        <p:spPr>
          <a:xfrm xmlns:a="http://schemas.openxmlformats.org/drawingml/2006/main">
            <a:off x="7162800" y="5410200"/>
            <a:ext cx="2514600" cy="476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95" name="">
            <a:extLst xmlns:a="http://schemas.openxmlformats.org/drawingml/2006/main">
              <a:ext uri="{FF2B5EF4-FFF2-40B4-BE49-F238E27FC236}">
                <a16:creationId xmlns:a16="http://schemas.microsoft.com/office/drawing/2014/main" id="{2E598335-17A8-4DD4-9B32-9D3FA4343A65}"/>
              </a:ext>
            </a:extLst>
          </p:cNvPr>
          <p:cNvSpPr>
            <a:spLocks xmlns:a="http://schemas.openxmlformats.org/drawingml/2006/main" noGrp="1"/>
          </p:cNvSpPr>
          <p:nvPr/>
        </p:nvSpPr>
        <p:spPr>
          <a:xfrm xmlns:a="http://schemas.openxmlformats.org/drawingml/2006/main">
            <a:off x="7258050" y="5476875"/>
            <a:ext cx="2324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61983"/>
          </a:bodyPr>
          <a:lstStyle xmlns:a="http://schemas.openxmlformats.org/drawingml/2006/main"/>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강의 12</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시연 10</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Codex 제작 23</a:t>
            </a:r>
          </a:p>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확인 5분</a:t>
            </a:r>
          </a:p>
        </p:txBody>
      </p:sp>
      <p:sp>
        <p:nvSpPr>
          <p:cNvPr id="96" name="">
            <a:extLst xmlns:a="http://schemas.openxmlformats.org/drawingml/2006/main">
              <a:ext uri="{FF2B5EF4-FFF2-40B4-BE49-F238E27FC236}">
                <a16:creationId xmlns:a16="http://schemas.microsoft.com/office/drawing/2014/main" id="{20333ECE-0284-4A1C-8CE7-5F506CF5B727}"/>
              </a:ext>
            </a:extLst>
          </p:cNvPr>
          <p:cNvSpPr>
            <a:spLocks xmlns:a="http://schemas.openxmlformats.org/drawingml/2006/main" noGrp="1"/>
          </p:cNvSpPr>
          <p:nvPr/>
        </p:nvSpPr>
        <p:spPr>
          <a:xfrm xmlns:a="http://schemas.openxmlformats.org/drawingml/2006/main">
            <a:off x="9677400" y="5410200"/>
            <a:ext cx="1905000" cy="476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97" name="">
            <a:extLst xmlns:a="http://schemas.openxmlformats.org/drawingml/2006/main">
              <a:ext uri="{FF2B5EF4-FFF2-40B4-BE49-F238E27FC236}">
                <a16:creationId xmlns:a16="http://schemas.microsoft.com/office/drawing/2014/main" id="{64A3759B-4998-45E2-9A1D-EDBAEB5CF5F6}"/>
              </a:ext>
            </a:extLst>
          </p:cNvPr>
          <p:cNvSpPr>
            <a:spLocks xmlns:a="http://schemas.openxmlformats.org/drawingml/2006/main" noGrp="1"/>
          </p:cNvSpPr>
          <p:nvPr/>
        </p:nvSpPr>
        <p:spPr>
          <a:xfrm xmlns:a="http://schemas.openxmlformats.org/drawingml/2006/main">
            <a:off x="9772650" y="54768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825" b="0">
                <a:solidFill>
                  <a:srgbClr val="191919"/>
                </a:solidFill>
                <a:latin typeface="NanumGothic"/>
                <a:ea typeface="NanumGothic"/>
                <a:cs typeface="NanumGothic"/>
              </a:defRPr>
            </a:pPr>
            <a:r>
              <a:rPr sz="825" b="0">
                <a:solidFill>
                  <a:srgbClr val="191919"/>
                </a:solidFill>
                <a:latin typeface="NanumGothic"/>
                <a:ea typeface="NanumGothic"/>
                <a:cs typeface="NanumGothic"/>
              </a:rPr>
              <a:t>day2_eval_cases.json</a:t>
            </a:r>
          </a:p>
        </p:txBody>
      </p:sp>
      <p:sp>
        <p:nvSpPr>
          <p:cNvPr id="98" name="">
            <a:extLst xmlns:a="http://schemas.openxmlformats.org/drawingml/2006/main">
              <a:ext uri="{FF2B5EF4-FFF2-40B4-BE49-F238E27FC236}">
                <a16:creationId xmlns:a16="http://schemas.microsoft.com/office/drawing/2014/main" id="{6BCECE4F-5419-4558-8074-F500BA40370D}"/>
              </a:ext>
            </a:extLst>
          </p:cNvPr>
          <p:cNvSpPr>
            <a:spLocks xmlns:a="http://schemas.openxmlformats.org/drawingml/2006/main" noGrp="1"/>
          </p:cNvSpPr>
          <p:nvPr/>
        </p:nvSpPr>
        <p:spPr>
          <a:xfrm xmlns:a="http://schemas.openxmlformats.org/drawingml/2006/main">
            <a:off x="609600" y="60007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975" b="1">
                <a:solidFill>
                  <a:srgbClr val="191919"/>
                </a:solidFill>
                <a:latin typeface="NanumGothic"/>
                <a:ea typeface="NanumGothic"/>
                <a:cs typeface="NanumGothic"/>
              </a:defRPr>
            </a:pPr>
            <a:r>
              <a:rPr sz="975" b="1">
                <a:solidFill>
                  <a:srgbClr val="191919"/>
                </a:solidFill>
                <a:latin typeface="NanumGothic"/>
                <a:ea typeface="NanumGothic"/>
                <a:cs typeface="NanumGothic"/>
              </a:rPr>
              <a:t>11:30-12:00 쉬는 시간 · 13:40-14:00 쉬는 시간 · 14:00-15:00 점심시간 · 17:30-18:00 쉬는 시간</a:t>
            </a:r>
          </a:p>
        </p:txBody>
      </p:sp>
    </p:spTree>
    <p:extLst>
      <p:ext uri="{BB962C8B-B14F-4D97-AF65-F5344CB8AC3E}">
        <p14:creationId xmlns:p14="http://schemas.microsoft.com/office/powerpoint/2010/main" val="8614366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939BB08-B627-4535-8550-733B2C514A2D}"/>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오디오 파일 계약과 메타데이터 학습 결과</a:t>
            </a:r>
          </a:p>
        </p:txBody>
      </p:sp>
      <p:sp>
        <p:nvSpPr>
          <p:cNvPr id="2" name="">
            <a:extLst xmlns:a="http://schemas.openxmlformats.org/drawingml/2006/main">
              <a:ext uri="{FF2B5EF4-FFF2-40B4-BE49-F238E27FC236}">
                <a16:creationId xmlns:a16="http://schemas.microsoft.com/office/drawing/2014/main" id="{6EC8B1DA-B0EA-4A39-A77E-7D9DEBB45EB1}"/>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EE62AC6C-E02B-40AC-A116-23D4FA87B84B}"/>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634A0FFA-BFD0-4565-A9F1-0F6F7EA8BA1F}"/>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5" name="">
            <a:extLst xmlns:a="http://schemas.openxmlformats.org/drawingml/2006/main">
              <a:ext uri="{FF2B5EF4-FFF2-40B4-BE49-F238E27FC236}">
                <a16:creationId xmlns:a16="http://schemas.microsoft.com/office/drawing/2014/main" id="{43557959-807A-41AB-A1CD-FA34F39DA7F3}"/>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004</a:t>
            </a:r>
          </a:p>
        </p:txBody>
      </p:sp>
      <p:sp>
        <p:nvSpPr>
          <p:cNvPr id="6" name="">
            <a:extLst xmlns:a="http://schemas.openxmlformats.org/drawingml/2006/main">
              <a:ext uri="{FF2B5EF4-FFF2-40B4-BE49-F238E27FC236}">
                <a16:creationId xmlns:a16="http://schemas.microsoft.com/office/drawing/2014/main" id="{C809AD29-98E7-4124-8BA1-50FA8F680810}"/>
              </a:ext>
            </a:extLst>
          </p:cNvPr>
          <p:cNvSpPr>
            <a:spLocks xmlns:a="http://schemas.openxmlformats.org/drawingml/2006/main" noGrp="1"/>
          </p:cNvSpPr>
          <p:nvPr/>
        </p:nvSpPr>
        <p:spPr>
          <a:xfrm xmlns:a="http://schemas.openxmlformats.org/drawingml/2006/main">
            <a:off x="914400" y="1847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486B6735-E919-4AF2-AAA5-820C5C11E990}"/>
              </a:ext>
            </a:extLst>
          </p:cNvPr>
          <p:cNvSpPr>
            <a:spLocks xmlns:a="http://schemas.openxmlformats.org/drawingml/2006/main" noGrp="1"/>
          </p:cNvSpPr>
          <p:nvPr/>
        </p:nvSpPr>
        <p:spPr>
          <a:xfrm xmlns:a="http://schemas.openxmlformats.org/drawingml/2006/main">
            <a:off x="1352550" y="1971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38EDD945-423D-4E33-9B31-5016E1BD6A30}"/>
              </a:ext>
            </a:extLst>
          </p:cNvPr>
          <p:cNvSpPr>
            <a:spLocks xmlns:a="http://schemas.openxmlformats.org/drawingml/2006/main" noGrp="1"/>
          </p:cNvSpPr>
          <p:nvPr/>
        </p:nvSpPr>
        <p:spPr>
          <a:xfrm xmlns:a="http://schemas.openxmlformats.org/drawingml/2006/main">
            <a:off x="1828800" y="18097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길이·채널·샘플링레이트를 읽고 전사 가능 여부를 판단한다.</a:t>
            </a:r>
          </a:p>
        </p:txBody>
      </p:sp>
      <p:sp>
        <p:nvSpPr>
          <p:cNvPr id="9" name="">
            <a:extLst xmlns:a="http://schemas.openxmlformats.org/drawingml/2006/main">
              <a:ext uri="{FF2B5EF4-FFF2-40B4-BE49-F238E27FC236}">
                <a16:creationId xmlns:a16="http://schemas.microsoft.com/office/drawing/2014/main" id="{0B643025-9BC7-4C58-94D1-FBCDDCB6A9BE}"/>
              </a:ext>
            </a:extLst>
          </p:cNvPr>
          <p:cNvSpPr>
            <a:spLocks xmlns:a="http://schemas.openxmlformats.org/drawingml/2006/main" noGrp="1"/>
          </p:cNvSpPr>
          <p:nvPr/>
        </p:nvSpPr>
        <p:spPr>
          <a:xfrm xmlns:a="http://schemas.openxmlformats.org/drawingml/2006/main">
            <a:off x="914400" y="3009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0" name="">
            <a:extLst xmlns:a="http://schemas.openxmlformats.org/drawingml/2006/main">
              <a:ext uri="{FF2B5EF4-FFF2-40B4-BE49-F238E27FC236}">
                <a16:creationId xmlns:a16="http://schemas.microsoft.com/office/drawing/2014/main" id="{128B2449-2E93-49EF-B158-20755C8DDD5A}"/>
              </a:ext>
            </a:extLst>
          </p:cNvPr>
          <p:cNvSpPr>
            <a:spLocks xmlns:a="http://schemas.openxmlformats.org/drawingml/2006/main" noGrp="1"/>
          </p:cNvSpPr>
          <p:nvPr/>
        </p:nvSpPr>
        <p:spPr>
          <a:xfrm xmlns:a="http://schemas.openxmlformats.org/drawingml/2006/main">
            <a:off x="1352550" y="3133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7A87E27E-ACBE-4F9C-9B87-5CAF1B151307}"/>
              </a:ext>
            </a:extLst>
          </p:cNvPr>
          <p:cNvSpPr>
            <a:spLocks xmlns:a="http://schemas.openxmlformats.org/drawingml/2006/main" noGrp="1"/>
          </p:cNvSpPr>
          <p:nvPr/>
        </p:nvSpPr>
        <p:spPr>
          <a:xfrm xmlns:a="http://schemas.openxmlformats.org/drawingml/2006/main">
            <a:off x="1828800" y="297180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파일이 없거나 codec을 열 수 없는데 재시도만 반복한다. 왜 위험한지 설명한다.</a:t>
            </a:r>
          </a:p>
        </p:txBody>
      </p:sp>
      <p:sp>
        <p:nvSpPr>
          <p:cNvPr id="12" name="">
            <a:extLst xmlns:a="http://schemas.openxmlformats.org/drawingml/2006/main">
              <a:ext uri="{FF2B5EF4-FFF2-40B4-BE49-F238E27FC236}">
                <a16:creationId xmlns:a16="http://schemas.microsoft.com/office/drawing/2014/main" id="{15121E03-3B31-42A0-86A5-2E8377C1A5B5}"/>
              </a:ext>
            </a:extLst>
          </p:cNvPr>
          <p:cNvSpPr>
            <a:spLocks xmlns:a="http://schemas.openxmlformats.org/drawingml/2006/main" noGrp="1"/>
          </p:cNvSpPr>
          <p:nvPr/>
        </p:nvSpPr>
        <p:spPr>
          <a:xfrm xmlns:a="http://schemas.openxmlformats.org/drawingml/2006/main">
            <a:off x="914400" y="41719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3" name="">
            <a:extLst xmlns:a="http://schemas.openxmlformats.org/drawingml/2006/main">
              <a:ext uri="{FF2B5EF4-FFF2-40B4-BE49-F238E27FC236}">
                <a16:creationId xmlns:a16="http://schemas.microsoft.com/office/drawing/2014/main" id="{05A67CA9-5F38-4020-86EB-18A02033461C}"/>
              </a:ext>
            </a:extLst>
          </p:cNvPr>
          <p:cNvSpPr>
            <a:spLocks xmlns:a="http://schemas.openxmlformats.org/drawingml/2006/main" noGrp="1"/>
          </p:cNvSpPr>
          <p:nvPr/>
        </p:nvSpPr>
        <p:spPr>
          <a:xfrm xmlns:a="http://schemas.openxmlformats.org/drawingml/2006/main">
            <a:off x="1352550" y="42957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8C0BB6D5-27E8-4456-8149-D1F1BB4095B5}"/>
              </a:ext>
            </a:extLst>
          </p:cNvPr>
          <p:cNvSpPr>
            <a:spLocks xmlns:a="http://schemas.openxmlformats.org/drawingml/2006/main" noGrp="1"/>
          </p:cNvSpPr>
          <p:nvPr/>
        </p:nvSpPr>
        <p:spPr>
          <a:xfrm xmlns:a="http://schemas.openxmlformats.org/drawingml/2006/main">
            <a:off x="1828800" y="41338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audio_metadata.json에서 정상과 실패 상태를 직접 확인한다.</a:t>
            </a:r>
          </a:p>
        </p:txBody>
      </p:sp>
    </p:spTree>
    <p:extLst>
      <p:ext uri="{BB962C8B-B14F-4D97-AF65-F5344CB8AC3E}">
        <p14:creationId xmlns:p14="http://schemas.microsoft.com/office/powerpoint/2010/main" val="719988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FAF03D8-055B-4DAF-9B5E-DFD4E9ACEB02}"/>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오디오 파일 계약과 메타데이터 용어</a:t>
            </a:r>
          </a:p>
        </p:txBody>
      </p:sp>
      <p:sp>
        <p:nvSpPr>
          <p:cNvPr id="2" name="">
            <a:extLst xmlns:a="http://schemas.openxmlformats.org/drawingml/2006/main">
              <a:ext uri="{FF2B5EF4-FFF2-40B4-BE49-F238E27FC236}">
                <a16:creationId xmlns:a16="http://schemas.microsoft.com/office/drawing/2014/main" id="{9D3C3D3E-46FA-48D2-9382-EB3A25AB9541}"/>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용어 풀이</a:t>
            </a:r>
          </a:p>
        </p:txBody>
      </p:sp>
      <p:sp>
        <p:nvSpPr>
          <p:cNvPr id="3" name="">
            <a:extLst xmlns:a="http://schemas.openxmlformats.org/drawingml/2006/main">
              <a:ext uri="{FF2B5EF4-FFF2-40B4-BE49-F238E27FC236}">
                <a16:creationId xmlns:a16="http://schemas.microsoft.com/office/drawing/2014/main" id="{C8A3B0B7-BD51-48DB-A19B-1809DB56D5C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4285C3A6-83CC-4ADD-BBBF-63D0FC6712B5}"/>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C4203883-D80A-48D3-862B-B783323297CF}"/>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425B8AC6-5A69-492A-B123-34B1DC12F4E2}"/>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005</a:t>
            </a:r>
          </a:p>
        </p:txBody>
      </p:sp>
      <p:sp>
        <p:nvSpPr>
          <p:cNvPr id="7" name="">
            <a:extLst xmlns:a="http://schemas.openxmlformats.org/drawingml/2006/main">
              <a:ext uri="{FF2B5EF4-FFF2-40B4-BE49-F238E27FC236}">
                <a16:creationId xmlns:a16="http://schemas.microsoft.com/office/drawing/2014/main" id="{2042B234-94D3-42C3-B75D-D75059B3BBB1}"/>
              </a:ext>
            </a:extLst>
          </p:cNvPr>
          <p:cNvSpPr>
            <a:spLocks xmlns:a="http://schemas.openxmlformats.org/drawingml/2006/main" noGrp="1"/>
          </p:cNvSpPr>
          <p:nvPr/>
        </p:nvSpPr>
        <p:spPr>
          <a:xfrm xmlns:a="http://schemas.openxmlformats.org/drawingml/2006/main">
            <a:off x="762000" y="1504950"/>
            <a:ext cx="2476500" cy="8572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8" name="">
            <a:extLst xmlns:a="http://schemas.openxmlformats.org/drawingml/2006/main">
              <a:ext uri="{FF2B5EF4-FFF2-40B4-BE49-F238E27FC236}">
                <a16:creationId xmlns:a16="http://schemas.microsoft.com/office/drawing/2014/main" id="{774A4AC8-3118-44F3-8A00-A52FA7A59445}"/>
              </a:ext>
            </a:extLst>
          </p:cNvPr>
          <p:cNvSpPr>
            <a:spLocks xmlns:a="http://schemas.openxmlformats.org/drawingml/2006/main" noGrp="1"/>
          </p:cNvSpPr>
          <p:nvPr/>
        </p:nvSpPr>
        <p:spPr>
          <a:xfrm xmlns:a="http://schemas.openxmlformats.org/drawingml/2006/main">
            <a:off x="933450" y="16764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용어</a:t>
            </a:r>
          </a:p>
        </p:txBody>
      </p:sp>
      <p:sp>
        <p:nvSpPr>
          <p:cNvPr id="9" name="">
            <a:extLst xmlns:a="http://schemas.openxmlformats.org/drawingml/2006/main">
              <a:ext uri="{FF2B5EF4-FFF2-40B4-BE49-F238E27FC236}">
                <a16:creationId xmlns:a16="http://schemas.microsoft.com/office/drawing/2014/main" id="{76254D5D-0C5E-4D3A-8468-FFD78DB72EED}"/>
              </a:ext>
            </a:extLst>
          </p:cNvPr>
          <p:cNvSpPr>
            <a:spLocks xmlns:a="http://schemas.openxmlformats.org/drawingml/2006/main" noGrp="1"/>
          </p:cNvSpPr>
          <p:nvPr/>
        </p:nvSpPr>
        <p:spPr>
          <a:xfrm xmlns:a="http://schemas.openxmlformats.org/drawingml/2006/main">
            <a:off x="3238500" y="1504950"/>
            <a:ext cx="7810500" cy="8572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0" name="">
            <a:extLst xmlns:a="http://schemas.openxmlformats.org/drawingml/2006/main">
              <a:ext uri="{FF2B5EF4-FFF2-40B4-BE49-F238E27FC236}">
                <a16:creationId xmlns:a16="http://schemas.microsoft.com/office/drawing/2014/main" id="{2B86B655-35F5-4442-B03D-14DFE1956179}"/>
              </a:ext>
            </a:extLst>
          </p:cNvPr>
          <p:cNvSpPr>
            <a:spLocks xmlns:a="http://schemas.openxmlformats.org/drawingml/2006/main" noGrp="1"/>
          </p:cNvSpPr>
          <p:nvPr/>
        </p:nvSpPr>
        <p:spPr>
          <a:xfrm xmlns:a="http://schemas.openxmlformats.org/drawingml/2006/main">
            <a:off x="3409950" y="16764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이 수업에서 쓰는 뜻</a:t>
            </a:r>
          </a:p>
        </p:txBody>
      </p:sp>
      <p:sp>
        <p:nvSpPr>
          <p:cNvPr id="11" name="">
            <a:extLst xmlns:a="http://schemas.openxmlformats.org/drawingml/2006/main">
              <a:ext uri="{FF2B5EF4-FFF2-40B4-BE49-F238E27FC236}">
                <a16:creationId xmlns:a16="http://schemas.microsoft.com/office/drawing/2014/main" id="{BB5618FE-2D25-4653-9330-126DBFFC1800}"/>
              </a:ext>
            </a:extLst>
          </p:cNvPr>
          <p:cNvSpPr>
            <a:spLocks xmlns:a="http://schemas.openxmlformats.org/drawingml/2006/main" noGrp="1"/>
          </p:cNvSpPr>
          <p:nvPr/>
        </p:nvSpPr>
        <p:spPr>
          <a:xfrm xmlns:a="http://schemas.openxmlformats.org/drawingml/2006/main">
            <a:off x="762000" y="2362200"/>
            <a:ext cx="2476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0FD70A2B-6946-4472-84D5-56276931B848}"/>
              </a:ext>
            </a:extLst>
          </p:cNvPr>
          <p:cNvSpPr>
            <a:spLocks xmlns:a="http://schemas.openxmlformats.org/drawingml/2006/main" noGrp="1"/>
          </p:cNvSpPr>
          <p:nvPr/>
        </p:nvSpPr>
        <p:spPr>
          <a:xfrm xmlns:a="http://schemas.openxmlformats.org/drawingml/2006/main">
            <a:off x="933450" y="253365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Codec</a:t>
            </a:r>
          </a:p>
        </p:txBody>
      </p:sp>
      <p:sp>
        <p:nvSpPr>
          <p:cNvPr id="13" name="">
            <a:extLst xmlns:a="http://schemas.openxmlformats.org/drawingml/2006/main">
              <a:ext uri="{FF2B5EF4-FFF2-40B4-BE49-F238E27FC236}">
                <a16:creationId xmlns:a16="http://schemas.microsoft.com/office/drawing/2014/main" id="{52022769-4A8D-4622-A768-DC17436B96B0}"/>
              </a:ext>
            </a:extLst>
          </p:cNvPr>
          <p:cNvSpPr>
            <a:spLocks xmlns:a="http://schemas.openxmlformats.org/drawingml/2006/main" noGrp="1"/>
          </p:cNvSpPr>
          <p:nvPr/>
        </p:nvSpPr>
        <p:spPr>
          <a:xfrm xmlns:a="http://schemas.openxmlformats.org/drawingml/2006/main">
            <a:off x="3238500" y="2362200"/>
            <a:ext cx="7810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2F22FED4-CBB5-40E8-99B4-0DCB3B0463EE}"/>
              </a:ext>
            </a:extLst>
          </p:cNvPr>
          <p:cNvSpPr>
            <a:spLocks xmlns:a="http://schemas.openxmlformats.org/drawingml/2006/main" noGrp="1"/>
          </p:cNvSpPr>
          <p:nvPr/>
        </p:nvSpPr>
        <p:spPr>
          <a:xfrm xmlns:a="http://schemas.openxmlformats.org/drawingml/2006/main">
            <a:off x="3409950" y="253365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음성을 저장하는 압축 방식</a:t>
            </a:r>
          </a:p>
        </p:txBody>
      </p:sp>
      <p:sp>
        <p:nvSpPr>
          <p:cNvPr id="15" name="">
            <a:extLst xmlns:a="http://schemas.openxmlformats.org/drawingml/2006/main">
              <a:ext uri="{FF2B5EF4-FFF2-40B4-BE49-F238E27FC236}">
                <a16:creationId xmlns:a16="http://schemas.microsoft.com/office/drawing/2014/main" id="{BBEDABB2-C6CE-426A-843C-7DD45B55BABB}"/>
              </a:ext>
            </a:extLst>
          </p:cNvPr>
          <p:cNvSpPr>
            <a:spLocks xmlns:a="http://schemas.openxmlformats.org/drawingml/2006/main" noGrp="1"/>
          </p:cNvSpPr>
          <p:nvPr/>
        </p:nvSpPr>
        <p:spPr>
          <a:xfrm xmlns:a="http://schemas.openxmlformats.org/drawingml/2006/main">
            <a:off x="762000" y="3219450"/>
            <a:ext cx="2476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6" name="">
            <a:extLst xmlns:a="http://schemas.openxmlformats.org/drawingml/2006/main">
              <a:ext uri="{FF2B5EF4-FFF2-40B4-BE49-F238E27FC236}">
                <a16:creationId xmlns:a16="http://schemas.microsoft.com/office/drawing/2014/main" id="{22D94FB6-1D65-44E3-B524-AAFB3748C16D}"/>
              </a:ext>
            </a:extLst>
          </p:cNvPr>
          <p:cNvSpPr>
            <a:spLocks xmlns:a="http://schemas.openxmlformats.org/drawingml/2006/main" noGrp="1"/>
          </p:cNvSpPr>
          <p:nvPr/>
        </p:nvSpPr>
        <p:spPr>
          <a:xfrm xmlns:a="http://schemas.openxmlformats.org/drawingml/2006/main">
            <a:off x="933450" y="33909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Container</a:t>
            </a:r>
          </a:p>
        </p:txBody>
      </p:sp>
      <p:sp>
        <p:nvSpPr>
          <p:cNvPr id="17" name="">
            <a:extLst xmlns:a="http://schemas.openxmlformats.org/drawingml/2006/main">
              <a:ext uri="{FF2B5EF4-FFF2-40B4-BE49-F238E27FC236}">
                <a16:creationId xmlns:a16="http://schemas.microsoft.com/office/drawing/2014/main" id="{577F51E3-217D-4E0F-B5C1-01E6F99B006D}"/>
              </a:ext>
            </a:extLst>
          </p:cNvPr>
          <p:cNvSpPr>
            <a:spLocks xmlns:a="http://schemas.openxmlformats.org/drawingml/2006/main" noGrp="1"/>
          </p:cNvSpPr>
          <p:nvPr/>
        </p:nvSpPr>
        <p:spPr>
          <a:xfrm xmlns:a="http://schemas.openxmlformats.org/drawingml/2006/main">
            <a:off x="3238500" y="3219450"/>
            <a:ext cx="7810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E1C2F3F4-D359-4E54-9D31-EDE150C64478}"/>
              </a:ext>
            </a:extLst>
          </p:cNvPr>
          <p:cNvSpPr>
            <a:spLocks xmlns:a="http://schemas.openxmlformats.org/drawingml/2006/main" noGrp="1"/>
          </p:cNvSpPr>
          <p:nvPr/>
        </p:nvSpPr>
        <p:spPr>
          <a:xfrm xmlns:a="http://schemas.openxmlformats.org/drawingml/2006/main">
            <a:off x="3409950" y="33909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음성과 메타데이터를 담는 파일 형식</a:t>
            </a:r>
          </a:p>
        </p:txBody>
      </p:sp>
      <p:sp>
        <p:nvSpPr>
          <p:cNvPr id="19" name="">
            <a:extLst xmlns:a="http://schemas.openxmlformats.org/drawingml/2006/main">
              <a:ext uri="{FF2B5EF4-FFF2-40B4-BE49-F238E27FC236}">
                <a16:creationId xmlns:a16="http://schemas.microsoft.com/office/drawing/2014/main" id="{C18FD58A-C188-4913-84E5-6B73FE8742C0}"/>
              </a:ext>
            </a:extLst>
          </p:cNvPr>
          <p:cNvSpPr>
            <a:spLocks xmlns:a="http://schemas.openxmlformats.org/drawingml/2006/main" noGrp="1"/>
          </p:cNvSpPr>
          <p:nvPr/>
        </p:nvSpPr>
        <p:spPr>
          <a:xfrm xmlns:a="http://schemas.openxmlformats.org/drawingml/2006/main">
            <a:off x="762000" y="4076700"/>
            <a:ext cx="2476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0" name="">
            <a:extLst xmlns:a="http://schemas.openxmlformats.org/drawingml/2006/main">
              <a:ext uri="{FF2B5EF4-FFF2-40B4-BE49-F238E27FC236}">
                <a16:creationId xmlns:a16="http://schemas.microsoft.com/office/drawing/2014/main" id="{B8C7DCB5-3B43-4358-BA09-5BCE1DB58C55}"/>
              </a:ext>
            </a:extLst>
          </p:cNvPr>
          <p:cNvSpPr>
            <a:spLocks xmlns:a="http://schemas.openxmlformats.org/drawingml/2006/main" noGrp="1"/>
          </p:cNvSpPr>
          <p:nvPr/>
        </p:nvSpPr>
        <p:spPr>
          <a:xfrm xmlns:a="http://schemas.openxmlformats.org/drawingml/2006/main">
            <a:off x="933450" y="424815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Sample rate</a:t>
            </a:r>
          </a:p>
        </p:txBody>
      </p:sp>
      <p:sp>
        <p:nvSpPr>
          <p:cNvPr id="21" name="">
            <a:extLst xmlns:a="http://schemas.openxmlformats.org/drawingml/2006/main">
              <a:ext uri="{FF2B5EF4-FFF2-40B4-BE49-F238E27FC236}">
                <a16:creationId xmlns:a16="http://schemas.microsoft.com/office/drawing/2014/main" id="{ADBCB702-BBAE-4920-A669-85A8F4950AD6}"/>
              </a:ext>
            </a:extLst>
          </p:cNvPr>
          <p:cNvSpPr>
            <a:spLocks xmlns:a="http://schemas.openxmlformats.org/drawingml/2006/main" noGrp="1"/>
          </p:cNvSpPr>
          <p:nvPr/>
        </p:nvSpPr>
        <p:spPr>
          <a:xfrm xmlns:a="http://schemas.openxmlformats.org/drawingml/2006/main">
            <a:off x="3238500" y="4076700"/>
            <a:ext cx="7810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3C02EFC6-57C6-48D7-B1D0-2C8DCBB6F483}"/>
              </a:ext>
            </a:extLst>
          </p:cNvPr>
          <p:cNvSpPr>
            <a:spLocks xmlns:a="http://schemas.openxmlformats.org/drawingml/2006/main" noGrp="1"/>
          </p:cNvSpPr>
          <p:nvPr/>
        </p:nvSpPr>
        <p:spPr>
          <a:xfrm xmlns:a="http://schemas.openxmlformats.org/drawingml/2006/main">
            <a:off x="3409950" y="424815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1초를 몇 번 측정했는지</a:t>
            </a:r>
          </a:p>
        </p:txBody>
      </p:sp>
      <p:sp>
        <p:nvSpPr>
          <p:cNvPr id="23" name="">
            <a:extLst xmlns:a="http://schemas.openxmlformats.org/drawingml/2006/main">
              <a:ext uri="{FF2B5EF4-FFF2-40B4-BE49-F238E27FC236}">
                <a16:creationId xmlns:a16="http://schemas.microsoft.com/office/drawing/2014/main" id="{89E06B1D-1573-441D-A3BB-52A34384F064}"/>
              </a:ext>
            </a:extLst>
          </p:cNvPr>
          <p:cNvSpPr>
            <a:spLocks xmlns:a="http://schemas.openxmlformats.org/drawingml/2006/main" noGrp="1"/>
          </p:cNvSpPr>
          <p:nvPr/>
        </p:nvSpPr>
        <p:spPr>
          <a:xfrm xmlns:a="http://schemas.openxmlformats.org/drawingml/2006/main">
            <a:off x="762000" y="4933950"/>
            <a:ext cx="2476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4" name="">
            <a:extLst xmlns:a="http://schemas.openxmlformats.org/drawingml/2006/main">
              <a:ext uri="{FF2B5EF4-FFF2-40B4-BE49-F238E27FC236}">
                <a16:creationId xmlns:a16="http://schemas.microsoft.com/office/drawing/2014/main" id="{07A6002A-DEF4-4679-AFF6-154586D98577}"/>
              </a:ext>
            </a:extLst>
          </p:cNvPr>
          <p:cNvSpPr>
            <a:spLocks xmlns:a="http://schemas.openxmlformats.org/drawingml/2006/main" noGrp="1"/>
          </p:cNvSpPr>
          <p:nvPr/>
        </p:nvSpPr>
        <p:spPr>
          <a:xfrm xmlns:a="http://schemas.openxmlformats.org/drawingml/2006/main">
            <a:off x="933450" y="51054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Channel</a:t>
            </a:r>
          </a:p>
        </p:txBody>
      </p:sp>
      <p:sp>
        <p:nvSpPr>
          <p:cNvPr id="25" name="">
            <a:extLst xmlns:a="http://schemas.openxmlformats.org/drawingml/2006/main">
              <a:ext uri="{FF2B5EF4-FFF2-40B4-BE49-F238E27FC236}">
                <a16:creationId xmlns:a16="http://schemas.microsoft.com/office/drawing/2014/main" id="{56F652AE-FC3B-49E0-96F8-01EA1E391171}"/>
              </a:ext>
            </a:extLst>
          </p:cNvPr>
          <p:cNvSpPr>
            <a:spLocks xmlns:a="http://schemas.openxmlformats.org/drawingml/2006/main" noGrp="1"/>
          </p:cNvSpPr>
          <p:nvPr/>
        </p:nvSpPr>
        <p:spPr>
          <a:xfrm xmlns:a="http://schemas.openxmlformats.org/drawingml/2006/main">
            <a:off x="3238500" y="4933950"/>
            <a:ext cx="7810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6" name="">
            <a:extLst xmlns:a="http://schemas.openxmlformats.org/drawingml/2006/main">
              <a:ext uri="{FF2B5EF4-FFF2-40B4-BE49-F238E27FC236}">
                <a16:creationId xmlns:a16="http://schemas.microsoft.com/office/drawing/2014/main" id="{8D80F61A-A950-4C2F-BAFA-B6FD63454DE7}"/>
              </a:ext>
            </a:extLst>
          </p:cNvPr>
          <p:cNvSpPr>
            <a:spLocks xmlns:a="http://schemas.openxmlformats.org/drawingml/2006/main" noGrp="1"/>
          </p:cNvSpPr>
          <p:nvPr/>
        </p:nvSpPr>
        <p:spPr>
          <a:xfrm xmlns:a="http://schemas.openxmlformats.org/drawingml/2006/main">
            <a:off x="3409950" y="51054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mono·stereo 같은 음성 통로 수</a:t>
            </a:r>
          </a:p>
        </p:txBody>
      </p:sp>
    </p:spTree>
    <p:extLst>
      <p:ext uri="{BB962C8B-B14F-4D97-AF65-F5344CB8AC3E}">
        <p14:creationId xmlns:p14="http://schemas.microsoft.com/office/powerpoint/2010/main" val="13594613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F77DECC-599D-4D05-9D4F-E7D55D2780E8}"/>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audio_metadata.json 입출력</a:t>
            </a:r>
          </a:p>
        </p:txBody>
      </p:sp>
      <p:sp>
        <p:nvSpPr>
          <p:cNvPr id="2" name="">
            <a:extLst xmlns:a="http://schemas.openxmlformats.org/drawingml/2006/main">
              <a:ext uri="{FF2B5EF4-FFF2-40B4-BE49-F238E27FC236}">
                <a16:creationId xmlns:a16="http://schemas.microsoft.com/office/drawing/2014/main" id="{70214C0E-ADC6-4665-AAA3-F7C4932193D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CBC46A70-9064-43F8-8C77-02209617A44D}"/>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B533442D-786F-4C33-8B74-AFDD7643486B}"/>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5" name="">
            <a:extLst xmlns:a="http://schemas.openxmlformats.org/drawingml/2006/main">
              <a:ext uri="{FF2B5EF4-FFF2-40B4-BE49-F238E27FC236}">
                <a16:creationId xmlns:a16="http://schemas.microsoft.com/office/drawing/2014/main" id="{7E233CA8-86DD-437C-83A1-20A20965F410}"/>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006</a:t>
            </a:r>
          </a:p>
        </p:txBody>
      </p:sp>
      <p:sp>
        <p:nvSpPr>
          <p:cNvPr id="6" name="">
            <a:extLst xmlns:a="http://schemas.openxmlformats.org/drawingml/2006/main">
              <a:ext uri="{FF2B5EF4-FFF2-40B4-BE49-F238E27FC236}">
                <a16:creationId xmlns:a16="http://schemas.microsoft.com/office/drawing/2014/main" id="{6702F65A-4291-47F3-B73A-CD62828B1FA0}"/>
              </a:ext>
            </a:extLst>
          </p:cNvPr>
          <p:cNvSpPr>
            <a:spLocks xmlns:a="http://schemas.openxmlformats.org/drawingml/2006/main" noGrp="1"/>
          </p:cNvSpPr>
          <p:nvPr/>
        </p:nvSpPr>
        <p:spPr>
          <a:xfrm xmlns:a="http://schemas.openxmlformats.org/drawingml/2006/main">
            <a:off x="685800" y="1581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INPUT</a:t>
            </a:r>
          </a:p>
        </p:txBody>
      </p:sp>
      <p:sp>
        <p:nvSpPr>
          <p:cNvPr id="7" name="">
            <a:extLst xmlns:a="http://schemas.openxmlformats.org/drawingml/2006/main">
              <a:ext uri="{FF2B5EF4-FFF2-40B4-BE49-F238E27FC236}">
                <a16:creationId xmlns:a16="http://schemas.microsoft.com/office/drawing/2014/main" id="{7D6389B4-055B-4F0E-B555-E59D77F0734A}"/>
              </a:ext>
            </a:extLst>
          </p:cNvPr>
          <p:cNvSpPr>
            <a:spLocks xmlns:a="http://schemas.openxmlformats.org/drawingml/2006/main" noGrp="1"/>
          </p:cNvSpPr>
          <p:nvPr/>
        </p:nvSpPr>
        <p:spPr>
          <a:xfrm xmlns:a="http://schemas.openxmlformats.org/drawingml/2006/main">
            <a:off x="685800" y="196215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969EC50B-02E1-45DA-8DFB-5F4B1E7EECA4}"/>
              </a:ext>
            </a:extLst>
          </p:cNvPr>
          <p:cNvSpPr>
            <a:spLocks xmlns:a="http://schemas.openxmlformats.org/drawingml/2006/main" noGrp="1"/>
          </p:cNvSpPr>
          <p:nvPr/>
        </p:nvSpPr>
        <p:spPr>
          <a:xfrm xmlns:a="http://schemas.openxmlformats.org/drawingml/2006/main">
            <a:off x="685800" y="21717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data/demo_meeting.wav</a:t>
            </a:r>
          </a:p>
        </p:txBody>
      </p:sp>
      <p:sp>
        <p:nvSpPr>
          <p:cNvPr id="9" name="">
            <a:extLst xmlns:a="http://schemas.openxmlformats.org/drawingml/2006/main">
              <a:ext uri="{FF2B5EF4-FFF2-40B4-BE49-F238E27FC236}">
                <a16:creationId xmlns:a16="http://schemas.microsoft.com/office/drawing/2014/main" id="{2E02D6A6-E851-4745-B010-A3BF7F48C5B1}"/>
              </a:ext>
            </a:extLst>
          </p:cNvPr>
          <p:cNvSpPr>
            <a:spLocks xmlns:a="http://schemas.openxmlformats.org/drawingml/2006/main" noGrp="1"/>
          </p:cNvSpPr>
          <p:nvPr/>
        </p:nvSpPr>
        <p:spPr>
          <a:xfrm xmlns:a="http://schemas.openxmlformats.org/drawingml/2006/main">
            <a:off x="6096000" y="1581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PROCESS</a:t>
            </a:r>
          </a:p>
        </p:txBody>
      </p:sp>
      <p:sp>
        <p:nvSpPr>
          <p:cNvPr id="10" name="">
            <a:extLst xmlns:a="http://schemas.openxmlformats.org/drawingml/2006/main">
              <a:ext uri="{FF2B5EF4-FFF2-40B4-BE49-F238E27FC236}">
                <a16:creationId xmlns:a16="http://schemas.microsoft.com/office/drawing/2014/main" id="{EB4E3CAE-4D77-4D37-A372-9AD38C51B9DC}"/>
              </a:ext>
            </a:extLst>
          </p:cNvPr>
          <p:cNvSpPr>
            <a:spLocks xmlns:a="http://schemas.openxmlformats.org/drawingml/2006/main" noGrp="1"/>
          </p:cNvSpPr>
          <p:nvPr/>
        </p:nvSpPr>
        <p:spPr>
          <a:xfrm xmlns:a="http://schemas.openxmlformats.org/drawingml/2006/main">
            <a:off x="6096000" y="196215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30B6D7F6-977C-4367-B261-D681A907FD37}"/>
              </a:ext>
            </a:extLst>
          </p:cNvPr>
          <p:cNvSpPr>
            <a:spLocks xmlns:a="http://schemas.openxmlformats.org/drawingml/2006/main" noGrp="1"/>
          </p:cNvSpPr>
          <p:nvPr/>
        </p:nvSpPr>
        <p:spPr>
          <a:xfrm xmlns:a="http://schemas.openxmlformats.org/drawingml/2006/main">
            <a:off x="6096000" y="21717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workspace 경로 확인 → 파일 존재 확인 → WAV metadata 읽기</a:t>
            </a:r>
          </a:p>
        </p:txBody>
      </p:sp>
      <p:sp>
        <p:nvSpPr>
          <p:cNvPr id="12" name="">
            <a:extLst xmlns:a="http://schemas.openxmlformats.org/drawingml/2006/main">
              <a:ext uri="{FF2B5EF4-FFF2-40B4-BE49-F238E27FC236}">
                <a16:creationId xmlns:a16="http://schemas.microsoft.com/office/drawing/2014/main" id="{1A428DD6-040A-4EBE-B270-6CC5F0403CA8}"/>
              </a:ext>
            </a:extLst>
          </p:cNvPr>
          <p:cNvSpPr>
            <a:spLocks xmlns:a="http://schemas.openxmlformats.org/drawingml/2006/main" noGrp="1"/>
          </p:cNvSpPr>
          <p:nvPr/>
        </p:nvSpPr>
        <p:spPr>
          <a:xfrm xmlns:a="http://schemas.openxmlformats.org/drawingml/2006/main">
            <a:off x="685800" y="3619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OUTPUT</a:t>
            </a:r>
          </a:p>
        </p:txBody>
      </p:sp>
      <p:sp>
        <p:nvSpPr>
          <p:cNvPr id="13" name="">
            <a:extLst xmlns:a="http://schemas.openxmlformats.org/drawingml/2006/main">
              <a:ext uri="{FF2B5EF4-FFF2-40B4-BE49-F238E27FC236}">
                <a16:creationId xmlns:a16="http://schemas.microsoft.com/office/drawing/2014/main" id="{68E11322-0457-46F7-853C-30038606B38D}"/>
              </a:ext>
            </a:extLst>
          </p:cNvPr>
          <p:cNvSpPr>
            <a:spLocks xmlns:a="http://schemas.openxmlformats.org/drawingml/2006/main" noGrp="1"/>
          </p:cNvSpPr>
          <p:nvPr/>
        </p:nvSpPr>
        <p:spPr>
          <a:xfrm xmlns:a="http://schemas.openxmlformats.org/drawingml/2006/main">
            <a:off x="685800" y="400050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669187C4-9067-4346-9B9A-05FD8EDC8943}"/>
              </a:ext>
            </a:extLst>
          </p:cNvPr>
          <p:cNvSpPr>
            <a:spLocks xmlns:a="http://schemas.openxmlformats.org/drawingml/2006/main" noGrp="1"/>
          </p:cNvSpPr>
          <p:nvPr/>
        </p:nvSpPr>
        <p:spPr>
          <a:xfrm xmlns:a="http://schemas.openxmlformats.org/drawingml/2006/main">
            <a:off x="685800" y="42100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audio_metadata.json</a:t>
            </a:r>
          </a:p>
        </p:txBody>
      </p:sp>
      <p:sp>
        <p:nvSpPr>
          <p:cNvPr id="15" name="">
            <a:extLst xmlns:a="http://schemas.openxmlformats.org/drawingml/2006/main">
              <a:ext uri="{FF2B5EF4-FFF2-40B4-BE49-F238E27FC236}">
                <a16:creationId xmlns:a16="http://schemas.microsoft.com/office/drawing/2014/main" id="{593AD853-F2DA-4663-9143-3453F2EC4652}"/>
              </a:ext>
            </a:extLst>
          </p:cNvPr>
          <p:cNvSpPr>
            <a:spLocks xmlns:a="http://schemas.openxmlformats.org/drawingml/2006/main" noGrp="1"/>
          </p:cNvSpPr>
          <p:nvPr/>
        </p:nvSpPr>
        <p:spPr>
          <a:xfrm xmlns:a="http://schemas.openxmlformats.org/drawingml/2006/main">
            <a:off x="6096000" y="3619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VERIFY</a:t>
            </a:r>
          </a:p>
        </p:txBody>
      </p:sp>
      <p:sp>
        <p:nvSpPr>
          <p:cNvPr id="16" name="">
            <a:extLst xmlns:a="http://schemas.openxmlformats.org/drawingml/2006/main">
              <a:ext uri="{FF2B5EF4-FFF2-40B4-BE49-F238E27FC236}">
                <a16:creationId xmlns:a16="http://schemas.microsoft.com/office/drawing/2014/main" id="{F640244B-D023-4E69-8D5D-225C22F560EA}"/>
              </a:ext>
            </a:extLst>
          </p:cNvPr>
          <p:cNvSpPr>
            <a:spLocks xmlns:a="http://schemas.openxmlformats.org/drawingml/2006/main" noGrp="1"/>
          </p:cNvSpPr>
          <p:nvPr/>
        </p:nvSpPr>
        <p:spPr>
          <a:xfrm xmlns:a="http://schemas.openxmlformats.org/drawingml/2006/main">
            <a:off x="6096000" y="400050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7" name="">
            <a:extLst xmlns:a="http://schemas.openxmlformats.org/drawingml/2006/main">
              <a:ext uri="{FF2B5EF4-FFF2-40B4-BE49-F238E27FC236}">
                <a16:creationId xmlns:a16="http://schemas.microsoft.com/office/drawing/2014/main" id="{7ED92DC1-519F-426F-98D6-D2492E76C93D}"/>
              </a:ext>
            </a:extLst>
          </p:cNvPr>
          <p:cNvSpPr>
            <a:spLocks xmlns:a="http://schemas.openxmlformats.org/drawingml/2006/main" noGrp="1"/>
          </p:cNvSpPr>
          <p:nvPr/>
        </p:nvSpPr>
        <p:spPr>
          <a:xfrm xmlns:a="http://schemas.openxmlformats.org/drawingml/2006/main">
            <a:off x="6096000" y="42100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WAV의 길이·rate·channel이 숫자로 반환된다.</a:t>
            </a:r>
          </a:p>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workspace 밖 오디오는 WORKSPACE_PATH_BLOCKED로 끝난다.</a:t>
            </a:r>
          </a:p>
        </p:txBody>
      </p:sp>
    </p:spTree>
    <p:extLst>
      <p:ext uri="{BB962C8B-B14F-4D97-AF65-F5344CB8AC3E}">
        <p14:creationId xmlns:p14="http://schemas.microsoft.com/office/powerpoint/2010/main" val="185434021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A8A6361-A689-4364-A110-BA3624B3204A}"/>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오디오 파일 계약과 메타데이터 실행 흐름</a:t>
            </a:r>
          </a:p>
        </p:txBody>
      </p:sp>
      <p:sp>
        <p:nvSpPr>
          <p:cNvPr id="2" name="">
            <a:extLst xmlns:a="http://schemas.openxmlformats.org/drawingml/2006/main">
              <a:ext uri="{FF2B5EF4-FFF2-40B4-BE49-F238E27FC236}">
                <a16:creationId xmlns:a16="http://schemas.microsoft.com/office/drawing/2014/main" id="{EFB061B7-3707-4621-B1F1-DAC81CE3785D}"/>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업무 흐름</a:t>
            </a:r>
          </a:p>
        </p:txBody>
      </p:sp>
      <p:sp>
        <p:nvSpPr>
          <p:cNvPr id="3" name="">
            <a:extLst xmlns:a="http://schemas.openxmlformats.org/drawingml/2006/main">
              <a:ext uri="{FF2B5EF4-FFF2-40B4-BE49-F238E27FC236}">
                <a16:creationId xmlns:a16="http://schemas.microsoft.com/office/drawing/2014/main" id="{ECA288C0-A17A-4146-AA79-89F3E7F265E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DBD59CF6-9D56-4EF0-86B5-0E2FF6F2928C}"/>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F21D06A0-D7E3-4555-ABFE-9101D3458655}"/>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F7353AAB-D9F0-432F-B78E-BAB3B793D59F}"/>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007</a:t>
            </a:r>
          </a:p>
        </p:txBody>
      </p:sp>
      <p:sp>
        <p:nvSpPr>
          <p:cNvPr id="7" name="">
            <a:extLst xmlns:a="http://schemas.openxmlformats.org/drawingml/2006/main">
              <a:ext uri="{FF2B5EF4-FFF2-40B4-BE49-F238E27FC236}">
                <a16:creationId xmlns:a16="http://schemas.microsoft.com/office/drawing/2014/main" id="{FA0CC1AE-1E6C-4DE9-BDDC-A017A953E070}"/>
              </a:ext>
            </a:extLst>
          </p:cNvPr>
          <p:cNvSpPr>
            <a:spLocks xmlns:a="http://schemas.openxmlformats.org/drawingml/2006/main" noGrp="1"/>
          </p:cNvSpPr>
          <p:nvPr/>
        </p:nvSpPr>
        <p:spPr>
          <a:xfrm xmlns:a="http://schemas.openxmlformats.org/drawingml/2006/main">
            <a:off x="6858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2563EB"/>
                </a:solidFill>
                <a:latin typeface="NanumGothic"/>
                <a:ea typeface="NanumGothic"/>
                <a:cs typeface="NanumGothic"/>
              </a:defRPr>
            </a:pPr>
            <a:r>
              <a:rPr sz="2625" b="1">
                <a:solidFill>
                  <a:srgbClr val="2563EB"/>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EFC97273-ED11-4573-A848-4D98448361C8}"/>
              </a:ext>
            </a:extLst>
          </p:cNvPr>
          <p:cNvSpPr>
            <a:spLocks xmlns:a="http://schemas.openxmlformats.org/drawingml/2006/main" noGrp="1"/>
          </p:cNvSpPr>
          <p:nvPr/>
        </p:nvSpPr>
        <p:spPr>
          <a:xfrm xmlns:a="http://schemas.openxmlformats.org/drawingml/2006/main">
            <a:off x="6858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8A72F294-AADB-4EB3-A9AB-77DB1C7BC143}"/>
              </a:ext>
            </a:extLst>
          </p:cNvPr>
          <p:cNvSpPr>
            <a:spLocks xmlns:a="http://schemas.openxmlformats.org/drawingml/2006/main" noGrp="1"/>
          </p:cNvSpPr>
          <p:nvPr/>
        </p:nvSpPr>
        <p:spPr>
          <a:xfrm xmlns:a="http://schemas.openxmlformats.org/drawingml/2006/main">
            <a:off x="6858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workspace 경로 확인</a:t>
            </a:r>
          </a:p>
        </p:txBody>
      </p:sp>
      <p:sp>
        <p:nvSpPr>
          <p:cNvPr id="10" name="">
            <a:extLst xmlns:a="http://schemas.openxmlformats.org/drawingml/2006/main">
              <a:ext uri="{FF2B5EF4-FFF2-40B4-BE49-F238E27FC236}">
                <a16:creationId xmlns:a16="http://schemas.microsoft.com/office/drawing/2014/main" id="{B8F162B1-0DD0-40E5-868E-318C2F8F3217}"/>
              </a:ext>
            </a:extLst>
          </p:cNvPr>
          <p:cNvSpPr>
            <a:spLocks xmlns:a="http://schemas.openxmlformats.org/drawingml/2006/main" noGrp="1"/>
          </p:cNvSpPr>
          <p:nvPr/>
        </p:nvSpPr>
        <p:spPr>
          <a:xfrm xmlns:a="http://schemas.openxmlformats.org/drawingml/2006/main">
            <a:off x="283845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4F502702-6979-429B-A62F-02B5071A8F0C}"/>
              </a:ext>
            </a:extLst>
          </p:cNvPr>
          <p:cNvSpPr>
            <a:spLocks xmlns:a="http://schemas.openxmlformats.org/drawingml/2006/main" noGrp="1"/>
          </p:cNvSpPr>
          <p:nvPr/>
        </p:nvSpPr>
        <p:spPr>
          <a:xfrm xmlns:a="http://schemas.openxmlformats.org/drawingml/2006/main">
            <a:off x="283845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6304F20F-3363-4922-99CC-0C5D39F79ABB}"/>
              </a:ext>
            </a:extLst>
          </p:cNvPr>
          <p:cNvSpPr>
            <a:spLocks xmlns:a="http://schemas.openxmlformats.org/drawingml/2006/main" noGrp="1"/>
          </p:cNvSpPr>
          <p:nvPr/>
        </p:nvSpPr>
        <p:spPr>
          <a:xfrm xmlns:a="http://schemas.openxmlformats.org/drawingml/2006/main">
            <a:off x="283845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파일 존재 확인</a:t>
            </a:r>
          </a:p>
        </p:txBody>
      </p:sp>
      <p:sp>
        <p:nvSpPr>
          <p:cNvPr id="13" name="">
            <a:extLst xmlns:a="http://schemas.openxmlformats.org/drawingml/2006/main">
              <a:ext uri="{FF2B5EF4-FFF2-40B4-BE49-F238E27FC236}">
                <a16:creationId xmlns:a16="http://schemas.microsoft.com/office/drawing/2014/main" id="{EB2E30E7-26A8-456C-A695-B9A63E0AA648}"/>
              </a:ext>
            </a:extLst>
          </p:cNvPr>
          <p:cNvSpPr>
            <a:spLocks xmlns:a="http://schemas.openxmlformats.org/drawingml/2006/main" noGrp="1"/>
          </p:cNvSpPr>
          <p:nvPr/>
        </p:nvSpPr>
        <p:spPr>
          <a:xfrm xmlns:a="http://schemas.openxmlformats.org/drawingml/2006/main">
            <a:off x="49911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AD7F9E46-5AC1-4EB3-90CA-C88E3B798EFA}"/>
              </a:ext>
            </a:extLst>
          </p:cNvPr>
          <p:cNvSpPr>
            <a:spLocks xmlns:a="http://schemas.openxmlformats.org/drawingml/2006/main" noGrp="1"/>
          </p:cNvSpPr>
          <p:nvPr/>
        </p:nvSpPr>
        <p:spPr>
          <a:xfrm xmlns:a="http://schemas.openxmlformats.org/drawingml/2006/main">
            <a:off x="49911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DD5E2AD1-6043-44F3-A95E-DEF506D5C63C}"/>
              </a:ext>
            </a:extLst>
          </p:cNvPr>
          <p:cNvSpPr>
            <a:spLocks xmlns:a="http://schemas.openxmlformats.org/drawingml/2006/main" noGrp="1"/>
          </p:cNvSpPr>
          <p:nvPr/>
        </p:nvSpPr>
        <p:spPr>
          <a:xfrm xmlns:a="http://schemas.openxmlformats.org/drawingml/2006/main">
            <a:off x="49911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WAV metadata 읽기</a:t>
            </a:r>
          </a:p>
        </p:txBody>
      </p:sp>
      <p:sp>
        <p:nvSpPr>
          <p:cNvPr id="16" name="">
            <a:extLst xmlns:a="http://schemas.openxmlformats.org/drawingml/2006/main">
              <a:ext uri="{FF2B5EF4-FFF2-40B4-BE49-F238E27FC236}">
                <a16:creationId xmlns:a16="http://schemas.microsoft.com/office/drawing/2014/main" id="{302CC202-DD98-48B8-843E-DD992E20DF7B}"/>
              </a:ext>
            </a:extLst>
          </p:cNvPr>
          <p:cNvSpPr>
            <a:spLocks xmlns:a="http://schemas.openxmlformats.org/drawingml/2006/main" noGrp="1"/>
          </p:cNvSpPr>
          <p:nvPr/>
        </p:nvSpPr>
        <p:spPr>
          <a:xfrm xmlns:a="http://schemas.openxmlformats.org/drawingml/2006/main">
            <a:off x="714375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4B890B5E-3593-4890-B791-31424054C851}"/>
              </a:ext>
            </a:extLst>
          </p:cNvPr>
          <p:cNvSpPr>
            <a:spLocks xmlns:a="http://schemas.openxmlformats.org/drawingml/2006/main" noGrp="1"/>
          </p:cNvSpPr>
          <p:nvPr/>
        </p:nvSpPr>
        <p:spPr>
          <a:xfrm xmlns:a="http://schemas.openxmlformats.org/drawingml/2006/main">
            <a:off x="714375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8414BE58-5D92-462E-9604-0B4CB4CF03CD}"/>
              </a:ext>
            </a:extLst>
          </p:cNvPr>
          <p:cNvSpPr>
            <a:spLocks xmlns:a="http://schemas.openxmlformats.org/drawingml/2006/main" noGrp="1"/>
          </p:cNvSpPr>
          <p:nvPr/>
        </p:nvSpPr>
        <p:spPr>
          <a:xfrm xmlns:a="http://schemas.openxmlformats.org/drawingml/2006/main">
            <a:off x="714375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지원 조건 판정</a:t>
            </a:r>
          </a:p>
        </p:txBody>
      </p:sp>
      <p:sp>
        <p:nvSpPr>
          <p:cNvPr id="19" name="">
            <a:extLst xmlns:a="http://schemas.openxmlformats.org/drawingml/2006/main">
              <a:ext uri="{FF2B5EF4-FFF2-40B4-BE49-F238E27FC236}">
                <a16:creationId xmlns:a16="http://schemas.microsoft.com/office/drawing/2014/main" id="{9977485A-3201-4B00-9841-487ACEFD745B}"/>
              </a:ext>
            </a:extLst>
          </p:cNvPr>
          <p:cNvSpPr>
            <a:spLocks xmlns:a="http://schemas.openxmlformats.org/drawingml/2006/main" noGrp="1"/>
          </p:cNvSpPr>
          <p:nvPr/>
        </p:nvSpPr>
        <p:spPr>
          <a:xfrm xmlns:a="http://schemas.openxmlformats.org/drawingml/2006/main">
            <a:off x="92964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05</a:t>
            </a:r>
          </a:p>
        </p:txBody>
      </p:sp>
      <p:sp>
        <p:nvSpPr>
          <p:cNvPr id="20" name="">
            <a:extLst xmlns:a="http://schemas.openxmlformats.org/drawingml/2006/main">
              <a:ext uri="{FF2B5EF4-FFF2-40B4-BE49-F238E27FC236}">
                <a16:creationId xmlns:a16="http://schemas.microsoft.com/office/drawing/2014/main" id="{069991BD-B8CA-46A8-AC38-D7391955DBB2}"/>
              </a:ext>
            </a:extLst>
          </p:cNvPr>
          <p:cNvSpPr>
            <a:spLocks xmlns:a="http://schemas.openxmlformats.org/drawingml/2006/main" noGrp="1"/>
          </p:cNvSpPr>
          <p:nvPr/>
        </p:nvSpPr>
        <p:spPr>
          <a:xfrm xmlns:a="http://schemas.openxmlformats.org/drawingml/2006/main">
            <a:off x="92964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21" name="">
            <a:extLst xmlns:a="http://schemas.openxmlformats.org/drawingml/2006/main">
              <a:ext uri="{FF2B5EF4-FFF2-40B4-BE49-F238E27FC236}">
                <a16:creationId xmlns:a16="http://schemas.microsoft.com/office/drawing/2014/main" id="{6055C83A-8CAC-41A3-A2E3-F1E54E558579}"/>
              </a:ext>
            </a:extLst>
          </p:cNvPr>
          <p:cNvSpPr>
            <a:spLocks xmlns:a="http://schemas.openxmlformats.org/drawingml/2006/main" noGrp="1"/>
          </p:cNvSpPr>
          <p:nvPr/>
        </p:nvSpPr>
        <p:spPr>
          <a:xfrm xmlns:a="http://schemas.openxmlformats.org/drawingml/2006/main">
            <a:off x="92964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전사 또는 구조화 실패</a:t>
            </a:r>
          </a:p>
        </p:txBody>
      </p:sp>
      <p:sp>
        <p:nvSpPr>
          <p:cNvPr id="22" name="">
            <a:extLst xmlns:a="http://schemas.openxmlformats.org/drawingml/2006/main">
              <a:ext uri="{FF2B5EF4-FFF2-40B4-BE49-F238E27FC236}">
                <a16:creationId xmlns:a16="http://schemas.microsoft.com/office/drawing/2014/main" id="{795ACF8C-5E8D-47A4-ACFB-295967D41B15}"/>
              </a:ext>
            </a:extLst>
          </p:cNvPr>
          <p:cNvSpPr>
            <a:spLocks xmlns:a="http://schemas.openxmlformats.org/drawingml/2006/main" noGrp="1"/>
          </p:cNvSpPr>
          <p:nvPr/>
        </p:nvSpPr>
        <p:spPr>
          <a:xfrm xmlns:a="http://schemas.openxmlformats.org/drawingml/2006/main">
            <a:off x="1524000" y="46291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마지막 판단은 audio_metadata.json에서 사람이 확인합니다.</a:t>
            </a:r>
          </a:p>
        </p:txBody>
      </p:sp>
    </p:spTree>
    <p:extLst>
      <p:ext uri="{BB962C8B-B14F-4D97-AF65-F5344CB8AC3E}">
        <p14:creationId xmlns:p14="http://schemas.microsoft.com/office/powerpoint/2010/main" val="3628012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C461672-F62F-4ADB-BDAA-83A0DA1F0C39}"/>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audio_metadata.json 정상·실패 계약</a:t>
            </a:r>
          </a:p>
        </p:txBody>
      </p:sp>
      <p:sp>
        <p:nvSpPr>
          <p:cNvPr id="2" name="">
            <a:extLst xmlns:a="http://schemas.openxmlformats.org/drawingml/2006/main">
              <a:ext uri="{FF2B5EF4-FFF2-40B4-BE49-F238E27FC236}">
                <a16:creationId xmlns:a16="http://schemas.microsoft.com/office/drawing/2014/main" id="{12710D75-99C0-4BC9-939B-C0D0880538AB}"/>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628906AE-DE08-4639-A164-08C1892109D0}"/>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AC70D040-4F1E-49F5-BBD4-D3221D094194}"/>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5" name="">
            <a:extLst xmlns:a="http://schemas.openxmlformats.org/drawingml/2006/main">
              <a:ext uri="{FF2B5EF4-FFF2-40B4-BE49-F238E27FC236}">
                <a16:creationId xmlns:a16="http://schemas.microsoft.com/office/drawing/2014/main" id="{11ADC292-0F0B-4B14-A111-BE66E199DF35}"/>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008</a:t>
            </a:r>
          </a:p>
        </p:txBody>
      </p:sp>
      <p:sp>
        <p:nvSpPr>
          <p:cNvPr id="6" name="">
            <a:extLst xmlns:a="http://schemas.openxmlformats.org/drawingml/2006/main">
              <a:ext uri="{FF2B5EF4-FFF2-40B4-BE49-F238E27FC236}">
                <a16:creationId xmlns:a16="http://schemas.microsoft.com/office/drawing/2014/main" id="{C43350E0-B909-4F44-B5ED-67D3B245F153}"/>
              </a:ext>
            </a:extLst>
          </p:cNvPr>
          <p:cNvSpPr>
            <a:spLocks xmlns:a="http://schemas.openxmlformats.org/drawingml/2006/main" noGrp="1"/>
          </p:cNvSpPr>
          <p:nvPr/>
        </p:nvSpPr>
        <p:spPr>
          <a:xfrm xmlns:a="http://schemas.openxmlformats.org/drawingml/2006/main">
            <a:off x="762000" y="17145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정상</a:t>
            </a:r>
          </a:p>
        </p:txBody>
      </p:sp>
      <p:sp>
        <p:nvSpPr>
          <p:cNvPr id="7" name="">
            <a:extLst xmlns:a="http://schemas.openxmlformats.org/drawingml/2006/main">
              <a:ext uri="{FF2B5EF4-FFF2-40B4-BE49-F238E27FC236}">
                <a16:creationId xmlns:a16="http://schemas.microsoft.com/office/drawing/2014/main" id="{2A6C4B8C-2E49-40E0-9263-0BD2D73C071C}"/>
              </a:ext>
            </a:extLst>
          </p:cNvPr>
          <p:cNvSpPr>
            <a:spLocks xmlns:a="http://schemas.openxmlformats.org/drawingml/2006/main" noGrp="1"/>
          </p:cNvSpPr>
          <p:nvPr/>
        </p:nvSpPr>
        <p:spPr>
          <a:xfrm xmlns:a="http://schemas.openxmlformats.org/drawingml/2006/main">
            <a:off x="2343150" y="18478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12E9A92E-BAF5-4ADA-A043-5F7747B0B96A}"/>
              </a:ext>
            </a:extLst>
          </p:cNvPr>
          <p:cNvSpPr>
            <a:spLocks xmlns:a="http://schemas.openxmlformats.org/drawingml/2006/main" noGrp="1"/>
          </p:cNvSpPr>
          <p:nvPr/>
        </p:nvSpPr>
        <p:spPr>
          <a:xfrm xmlns:a="http://schemas.openxmlformats.org/drawingml/2006/main">
            <a:off x="3238500" y="15240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WAV의 길이·rate·channel이 숫자로 반환된다.</a:t>
            </a:r>
          </a:p>
        </p:txBody>
      </p:sp>
      <p:sp>
        <p:nvSpPr>
          <p:cNvPr id="9" name="">
            <a:extLst xmlns:a="http://schemas.openxmlformats.org/drawingml/2006/main">
              <a:ext uri="{FF2B5EF4-FFF2-40B4-BE49-F238E27FC236}">
                <a16:creationId xmlns:a16="http://schemas.microsoft.com/office/drawing/2014/main" id="{624AF492-FBE3-4C7C-9782-673128B7CB6C}"/>
              </a:ext>
            </a:extLst>
          </p:cNvPr>
          <p:cNvSpPr>
            <a:spLocks xmlns:a="http://schemas.openxmlformats.org/drawingml/2006/main" noGrp="1"/>
          </p:cNvSpPr>
          <p:nvPr/>
        </p:nvSpPr>
        <p:spPr>
          <a:xfrm xmlns:a="http://schemas.openxmlformats.org/drawingml/2006/main">
            <a:off x="762000" y="27813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경계</a:t>
            </a:r>
          </a:p>
        </p:txBody>
      </p:sp>
      <p:sp>
        <p:nvSpPr>
          <p:cNvPr id="10" name="">
            <a:extLst xmlns:a="http://schemas.openxmlformats.org/drawingml/2006/main">
              <a:ext uri="{FF2B5EF4-FFF2-40B4-BE49-F238E27FC236}">
                <a16:creationId xmlns:a16="http://schemas.microsoft.com/office/drawing/2014/main" id="{10AFF140-4AF8-4216-8694-F001E6630EDA}"/>
              </a:ext>
            </a:extLst>
          </p:cNvPr>
          <p:cNvSpPr>
            <a:spLocks xmlns:a="http://schemas.openxmlformats.org/drawingml/2006/main" noGrp="1"/>
          </p:cNvSpPr>
          <p:nvPr/>
        </p:nvSpPr>
        <p:spPr>
          <a:xfrm xmlns:a="http://schemas.openxmlformats.org/drawingml/2006/main">
            <a:off x="2343150" y="29146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405CA0F1-0D88-4FCB-A0C8-A703F3DD2824}"/>
              </a:ext>
            </a:extLst>
          </p:cNvPr>
          <p:cNvSpPr>
            <a:spLocks xmlns:a="http://schemas.openxmlformats.org/drawingml/2006/main" noGrp="1"/>
          </p:cNvSpPr>
          <p:nvPr/>
        </p:nvSpPr>
        <p:spPr>
          <a:xfrm xmlns:a="http://schemas.openxmlformats.org/drawingml/2006/main">
            <a:off x="3238500" y="25908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workspace 밖 오디오는 WORKSPACE_PATH_BLOCKED로 끝난다.</a:t>
            </a:r>
          </a:p>
        </p:txBody>
      </p:sp>
      <p:sp>
        <p:nvSpPr>
          <p:cNvPr id="12" name="">
            <a:extLst xmlns:a="http://schemas.openxmlformats.org/drawingml/2006/main">
              <a:ext uri="{FF2B5EF4-FFF2-40B4-BE49-F238E27FC236}">
                <a16:creationId xmlns:a16="http://schemas.microsoft.com/office/drawing/2014/main" id="{B7A82D05-02C5-4A9F-84B7-E79F3271DA83}"/>
              </a:ext>
            </a:extLst>
          </p:cNvPr>
          <p:cNvSpPr>
            <a:spLocks xmlns:a="http://schemas.openxmlformats.org/drawingml/2006/main" noGrp="1"/>
          </p:cNvSpPr>
          <p:nvPr/>
        </p:nvSpPr>
        <p:spPr>
          <a:xfrm xmlns:a="http://schemas.openxmlformats.org/drawingml/2006/main">
            <a:off x="762000" y="38481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외부 쓰기</a:t>
            </a:r>
          </a:p>
        </p:txBody>
      </p:sp>
      <p:sp>
        <p:nvSpPr>
          <p:cNvPr id="13" name="">
            <a:extLst xmlns:a="http://schemas.openxmlformats.org/drawingml/2006/main">
              <a:ext uri="{FF2B5EF4-FFF2-40B4-BE49-F238E27FC236}">
                <a16:creationId xmlns:a16="http://schemas.microsoft.com/office/drawing/2014/main" id="{3C982855-97D7-4DCF-85E2-68250D86D695}"/>
              </a:ext>
            </a:extLst>
          </p:cNvPr>
          <p:cNvSpPr>
            <a:spLocks xmlns:a="http://schemas.openxmlformats.org/drawingml/2006/main" noGrp="1"/>
          </p:cNvSpPr>
          <p:nvPr/>
        </p:nvSpPr>
        <p:spPr>
          <a:xfrm xmlns:a="http://schemas.openxmlformats.org/drawingml/2006/main">
            <a:off x="2343150" y="39814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B3C45F71-933B-437B-8548-CCFF8B5B9016}"/>
              </a:ext>
            </a:extLst>
          </p:cNvPr>
          <p:cNvSpPr>
            <a:spLocks xmlns:a="http://schemas.openxmlformats.org/drawingml/2006/main" noGrp="1"/>
          </p:cNvSpPr>
          <p:nvPr/>
        </p:nvSpPr>
        <p:spPr>
          <a:xfrm xmlns:a="http://schemas.openxmlformats.org/drawingml/2006/main">
            <a:off x="3238500" y="36576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오디오 파일 계약과 메타데이터: 기본값 false · dry-run과 사람 승인 뒤 별도 adapter 호출</a:t>
            </a:r>
          </a:p>
        </p:txBody>
      </p:sp>
      <p:sp>
        <p:nvSpPr>
          <p:cNvPr id="15" name="">
            <a:extLst xmlns:a="http://schemas.openxmlformats.org/drawingml/2006/main">
              <a:ext uri="{FF2B5EF4-FFF2-40B4-BE49-F238E27FC236}">
                <a16:creationId xmlns:a16="http://schemas.microsoft.com/office/drawing/2014/main" id="{ACD0D487-BDA7-471A-830F-DFDCE513377A}"/>
              </a:ext>
            </a:extLst>
          </p:cNvPr>
          <p:cNvSpPr>
            <a:spLocks xmlns:a="http://schemas.openxmlformats.org/drawingml/2006/main" noGrp="1"/>
          </p:cNvSpPr>
          <p:nvPr/>
        </p:nvSpPr>
        <p:spPr>
          <a:xfrm xmlns:a="http://schemas.openxmlformats.org/drawingml/2006/main">
            <a:off x="762000" y="49149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기록</a:t>
            </a:r>
          </a:p>
        </p:txBody>
      </p:sp>
      <p:sp>
        <p:nvSpPr>
          <p:cNvPr id="16" name="">
            <a:extLst xmlns:a="http://schemas.openxmlformats.org/drawingml/2006/main">
              <a:ext uri="{FF2B5EF4-FFF2-40B4-BE49-F238E27FC236}">
                <a16:creationId xmlns:a16="http://schemas.microsoft.com/office/drawing/2014/main" id="{9C65658C-12AA-4880-B738-7A7C9FF48F6C}"/>
              </a:ext>
            </a:extLst>
          </p:cNvPr>
          <p:cNvSpPr>
            <a:spLocks xmlns:a="http://schemas.openxmlformats.org/drawingml/2006/main" noGrp="1"/>
          </p:cNvSpPr>
          <p:nvPr/>
        </p:nvSpPr>
        <p:spPr>
          <a:xfrm xmlns:a="http://schemas.openxmlformats.org/drawingml/2006/main">
            <a:off x="2343150" y="50482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7" name="">
            <a:extLst xmlns:a="http://schemas.openxmlformats.org/drawingml/2006/main">
              <a:ext uri="{FF2B5EF4-FFF2-40B4-BE49-F238E27FC236}">
                <a16:creationId xmlns:a16="http://schemas.microsoft.com/office/drawing/2014/main" id="{FA7AF526-9247-4BC8-8997-7C7222D3C0E2}"/>
              </a:ext>
            </a:extLst>
          </p:cNvPr>
          <p:cNvSpPr>
            <a:spLocks xmlns:a="http://schemas.openxmlformats.org/drawingml/2006/main" noGrp="1"/>
          </p:cNvSpPr>
          <p:nvPr/>
        </p:nvSpPr>
        <p:spPr>
          <a:xfrm xmlns:a="http://schemas.openxmlformats.org/drawingml/2006/main">
            <a:off x="3238500" y="47244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status·error_code·입력 식별자·audio_metadata.json</a:t>
            </a:r>
          </a:p>
        </p:txBody>
      </p:sp>
    </p:spTree>
    <p:extLst>
      <p:ext uri="{BB962C8B-B14F-4D97-AF65-F5344CB8AC3E}">
        <p14:creationId xmlns:p14="http://schemas.microsoft.com/office/powerpoint/2010/main" val="104962420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681FDAF-17DB-42AC-8FD1-09B940B0C374}"/>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오디오 파일 계약과 메타데이터 파일 지도</a:t>
            </a:r>
          </a:p>
        </p:txBody>
      </p:sp>
      <p:sp>
        <p:nvSpPr>
          <p:cNvPr id="2" name="">
            <a:extLst xmlns:a="http://schemas.openxmlformats.org/drawingml/2006/main">
              <a:ext uri="{FF2B5EF4-FFF2-40B4-BE49-F238E27FC236}">
                <a16:creationId xmlns:a16="http://schemas.microsoft.com/office/drawing/2014/main" id="{E2BAEDF3-D635-42AD-BA7A-12CFCEE69AD3}"/>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저장소 구조</a:t>
            </a:r>
          </a:p>
        </p:txBody>
      </p:sp>
      <p:sp>
        <p:nvSpPr>
          <p:cNvPr id="3" name="">
            <a:extLst xmlns:a="http://schemas.openxmlformats.org/drawingml/2006/main">
              <a:ext uri="{FF2B5EF4-FFF2-40B4-BE49-F238E27FC236}">
                <a16:creationId xmlns:a16="http://schemas.microsoft.com/office/drawing/2014/main" id="{AFC6DA1E-1065-4232-AA65-304968E2542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1BDAE13C-079F-4EC0-8586-1BD1DB812EAC}"/>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A85C3863-AF42-4F63-9DDC-E473B20FD932}"/>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CFF50B98-CD04-4CC0-86D1-B691B80DFDD4}"/>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009</a:t>
            </a:r>
          </a:p>
        </p:txBody>
      </p:sp>
      <p:sp>
        <p:nvSpPr>
          <p:cNvPr id="7" name="">
            <a:extLst xmlns:a="http://schemas.openxmlformats.org/drawingml/2006/main">
              <a:ext uri="{FF2B5EF4-FFF2-40B4-BE49-F238E27FC236}">
                <a16:creationId xmlns:a16="http://schemas.microsoft.com/office/drawing/2014/main" id="{8B4BA3AF-981E-489C-8FC2-4E9DC63B7B66}"/>
              </a:ext>
            </a:extLst>
          </p:cNvPr>
          <p:cNvSpPr>
            <a:spLocks xmlns:a="http://schemas.openxmlformats.org/drawingml/2006/main" noGrp="1"/>
          </p:cNvSpPr>
          <p:nvPr/>
        </p:nvSpPr>
        <p:spPr>
          <a:xfrm xmlns:a="http://schemas.openxmlformats.org/drawingml/2006/main">
            <a:off x="685800" y="1676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입력·fixture</a:t>
            </a:r>
          </a:p>
        </p:txBody>
      </p:sp>
      <p:sp>
        <p:nvSpPr>
          <p:cNvPr id="8" name="">
            <a:extLst xmlns:a="http://schemas.openxmlformats.org/drawingml/2006/main">
              <a:ext uri="{FF2B5EF4-FFF2-40B4-BE49-F238E27FC236}">
                <a16:creationId xmlns:a16="http://schemas.microsoft.com/office/drawing/2014/main" id="{E39050B4-87FB-4702-B113-31B1CE900662}"/>
              </a:ext>
            </a:extLst>
          </p:cNvPr>
          <p:cNvSpPr>
            <a:spLocks xmlns:a="http://schemas.openxmlformats.org/drawingml/2006/main" noGrp="1"/>
          </p:cNvSpPr>
          <p:nvPr/>
        </p:nvSpPr>
        <p:spPr>
          <a:xfrm xmlns:a="http://schemas.openxmlformats.org/drawingml/2006/main">
            <a:off x="2724150" y="1504950"/>
            <a:ext cx="8191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9" name="">
            <a:extLst xmlns:a="http://schemas.openxmlformats.org/drawingml/2006/main">
              <a:ext uri="{FF2B5EF4-FFF2-40B4-BE49-F238E27FC236}">
                <a16:creationId xmlns:a16="http://schemas.microsoft.com/office/drawing/2014/main" id="{1BB9EDD0-E09D-4E1A-ABC0-3B85C4FBEC98}"/>
              </a:ext>
            </a:extLst>
          </p:cNvPr>
          <p:cNvSpPr>
            <a:spLocks xmlns:a="http://schemas.openxmlformats.org/drawingml/2006/main" noGrp="1"/>
          </p:cNvSpPr>
          <p:nvPr/>
        </p:nvSpPr>
        <p:spPr>
          <a:xfrm xmlns:a="http://schemas.openxmlformats.org/drawingml/2006/main">
            <a:off x="2952750" y="16764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data/demo_meeting.wav</a:t>
            </a:r>
          </a:p>
        </p:txBody>
      </p:sp>
      <p:sp>
        <p:nvSpPr>
          <p:cNvPr id="10" name="">
            <a:extLst xmlns:a="http://schemas.openxmlformats.org/drawingml/2006/main">
              <a:ext uri="{FF2B5EF4-FFF2-40B4-BE49-F238E27FC236}">
                <a16:creationId xmlns:a16="http://schemas.microsoft.com/office/drawing/2014/main" id="{E3CE57FA-B2DB-4B85-BA3F-8E9E04AF8EEA}"/>
              </a:ext>
            </a:extLst>
          </p:cNvPr>
          <p:cNvSpPr>
            <a:spLocks xmlns:a="http://schemas.openxmlformats.org/drawingml/2006/main" noGrp="1"/>
          </p:cNvSpPr>
          <p:nvPr/>
        </p:nvSpPr>
        <p:spPr>
          <a:xfrm xmlns:a="http://schemas.openxmlformats.org/drawingml/2006/main">
            <a:off x="685800" y="27432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구현 코드</a:t>
            </a:r>
          </a:p>
        </p:txBody>
      </p:sp>
      <p:sp>
        <p:nvSpPr>
          <p:cNvPr id="11" name="">
            <a:extLst xmlns:a="http://schemas.openxmlformats.org/drawingml/2006/main">
              <a:ext uri="{FF2B5EF4-FFF2-40B4-BE49-F238E27FC236}">
                <a16:creationId xmlns:a16="http://schemas.microsoft.com/office/drawing/2014/main" id="{6791246A-2CF5-40B5-BA37-180C108F3C77}"/>
              </a:ext>
            </a:extLst>
          </p:cNvPr>
          <p:cNvSpPr>
            <a:spLocks xmlns:a="http://schemas.openxmlformats.org/drawingml/2006/main" noGrp="1"/>
          </p:cNvSpPr>
          <p:nvPr/>
        </p:nvSpPr>
        <p:spPr>
          <a:xfrm xmlns:a="http://schemas.openxmlformats.org/drawingml/2006/main">
            <a:off x="2724150" y="2571750"/>
            <a:ext cx="8191500" cy="6858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F4CFB1E4-EF5E-42C3-BB29-42CA99416E7E}"/>
              </a:ext>
            </a:extLst>
          </p:cNvPr>
          <p:cNvSpPr>
            <a:spLocks xmlns:a="http://schemas.openxmlformats.org/drawingml/2006/main" noGrp="1"/>
          </p:cNvSpPr>
          <p:nvPr/>
        </p:nvSpPr>
        <p:spPr>
          <a:xfrm xmlns:a="http://schemas.openxmlformats.org/drawingml/2006/main">
            <a:off x="2952750" y="27432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data/demo_meeting_transcript.txt</a:t>
            </a:r>
          </a:p>
        </p:txBody>
      </p:sp>
      <p:sp>
        <p:nvSpPr>
          <p:cNvPr id="13" name="">
            <a:extLst xmlns:a="http://schemas.openxmlformats.org/drawingml/2006/main">
              <a:ext uri="{FF2B5EF4-FFF2-40B4-BE49-F238E27FC236}">
                <a16:creationId xmlns:a16="http://schemas.microsoft.com/office/drawing/2014/main" id="{7FF34D4A-FDC9-4594-ADC9-28D0CEB8DD8A}"/>
              </a:ext>
            </a:extLst>
          </p:cNvPr>
          <p:cNvSpPr>
            <a:spLocks xmlns:a="http://schemas.openxmlformats.org/drawingml/2006/main" noGrp="1"/>
          </p:cNvSpPr>
          <p:nvPr/>
        </p:nvSpPr>
        <p:spPr>
          <a:xfrm xmlns:a="http://schemas.openxmlformats.org/drawingml/2006/main">
            <a:off x="685800" y="38100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검증·test</a:t>
            </a:r>
          </a:p>
        </p:txBody>
      </p:sp>
      <p:sp>
        <p:nvSpPr>
          <p:cNvPr id="14" name="">
            <a:extLst xmlns:a="http://schemas.openxmlformats.org/drawingml/2006/main">
              <a:ext uri="{FF2B5EF4-FFF2-40B4-BE49-F238E27FC236}">
                <a16:creationId xmlns:a16="http://schemas.microsoft.com/office/drawing/2014/main" id="{25E3C1F9-80E2-45B8-84AC-14D15B7FAD10}"/>
              </a:ext>
            </a:extLst>
          </p:cNvPr>
          <p:cNvSpPr>
            <a:spLocks xmlns:a="http://schemas.openxmlformats.org/drawingml/2006/main" noGrp="1"/>
          </p:cNvSpPr>
          <p:nvPr/>
        </p:nvSpPr>
        <p:spPr>
          <a:xfrm xmlns:a="http://schemas.openxmlformats.org/drawingml/2006/main">
            <a:off x="2724150" y="3638550"/>
            <a:ext cx="8191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5" name="">
            <a:extLst xmlns:a="http://schemas.openxmlformats.org/drawingml/2006/main">
              <a:ext uri="{FF2B5EF4-FFF2-40B4-BE49-F238E27FC236}">
                <a16:creationId xmlns:a16="http://schemas.microsoft.com/office/drawing/2014/main" id="{D5C59952-8154-4B6F-B31B-09F55B6B0BE1}"/>
              </a:ext>
            </a:extLst>
          </p:cNvPr>
          <p:cNvSpPr>
            <a:spLocks xmlns:a="http://schemas.openxmlformats.org/drawingml/2006/main" noGrp="1"/>
          </p:cNvSpPr>
          <p:nvPr/>
        </p:nvSpPr>
        <p:spPr>
          <a:xfrm xmlns:a="http://schemas.openxmlformats.org/drawingml/2006/main">
            <a:off x="2952750" y="38100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materials/day2/day2_service_lab.ipynb</a:t>
            </a:r>
          </a:p>
        </p:txBody>
      </p:sp>
      <p:sp>
        <p:nvSpPr>
          <p:cNvPr id="16" name="">
            <a:extLst xmlns:a="http://schemas.openxmlformats.org/drawingml/2006/main">
              <a:ext uri="{FF2B5EF4-FFF2-40B4-BE49-F238E27FC236}">
                <a16:creationId xmlns:a16="http://schemas.microsoft.com/office/drawing/2014/main" id="{BEE13DC9-975F-4D13-9F13-9FAB98CAC27D}"/>
              </a:ext>
            </a:extLst>
          </p:cNvPr>
          <p:cNvSpPr>
            <a:spLocks xmlns:a="http://schemas.openxmlformats.org/drawingml/2006/main" noGrp="1"/>
          </p:cNvSpPr>
          <p:nvPr/>
        </p:nvSpPr>
        <p:spPr>
          <a:xfrm xmlns:a="http://schemas.openxmlformats.org/drawingml/2006/main">
            <a:off x="685800" y="48768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따라하기 notebook</a:t>
            </a:r>
          </a:p>
        </p:txBody>
      </p:sp>
      <p:sp>
        <p:nvSpPr>
          <p:cNvPr id="17" name="">
            <a:extLst xmlns:a="http://schemas.openxmlformats.org/drawingml/2006/main">
              <a:ext uri="{FF2B5EF4-FFF2-40B4-BE49-F238E27FC236}">
                <a16:creationId xmlns:a16="http://schemas.microsoft.com/office/drawing/2014/main" id="{74B3CBBB-E8B7-42FC-9F65-A05B6D319B04}"/>
              </a:ext>
            </a:extLst>
          </p:cNvPr>
          <p:cNvSpPr>
            <a:spLocks xmlns:a="http://schemas.openxmlformats.org/drawingml/2006/main" noGrp="1"/>
          </p:cNvSpPr>
          <p:nvPr/>
        </p:nvSpPr>
        <p:spPr>
          <a:xfrm xmlns:a="http://schemas.openxmlformats.org/drawingml/2006/main">
            <a:off x="2724150" y="4705350"/>
            <a:ext cx="8191500" cy="6858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EDE44148-A0F6-41AB-9C1C-C198866A1C1C}"/>
              </a:ext>
            </a:extLst>
          </p:cNvPr>
          <p:cNvSpPr>
            <a:spLocks xmlns:a="http://schemas.openxmlformats.org/drawingml/2006/main" noGrp="1"/>
          </p:cNvSpPr>
          <p:nvPr/>
        </p:nvSpPr>
        <p:spPr>
          <a:xfrm xmlns:a="http://schemas.openxmlformats.org/drawingml/2006/main">
            <a:off x="2952750" y="48768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src/meeting_demo.py</a:t>
            </a:r>
          </a:p>
        </p:txBody>
      </p:sp>
    </p:spTree>
    <p:extLst>
      <p:ext uri="{BB962C8B-B14F-4D97-AF65-F5344CB8AC3E}">
        <p14:creationId xmlns:p14="http://schemas.microsoft.com/office/powerpoint/2010/main" val="193494571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00CFD18-5E2E-442C-A9AF-CFA065976E41}"/>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오디오 파일 계약과 메타데이터 개념·코드</a:t>
            </a:r>
          </a:p>
        </p:txBody>
      </p:sp>
      <p:sp>
        <p:nvSpPr>
          <p:cNvPr id="2" name="">
            <a:extLst xmlns:a="http://schemas.openxmlformats.org/drawingml/2006/main">
              <a:ext uri="{FF2B5EF4-FFF2-40B4-BE49-F238E27FC236}">
                <a16:creationId xmlns:a16="http://schemas.microsoft.com/office/drawing/2014/main" id="{580D415A-C586-4E31-9285-AB07328C1254}"/>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개념 연결</a:t>
            </a:r>
          </a:p>
        </p:txBody>
      </p:sp>
      <p:sp>
        <p:nvSpPr>
          <p:cNvPr id="3" name="">
            <a:extLst xmlns:a="http://schemas.openxmlformats.org/drawingml/2006/main">
              <a:ext uri="{FF2B5EF4-FFF2-40B4-BE49-F238E27FC236}">
                <a16:creationId xmlns:a16="http://schemas.microsoft.com/office/drawing/2014/main" id="{84F0B76C-5B13-45F2-91B5-052B0A99FFB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121570D2-5CE4-4236-A772-DE406028DDA1}"/>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022F7DA3-6A1E-4778-9817-BB2BEEBFF220}"/>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C92FD50D-8A76-404F-8E47-E26C79F83C43}"/>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010</a:t>
            </a:r>
          </a:p>
        </p:txBody>
      </p:sp>
      <p:sp>
        <p:nvSpPr>
          <p:cNvPr id="7" name="">
            <a:extLst xmlns:a="http://schemas.openxmlformats.org/drawingml/2006/main">
              <a:ext uri="{FF2B5EF4-FFF2-40B4-BE49-F238E27FC236}">
                <a16:creationId xmlns:a16="http://schemas.microsoft.com/office/drawing/2014/main" id="{989CCDE2-9743-495F-8DE3-798531186E8A}"/>
              </a:ext>
            </a:extLst>
          </p:cNvPr>
          <p:cNvSpPr>
            <a:spLocks xmlns:a="http://schemas.openxmlformats.org/drawingml/2006/main" noGrp="1"/>
          </p:cNvSpPr>
          <p:nvPr/>
        </p:nvSpPr>
        <p:spPr>
          <a:xfrm xmlns:a="http://schemas.openxmlformats.org/drawingml/2006/main">
            <a:off x="685800" y="1504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Codec</a:t>
            </a:r>
          </a:p>
        </p:txBody>
      </p:sp>
      <p:sp>
        <p:nvSpPr>
          <p:cNvPr id="8" name="">
            <a:extLst xmlns:a="http://schemas.openxmlformats.org/drawingml/2006/main">
              <a:ext uri="{FF2B5EF4-FFF2-40B4-BE49-F238E27FC236}">
                <a16:creationId xmlns:a16="http://schemas.microsoft.com/office/drawing/2014/main" id="{5A829182-4238-4DCC-9AFD-BF51A6C09E94}"/>
              </a:ext>
            </a:extLst>
          </p:cNvPr>
          <p:cNvSpPr>
            <a:spLocks xmlns:a="http://schemas.openxmlformats.org/drawingml/2006/main" noGrp="1"/>
          </p:cNvSpPr>
          <p:nvPr/>
        </p:nvSpPr>
        <p:spPr>
          <a:xfrm xmlns:a="http://schemas.openxmlformats.org/drawingml/2006/main">
            <a:off x="685800" y="19621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음성을 저장하는 압축 방식</a:t>
            </a:r>
          </a:p>
        </p:txBody>
      </p:sp>
      <p:sp>
        <p:nvSpPr>
          <p:cNvPr id="9" name="">
            <a:extLst xmlns:a="http://schemas.openxmlformats.org/drawingml/2006/main">
              <a:ext uri="{FF2B5EF4-FFF2-40B4-BE49-F238E27FC236}">
                <a16:creationId xmlns:a16="http://schemas.microsoft.com/office/drawing/2014/main" id="{B78416A0-7154-4E5A-B92B-A28D420F7A4F}"/>
              </a:ext>
            </a:extLst>
          </p:cNvPr>
          <p:cNvSpPr>
            <a:spLocks xmlns:a="http://schemas.openxmlformats.org/drawingml/2006/main" noGrp="1"/>
          </p:cNvSpPr>
          <p:nvPr/>
        </p:nvSpPr>
        <p:spPr>
          <a:xfrm xmlns:a="http://schemas.openxmlformats.org/drawingml/2006/main">
            <a:off x="685800" y="26670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0" name="">
            <a:extLst xmlns:a="http://schemas.openxmlformats.org/drawingml/2006/main">
              <a:ext uri="{FF2B5EF4-FFF2-40B4-BE49-F238E27FC236}">
                <a16:creationId xmlns:a16="http://schemas.microsoft.com/office/drawing/2014/main" id="{9A495F10-18F0-4CA9-9A94-0A76FCE286A9}"/>
              </a:ext>
            </a:extLst>
          </p:cNvPr>
          <p:cNvSpPr>
            <a:spLocks xmlns:a="http://schemas.openxmlformats.org/drawingml/2006/main" noGrp="1"/>
          </p:cNvSpPr>
          <p:nvPr/>
        </p:nvSpPr>
        <p:spPr>
          <a:xfrm xmlns:a="http://schemas.openxmlformats.org/drawingml/2006/main">
            <a:off x="819150" y="27813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data/demo_meeting.wav</a:t>
            </a:r>
          </a:p>
        </p:txBody>
      </p:sp>
      <p:sp>
        <p:nvSpPr>
          <p:cNvPr id="11" name="">
            <a:extLst xmlns:a="http://schemas.openxmlformats.org/drawingml/2006/main">
              <a:ext uri="{FF2B5EF4-FFF2-40B4-BE49-F238E27FC236}">
                <a16:creationId xmlns:a16="http://schemas.microsoft.com/office/drawing/2014/main" id="{CFB82312-0DD0-4B70-B46A-3C6722840720}"/>
              </a:ext>
            </a:extLst>
          </p:cNvPr>
          <p:cNvSpPr>
            <a:spLocks xmlns:a="http://schemas.openxmlformats.org/drawingml/2006/main" noGrp="1"/>
          </p:cNvSpPr>
          <p:nvPr/>
        </p:nvSpPr>
        <p:spPr>
          <a:xfrm xmlns:a="http://schemas.openxmlformats.org/drawingml/2006/main">
            <a:off x="6096000" y="1504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Container</a:t>
            </a:r>
          </a:p>
        </p:txBody>
      </p:sp>
      <p:sp>
        <p:nvSpPr>
          <p:cNvPr id="12" name="">
            <a:extLst xmlns:a="http://schemas.openxmlformats.org/drawingml/2006/main">
              <a:ext uri="{FF2B5EF4-FFF2-40B4-BE49-F238E27FC236}">
                <a16:creationId xmlns:a16="http://schemas.microsoft.com/office/drawing/2014/main" id="{211309DB-1EB0-48DD-B919-1A60FC448FC0}"/>
              </a:ext>
            </a:extLst>
          </p:cNvPr>
          <p:cNvSpPr>
            <a:spLocks xmlns:a="http://schemas.openxmlformats.org/drawingml/2006/main" noGrp="1"/>
          </p:cNvSpPr>
          <p:nvPr/>
        </p:nvSpPr>
        <p:spPr>
          <a:xfrm xmlns:a="http://schemas.openxmlformats.org/drawingml/2006/main">
            <a:off x="6096000" y="19621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음성과 메타데이터를 담는 파일 형식</a:t>
            </a:r>
          </a:p>
        </p:txBody>
      </p:sp>
      <p:sp>
        <p:nvSpPr>
          <p:cNvPr id="13" name="">
            <a:extLst xmlns:a="http://schemas.openxmlformats.org/drawingml/2006/main">
              <a:ext uri="{FF2B5EF4-FFF2-40B4-BE49-F238E27FC236}">
                <a16:creationId xmlns:a16="http://schemas.microsoft.com/office/drawing/2014/main" id="{E01F77D9-0BEB-4BA1-A5A7-1AE5CBECA5CF}"/>
              </a:ext>
            </a:extLst>
          </p:cNvPr>
          <p:cNvSpPr>
            <a:spLocks xmlns:a="http://schemas.openxmlformats.org/drawingml/2006/main" noGrp="1"/>
          </p:cNvSpPr>
          <p:nvPr/>
        </p:nvSpPr>
        <p:spPr>
          <a:xfrm xmlns:a="http://schemas.openxmlformats.org/drawingml/2006/main">
            <a:off x="6096000" y="26670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02E060C4-95C5-4E46-9F35-BA05492F8E03}"/>
              </a:ext>
            </a:extLst>
          </p:cNvPr>
          <p:cNvSpPr>
            <a:spLocks xmlns:a="http://schemas.openxmlformats.org/drawingml/2006/main" noGrp="1"/>
          </p:cNvSpPr>
          <p:nvPr/>
        </p:nvSpPr>
        <p:spPr>
          <a:xfrm xmlns:a="http://schemas.openxmlformats.org/drawingml/2006/main">
            <a:off x="6229350" y="27813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data/demo_meeting_transcript.txt</a:t>
            </a:r>
          </a:p>
        </p:txBody>
      </p:sp>
      <p:sp>
        <p:nvSpPr>
          <p:cNvPr id="15" name="">
            <a:extLst xmlns:a="http://schemas.openxmlformats.org/drawingml/2006/main">
              <a:ext uri="{FF2B5EF4-FFF2-40B4-BE49-F238E27FC236}">
                <a16:creationId xmlns:a16="http://schemas.microsoft.com/office/drawing/2014/main" id="{EB5EDC4C-8AE2-4C8A-BA85-653FCDC071D3}"/>
              </a:ext>
            </a:extLst>
          </p:cNvPr>
          <p:cNvSpPr>
            <a:spLocks xmlns:a="http://schemas.openxmlformats.org/drawingml/2006/main" noGrp="1"/>
          </p:cNvSpPr>
          <p:nvPr/>
        </p:nvSpPr>
        <p:spPr>
          <a:xfrm xmlns:a="http://schemas.openxmlformats.org/drawingml/2006/main">
            <a:off x="685800" y="3486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Sample rate</a:t>
            </a:r>
          </a:p>
        </p:txBody>
      </p:sp>
      <p:sp>
        <p:nvSpPr>
          <p:cNvPr id="16" name="">
            <a:extLst xmlns:a="http://schemas.openxmlformats.org/drawingml/2006/main">
              <a:ext uri="{FF2B5EF4-FFF2-40B4-BE49-F238E27FC236}">
                <a16:creationId xmlns:a16="http://schemas.microsoft.com/office/drawing/2014/main" id="{6BBE0C33-F043-47D8-B3D2-5C9D34DBB695}"/>
              </a:ext>
            </a:extLst>
          </p:cNvPr>
          <p:cNvSpPr>
            <a:spLocks xmlns:a="http://schemas.openxmlformats.org/drawingml/2006/main" noGrp="1"/>
          </p:cNvSpPr>
          <p:nvPr/>
        </p:nvSpPr>
        <p:spPr>
          <a:xfrm xmlns:a="http://schemas.openxmlformats.org/drawingml/2006/main">
            <a:off x="685800" y="39433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1초를 몇 번 측정했는지</a:t>
            </a:r>
          </a:p>
        </p:txBody>
      </p:sp>
      <p:sp>
        <p:nvSpPr>
          <p:cNvPr id="17" name="">
            <a:extLst xmlns:a="http://schemas.openxmlformats.org/drawingml/2006/main">
              <a:ext uri="{FF2B5EF4-FFF2-40B4-BE49-F238E27FC236}">
                <a16:creationId xmlns:a16="http://schemas.microsoft.com/office/drawing/2014/main" id="{7EF2AC1A-B28F-465D-BD38-5DF4FC66204D}"/>
              </a:ext>
            </a:extLst>
          </p:cNvPr>
          <p:cNvSpPr>
            <a:spLocks xmlns:a="http://schemas.openxmlformats.org/drawingml/2006/main" noGrp="1"/>
          </p:cNvSpPr>
          <p:nvPr/>
        </p:nvSpPr>
        <p:spPr>
          <a:xfrm xmlns:a="http://schemas.openxmlformats.org/drawingml/2006/main">
            <a:off x="685800" y="46482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2916A491-D3B7-4387-8CD2-FD699EBF96BA}"/>
              </a:ext>
            </a:extLst>
          </p:cNvPr>
          <p:cNvSpPr>
            <a:spLocks xmlns:a="http://schemas.openxmlformats.org/drawingml/2006/main" noGrp="1"/>
          </p:cNvSpPr>
          <p:nvPr/>
        </p:nvSpPr>
        <p:spPr>
          <a:xfrm xmlns:a="http://schemas.openxmlformats.org/drawingml/2006/main">
            <a:off x="819150" y="47625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materials/day2/day2_service_lab.ipynb</a:t>
            </a:r>
          </a:p>
        </p:txBody>
      </p:sp>
      <p:sp>
        <p:nvSpPr>
          <p:cNvPr id="19" name="">
            <a:extLst xmlns:a="http://schemas.openxmlformats.org/drawingml/2006/main">
              <a:ext uri="{FF2B5EF4-FFF2-40B4-BE49-F238E27FC236}">
                <a16:creationId xmlns:a16="http://schemas.microsoft.com/office/drawing/2014/main" id="{F8747E2B-B29B-423A-8CA2-35432DC8533F}"/>
              </a:ext>
            </a:extLst>
          </p:cNvPr>
          <p:cNvSpPr>
            <a:spLocks xmlns:a="http://schemas.openxmlformats.org/drawingml/2006/main" noGrp="1"/>
          </p:cNvSpPr>
          <p:nvPr/>
        </p:nvSpPr>
        <p:spPr>
          <a:xfrm xmlns:a="http://schemas.openxmlformats.org/drawingml/2006/main">
            <a:off x="6096000" y="3486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Channel</a:t>
            </a:r>
          </a:p>
        </p:txBody>
      </p:sp>
      <p:sp>
        <p:nvSpPr>
          <p:cNvPr id="20" name="">
            <a:extLst xmlns:a="http://schemas.openxmlformats.org/drawingml/2006/main">
              <a:ext uri="{FF2B5EF4-FFF2-40B4-BE49-F238E27FC236}">
                <a16:creationId xmlns:a16="http://schemas.microsoft.com/office/drawing/2014/main" id="{B9037084-4DF0-4A79-89D5-2DA2418AEFF1}"/>
              </a:ext>
            </a:extLst>
          </p:cNvPr>
          <p:cNvSpPr>
            <a:spLocks xmlns:a="http://schemas.openxmlformats.org/drawingml/2006/main" noGrp="1"/>
          </p:cNvSpPr>
          <p:nvPr/>
        </p:nvSpPr>
        <p:spPr>
          <a:xfrm xmlns:a="http://schemas.openxmlformats.org/drawingml/2006/main">
            <a:off x="6096000" y="39433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mono·stereo 같은 음성 통로 수</a:t>
            </a:r>
          </a:p>
        </p:txBody>
      </p:sp>
      <p:sp>
        <p:nvSpPr>
          <p:cNvPr id="21" name="">
            <a:extLst xmlns:a="http://schemas.openxmlformats.org/drawingml/2006/main">
              <a:ext uri="{FF2B5EF4-FFF2-40B4-BE49-F238E27FC236}">
                <a16:creationId xmlns:a16="http://schemas.microsoft.com/office/drawing/2014/main" id="{9668903F-0A09-4ACF-93D9-5C39246F25CD}"/>
              </a:ext>
            </a:extLst>
          </p:cNvPr>
          <p:cNvSpPr>
            <a:spLocks xmlns:a="http://schemas.openxmlformats.org/drawingml/2006/main" noGrp="1"/>
          </p:cNvSpPr>
          <p:nvPr/>
        </p:nvSpPr>
        <p:spPr>
          <a:xfrm xmlns:a="http://schemas.openxmlformats.org/drawingml/2006/main">
            <a:off x="6096000" y="46482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4CDFDC2D-421B-4D90-A038-55D34C5A7CFC}"/>
              </a:ext>
            </a:extLst>
          </p:cNvPr>
          <p:cNvSpPr>
            <a:spLocks xmlns:a="http://schemas.openxmlformats.org/drawingml/2006/main" noGrp="1"/>
          </p:cNvSpPr>
          <p:nvPr/>
        </p:nvSpPr>
        <p:spPr>
          <a:xfrm xmlns:a="http://schemas.openxmlformats.org/drawingml/2006/main">
            <a:off x="6229350" y="47625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src/meeting_demo.py</a:t>
            </a:r>
          </a:p>
        </p:txBody>
      </p:sp>
    </p:spTree>
    <p:extLst>
      <p:ext uri="{BB962C8B-B14F-4D97-AF65-F5344CB8AC3E}">
        <p14:creationId xmlns:p14="http://schemas.microsoft.com/office/powerpoint/2010/main" val="124914151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1A91C34-750D-4138-B7C2-8A84CCBD2343}"/>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오디오 파일 계약과 메타데이터 선택 기준</a:t>
            </a:r>
          </a:p>
        </p:txBody>
      </p:sp>
      <p:sp>
        <p:nvSpPr>
          <p:cNvPr id="2" name="">
            <a:extLst xmlns:a="http://schemas.openxmlformats.org/drawingml/2006/main">
              <a:ext uri="{FF2B5EF4-FFF2-40B4-BE49-F238E27FC236}">
                <a16:creationId xmlns:a16="http://schemas.microsoft.com/office/drawing/2014/main" id="{AA670C27-CB43-4E0F-B897-E9F0FBC5559F}"/>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비교</a:t>
            </a:r>
          </a:p>
        </p:txBody>
      </p:sp>
      <p:sp>
        <p:nvSpPr>
          <p:cNvPr id="3" name="">
            <a:extLst xmlns:a="http://schemas.openxmlformats.org/drawingml/2006/main">
              <a:ext uri="{FF2B5EF4-FFF2-40B4-BE49-F238E27FC236}">
                <a16:creationId xmlns:a16="http://schemas.microsoft.com/office/drawing/2014/main" id="{D449C345-998D-4BF9-AB8B-DC1F8268B36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C04CF7FF-F218-4300-A0F4-41B5ECCE2C03}"/>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CA123DD9-3756-47A8-AEC7-8D32FCB7F3FA}"/>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A825E054-4D64-4C05-B7D9-189038FB888F}"/>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011</a:t>
            </a:r>
          </a:p>
        </p:txBody>
      </p:sp>
      <p:sp>
        <p:nvSpPr>
          <p:cNvPr id="7" name="">
            <a:extLst xmlns:a="http://schemas.openxmlformats.org/drawingml/2006/main">
              <a:ext uri="{FF2B5EF4-FFF2-40B4-BE49-F238E27FC236}">
                <a16:creationId xmlns:a16="http://schemas.microsoft.com/office/drawing/2014/main" id="{4B4CB268-9B7B-416B-8806-3B960893AFD0}"/>
              </a:ext>
            </a:extLst>
          </p:cNvPr>
          <p:cNvSpPr>
            <a:spLocks xmlns:a="http://schemas.openxmlformats.org/drawingml/2006/main" noGrp="1"/>
          </p:cNvSpPr>
          <p:nvPr/>
        </p:nvSpPr>
        <p:spPr>
          <a:xfrm xmlns:a="http://schemas.openxmlformats.org/drawingml/2006/main">
            <a:off x="666750" y="1504950"/>
            <a:ext cx="238125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8" name="">
            <a:extLst xmlns:a="http://schemas.openxmlformats.org/drawingml/2006/main">
              <a:ext uri="{FF2B5EF4-FFF2-40B4-BE49-F238E27FC236}">
                <a16:creationId xmlns:a16="http://schemas.microsoft.com/office/drawing/2014/main" id="{EA7E2D3D-08AB-4EC0-A733-401958EF2D36}"/>
              </a:ext>
            </a:extLst>
          </p:cNvPr>
          <p:cNvSpPr>
            <a:spLocks xmlns:a="http://schemas.openxmlformats.org/drawingml/2006/main" noGrp="1"/>
          </p:cNvSpPr>
          <p:nvPr/>
        </p:nvSpPr>
        <p:spPr>
          <a:xfrm xmlns:a="http://schemas.openxmlformats.org/drawingml/2006/main">
            <a:off x="819150" y="16573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구분</a:t>
            </a:r>
          </a:p>
        </p:txBody>
      </p:sp>
      <p:sp>
        <p:nvSpPr>
          <p:cNvPr id="9" name="">
            <a:extLst xmlns:a="http://schemas.openxmlformats.org/drawingml/2006/main">
              <a:ext uri="{FF2B5EF4-FFF2-40B4-BE49-F238E27FC236}">
                <a16:creationId xmlns:a16="http://schemas.microsoft.com/office/drawing/2014/main" id="{C6E2A503-8D3F-43D5-AEB6-292FDF0E67D9}"/>
              </a:ext>
            </a:extLst>
          </p:cNvPr>
          <p:cNvSpPr>
            <a:spLocks xmlns:a="http://schemas.openxmlformats.org/drawingml/2006/main" noGrp="1"/>
          </p:cNvSpPr>
          <p:nvPr/>
        </p:nvSpPr>
        <p:spPr>
          <a:xfrm xmlns:a="http://schemas.openxmlformats.org/drawingml/2006/main">
            <a:off x="3048000" y="1504950"/>
            <a:ext cx="457200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0" name="">
            <a:extLst xmlns:a="http://schemas.openxmlformats.org/drawingml/2006/main">
              <a:ext uri="{FF2B5EF4-FFF2-40B4-BE49-F238E27FC236}">
                <a16:creationId xmlns:a16="http://schemas.microsoft.com/office/drawing/2014/main" id="{2D3D6E8D-9874-4BAD-B9B6-F40B502F6141}"/>
              </a:ext>
            </a:extLst>
          </p:cNvPr>
          <p:cNvSpPr>
            <a:spLocks xmlns:a="http://schemas.openxmlformats.org/drawingml/2006/main" noGrp="1"/>
          </p:cNvSpPr>
          <p:nvPr/>
        </p:nvSpPr>
        <p:spPr>
          <a:xfrm xmlns:a="http://schemas.openxmlformats.org/drawingml/2006/main">
            <a:off x="3200400" y="16573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역할</a:t>
            </a:r>
          </a:p>
        </p:txBody>
      </p:sp>
      <p:sp>
        <p:nvSpPr>
          <p:cNvPr id="11" name="">
            <a:extLst xmlns:a="http://schemas.openxmlformats.org/drawingml/2006/main">
              <a:ext uri="{FF2B5EF4-FFF2-40B4-BE49-F238E27FC236}">
                <a16:creationId xmlns:a16="http://schemas.microsoft.com/office/drawing/2014/main" id="{D3DE8006-2185-48D8-9D18-F6DA8A8CD6AF}"/>
              </a:ext>
            </a:extLst>
          </p:cNvPr>
          <p:cNvSpPr>
            <a:spLocks xmlns:a="http://schemas.openxmlformats.org/drawingml/2006/main" noGrp="1"/>
          </p:cNvSpPr>
          <p:nvPr/>
        </p:nvSpPr>
        <p:spPr>
          <a:xfrm xmlns:a="http://schemas.openxmlformats.org/drawingml/2006/main">
            <a:off x="7620000" y="1504950"/>
            <a:ext cx="390525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2" name="">
            <a:extLst xmlns:a="http://schemas.openxmlformats.org/drawingml/2006/main">
              <a:ext uri="{FF2B5EF4-FFF2-40B4-BE49-F238E27FC236}">
                <a16:creationId xmlns:a16="http://schemas.microsoft.com/office/drawing/2014/main" id="{3A14B34C-19B0-4AB1-A24D-1F8C15082284}"/>
              </a:ext>
            </a:extLst>
          </p:cNvPr>
          <p:cNvSpPr>
            <a:spLocks xmlns:a="http://schemas.openxmlformats.org/drawingml/2006/main" noGrp="1"/>
          </p:cNvSpPr>
          <p:nvPr/>
        </p:nvSpPr>
        <p:spPr>
          <a:xfrm xmlns:a="http://schemas.openxmlformats.org/drawingml/2006/main">
            <a:off x="7772400" y="16573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이번 차시의 판단 기준</a:t>
            </a:r>
          </a:p>
        </p:txBody>
      </p:sp>
      <p:sp>
        <p:nvSpPr>
          <p:cNvPr id="13" name="">
            <a:extLst xmlns:a="http://schemas.openxmlformats.org/drawingml/2006/main">
              <a:ext uri="{FF2B5EF4-FFF2-40B4-BE49-F238E27FC236}">
                <a16:creationId xmlns:a16="http://schemas.microsoft.com/office/drawing/2014/main" id="{0B0944F3-FBCC-44F3-9D9E-8EAF84051CD0}"/>
              </a:ext>
            </a:extLst>
          </p:cNvPr>
          <p:cNvSpPr>
            <a:spLocks xmlns:a="http://schemas.openxmlformats.org/drawingml/2006/main" noGrp="1"/>
          </p:cNvSpPr>
          <p:nvPr/>
        </p:nvSpPr>
        <p:spPr>
          <a:xfrm xmlns:a="http://schemas.openxmlformats.org/drawingml/2006/main">
            <a:off x="666750" y="2381250"/>
            <a:ext cx="2381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4E4A0727-7079-413E-A730-3B7B8F74F591}"/>
              </a:ext>
            </a:extLst>
          </p:cNvPr>
          <p:cNvSpPr>
            <a:spLocks xmlns:a="http://schemas.openxmlformats.org/drawingml/2006/main" noGrp="1"/>
          </p:cNvSpPr>
          <p:nvPr/>
        </p:nvSpPr>
        <p:spPr>
          <a:xfrm xmlns:a="http://schemas.openxmlformats.org/drawingml/2006/main">
            <a:off x="819150" y="25336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Codec</a:t>
            </a:r>
          </a:p>
        </p:txBody>
      </p:sp>
      <p:sp>
        <p:nvSpPr>
          <p:cNvPr id="15" name="">
            <a:extLst xmlns:a="http://schemas.openxmlformats.org/drawingml/2006/main">
              <a:ext uri="{FF2B5EF4-FFF2-40B4-BE49-F238E27FC236}">
                <a16:creationId xmlns:a16="http://schemas.microsoft.com/office/drawing/2014/main" id="{59F09C0C-F68B-4F7A-AC7B-6E82B21ADB4A}"/>
              </a:ext>
            </a:extLst>
          </p:cNvPr>
          <p:cNvSpPr>
            <a:spLocks xmlns:a="http://schemas.openxmlformats.org/drawingml/2006/main" noGrp="1"/>
          </p:cNvSpPr>
          <p:nvPr/>
        </p:nvSpPr>
        <p:spPr>
          <a:xfrm xmlns:a="http://schemas.openxmlformats.org/drawingml/2006/main">
            <a:off x="3048000" y="2381250"/>
            <a:ext cx="457200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6" name="">
            <a:extLst xmlns:a="http://schemas.openxmlformats.org/drawingml/2006/main">
              <a:ext uri="{FF2B5EF4-FFF2-40B4-BE49-F238E27FC236}">
                <a16:creationId xmlns:a16="http://schemas.microsoft.com/office/drawing/2014/main" id="{297FCE49-68AF-4200-BC3D-15CED7D56864}"/>
              </a:ext>
            </a:extLst>
          </p:cNvPr>
          <p:cNvSpPr>
            <a:spLocks xmlns:a="http://schemas.openxmlformats.org/drawingml/2006/main" noGrp="1"/>
          </p:cNvSpPr>
          <p:nvPr/>
        </p:nvSpPr>
        <p:spPr>
          <a:xfrm xmlns:a="http://schemas.openxmlformats.org/drawingml/2006/main">
            <a:off x="3200400" y="25336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workspace 경로 확인 단계의 입력 기준</a:t>
            </a:r>
          </a:p>
        </p:txBody>
      </p:sp>
      <p:sp>
        <p:nvSpPr>
          <p:cNvPr id="17" name="">
            <a:extLst xmlns:a="http://schemas.openxmlformats.org/drawingml/2006/main">
              <a:ext uri="{FF2B5EF4-FFF2-40B4-BE49-F238E27FC236}">
                <a16:creationId xmlns:a16="http://schemas.microsoft.com/office/drawing/2014/main" id="{3DEDCAAA-5153-452B-B539-15683435320C}"/>
              </a:ext>
            </a:extLst>
          </p:cNvPr>
          <p:cNvSpPr>
            <a:spLocks xmlns:a="http://schemas.openxmlformats.org/drawingml/2006/main" noGrp="1"/>
          </p:cNvSpPr>
          <p:nvPr/>
        </p:nvSpPr>
        <p:spPr>
          <a:xfrm xmlns:a="http://schemas.openxmlformats.org/drawingml/2006/main">
            <a:off x="7620000" y="2381250"/>
            <a:ext cx="3905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D1AD945B-D920-4972-9A25-5A4626283103}"/>
              </a:ext>
            </a:extLst>
          </p:cNvPr>
          <p:cNvSpPr>
            <a:spLocks xmlns:a="http://schemas.openxmlformats.org/drawingml/2006/main" noGrp="1"/>
          </p:cNvSpPr>
          <p:nvPr/>
        </p:nvSpPr>
        <p:spPr>
          <a:xfrm xmlns:a="http://schemas.openxmlformats.org/drawingml/2006/main">
            <a:off x="7772400" y="25336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결정론 test로 먼저 확인</a:t>
            </a:r>
          </a:p>
        </p:txBody>
      </p:sp>
      <p:sp>
        <p:nvSpPr>
          <p:cNvPr id="19" name="">
            <a:extLst xmlns:a="http://schemas.openxmlformats.org/drawingml/2006/main">
              <a:ext uri="{FF2B5EF4-FFF2-40B4-BE49-F238E27FC236}">
                <a16:creationId xmlns:a16="http://schemas.microsoft.com/office/drawing/2014/main" id="{927A919A-F399-4043-81BF-BC55EA9E6976}"/>
              </a:ext>
            </a:extLst>
          </p:cNvPr>
          <p:cNvSpPr>
            <a:spLocks xmlns:a="http://schemas.openxmlformats.org/drawingml/2006/main" noGrp="1"/>
          </p:cNvSpPr>
          <p:nvPr/>
        </p:nvSpPr>
        <p:spPr>
          <a:xfrm xmlns:a="http://schemas.openxmlformats.org/drawingml/2006/main">
            <a:off x="666750" y="3257550"/>
            <a:ext cx="2381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0" name="">
            <a:extLst xmlns:a="http://schemas.openxmlformats.org/drawingml/2006/main">
              <a:ext uri="{FF2B5EF4-FFF2-40B4-BE49-F238E27FC236}">
                <a16:creationId xmlns:a16="http://schemas.microsoft.com/office/drawing/2014/main" id="{64E1F06F-D41A-474A-B630-0C44EB9EA189}"/>
              </a:ext>
            </a:extLst>
          </p:cNvPr>
          <p:cNvSpPr>
            <a:spLocks xmlns:a="http://schemas.openxmlformats.org/drawingml/2006/main" noGrp="1"/>
          </p:cNvSpPr>
          <p:nvPr/>
        </p:nvSpPr>
        <p:spPr>
          <a:xfrm xmlns:a="http://schemas.openxmlformats.org/drawingml/2006/main">
            <a:off x="819150" y="34099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Container</a:t>
            </a:r>
          </a:p>
        </p:txBody>
      </p:sp>
      <p:sp>
        <p:nvSpPr>
          <p:cNvPr id="21" name="">
            <a:extLst xmlns:a="http://schemas.openxmlformats.org/drawingml/2006/main">
              <a:ext uri="{FF2B5EF4-FFF2-40B4-BE49-F238E27FC236}">
                <a16:creationId xmlns:a16="http://schemas.microsoft.com/office/drawing/2014/main" id="{59FC5517-0C0A-451B-A118-829B6378754D}"/>
              </a:ext>
            </a:extLst>
          </p:cNvPr>
          <p:cNvSpPr>
            <a:spLocks xmlns:a="http://schemas.openxmlformats.org/drawingml/2006/main" noGrp="1"/>
          </p:cNvSpPr>
          <p:nvPr/>
        </p:nvSpPr>
        <p:spPr>
          <a:xfrm xmlns:a="http://schemas.openxmlformats.org/drawingml/2006/main">
            <a:off x="3048000" y="3257550"/>
            <a:ext cx="45720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E796FBB4-F244-4617-A52A-10A97594E718}"/>
              </a:ext>
            </a:extLst>
          </p:cNvPr>
          <p:cNvSpPr>
            <a:spLocks xmlns:a="http://schemas.openxmlformats.org/drawingml/2006/main" noGrp="1"/>
          </p:cNvSpPr>
          <p:nvPr/>
        </p:nvSpPr>
        <p:spPr>
          <a:xfrm xmlns:a="http://schemas.openxmlformats.org/drawingml/2006/main">
            <a:off x="3200400" y="34099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파일 존재 확인 단계의 교체 경계</a:t>
            </a:r>
          </a:p>
        </p:txBody>
      </p:sp>
      <p:sp>
        <p:nvSpPr>
          <p:cNvPr id="23" name="">
            <a:extLst xmlns:a="http://schemas.openxmlformats.org/drawingml/2006/main">
              <a:ext uri="{FF2B5EF4-FFF2-40B4-BE49-F238E27FC236}">
                <a16:creationId xmlns:a16="http://schemas.microsoft.com/office/drawing/2014/main" id="{4DDF0CA3-24C5-4E4D-84B2-523F0CF05F7E}"/>
              </a:ext>
            </a:extLst>
          </p:cNvPr>
          <p:cNvSpPr>
            <a:spLocks xmlns:a="http://schemas.openxmlformats.org/drawingml/2006/main" noGrp="1"/>
          </p:cNvSpPr>
          <p:nvPr/>
        </p:nvSpPr>
        <p:spPr>
          <a:xfrm xmlns:a="http://schemas.openxmlformats.org/drawingml/2006/main">
            <a:off x="7620000" y="3257550"/>
            <a:ext cx="3905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4" name="">
            <a:extLst xmlns:a="http://schemas.openxmlformats.org/drawingml/2006/main">
              <a:ext uri="{FF2B5EF4-FFF2-40B4-BE49-F238E27FC236}">
                <a16:creationId xmlns:a16="http://schemas.microsoft.com/office/drawing/2014/main" id="{73D8F87B-1733-4F18-ABCE-4C27A62B01BF}"/>
              </a:ext>
            </a:extLst>
          </p:cNvPr>
          <p:cNvSpPr>
            <a:spLocks xmlns:a="http://schemas.openxmlformats.org/drawingml/2006/main" noGrp="1"/>
          </p:cNvSpPr>
          <p:nvPr/>
        </p:nvSpPr>
        <p:spPr>
          <a:xfrm xmlns:a="http://schemas.openxmlformats.org/drawingml/2006/main">
            <a:off x="7772400" y="34099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adapter 경계를 확인</a:t>
            </a:r>
          </a:p>
        </p:txBody>
      </p:sp>
      <p:sp>
        <p:nvSpPr>
          <p:cNvPr id="25" name="">
            <a:extLst xmlns:a="http://schemas.openxmlformats.org/drawingml/2006/main">
              <a:ext uri="{FF2B5EF4-FFF2-40B4-BE49-F238E27FC236}">
                <a16:creationId xmlns:a16="http://schemas.microsoft.com/office/drawing/2014/main" id="{27BD5BAB-1D61-4B7A-8273-B349A88A09D3}"/>
              </a:ext>
            </a:extLst>
          </p:cNvPr>
          <p:cNvSpPr>
            <a:spLocks xmlns:a="http://schemas.openxmlformats.org/drawingml/2006/main" noGrp="1"/>
          </p:cNvSpPr>
          <p:nvPr/>
        </p:nvSpPr>
        <p:spPr>
          <a:xfrm xmlns:a="http://schemas.openxmlformats.org/drawingml/2006/main">
            <a:off x="666750" y="4133850"/>
            <a:ext cx="2381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6" name="">
            <a:extLst xmlns:a="http://schemas.openxmlformats.org/drawingml/2006/main">
              <a:ext uri="{FF2B5EF4-FFF2-40B4-BE49-F238E27FC236}">
                <a16:creationId xmlns:a16="http://schemas.microsoft.com/office/drawing/2014/main" id="{D16C4B2B-156B-4F77-AACA-22F3C7CA6229}"/>
              </a:ext>
            </a:extLst>
          </p:cNvPr>
          <p:cNvSpPr>
            <a:spLocks xmlns:a="http://schemas.openxmlformats.org/drawingml/2006/main" noGrp="1"/>
          </p:cNvSpPr>
          <p:nvPr/>
        </p:nvSpPr>
        <p:spPr>
          <a:xfrm xmlns:a="http://schemas.openxmlformats.org/drawingml/2006/main">
            <a:off x="819150" y="42862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Sample rate</a:t>
            </a:r>
          </a:p>
        </p:txBody>
      </p:sp>
      <p:sp>
        <p:nvSpPr>
          <p:cNvPr id="27" name="">
            <a:extLst xmlns:a="http://schemas.openxmlformats.org/drawingml/2006/main">
              <a:ext uri="{FF2B5EF4-FFF2-40B4-BE49-F238E27FC236}">
                <a16:creationId xmlns:a16="http://schemas.microsoft.com/office/drawing/2014/main" id="{557F7CBB-E621-41E1-B63E-E8D5E5620454}"/>
              </a:ext>
            </a:extLst>
          </p:cNvPr>
          <p:cNvSpPr>
            <a:spLocks xmlns:a="http://schemas.openxmlformats.org/drawingml/2006/main" noGrp="1"/>
          </p:cNvSpPr>
          <p:nvPr/>
        </p:nvSpPr>
        <p:spPr>
          <a:xfrm xmlns:a="http://schemas.openxmlformats.org/drawingml/2006/main">
            <a:off x="3048000" y="4133850"/>
            <a:ext cx="457200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8" name="">
            <a:extLst xmlns:a="http://schemas.openxmlformats.org/drawingml/2006/main">
              <a:ext uri="{FF2B5EF4-FFF2-40B4-BE49-F238E27FC236}">
                <a16:creationId xmlns:a16="http://schemas.microsoft.com/office/drawing/2014/main" id="{DC2D2B12-F5C6-44BD-8553-010C62A6ABC9}"/>
              </a:ext>
            </a:extLst>
          </p:cNvPr>
          <p:cNvSpPr>
            <a:spLocks xmlns:a="http://schemas.openxmlformats.org/drawingml/2006/main" noGrp="1"/>
          </p:cNvSpPr>
          <p:nvPr/>
        </p:nvSpPr>
        <p:spPr>
          <a:xfrm xmlns:a="http://schemas.openxmlformats.org/drawingml/2006/main">
            <a:off x="3200400" y="42862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WAV metadata 읽기 단계의 운영 조건</a:t>
            </a:r>
          </a:p>
        </p:txBody>
      </p:sp>
      <p:sp>
        <p:nvSpPr>
          <p:cNvPr id="29" name="">
            <a:extLst xmlns:a="http://schemas.openxmlformats.org/drawingml/2006/main">
              <a:ext uri="{FF2B5EF4-FFF2-40B4-BE49-F238E27FC236}">
                <a16:creationId xmlns:a16="http://schemas.microsoft.com/office/drawing/2014/main" id="{3C7FAC0D-0D17-4A58-A572-EA1A09CFD580}"/>
              </a:ext>
            </a:extLst>
          </p:cNvPr>
          <p:cNvSpPr>
            <a:spLocks xmlns:a="http://schemas.openxmlformats.org/drawingml/2006/main" noGrp="1"/>
          </p:cNvSpPr>
          <p:nvPr/>
        </p:nvSpPr>
        <p:spPr>
          <a:xfrm xmlns:a="http://schemas.openxmlformats.org/drawingml/2006/main">
            <a:off x="7620000" y="4133850"/>
            <a:ext cx="3905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30" name="">
            <a:extLst xmlns:a="http://schemas.openxmlformats.org/drawingml/2006/main">
              <a:ext uri="{FF2B5EF4-FFF2-40B4-BE49-F238E27FC236}">
                <a16:creationId xmlns:a16="http://schemas.microsoft.com/office/drawing/2014/main" id="{B1E9D7FD-AA01-40A3-ABB6-6E2039B95C07}"/>
              </a:ext>
            </a:extLst>
          </p:cNvPr>
          <p:cNvSpPr>
            <a:spLocks xmlns:a="http://schemas.openxmlformats.org/drawingml/2006/main" noGrp="1"/>
          </p:cNvSpPr>
          <p:nvPr/>
        </p:nvSpPr>
        <p:spPr>
          <a:xfrm xmlns:a="http://schemas.openxmlformats.org/drawingml/2006/main">
            <a:off x="7772400" y="42862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비용·지연·권한을 확인</a:t>
            </a:r>
          </a:p>
        </p:txBody>
      </p:sp>
      <p:sp>
        <p:nvSpPr>
          <p:cNvPr id="31" name="">
            <a:extLst xmlns:a="http://schemas.openxmlformats.org/drawingml/2006/main">
              <a:ext uri="{FF2B5EF4-FFF2-40B4-BE49-F238E27FC236}">
                <a16:creationId xmlns:a16="http://schemas.microsoft.com/office/drawing/2014/main" id="{EA16C4F1-0B76-41B3-A1C3-C5FE6B3A4BF1}"/>
              </a:ext>
            </a:extLst>
          </p:cNvPr>
          <p:cNvSpPr>
            <a:spLocks xmlns:a="http://schemas.openxmlformats.org/drawingml/2006/main" noGrp="1"/>
          </p:cNvSpPr>
          <p:nvPr/>
        </p:nvSpPr>
        <p:spPr>
          <a:xfrm xmlns:a="http://schemas.openxmlformats.org/drawingml/2006/main">
            <a:off x="666750" y="5010150"/>
            <a:ext cx="2381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2" name="">
            <a:extLst xmlns:a="http://schemas.openxmlformats.org/drawingml/2006/main">
              <a:ext uri="{FF2B5EF4-FFF2-40B4-BE49-F238E27FC236}">
                <a16:creationId xmlns:a16="http://schemas.microsoft.com/office/drawing/2014/main" id="{FF63CC59-2F94-4E83-A335-DDB684E3C6D1}"/>
              </a:ext>
            </a:extLst>
          </p:cNvPr>
          <p:cNvSpPr>
            <a:spLocks xmlns:a="http://schemas.openxmlformats.org/drawingml/2006/main" noGrp="1"/>
          </p:cNvSpPr>
          <p:nvPr/>
        </p:nvSpPr>
        <p:spPr>
          <a:xfrm xmlns:a="http://schemas.openxmlformats.org/drawingml/2006/main">
            <a:off x="819150" y="51625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Channel</a:t>
            </a:r>
          </a:p>
        </p:txBody>
      </p:sp>
      <p:sp>
        <p:nvSpPr>
          <p:cNvPr id="33" name="">
            <a:extLst xmlns:a="http://schemas.openxmlformats.org/drawingml/2006/main">
              <a:ext uri="{FF2B5EF4-FFF2-40B4-BE49-F238E27FC236}">
                <a16:creationId xmlns:a16="http://schemas.microsoft.com/office/drawing/2014/main" id="{42811AD9-F4EF-4F71-9516-7C746848BDE9}"/>
              </a:ext>
            </a:extLst>
          </p:cNvPr>
          <p:cNvSpPr>
            <a:spLocks xmlns:a="http://schemas.openxmlformats.org/drawingml/2006/main" noGrp="1"/>
          </p:cNvSpPr>
          <p:nvPr/>
        </p:nvSpPr>
        <p:spPr>
          <a:xfrm xmlns:a="http://schemas.openxmlformats.org/drawingml/2006/main">
            <a:off x="3048000" y="5010150"/>
            <a:ext cx="45720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4" name="">
            <a:extLst xmlns:a="http://schemas.openxmlformats.org/drawingml/2006/main">
              <a:ext uri="{FF2B5EF4-FFF2-40B4-BE49-F238E27FC236}">
                <a16:creationId xmlns:a16="http://schemas.microsoft.com/office/drawing/2014/main" id="{A66893BE-5136-493D-8461-E6BA263B89EE}"/>
              </a:ext>
            </a:extLst>
          </p:cNvPr>
          <p:cNvSpPr>
            <a:spLocks xmlns:a="http://schemas.openxmlformats.org/drawingml/2006/main" noGrp="1"/>
          </p:cNvSpPr>
          <p:nvPr/>
        </p:nvSpPr>
        <p:spPr>
          <a:xfrm xmlns:a="http://schemas.openxmlformats.org/drawingml/2006/main">
            <a:off x="3200400" y="51625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지원 조건 판정 단계의 판단 기록</a:t>
            </a:r>
          </a:p>
        </p:txBody>
      </p:sp>
      <p:sp>
        <p:nvSpPr>
          <p:cNvPr id="35" name="">
            <a:extLst xmlns:a="http://schemas.openxmlformats.org/drawingml/2006/main">
              <a:ext uri="{FF2B5EF4-FFF2-40B4-BE49-F238E27FC236}">
                <a16:creationId xmlns:a16="http://schemas.microsoft.com/office/drawing/2014/main" id="{90C3B555-12D3-4B64-B793-2912AEC0E16D}"/>
              </a:ext>
            </a:extLst>
          </p:cNvPr>
          <p:cNvSpPr>
            <a:spLocks xmlns:a="http://schemas.openxmlformats.org/drawingml/2006/main" noGrp="1"/>
          </p:cNvSpPr>
          <p:nvPr/>
        </p:nvSpPr>
        <p:spPr>
          <a:xfrm xmlns:a="http://schemas.openxmlformats.org/drawingml/2006/main">
            <a:off x="7620000" y="5010150"/>
            <a:ext cx="3905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6" name="">
            <a:extLst xmlns:a="http://schemas.openxmlformats.org/drawingml/2006/main">
              <a:ext uri="{FF2B5EF4-FFF2-40B4-BE49-F238E27FC236}">
                <a16:creationId xmlns:a16="http://schemas.microsoft.com/office/drawing/2014/main" id="{2C157F38-BDB8-44DB-A64B-4D616003B66B}"/>
              </a:ext>
            </a:extLst>
          </p:cNvPr>
          <p:cNvSpPr>
            <a:spLocks xmlns:a="http://schemas.openxmlformats.org/drawingml/2006/main" noGrp="1"/>
          </p:cNvSpPr>
          <p:nvPr/>
        </p:nvSpPr>
        <p:spPr>
          <a:xfrm xmlns:a="http://schemas.openxmlformats.org/drawingml/2006/main">
            <a:off x="7772400" y="51625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사람 판단과 운영 기록을 확인</a:t>
            </a:r>
          </a:p>
        </p:txBody>
      </p:sp>
    </p:spTree>
    <p:extLst>
      <p:ext uri="{BB962C8B-B14F-4D97-AF65-F5344CB8AC3E}">
        <p14:creationId xmlns:p14="http://schemas.microsoft.com/office/powerpoint/2010/main" val="57023928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F6F13F9-AD01-4965-B647-CFCA2F2729A4}"/>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오디오 파일 계약과 메타데이터 대표 실패</a:t>
            </a:r>
          </a:p>
        </p:txBody>
      </p:sp>
      <p:sp>
        <p:nvSpPr>
          <p:cNvPr id="2" name="">
            <a:extLst xmlns:a="http://schemas.openxmlformats.org/drawingml/2006/main">
              <a:ext uri="{FF2B5EF4-FFF2-40B4-BE49-F238E27FC236}">
                <a16:creationId xmlns:a16="http://schemas.microsoft.com/office/drawing/2014/main" id="{20199418-21A7-4F6F-ACDD-7218281A66BA}"/>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실패 사례</a:t>
            </a:r>
          </a:p>
        </p:txBody>
      </p:sp>
      <p:sp>
        <p:nvSpPr>
          <p:cNvPr id="3" name="">
            <a:extLst xmlns:a="http://schemas.openxmlformats.org/drawingml/2006/main">
              <a:ext uri="{FF2B5EF4-FFF2-40B4-BE49-F238E27FC236}">
                <a16:creationId xmlns:a16="http://schemas.microsoft.com/office/drawing/2014/main" id="{3C16E1EF-8CA0-4FA7-A656-F254D5D1DE9C}"/>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C55DC316-7660-47B9-922B-06BD0C8FD3F7}"/>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CB521876-E08F-462E-B9E1-1DCD2C33226A}"/>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8CDE0803-CE46-4320-8416-03981D421F23}"/>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012</a:t>
            </a:r>
          </a:p>
        </p:txBody>
      </p:sp>
      <p:sp>
        <p:nvSpPr>
          <p:cNvPr id="7" name="">
            <a:extLst xmlns:a="http://schemas.openxmlformats.org/drawingml/2006/main">
              <a:ext uri="{FF2B5EF4-FFF2-40B4-BE49-F238E27FC236}">
                <a16:creationId xmlns:a16="http://schemas.microsoft.com/office/drawing/2014/main" id="{504BCE34-C17F-41E4-87F3-D6EF0193BCEC}"/>
              </a:ext>
            </a:extLst>
          </p:cNvPr>
          <p:cNvSpPr>
            <a:spLocks xmlns:a="http://schemas.openxmlformats.org/drawingml/2006/main" noGrp="1"/>
          </p:cNvSpPr>
          <p:nvPr/>
        </p:nvSpPr>
        <p:spPr>
          <a:xfrm xmlns:a="http://schemas.openxmlformats.org/drawingml/2006/main">
            <a:off x="685800" y="1619250"/>
            <a:ext cx="4724400" cy="33147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5665F81-CBB4-44EF-A67F-60579A18DBEC}"/>
              </a:ext>
            </a:extLst>
          </p:cNvPr>
          <p:cNvSpPr>
            <a:spLocks xmlns:a="http://schemas.openxmlformats.org/drawingml/2006/main" noGrp="1"/>
          </p:cNvSpPr>
          <p:nvPr/>
        </p:nvSpPr>
        <p:spPr>
          <a:xfrm xmlns:a="http://schemas.openxmlformats.org/drawingml/2006/main">
            <a:off x="990600" y="19240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C7C7C7"/>
                </a:solidFill>
                <a:latin typeface="NanumGothic"/>
                <a:ea typeface="NanumGothic"/>
                <a:cs typeface="NanumGothic"/>
              </a:defRPr>
            </a:pPr>
            <a:r>
              <a:rPr sz="1050" b="1">
                <a:solidFill>
                  <a:srgbClr val="C7C7C7"/>
                </a:solidFill>
                <a:latin typeface="NanumGothic"/>
                <a:ea typeface="NanumGothic"/>
                <a:cs typeface="NanumGothic"/>
              </a:rPr>
              <a:t>실패</a:t>
            </a:r>
          </a:p>
        </p:txBody>
      </p:sp>
      <p:sp>
        <p:nvSpPr>
          <p:cNvPr id="9" name="">
            <a:extLst xmlns:a="http://schemas.openxmlformats.org/drawingml/2006/main">
              <a:ext uri="{FF2B5EF4-FFF2-40B4-BE49-F238E27FC236}">
                <a16:creationId xmlns:a16="http://schemas.microsoft.com/office/drawing/2014/main" id="{E780AAA0-619A-4601-A809-38A499C2E808}"/>
              </a:ext>
            </a:extLst>
          </p:cNvPr>
          <p:cNvSpPr>
            <a:spLocks xmlns:a="http://schemas.openxmlformats.org/drawingml/2006/main" noGrp="1"/>
          </p:cNvSpPr>
          <p:nvPr/>
        </p:nvSpPr>
        <p:spPr>
          <a:xfrm xmlns:a="http://schemas.openxmlformats.org/drawingml/2006/main">
            <a:off x="990600" y="2476500"/>
            <a:ext cx="41148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파일이 없거나 codec을 열 수 없는데 재시도만 반복한다.</a:t>
            </a:r>
          </a:p>
        </p:txBody>
      </p:sp>
      <p:sp>
        <p:nvSpPr>
          <p:cNvPr id="10" name="">
            <a:extLst xmlns:a="http://schemas.openxmlformats.org/drawingml/2006/main">
              <a:ext uri="{FF2B5EF4-FFF2-40B4-BE49-F238E27FC236}">
                <a16:creationId xmlns:a16="http://schemas.microsoft.com/office/drawing/2014/main" id="{D6D0CD86-090F-40A4-B146-D59E5DA814FB}"/>
              </a:ext>
            </a:extLst>
          </p:cNvPr>
          <p:cNvSpPr>
            <a:spLocks xmlns:a="http://schemas.openxmlformats.org/drawingml/2006/main" noGrp="1"/>
          </p:cNvSpPr>
          <p:nvPr/>
        </p:nvSpPr>
        <p:spPr>
          <a:xfrm xmlns:a="http://schemas.openxmlformats.org/drawingml/2006/main">
            <a:off x="5981700" y="19240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사용자 영향</a:t>
            </a:r>
          </a:p>
        </p:txBody>
      </p:sp>
      <p:sp>
        <p:nvSpPr>
          <p:cNvPr id="11" name="">
            <a:extLst xmlns:a="http://schemas.openxmlformats.org/drawingml/2006/main">
              <a:ext uri="{FF2B5EF4-FFF2-40B4-BE49-F238E27FC236}">
                <a16:creationId xmlns:a16="http://schemas.microsoft.com/office/drawing/2014/main" id="{25708FC6-DD20-436D-84AD-F92AD1F4C804}"/>
              </a:ext>
            </a:extLst>
          </p:cNvPr>
          <p:cNvSpPr>
            <a:spLocks xmlns:a="http://schemas.openxmlformats.org/drawingml/2006/main" noGrp="1"/>
          </p:cNvSpPr>
          <p:nvPr/>
        </p:nvSpPr>
        <p:spPr>
          <a:xfrm xmlns:a="http://schemas.openxmlformats.org/drawingml/2006/main">
            <a:off x="5981700" y="2476500"/>
            <a:ext cx="48196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1">
                <a:solidFill>
                  <a:srgbClr val="191919"/>
                </a:solidFill>
                <a:latin typeface="NanumGothic"/>
                <a:ea typeface="NanumGothic"/>
                <a:cs typeface="NanumGothic"/>
              </a:defRPr>
            </a:pPr>
            <a:r>
              <a:rPr sz="1875" b="1">
                <a:solidFill>
                  <a:srgbClr val="191919"/>
                </a:solidFill>
                <a:latin typeface="NanumGothic"/>
                <a:ea typeface="NanumGothic"/>
                <a:cs typeface="NanumGothic"/>
              </a:rPr>
              <a:t>파일이 없거나 codec을 열 수 없는데 재시도만 반복한다. 상태에서는 audio_metadata.json을 운영 판단에 사용할 수 없다.</a:t>
            </a:r>
          </a:p>
        </p:txBody>
      </p:sp>
      <p:sp>
        <p:nvSpPr>
          <p:cNvPr id="12" name="">
            <a:extLst xmlns:a="http://schemas.openxmlformats.org/drawingml/2006/main">
              <a:ext uri="{FF2B5EF4-FFF2-40B4-BE49-F238E27FC236}">
                <a16:creationId xmlns:a16="http://schemas.microsoft.com/office/drawing/2014/main" id="{C92D1AB7-0E31-4137-8D9F-48BD71692A16}"/>
              </a:ext>
            </a:extLst>
          </p:cNvPr>
          <p:cNvSpPr>
            <a:spLocks xmlns:a="http://schemas.openxmlformats.org/drawingml/2006/main" noGrp="1"/>
          </p:cNvSpPr>
          <p:nvPr/>
        </p:nvSpPr>
        <p:spPr>
          <a:xfrm xmlns:a="http://schemas.openxmlformats.org/drawingml/2006/main">
            <a:off x="1524000" y="5410200"/>
            <a:ext cx="914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오디오 파일 계약과 메타데이터 실패가 재현돼야 복구 코드와 회귀 test를 만들 수 있습니다.</a:t>
            </a:r>
          </a:p>
        </p:txBody>
      </p:sp>
    </p:spTree>
    <p:extLst>
      <p:ext uri="{BB962C8B-B14F-4D97-AF65-F5344CB8AC3E}">
        <p14:creationId xmlns:p14="http://schemas.microsoft.com/office/powerpoint/2010/main" val="56491509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8F96768-5145-4D78-8A1B-3D466543C25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오디오 파일 계약과 메타데이터 복구 경로</a:t>
            </a:r>
          </a:p>
        </p:txBody>
      </p:sp>
      <p:sp>
        <p:nvSpPr>
          <p:cNvPr id="2" name="">
            <a:extLst xmlns:a="http://schemas.openxmlformats.org/drawingml/2006/main">
              <a:ext uri="{FF2B5EF4-FFF2-40B4-BE49-F238E27FC236}">
                <a16:creationId xmlns:a16="http://schemas.microsoft.com/office/drawing/2014/main" id="{4F684CB3-DD9C-4F36-BE0F-FB8AAFFC85B7}"/>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오류 처리</a:t>
            </a:r>
          </a:p>
        </p:txBody>
      </p:sp>
      <p:sp>
        <p:nvSpPr>
          <p:cNvPr id="3" name="">
            <a:extLst xmlns:a="http://schemas.openxmlformats.org/drawingml/2006/main">
              <a:ext uri="{FF2B5EF4-FFF2-40B4-BE49-F238E27FC236}">
                <a16:creationId xmlns:a16="http://schemas.microsoft.com/office/drawing/2014/main" id="{23F037B8-4155-4EED-9EEF-1C4FF5FA828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92F5BE52-3D4D-453F-8587-E70C610B684D}"/>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481FB451-71CC-4881-BB89-7716D372DB58}"/>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DB8A42EF-394A-405A-9948-2960F06AE16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013</a:t>
            </a:r>
          </a:p>
        </p:txBody>
      </p:sp>
      <p:sp>
        <p:nvSpPr>
          <p:cNvPr id="7" name="">
            <a:extLst xmlns:a="http://schemas.openxmlformats.org/drawingml/2006/main">
              <a:ext uri="{FF2B5EF4-FFF2-40B4-BE49-F238E27FC236}">
                <a16:creationId xmlns:a16="http://schemas.microsoft.com/office/drawing/2014/main" id="{36292C67-B73B-4A73-9B23-E482945B2EF0}"/>
              </a:ext>
            </a:extLst>
          </p:cNvPr>
          <p:cNvSpPr>
            <a:spLocks xmlns:a="http://schemas.openxmlformats.org/drawingml/2006/main" noGrp="1"/>
          </p:cNvSpPr>
          <p:nvPr/>
        </p:nvSpPr>
        <p:spPr>
          <a:xfrm xmlns:a="http://schemas.openxmlformats.org/drawingml/2006/main">
            <a:off x="838200" y="15430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E51EB33D-BD0A-4479-B52C-F303E18FE28B}"/>
              </a:ext>
            </a:extLst>
          </p:cNvPr>
          <p:cNvSpPr>
            <a:spLocks xmlns:a="http://schemas.openxmlformats.org/drawingml/2006/main" noGrp="1"/>
          </p:cNvSpPr>
          <p:nvPr/>
        </p:nvSpPr>
        <p:spPr>
          <a:xfrm xmlns:a="http://schemas.openxmlformats.org/drawingml/2006/main">
            <a:off x="1276350" y="16668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B4493736-67DB-45A2-897C-AA872A7C8D69}"/>
              </a:ext>
            </a:extLst>
          </p:cNvPr>
          <p:cNvSpPr>
            <a:spLocks xmlns:a="http://schemas.openxmlformats.org/drawingml/2006/main" noGrp="1"/>
          </p:cNvSpPr>
          <p:nvPr/>
        </p:nvSpPr>
        <p:spPr>
          <a:xfrm xmlns:a="http://schemas.openxmlformats.org/drawingml/2006/main">
            <a:off x="1752600" y="1504950"/>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탐지: workspace 밖 오디오는 WORKSPACE_PATH_BLOCKED로 끝난다.</a:t>
            </a:r>
          </a:p>
        </p:txBody>
      </p:sp>
      <p:sp>
        <p:nvSpPr>
          <p:cNvPr id="10" name="">
            <a:extLst xmlns:a="http://schemas.openxmlformats.org/drawingml/2006/main">
              <a:ext uri="{FF2B5EF4-FFF2-40B4-BE49-F238E27FC236}">
                <a16:creationId xmlns:a16="http://schemas.microsoft.com/office/drawing/2014/main" id="{2BCF9351-48AE-479C-93CE-13B07F3283C9}"/>
              </a:ext>
            </a:extLst>
          </p:cNvPr>
          <p:cNvSpPr>
            <a:spLocks xmlns:a="http://schemas.openxmlformats.org/drawingml/2006/main" noGrp="1"/>
          </p:cNvSpPr>
          <p:nvPr/>
        </p:nvSpPr>
        <p:spPr>
          <a:xfrm xmlns:a="http://schemas.openxmlformats.org/drawingml/2006/main">
            <a:off x="838200" y="254317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CF576460-BC4A-4824-8F1A-E5AABA7E397B}"/>
              </a:ext>
            </a:extLst>
          </p:cNvPr>
          <p:cNvSpPr>
            <a:spLocks xmlns:a="http://schemas.openxmlformats.org/drawingml/2006/main" noGrp="1"/>
          </p:cNvSpPr>
          <p:nvPr/>
        </p:nvSpPr>
        <p:spPr>
          <a:xfrm xmlns:a="http://schemas.openxmlformats.org/drawingml/2006/main">
            <a:off x="1276350" y="2667000"/>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69682DBA-C9CF-418C-884D-6885E7E83A61}"/>
              </a:ext>
            </a:extLst>
          </p:cNvPr>
          <p:cNvSpPr>
            <a:spLocks xmlns:a="http://schemas.openxmlformats.org/drawingml/2006/main" noGrp="1"/>
          </p:cNvSpPr>
          <p:nvPr/>
        </p:nvSpPr>
        <p:spPr>
          <a:xfrm xmlns:a="http://schemas.openxmlformats.org/drawingml/2006/main">
            <a:off x="1752600" y="2505075"/>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중단: 파일이 없거나 codec을 열 수 없는데 재시도만 반복한다.</a:t>
            </a:r>
          </a:p>
        </p:txBody>
      </p:sp>
      <p:sp>
        <p:nvSpPr>
          <p:cNvPr id="13" name="">
            <a:extLst xmlns:a="http://schemas.openxmlformats.org/drawingml/2006/main">
              <a:ext uri="{FF2B5EF4-FFF2-40B4-BE49-F238E27FC236}">
                <a16:creationId xmlns:a16="http://schemas.microsoft.com/office/drawing/2014/main" id="{29E96376-3883-4017-AD2A-24D2CF4945C8}"/>
              </a:ext>
            </a:extLst>
          </p:cNvPr>
          <p:cNvSpPr>
            <a:spLocks xmlns:a="http://schemas.openxmlformats.org/drawingml/2006/main" noGrp="1"/>
          </p:cNvSpPr>
          <p:nvPr/>
        </p:nvSpPr>
        <p:spPr>
          <a:xfrm xmlns:a="http://schemas.openxmlformats.org/drawingml/2006/main">
            <a:off x="838200" y="35433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409D5D5D-8FD3-40F9-917E-92FE01C1B72B}"/>
              </a:ext>
            </a:extLst>
          </p:cNvPr>
          <p:cNvSpPr>
            <a:spLocks xmlns:a="http://schemas.openxmlformats.org/drawingml/2006/main" noGrp="1"/>
          </p:cNvSpPr>
          <p:nvPr/>
        </p:nvSpPr>
        <p:spPr>
          <a:xfrm xmlns:a="http://schemas.openxmlformats.org/drawingml/2006/main">
            <a:off x="1276350" y="36671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A8F87670-6C50-4B34-9582-32191788A52C}"/>
              </a:ext>
            </a:extLst>
          </p:cNvPr>
          <p:cNvSpPr>
            <a:spLocks xmlns:a="http://schemas.openxmlformats.org/drawingml/2006/main" noGrp="1"/>
          </p:cNvSpPr>
          <p:nvPr/>
        </p:nvSpPr>
        <p:spPr>
          <a:xfrm xmlns:a="http://schemas.openxmlformats.org/drawingml/2006/main">
            <a:off x="1752600" y="3505200"/>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복구: FILE_NOT_FOUND와 UNSUPPORTED_AUDIO를 구분하고 변환 또는 fixture 경로를 안내한다.</a:t>
            </a:r>
          </a:p>
        </p:txBody>
      </p:sp>
      <p:sp>
        <p:nvSpPr>
          <p:cNvPr id="16" name="">
            <a:extLst xmlns:a="http://schemas.openxmlformats.org/drawingml/2006/main">
              <a:ext uri="{FF2B5EF4-FFF2-40B4-BE49-F238E27FC236}">
                <a16:creationId xmlns:a16="http://schemas.microsoft.com/office/drawing/2014/main" id="{45BAC3AE-01A0-43B9-AF15-B543C08A462D}"/>
              </a:ext>
            </a:extLst>
          </p:cNvPr>
          <p:cNvSpPr>
            <a:spLocks xmlns:a="http://schemas.openxmlformats.org/drawingml/2006/main" noGrp="1"/>
          </p:cNvSpPr>
          <p:nvPr/>
        </p:nvSpPr>
        <p:spPr>
          <a:xfrm xmlns:a="http://schemas.openxmlformats.org/drawingml/2006/main">
            <a:off x="838200" y="454342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D7527138-4E64-4E33-8758-F96F1758763D}"/>
              </a:ext>
            </a:extLst>
          </p:cNvPr>
          <p:cNvSpPr>
            <a:spLocks xmlns:a="http://schemas.openxmlformats.org/drawingml/2006/main" noGrp="1"/>
          </p:cNvSpPr>
          <p:nvPr/>
        </p:nvSpPr>
        <p:spPr>
          <a:xfrm xmlns:a="http://schemas.openxmlformats.org/drawingml/2006/main">
            <a:off x="1276350" y="4667250"/>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6CCD6F9B-D1A7-4A58-BA79-30690D3D21B6}"/>
              </a:ext>
            </a:extLst>
          </p:cNvPr>
          <p:cNvSpPr>
            <a:spLocks xmlns:a="http://schemas.openxmlformats.org/drawingml/2006/main" noGrp="1"/>
          </p:cNvSpPr>
          <p:nvPr/>
        </p:nvSpPr>
        <p:spPr>
          <a:xfrm xmlns:a="http://schemas.openxmlformats.org/drawingml/2006/main">
            <a:off x="1752600" y="4505325"/>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증거: audio_metadata.json과 test 결과를 함께 남긴다.</a:t>
            </a:r>
          </a:p>
        </p:txBody>
      </p:sp>
    </p:spTree>
    <p:extLst>
      <p:ext uri="{BB962C8B-B14F-4D97-AF65-F5344CB8AC3E}">
        <p14:creationId xmlns:p14="http://schemas.microsoft.com/office/powerpoint/2010/main" val="2973166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BBB9A86-4116-43CF-9D92-2BA22A4DB356}"/>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오디오 파일 계약과 메타데이터 Codex 검증 루프</a:t>
            </a:r>
          </a:p>
        </p:txBody>
      </p:sp>
      <p:sp>
        <p:nvSpPr>
          <p:cNvPr id="2" name="">
            <a:extLst xmlns:a="http://schemas.openxmlformats.org/drawingml/2006/main">
              <a:ext uri="{FF2B5EF4-FFF2-40B4-BE49-F238E27FC236}">
                <a16:creationId xmlns:a16="http://schemas.microsoft.com/office/drawing/2014/main" id="{213C8D4B-865B-4F2D-BCF1-F71861C973E6}"/>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공식·로컬 참고 화면</a:t>
            </a:r>
          </a:p>
        </p:txBody>
      </p:sp>
      <p:sp>
        <p:nvSpPr>
          <p:cNvPr id="3" name="">
            <a:extLst xmlns:a="http://schemas.openxmlformats.org/drawingml/2006/main">
              <a:ext uri="{FF2B5EF4-FFF2-40B4-BE49-F238E27FC236}">
                <a16:creationId xmlns:a16="http://schemas.microsoft.com/office/drawing/2014/main" id="{28F71865-6878-4E66-9E28-A2762FFC6D00}"/>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61FF5AB4-60B4-4E9A-B168-D1AE19CD2D51}"/>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DC7F172F-E098-479C-9CB2-271B0B66FFA4}"/>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C5C6A604-77B0-4FAB-B646-61B2A2D0F9CD}"/>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014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252a1907faf4f02"/>
          <a:stretch xmlns:a="http://schemas.openxmlformats.org/drawingml/2006/main"/>
        </p:blipFill>
        <p:spPr>
          <a:xfrm xmlns:a="http://schemas.openxmlformats.org/drawingml/2006/main">
            <a:off x="5010150" y="1829515"/>
            <a:ext cx="6191250" cy="3484719"/>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E2D091B-05A0-494C-AB35-A9FDC7FE3B8C}"/>
              </a:ext>
            </a:extLst>
          </p:cNvPr>
          <p:cNvSpPr>
            <a:spLocks xmlns:a="http://schemas.openxmlformats.org/drawingml/2006/main" noGrp="1"/>
          </p:cNvSpPr>
          <p:nvPr/>
        </p:nvSpPr>
        <p:spPr>
          <a:xfrm xmlns:a="http://schemas.openxmlformats.org/drawingml/2006/main">
            <a:off x="685800" y="1714500"/>
            <a:ext cx="382905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025" b="1">
                <a:solidFill>
                  <a:srgbClr val="191919"/>
                </a:solidFill>
                <a:latin typeface="NanumGothic"/>
                <a:ea typeface="NanumGothic"/>
                <a:cs typeface="NanumGothic"/>
              </a:defRPr>
            </a:pPr>
            <a:r>
              <a:rPr sz="2025" b="1">
                <a:solidFill>
                  <a:srgbClr val="191919"/>
                </a:solidFill>
                <a:latin typeface="NanumGothic"/>
                <a:ea typeface="NanumGothic"/>
                <a:cs typeface="NanumGothic"/>
              </a:rPr>
              <a:t>data/demo_meeting_transcript.txt의 책임을 찾고 audio_metadata.json 계약을 focused test로 고정합니다.</a:t>
            </a:r>
          </a:p>
        </p:txBody>
      </p:sp>
      <p:sp>
        <p:nvSpPr>
          <p:cNvPr id="9" name="">
            <a:extLst xmlns:a="http://schemas.openxmlformats.org/drawingml/2006/main">
              <a:ext uri="{FF2B5EF4-FFF2-40B4-BE49-F238E27FC236}">
                <a16:creationId xmlns:a16="http://schemas.microsoft.com/office/drawing/2014/main" id="{D5D44FF6-BEB6-4A45-A5CE-5049AEBDA65B}"/>
              </a:ext>
            </a:extLst>
          </p:cNvPr>
          <p:cNvSpPr>
            <a:spLocks xmlns:a="http://schemas.openxmlformats.org/drawingml/2006/main" noGrp="1"/>
          </p:cNvSpPr>
          <p:nvPr/>
        </p:nvSpPr>
        <p:spPr>
          <a:xfrm xmlns:a="http://schemas.openxmlformats.org/drawingml/2006/main">
            <a:off x="685800" y="3867150"/>
            <a:ext cx="38290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오디오 파일 계약과 메타데이터</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저장소 이해 → 허용 범위 변경</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 focused test → diff 리뷰</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 사람 merge</a:t>
            </a:r>
          </a:p>
        </p:txBody>
      </p:sp>
    </p:spTree>
    <p:extLst>
      <p:ext uri="{BB962C8B-B14F-4D97-AF65-F5344CB8AC3E}">
        <p14:creationId xmlns:p14="http://schemas.microsoft.com/office/powerpoint/2010/main" val="141706797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5FB83DD-0A9B-46D6-8BCF-4EE83E877859}"/>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오디오 파일 계약과 메타데이터 Codex 작업 명세</a:t>
            </a:r>
          </a:p>
        </p:txBody>
      </p:sp>
      <p:sp>
        <p:nvSpPr>
          <p:cNvPr id="2" name="">
            <a:extLst xmlns:a="http://schemas.openxmlformats.org/drawingml/2006/main">
              <a:ext uri="{FF2B5EF4-FFF2-40B4-BE49-F238E27FC236}">
                <a16:creationId xmlns:a16="http://schemas.microsoft.com/office/drawing/2014/main" id="{CE9581AF-12C1-4363-8CDC-E0E9D65BA022}"/>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작업 요청 예시</a:t>
            </a:r>
          </a:p>
        </p:txBody>
      </p:sp>
      <p:sp>
        <p:nvSpPr>
          <p:cNvPr id="3" name="">
            <a:extLst xmlns:a="http://schemas.openxmlformats.org/drawingml/2006/main">
              <a:ext uri="{FF2B5EF4-FFF2-40B4-BE49-F238E27FC236}">
                <a16:creationId xmlns:a16="http://schemas.microsoft.com/office/drawing/2014/main" id="{B5684DAF-AA70-460C-9D4F-E0CF768EB5A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093D091B-492E-4B3D-A217-DE0233B7E0D1}"/>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9A5BBE10-A634-4DCF-B768-A1DF1BE9DB68}"/>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E59C0DBC-30EF-4091-9E14-1926DDE5FF57}"/>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015</a:t>
            </a:r>
          </a:p>
        </p:txBody>
      </p:sp>
      <p:sp>
        <p:nvSpPr>
          <p:cNvPr id="7" name="">
            <a:extLst xmlns:a="http://schemas.openxmlformats.org/drawingml/2006/main">
              <a:ext uri="{FF2B5EF4-FFF2-40B4-BE49-F238E27FC236}">
                <a16:creationId xmlns:a16="http://schemas.microsoft.com/office/drawing/2014/main" id="{29A2EB7F-9E78-4767-97AD-D9ACECC19B88}"/>
              </a:ext>
            </a:extLst>
          </p:cNvPr>
          <p:cNvSpPr>
            <a:spLocks xmlns:a="http://schemas.openxmlformats.org/drawingml/2006/main" noGrp="1"/>
          </p:cNvSpPr>
          <p:nvPr/>
        </p:nvSpPr>
        <p:spPr>
          <a:xfrm xmlns:a="http://schemas.openxmlformats.org/drawingml/2006/main">
            <a:off x="685800" y="15811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목표</a:t>
            </a:r>
          </a:p>
        </p:txBody>
      </p:sp>
      <p:sp>
        <p:nvSpPr>
          <p:cNvPr id="8" name="">
            <a:extLst xmlns:a="http://schemas.openxmlformats.org/drawingml/2006/main">
              <a:ext uri="{FF2B5EF4-FFF2-40B4-BE49-F238E27FC236}">
                <a16:creationId xmlns:a16="http://schemas.microsoft.com/office/drawing/2014/main" id="{4BDB8AB3-5817-45C1-956C-1C541513F2CD}"/>
              </a:ext>
            </a:extLst>
          </p:cNvPr>
          <p:cNvSpPr>
            <a:spLocks xmlns:a="http://schemas.openxmlformats.org/drawingml/2006/main" noGrp="1"/>
          </p:cNvSpPr>
          <p:nvPr/>
        </p:nvSpPr>
        <p:spPr>
          <a:xfrm xmlns:a="http://schemas.openxmlformats.org/drawingml/2006/main">
            <a:off x="2286000" y="142875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9" name="">
            <a:extLst xmlns:a="http://schemas.openxmlformats.org/drawingml/2006/main">
              <a:ext uri="{FF2B5EF4-FFF2-40B4-BE49-F238E27FC236}">
                <a16:creationId xmlns:a16="http://schemas.microsoft.com/office/drawing/2014/main" id="{2ACD5121-D856-4846-9319-220C95E0EE10}"/>
              </a:ext>
            </a:extLst>
          </p:cNvPr>
          <p:cNvSpPr>
            <a:spLocks xmlns:a="http://schemas.openxmlformats.org/drawingml/2006/main" noGrp="1"/>
          </p:cNvSpPr>
          <p:nvPr/>
        </p:nvSpPr>
        <p:spPr>
          <a:xfrm xmlns:a="http://schemas.openxmlformats.org/drawingml/2006/main">
            <a:off x="2533650" y="158115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1">
                <a:solidFill>
                  <a:srgbClr val="191919"/>
                </a:solidFill>
                <a:latin typeface="NanumGothic"/>
                <a:ea typeface="NanumGothic"/>
                <a:cs typeface="NanumGothic"/>
              </a:defRPr>
            </a:pPr>
            <a:r>
              <a:rPr sz="1425" b="1">
                <a:solidFill>
                  <a:srgbClr val="191919"/>
                </a:solidFill>
                <a:latin typeface="NanumGothic"/>
                <a:ea typeface="NanumGothic"/>
                <a:cs typeface="NanumGothic"/>
              </a:rPr>
              <a:t>오디오 metadata 검사 함수를 작은 책임으로 분리하고 정상·경로 이탈 test를 추가한다.</a:t>
            </a:r>
          </a:p>
        </p:txBody>
      </p:sp>
      <p:sp>
        <p:nvSpPr>
          <p:cNvPr id="10" name="">
            <a:extLst xmlns:a="http://schemas.openxmlformats.org/drawingml/2006/main">
              <a:ext uri="{FF2B5EF4-FFF2-40B4-BE49-F238E27FC236}">
                <a16:creationId xmlns:a16="http://schemas.microsoft.com/office/drawing/2014/main" id="{FA995AC2-4896-4D6D-998E-A759CF7F9F19}"/>
              </a:ext>
            </a:extLst>
          </p:cNvPr>
          <p:cNvSpPr>
            <a:spLocks xmlns:a="http://schemas.openxmlformats.org/drawingml/2006/main" noGrp="1"/>
          </p:cNvSpPr>
          <p:nvPr/>
        </p:nvSpPr>
        <p:spPr>
          <a:xfrm xmlns:a="http://schemas.openxmlformats.org/drawingml/2006/main">
            <a:off x="685800" y="27051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허용 경로</a:t>
            </a:r>
          </a:p>
        </p:txBody>
      </p:sp>
      <p:sp>
        <p:nvSpPr>
          <p:cNvPr id="11" name="">
            <a:extLst xmlns:a="http://schemas.openxmlformats.org/drawingml/2006/main">
              <a:ext uri="{FF2B5EF4-FFF2-40B4-BE49-F238E27FC236}">
                <a16:creationId xmlns:a16="http://schemas.microsoft.com/office/drawing/2014/main" id="{F475A69D-02CB-46C5-B936-69945B7A1321}"/>
              </a:ext>
            </a:extLst>
          </p:cNvPr>
          <p:cNvSpPr>
            <a:spLocks xmlns:a="http://schemas.openxmlformats.org/drawingml/2006/main" noGrp="1"/>
          </p:cNvSpPr>
          <p:nvPr/>
        </p:nvSpPr>
        <p:spPr>
          <a:xfrm xmlns:a="http://schemas.openxmlformats.org/drawingml/2006/main">
            <a:off x="2286000" y="255270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3731D37B-FA4B-4CE0-8BC3-13AF1C848BA1}"/>
              </a:ext>
            </a:extLst>
          </p:cNvPr>
          <p:cNvSpPr>
            <a:spLocks xmlns:a="http://schemas.openxmlformats.org/drawingml/2006/main" noGrp="1"/>
          </p:cNvSpPr>
          <p:nvPr/>
        </p:nvSpPr>
        <p:spPr>
          <a:xfrm xmlns:a="http://schemas.openxmlformats.org/drawingml/2006/main">
            <a:off x="2533650" y="270510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data/demo_meeting_transcript.txt</a:t>
            </a:r>
          </a:p>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materials/day2/day2_service_lab.ipynb</a:t>
            </a:r>
          </a:p>
        </p:txBody>
      </p:sp>
      <p:sp>
        <p:nvSpPr>
          <p:cNvPr id="13" name="">
            <a:extLst xmlns:a="http://schemas.openxmlformats.org/drawingml/2006/main">
              <a:ext uri="{FF2B5EF4-FFF2-40B4-BE49-F238E27FC236}">
                <a16:creationId xmlns:a16="http://schemas.microsoft.com/office/drawing/2014/main" id="{38317310-BDA4-44BE-B699-5BA01AC697B9}"/>
              </a:ext>
            </a:extLst>
          </p:cNvPr>
          <p:cNvSpPr>
            <a:spLocks xmlns:a="http://schemas.openxmlformats.org/drawingml/2006/main" noGrp="1"/>
          </p:cNvSpPr>
          <p:nvPr/>
        </p:nvSpPr>
        <p:spPr>
          <a:xfrm xmlns:a="http://schemas.openxmlformats.org/drawingml/2006/main">
            <a:off x="685800" y="38290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완료 조건</a:t>
            </a:r>
          </a:p>
        </p:txBody>
      </p:sp>
      <p:sp>
        <p:nvSpPr>
          <p:cNvPr id="14" name="">
            <a:extLst xmlns:a="http://schemas.openxmlformats.org/drawingml/2006/main">
              <a:ext uri="{FF2B5EF4-FFF2-40B4-BE49-F238E27FC236}">
                <a16:creationId xmlns:a16="http://schemas.microsoft.com/office/drawing/2014/main" id="{22BBE09C-FBD2-4382-94DF-8F5D85052906}"/>
              </a:ext>
            </a:extLst>
          </p:cNvPr>
          <p:cNvSpPr>
            <a:spLocks xmlns:a="http://schemas.openxmlformats.org/drawingml/2006/main" noGrp="1"/>
          </p:cNvSpPr>
          <p:nvPr/>
        </p:nvSpPr>
        <p:spPr>
          <a:xfrm xmlns:a="http://schemas.openxmlformats.org/drawingml/2006/main">
            <a:off x="2286000" y="3676650"/>
            <a:ext cx="8763000" cy="800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5" name="">
            <a:extLst xmlns:a="http://schemas.openxmlformats.org/drawingml/2006/main">
              <a:ext uri="{FF2B5EF4-FFF2-40B4-BE49-F238E27FC236}">
                <a16:creationId xmlns:a16="http://schemas.microsoft.com/office/drawing/2014/main" id="{FFB475A9-D0D9-4718-8DCD-4ADD699BC308}"/>
              </a:ext>
            </a:extLst>
          </p:cNvPr>
          <p:cNvSpPr>
            <a:spLocks xmlns:a="http://schemas.openxmlformats.org/drawingml/2006/main" noGrp="1"/>
          </p:cNvSpPr>
          <p:nvPr/>
        </p:nvSpPr>
        <p:spPr>
          <a:xfrm xmlns:a="http://schemas.openxmlformats.org/drawingml/2006/main">
            <a:off x="2533650" y="382905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WAV의 길이·rate·channel이 숫자로 반환된다.</a:t>
            </a:r>
          </a:p>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workspace 밖 오디오는 WORKSPACE_PATH_BLOCKED로 끝난다.</a:t>
            </a:r>
          </a:p>
        </p:txBody>
      </p:sp>
      <p:sp>
        <p:nvSpPr>
          <p:cNvPr id="16" name="">
            <a:extLst xmlns:a="http://schemas.openxmlformats.org/drawingml/2006/main">
              <a:ext uri="{FF2B5EF4-FFF2-40B4-BE49-F238E27FC236}">
                <a16:creationId xmlns:a16="http://schemas.microsoft.com/office/drawing/2014/main" id="{1AAC42F4-5496-432D-93F3-591786D98598}"/>
              </a:ext>
            </a:extLst>
          </p:cNvPr>
          <p:cNvSpPr>
            <a:spLocks xmlns:a="http://schemas.openxmlformats.org/drawingml/2006/main" noGrp="1"/>
          </p:cNvSpPr>
          <p:nvPr/>
        </p:nvSpPr>
        <p:spPr>
          <a:xfrm xmlns:a="http://schemas.openxmlformats.org/drawingml/2006/main">
            <a:off x="685800" y="49530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금지</a:t>
            </a:r>
          </a:p>
        </p:txBody>
      </p:sp>
      <p:sp>
        <p:nvSpPr>
          <p:cNvPr id="17" name="">
            <a:extLst xmlns:a="http://schemas.openxmlformats.org/drawingml/2006/main">
              <a:ext uri="{FF2B5EF4-FFF2-40B4-BE49-F238E27FC236}">
                <a16:creationId xmlns:a16="http://schemas.microsoft.com/office/drawing/2014/main" id="{F27F0F1D-F7F9-4BA1-8E74-66527519C405}"/>
              </a:ext>
            </a:extLst>
          </p:cNvPr>
          <p:cNvSpPr>
            <a:spLocks xmlns:a="http://schemas.openxmlformats.org/drawingml/2006/main" noGrp="1"/>
          </p:cNvSpPr>
          <p:nvPr/>
        </p:nvSpPr>
        <p:spPr>
          <a:xfrm xmlns:a="http://schemas.openxmlformats.org/drawingml/2006/main">
            <a:off x="2286000" y="480060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F0895FC2-11E0-4E0E-9ED1-C65576875AE0}"/>
              </a:ext>
            </a:extLst>
          </p:cNvPr>
          <p:cNvSpPr>
            <a:spLocks xmlns:a="http://schemas.openxmlformats.org/drawingml/2006/main" noGrp="1"/>
          </p:cNvSpPr>
          <p:nvPr/>
        </p:nvSpPr>
        <p:spPr>
          <a:xfrm xmlns:a="http://schemas.openxmlformats.org/drawingml/2006/main">
            <a:off x="2533650" y="495300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오디오 파일 계약과 메타데이터: secret 출력 · workspace 밖 변경 · test 약화 · 승인 없는 외부 쓰기</a:t>
            </a:r>
          </a:p>
        </p:txBody>
      </p:sp>
    </p:spTree>
    <p:extLst>
      <p:ext uri="{BB962C8B-B14F-4D97-AF65-F5344CB8AC3E}">
        <p14:creationId xmlns:p14="http://schemas.microsoft.com/office/powerpoint/2010/main" val="157084548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7EAE048-D8E4-4BEC-88BC-330A1DEA6C9C}"/>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오디오 파일 계약과 메타데이터 독립 리뷰</a:t>
            </a:r>
          </a:p>
        </p:txBody>
      </p:sp>
      <p:sp>
        <p:nvSpPr>
          <p:cNvPr id="2" name="">
            <a:extLst xmlns:a="http://schemas.openxmlformats.org/drawingml/2006/main">
              <a:ext uri="{FF2B5EF4-FFF2-40B4-BE49-F238E27FC236}">
                <a16:creationId xmlns:a16="http://schemas.microsoft.com/office/drawing/2014/main" id="{7B5DD16A-6A13-4989-8585-154B2A499519}"/>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Codex·Claude Code</a:t>
            </a:r>
          </a:p>
        </p:txBody>
      </p:sp>
      <p:sp>
        <p:nvSpPr>
          <p:cNvPr id="3" name="">
            <a:extLst xmlns:a="http://schemas.openxmlformats.org/drawingml/2006/main">
              <a:ext uri="{FF2B5EF4-FFF2-40B4-BE49-F238E27FC236}">
                <a16:creationId xmlns:a16="http://schemas.microsoft.com/office/drawing/2014/main" id="{98D383F0-A534-4091-98C7-C1FA5B696AA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ABFB22DD-48D8-4518-B26D-B0112BC79B09}"/>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4838194E-0EC6-426C-9800-C6FA1CA4DADA}"/>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D040B88C-391F-40F1-B519-75F3DF3189F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016</a:t>
            </a:r>
          </a:p>
        </p:txBody>
      </p:sp>
      <p:sp>
        <p:nvSpPr>
          <p:cNvPr id="7" name="">
            <a:extLst xmlns:a="http://schemas.openxmlformats.org/drawingml/2006/main">
              <a:ext uri="{FF2B5EF4-FFF2-40B4-BE49-F238E27FC236}">
                <a16:creationId xmlns:a16="http://schemas.microsoft.com/office/drawing/2014/main" id="{6695356D-4B9D-48EB-8307-869D6614EBF4}"/>
              </a:ext>
            </a:extLst>
          </p:cNvPr>
          <p:cNvSpPr>
            <a:spLocks xmlns:a="http://schemas.openxmlformats.org/drawingml/2006/main" noGrp="1"/>
          </p:cNvSpPr>
          <p:nvPr/>
        </p:nvSpPr>
        <p:spPr>
          <a:xfrm xmlns:a="http://schemas.openxmlformats.org/drawingml/2006/main">
            <a:off x="723900" y="16192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222A9D28-4842-4BAC-B115-CCD7A173C5C7}"/>
              </a:ext>
            </a:extLst>
          </p:cNvPr>
          <p:cNvSpPr>
            <a:spLocks xmlns:a="http://schemas.openxmlformats.org/drawingml/2006/main" noGrp="1"/>
          </p:cNvSpPr>
          <p:nvPr/>
        </p:nvSpPr>
        <p:spPr>
          <a:xfrm xmlns:a="http://schemas.openxmlformats.org/drawingml/2006/main">
            <a:off x="1428750" y="15049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Codex diff</a:t>
            </a:r>
          </a:p>
        </p:txBody>
      </p:sp>
      <p:sp>
        <p:nvSpPr>
          <p:cNvPr id="9" name="">
            <a:extLst xmlns:a="http://schemas.openxmlformats.org/drawingml/2006/main">
              <a:ext uri="{FF2B5EF4-FFF2-40B4-BE49-F238E27FC236}">
                <a16:creationId xmlns:a16="http://schemas.microsoft.com/office/drawing/2014/main" id="{7D476A00-84C3-4FA4-8202-EA86E6D343C4}"/>
              </a:ext>
            </a:extLst>
          </p:cNvPr>
          <p:cNvSpPr>
            <a:spLocks xmlns:a="http://schemas.openxmlformats.org/drawingml/2006/main" noGrp="1"/>
          </p:cNvSpPr>
          <p:nvPr/>
        </p:nvSpPr>
        <p:spPr>
          <a:xfrm xmlns:a="http://schemas.openxmlformats.org/drawingml/2006/main">
            <a:off x="3733800" y="17716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26EF2DCC-AEC6-4E24-AA60-072E48A23EDE}"/>
              </a:ext>
            </a:extLst>
          </p:cNvPr>
          <p:cNvSpPr>
            <a:spLocks xmlns:a="http://schemas.openxmlformats.org/drawingml/2006/main" noGrp="1"/>
          </p:cNvSpPr>
          <p:nvPr/>
        </p:nvSpPr>
        <p:spPr>
          <a:xfrm xmlns:a="http://schemas.openxmlformats.org/drawingml/2006/main">
            <a:off x="4629150" y="15049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오디오 파일 계약과 메타데이터 허용 경로 밖 파일이 바뀌지 않았는가</a:t>
            </a:r>
          </a:p>
        </p:txBody>
      </p:sp>
      <p:sp>
        <p:nvSpPr>
          <p:cNvPr id="11" name="">
            <a:extLst xmlns:a="http://schemas.openxmlformats.org/drawingml/2006/main">
              <a:ext uri="{FF2B5EF4-FFF2-40B4-BE49-F238E27FC236}">
                <a16:creationId xmlns:a16="http://schemas.microsoft.com/office/drawing/2014/main" id="{4165599A-C9FD-4D5A-9BEC-0CBBAFD7405F}"/>
              </a:ext>
            </a:extLst>
          </p:cNvPr>
          <p:cNvSpPr>
            <a:spLocks xmlns:a="http://schemas.openxmlformats.org/drawingml/2006/main" noGrp="1"/>
          </p:cNvSpPr>
          <p:nvPr/>
        </p:nvSpPr>
        <p:spPr>
          <a:xfrm xmlns:a="http://schemas.openxmlformats.org/drawingml/2006/main">
            <a:off x="723900" y="26860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1CDD1A05-26DC-4B98-9BB1-F71B22FBD035}"/>
              </a:ext>
            </a:extLst>
          </p:cNvPr>
          <p:cNvSpPr>
            <a:spLocks xmlns:a="http://schemas.openxmlformats.org/drawingml/2006/main" noGrp="1"/>
          </p:cNvSpPr>
          <p:nvPr/>
        </p:nvSpPr>
        <p:spPr>
          <a:xfrm xmlns:a="http://schemas.openxmlformats.org/drawingml/2006/main">
            <a:off x="1428750" y="25717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Focused test</a:t>
            </a:r>
          </a:p>
        </p:txBody>
      </p:sp>
      <p:sp>
        <p:nvSpPr>
          <p:cNvPr id="13" name="">
            <a:extLst xmlns:a="http://schemas.openxmlformats.org/drawingml/2006/main">
              <a:ext uri="{FF2B5EF4-FFF2-40B4-BE49-F238E27FC236}">
                <a16:creationId xmlns:a16="http://schemas.microsoft.com/office/drawing/2014/main" id="{9D23EA8A-9BD1-4BF0-AAF8-5F31BAF5EB67}"/>
              </a:ext>
            </a:extLst>
          </p:cNvPr>
          <p:cNvSpPr>
            <a:spLocks xmlns:a="http://schemas.openxmlformats.org/drawingml/2006/main" noGrp="1"/>
          </p:cNvSpPr>
          <p:nvPr/>
        </p:nvSpPr>
        <p:spPr>
          <a:xfrm xmlns:a="http://schemas.openxmlformats.org/drawingml/2006/main">
            <a:off x="3733800" y="28384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4B07E2D4-2A51-46C1-B8BF-37566C6DFBBB}"/>
              </a:ext>
            </a:extLst>
          </p:cNvPr>
          <p:cNvSpPr>
            <a:spLocks xmlns:a="http://schemas.openxmlformats.org/drawingml/2006/main" noGrp="1"/>
          </p:cNvSpPr>
          <p:nvPr/>
        </p:nvSpPr>
        <p:spPr>
          <a:xfrm xmlns:a="http://schemas.openxmlformats.org/drawingml/2006/main">
            <a:off x="4629150" y="25717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WAV의 길이·rate·channel이 숫자로 반환된다.</a:t>
            </a:r>
          </a:p>
        </p:txBody>
      </p:sp>
      <p:sp>
        <p:nvSpPr>
          <p:cNvPr id="15" name="">
            <a:extLst xmlns:a="http://schemas.openxmlformats.org/drawingml/2006/main">
              <a:ext uri="{FF2B5EF4-FFF2-40B4-BE49-F238E27FC236}">
                <a16:creationId xmlns:a16="http://schemas.microsoft.com/office/drawing/2014/main" id="{11CE1FA6-CF1E-4218-903D-850A7E90188B}"/>
              </a:ext>
            </a:extLst>
          </p:cNvPr>
          <p:cNvSpPr>
            <a:spLocks xmlns:a="http://schemas.openxmlformats.org/drawingml/2006/main" noGrp="1"/>
          </p:cNvSpPr>
          <p:nvPr/>
        </p:nvSpPr>
        <p:spPr>
          <a:xfrm xmlns:a="http://schemas.openxmlformats.org/drawingml/2006/main">
            <a:off x="723900" y="37528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03</a:t>
            </a:r>
          </a:p>
        </p:txBody>
      </p:sp>
      <p:sp>
        <p:nvSpPr>
          <p:cNvPr id="16" name="">
            <a:extLst xmlns:a="http://schemas.openxmlformats.org/drawingml/2006/main">
              <a:ext uri="{FF2B5EF4-FFF2-40B4-BE49-F238E27FC236}">
                <a16:creationId xmlns:a16="http://schemas.microsoft.com/office/drawing/2014/main" id="{5021C4BB-7339-426B-ABAD-30881ECE6EF5}"/>
              </a:ext>
            </a:extLst>
          </p:cNvPr>
          <p:cNvSpPr>
            <a:spLocks xmlns:a="http://schemas.openxmlformats.org/drawingml/2006/main" noGrp="1"/>
          </p:cNvSpPr>
          <p:nvPr/>
        </p:nvSpPr>
        <p:spPr>
          <a:xfrm xmlns:a="http://schemas.openxmlformats.org/drawingml/2006/main">
            <a:off x="1428750" y="36385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Claude review</a:t>
            </a:r>
          </a:p>
        </p:txBody>
      </p:sp>
      <p:sp>
        <p:nvSpPr>
          <p:cNvPr id="17" name="">
            <a:extLst xmlns:a="http://schemas.openxmlformats.org/drawingml/2006/main">
              <a:ext uri="{FF2B5EF4-FFF2-40B4-BE49-F238E27FC236}">
                <a16:creationId xmlns:a16="http://schemas.microsoft.com/office/drawing/2014/main" id="{32F954B4-468C-4D6D-BA83-EDA3E4D8673F}"/>
              </a:ext>
            </a:extLst>
          </p:cNvPr>
          <p:cNvSpPr>
            <a:spLocks xmlns:a="http://schemas.openxmlformats.org/drawingml/2006/main" noGrp="1"/>
          </p:cNvSpPr>
          <p:nvPr/>
        </p:nvSpPr>
        <p:spPr>
          <a:xfrm xmlns:a="http://schemas.openxmlformats.org/drawingml/2006/main">
            <a:off x="3733800" y="39052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73E36B2A-9B46-4A51-856E-EF50EDE4FB12}"/>
              </a:ext>
            </a:extLst>
          </p:cNvPr>
          <p:cNvSpPr>
            <a:spLocks xmlns:a="http://schemas.openxmlformats.org/drawingml/2006/main" noGrp="1"/>
          </p:cNvSpPr>
          <p:nvPr/>
        </p:nvSpPr>
        <p:spPr>
          <a:xfrm xmlns:a="http://schemas.openxmlformats.org/drawingml/2006/main">
            <a:off x="4629150" y="36385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audio_metadata.json 변경 라인·누락 경계를 별도 session에서 검토</a:t>
            </a:r>
          </a:p>
        </p:txBody>
      </p:sp>
      <p:sp>
        <p:nvSpPr>
          <p:cNvPr id="19" name="">
            <a:extLst xmlns:a="http://schemas.openxmlformats.org/drawingml/2006/main">
              <a:ext uri="{FF2B5EF4-FFF2-40B4-BE49-F238E27FC236}">
                <a16:creationId xmlns:a16="http://schemas.microsoft.com/office/drawing/2014/main" id="{2FED3B47-47E4-46B5-B37C-075195C599D8}"/>
              </a:ext>
            </a:extLst>
          </p:cNvPr>
          <p:cNvSpPr>
            <a:spLocks xmlns:a="http://schemas.openxmlformats.org/drawingml/2006/main" noGrp="1"/>
          </p:cNvSpPr>
          <p:nvPr/>
        </p:nvSpPr>
        <p:spPr>
          <a:xfrm xmlns:a="http://schemas.openxmlformats.org/drawingml/2006/main">
            <a:off x="723900" y="48196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04</a:t>
            </a:r>
          </a:p>
        </p:txBody>
      </p:sp>
      <p:sp>
        <p:nvSpPr>
          <p:cNvPr id="20" name="">
            <a:extLst xmlns:a="http://schemas.openxmlformats.org/drawingml/2006/main">
              <a:ext uri="{FF2B5EF4-FFF2-40B4-BE49-F238E27FC236}">
                <a16:creationId xmlns:a16="http://schemas.microsoft.com/office/drawing/2014/main" id="{9723CF8B-C354-498E-A402-E7083A0351A0}"/>
              </a:ext>
            </a:extLst>
          </p:cNvPr>
          <p:cNvSpPr>
            <a:spLocks xmlns:a="http://schemas.openxmlformats.org/drawingml/2006/main" noGrp="1"/>
          </p:cNvSpPr>
          <p:nvPr/>
        </p:nvSpPr>
        <p:spPr>
          <a:xfrm xmlns:a="http://schemas.openxmlformats.org/drawingml/2006/main">
            <a:off x="1428750" y="47053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Human merge</a:t>
            </a:r>
          </a:p>
        </p:txBody>
      </p:sp>
      <p:sp>
        <p:nvSpPr>
          <p:cNvPr id="21" name="">
            <a:extLst xmlns:a="http://schemas.openxmlformats.org/drawingml/2006/main">
              <a:ext uri="{FF2B5EF4-FFF2-40B4-BE49-F238E27FC236}">
                <a16:creationId xmlns:a16="http://schemas.microsoft.com/office/drawing/2014/main" id="{EA5C1F32-029C-4421-8FD7-94343A6CB29C}"/>
              </a:ext>
            </a:extLst>
          </p:cNvPr>
          <p:cNvSpPr>
            <a:spLocks xmlns:a="http://schemas.openxmlformats.org/drawingml/2006/main" noGrp="1"/>
          </p:cNvSpPr>
          <p:nvPr/>
        </p:nvSpPr>
        <p:spPr>
          <a:xfrm xmlns:a="http://schemas.openxmlformats.org/drawingml/2006/main">
            <a:off x="3733800" y="49720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22" name="">
            <a:extLst xmlns:a="http://schemas.openxmlformats.org/drawingml/2006/main">
              <a:ext uri="{FF2B5EF4-FFF2-40B4-BE49-F238E27FC236}">
                <a16:creationId xmlns:a16="http://schemas.microsoft.com/office/drawing/2014/main" id="{744D2F34-8FCE-4C1D-9797-CEEC4E270828}"/>
              </a:ext>
            </a:extLst>
          </p:cNvPr>
          <p:cNvSpPr>
            <a:spLocks xmlns:a="http://schemas.openxmlformats.org/drawingml/2006/main" noGrp="1"/>
          </p:cNvSpPr>
          <p:nvPr/>
        </p:nvSpPr>
        <p:spPr>
          <a:xfrm xmlns:a="http://schemas.openxmlformats.org/drawingml/2006/main">
            <a:off x="4629150" y="47053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오디오 파일 계약과 메타데이터의 두 LLM 의견과 test는 자동 승인이 아니다</a:t>
            </a:r>
          </a:p>
        </p:txBody>
      </p:sp>
    </p:spTree>
    <p:extLst>
      <p:ext uri="{BB962C8B-B14F-4D97-AF65-F5344CB8AC3E}">
        <p14:creationId xmlns:p14="http://schemas.microsoft.com/office/powerpoint/2010/main" val="200206313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FE7FA6A-C351-42EF-B9E2-F44FEB83836F}"/>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오디오 파일 계약과 메타데이터 정상 시연</a:t>
            </a:r>
          </a:p>
        </p:txBody>
      </p:sp>
      <p:sp>
        <p:nvSpPr>
          <p:cNvPr id="2" name="">
            <a:extLst xmlns:a="http://schemas.openxmlformats.org/drawingml/2006/main">
              <a:ext uri="{FF2B5EF4-FFF2-40B4-BE49-F238E27FC236}">
                <a16:creationId xmlns:a16="http://schemas.microsoft.com/office/drawing/2014/main" id="{3E90184F-FED3-4316-AF32-7484138C8DB2}"/>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강사 시연</a:t>
            </a:r>
          </a:p>
        </p:txBody>
      </p:sp>
      <p:sp>
        <p:nvSpPr>
          <p:cNvPr id="3" name="">
            <a:extLst xmlns:a="http://schemas.openxmlformats.org/drawingml/2006/main">
              <a:ext uri="{FF2B5EF4-FFF2-40B4-BE49-F238E27FC236}">
                <a16:creationId xmlns:a16="http://schemas.microsoft.com/office/drawing/2014/main" id="{3A2FBC37-9BF1-4F9B-8BB5-C4165E5CB2A3}"/>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C91E5A5F-FB0D-4839-A235-A557E9D3837E}"/>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63E0489E-575B-4F88-8982-DBC2C9627154}"/>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65294C6F-97E1-4671-9221-8C9BE8AC2473}"/>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017</a:t>
            </a:r>
          </a:p>
        </p:txBody>
      </p:sp>
      <p:sp>
        <p:nvSpPr>
          <p:cNvPr id="7" name="">
            <a:extLst xmlns:a="http://schemas.openxmlformats.org/drawingml/2006/main">
              <a:ext uri="{FF2B5EF4-FFF2-40B4-BE49-F238E27FC236}">
                <a16:creationId xmlns:a16="http://schemas.microsoft.com/office/drawing/2014/main" id="{BAC848EB-A120-4B89-92EF-81093E60D5B6}"/>
              </a:ext>
            </a:extLst>
          </p:cNvPr>
          <p:cNvSpPr>
            <a:spLocks xmlns:a="http://schemas.openxmlformats.org/drawingml/2006/main" noGrp="1"/>
          </p:cNvSpPr>
          <p:nvPr/>
        </p:nvSpPr>
        <p:spPr>
          <a:xfrm xmlns:a="http://schemas.openxmlformats.org/drawingml/2006/main">
            <a:off x="876300" y="15621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93EF08CF-CD1E-4D9C-B1B5-D9C1DD39B280}"/>
              </a:ext>
            </a:extLst>
          </p:cNvPr>
          <p:cNvSpPr>
            <a:spLocks xmlns:a="http://schemas.openxmlformats.org/drawingml/2006/main" noGrp="1"/>
          </p:cNvSpPr>
          <p:nvPr/>
        </p:nvSpPr>
        <p:spPr>
          <a:xfrm xmlns:a="http://schemas.openxmlformats.org/drawingml/2006/main">
            <a:off x="1314450" y="16859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9F7F82AE-CF5E-4D12-9600-C0C2565AF623}"/>
              </a:ext>
            </a:extLst>
          </p:cNvPr>
          <p:cNvSpPr>
            <a:spLocks xmlns:a="http://schemas.openxmlformats.org/drawingml/2006/main" noGrp="1"/>
          </p:cNvSpPr>
          <p:nvPr/>
        </p:nvSpPr>
        <p:spPr>
          <a:xfrm xmlns:a="http://schemas.openxmlformats.org/drawingml/2006/main">
            <a:off x="1790700" y="15240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열기: data/demo_meeting.wav</a:t>
            </a:r>
          </a:p>
        </p:txBody>
      </p:sp>
      <p:sp>
        <p:nvSpPr>
          <p:cNvPr id="10" name="">
            <a:extLst xmlns:a="http://schemas.openxmlformats.org/drawingml/2006/main">
              <a:ext uri="{FF2B5EF4-FFF2-40B4-BE49-F238E27FC236}">
                <a16:creationId xmlns:a16="http://schemas.microsoft.com/office/drawing/2014/main" id="{687BE488-DCD5-44A8-9086-7B24C0767B39}"/>
              </a:ext>
            </a:extLst>
          </p:cNvPr>
          <p:cNvSpPr>
            <a:spLocks xmlns:a="http://schemas.openxmlformats.org/drawingml/2006/main" noGrp="1"/>
          </p:cNvSpPr>
          <p:nvPr/>
        </p:nvSpPr>
        <p:spPr>
          <a:xfrm xmlns:a="http://schemas.openxmlformats.org/drawingml/2006/main">
            <a:off x="876300" y="25527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3BFFDB8B-CA49-40B0-8FAC-741A3B459DB0}"/>
              </a:ext>
            </a:extLst>
          </p:cNvPr>
          <p:cNvSpPr>
            <a:spLocks xmlns:a="http://schemas.openxmlformats.org/drawingml/2006/main" noGrp="1"/>
          </p:cNvSpPr>
          <p:nvPr/>
        </p:nvSpPr>
        <p:spPr>
          <a:xfrm xmlns:a="http://schemas.openxmlformats.org/drawingml/2006/main">
            <a:off x="1314450" y="26765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D9E1AC11-82C5-4A23-A343-C03C60705BC9}"/>
              </a:ext>
            </a:extLst>
          </p:cNvPr>
          <p:cNvSpPr>
            <a:spLocks xmlns:a="http://schemas.openxmlformats.org/drawingml/2006/main" noGrp="1"/>
          </p:cNvSpPr>
          <p:nvPr/>
        </p:nvSpPr>
        <p:spPr>
          <a:xfrm xmlns:a="http://schemas.openxmlformats.org/drawingml/2006/main">
            <a:off x="1790700" y="25146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구현 확인: data/demo_meeting_transcript.txt</a:t>
            </a:r>
          </a:p>
        </p:txBody>
      </p:sp>
      <p:sp>
        <p:nvSpPr>
          <p:cNvPr id="13" name="">
            <a:extLst xmlns:a="http://schemas.openxmlformats.org/drawingml/2006/main">
              <a:ext uri="{FF2B5EF4-FFF2-40B4-BE49-F238E27FC236}">
                <a16:creationId xmlns:a16="http://schemas.microsoft.com/office/drawing/2014/main" id="{35F0E440-ED56-48DF-95EF-86D849F88CD7}"/>
              </a:ext>
            </a:extLst>
          </p:cNvPr>
          <p:cNvSpPr>
            <a:spLocks xmlns:a="http://schemas.openxmlformats.org/drawingml/2006/main" noGrp="1"/>
          </p:cNvSpPr>
          <p:nvPr/>
        </p:nvSpPr>
        <p:spPr>
          <a:xfrm xmlns:a="http://schemas.openxmlformats.org/drawingml/2006/main">
            <a:off x="876300" y="35433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252EA5CF-AFFA-43CD-937D-429C8D80EE94}"/>
              </a:ext>
            </a:extLst>
          </p:cNvPr>
          <p:cNvSpPr>
            <a:spLocks xmlns:a="http://schemas.openxmlformats.org/drawingml/2006/main" noGrp="1"/>
          </p:cNvSpPr>
          <p:nvPr/>
        </p:nvSpPr>
        <p:spPr>
          <a:xfrm xmlns:a="http://schemas.openxmlformats.org/drawingml/2006/main">
            <a:off x="1314450" y="36671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15513F05-61C5-4FFC-B587-CADF3C29981C}"/>
              </a:ext>
            </a:extLst>
          </p:cNvPr>
          <p:cNvSpPr>
            <a:spLocks xmlns:a="http://schemas.openxmlformats.org/drawingml/2006/main" noGrp="1"/>
          </p:cNvSpPr>
          <p:nvPr/>
        </p:nvSpPr>
        <p:spPr>
          <a:xfrm xmlns:a="http://schemas.openxmlformats.org/drawingml/2006/main">
            <a:off x="1790700" y="35052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실행: python -m src.meeting_demo --help</a:t>
            </a:r>
          </a:p>
        </p:txBody>
      </p:sp>
      <p:sp>
        <p:nvSpPr>
          <p:cNvPr id="16" name="">
            <a:extLst xmlns:a="http://schemas.openxmlformats.org/drawingml/2006/main">
              <a:ext uri="{FF2B5EF4-FFF2-40B4-BE49-F238E27FC236}">
                <a16:creationId xmlns:a16="http://schemas.microsoft.com/office/drawing/2014/main" id="{28E87A3E-3789-4616-8BB3-D9D654AE637B}"/>
              </a:ext>
            </a:extLst>
          </p:cNvPr>
          <p:cNvSpPr>
            <a:spLocks xmlns:a="http://schemas.openxmlformats.org/drawingml/2006/main" noGrp="1"/>
          </p:cNvSpPr>
          <p:nvPr/>
        </p:nvSpPr>
        <p:spPr>
          <a:xfrm xmlns:a="http://schemas.openxmlformats.org/drawingml/2006/main">
            <a:off x="876300" y="4533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6380A8A5-DA4B-4D65-AB74-6B7106CD6191}"/>
              </a:ext>
            </a:extLst>
          </p:cNvPr>
          <p:cNvSpPr>
            <a:spLocks xmlns:a="http://schemas.openxmlformats.org/drawingml/2006/main" noGrp="1"/>
          </p:cNvSpPr>
          <p:nvPr/>
        </p:nvSpPr>
        <p:spPr>
          <a:xfrm xmlns:a="http://schemas.openxmlformats.org/drawingml/2006/main">
            <a:off x="1314450" y="4657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039969B9-8F90-4101-B04F-2951DD49F0A2}"/>
              </a:ext>
            </a:extLst>
          </p:cNvPr>
          <p:cNvSpPr>
            <a:spLocks xmlns:a="http://schemas.openxmlformats.org/drawingml/2006/main" noGrp="1"/>
          </p:cNvSpPr>
          <p:nvPr/>
        </p:nvSpPr>
        <p:spPr>
          <a:xfrm xmlns:a="http://schemas.openxmlformats.org/drawingml/2006/main">
            <a:off x="1790700" y="44958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성공 신호: WAV의 길이·rate·channel이 숫자로 반환된다.</a:t>
            </a:r>
          </a:p>
        </p:txBody>
      </p:sp>
    </p:spTree>
    <p:extLst>
      <p:ext uri="{BB962C8B-B14F-4D97-AF65-F5344CB8AC3E}">
        <p14:creationId xmlns:p14="http://schemas.microsoft.com/office/powerpoint/2010/main" val="67024747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1428F28-C88F-4B20-A3B2-AE0CD50A7796}"/>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오디오 파일 계약과 메타데이터 실행 명령</a:t>
            </a:r>
          </a:p>
        </p:txBody>
      </p:sp>
      <p:sp>
        <p:nvSpPr>
          <p:cNvPr id="2" name="">
            <a:extLst xmlns:a="http://schemas.openxmlformats.org/drawingml/2006/main">
              <a:ext uri="{FF2B5EF4-FFF2-40B4-BE49-F238E27FC236}">
                <a16:creationId xmlns:a16="http://schemas.microsoft.com/office/drawing/2014/main" id="{73318124-1919-4A05-994A-F69E0E5ADB49}"/>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Terminal</a:t>
            </a:r>
          </a:p>
        </p:txBody>
      </p:sp>
      <p:sp>
        <p:nvSpPr>
          <p:cNvPr id="3" name="">
            <a:extLst xmlns:a="http://schemas.openxmlformats.org/drawingml/2006/main">
              <a:ext uri="{FF2B5EF4-FFF2-40B4-BE49-F238E27FC236}">
                <a16:creationId xmlns:a16="http://schemas.microsoft.com/office/drawing/2014/main" id="{F1A82C57-953B-47C1-9DED-F9E1C6A51F3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F07D8399-27E4-48A2-891D-DDBBD3DD4760}"/>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077C30F0-6F43-4B32-B848-F818F301A660}"/>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9A52F2FA-19B4-4B99-87D9-9D6B13619419}"/>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018</a:t>
            </a:r>
          </a:p>
        </p:txBody>
      </p:sp>
      <p:sp>
        <p:nvSpPr>
          <p:cNvPr id="7" name="">
            <a:extLst xmlns:a="http://schemas.openxmlformats.org/drawingml/2006/main">
              <a:ext uri="{FF2B5EF4-FFF2-40B4-BE49-F238E27FC236}">
                <a16:creationId xmlns:a16="http://schemas.microsoft.com/office/drawing/2014/main" id="{35FCBDBF-D3F6-4BD6-AEF3-32EFA29B2DBE}"/>
              </a:ext>
            </a:extLst>
          </p:cNvPr>
          <p:cNvSpPr>
            <a:spLocks xmlns:a="http://schemas.openxmlformats.org/drawingml/2006/main" noGrp="1"/>
          </p:cNvSpPr>
          <p:nvPr/>
        </p:nvSpPr>
        <p:spPr>
          <a:xfrm xmlns:a="http://schemas.openxmlformats.org/drawingml/2006/main">
            <a:off x="685800" y="1809750"/>
            <a:ext cx="10820400" cy="2305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3D83758-A7A2-4953-9F5E-6429092DFDE4}"/>
              </a:ext>
            </a:extLst>
          </p:cNvPr>
          <p:cNvSpPr>
            <a:spLocks xmlns:a="http://schemas.openxmlformats.org/drawingml/2006/main" noGrp="1"/>
          </p:cNvSpPr>
          <p:nvPr/>
        </p:nvSpPr>
        <p:spPr>
          <a:xfrm xmlns:a="http://schemas.openxmlformats.org/drawingml/2006/main">
            <a:off x="1066800" y="2381250"/>
            <a:ext cx="342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025" b="1">
                <a:solidFill>
                  <a:srgbClr val="2563EB"/>
                </a:solidFill>
                <a:latin typeface="NanumGothic"/>
                <a:ea typeface="NanumGothic"/>
                <a:cs typeface="NanumGothic"/>
              </a:defRPr>
            </a:pPr>
            <a:r>
              <a:rPr sz="2025" b="1">
                <a:solidFill>
                  <a:srgbClr val="2563EB"/>
                </a:solidFill>
                <a:latin typeface="NanumGothic"/>
                <a:ea typeface="NanumGothic"/>
                <a:cs typeface="NanumGothic"/>
              </a:rPr>
              <a:t>$</a:t>
            </a:r>
          </a:p>
        </p:txBody>
      </p:sp>
      <p:sp>
        <p:nvSpPr>
          <p:cNvPr id="9" name="">
            <a:extLst xmlns:a="http://schemas.openxmlformats.org/drawingml/2006/main">
              <a:ext uri="{FF2B5EF4-FFF2-40B4-BE49-F238E27FC236}">
                <a16:creationId xmlns:a16="http://schemas.microsoft.com/office/drawing/2014/main" id="{1424883B-27D7-417C-96D5-CE6F9D67E202}"/>
              </a:ext>
            </a:extLst>
          </p:cNvPr>
          <p:cNvSpPr>
            <a:spLocks xmlns:a="http://schemas.openxmlformats.org/drawingml/2006/main" noGrp="1"/>
          </p:cNvSpPr>
          <p:nvPr/>
        </p:nvSpPr>
        <p:spPr>
          <a:xfrm xmlns:a="http://schemas.openxmlformats.org/drawingml/2006/main">
            <a:off x="1581150" y="22479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python -m src.meeting_demo --help</a:t>
            </a:r>
          </a:p>
        </p:txBody>
      </p:sp>
      <p:sp>
        <p:nvSpPr>
          <p:cNvPr id="10" name="">
            <a:extLst xmlns:a="http://schemas.openxmlformats.org/drawingml/2006/main">
              <a:ext uri="{FF2B5EF4-FFF2-40B4-BE49-F238E27FC236}">
                <a16:creationId xmlns:a16="http://schemas.microsoft.com/office/drawing/2014/main" id="{54F543D7-22EA-4FA0-A88E-4CCAF61E2C39}"/>
              </a:ext>
            </a:extLst>
          </p:cNvPr>
          <p:cNvSpPr>
            <a:spLocks xmlns:a="http://schemas.openxmlformats.org/drawingml/2006/main" noGrp="1"/>
          </p:cNvSpPr>
          <p:nvPr/>
        </p:nvSpPr>
        <p:spPr>
          <a:xfrm xmlns:a="http://schemas.openxmlformats.org/drawingml/2006/main">
            <a:off x="819150" y="4648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실행 전 확인</a:t>
            </a:r>
          </a:p>
        </p:txBody>
      </p:sp>
      <p:sp>
        <p:nvSpPr>
          <p:cNvPr id="11" name="">
            <a:extLst xmlns:a="http://schemas.openxmlformats.org/drawingml/2006/main">
              <a:ext uri="{FF2B5EF4-FFF2-40B4-BE49-F238E27FC236}">
                <a16:creationId xmlns:a16="http://schemas.microsoft.com/office/drawing/2014/main" id="{29ACBE5F-B12F-49CD-B94D-CD2206BB303A}"/>
              </a:ext>
            </a:extLst>
          </p:cNvPr>
          <p:cNvSpPr>
            <a:spLocks xmlns:a="http://schemas.openxmlformats.org/drawingml/2006/main" noGrp="1"/>
          </p:cNvSpPr>
          <p:nvPr/>
        </p:nvSpPr>
        <p:spPr>
          <a:xfrm xmlns:a="http://schemas.openxmlformats.org/drawingml/2006/main">
            <a:off x="2857500" y="4552950"/>
            <a:ext cx="800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오디오 파일 계약과 메타데이터: repository root · Python 3.12 · .env 미출력</a:t>
            </a:r>
          </a:p>
        </p:txBody>
      </p:sp>
    </p:spTree>
    <p:extLst>
      <p:ext uri="{BB962C8B-B14F-4D97-AF65-F5344CB8AC3E}">
        <p14:creationId xmlns:p14="http://schemas.microsoft.com/office/powerpoint/2010/main" val="106673174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BA7E740-3369-4054-AC01-17D66CD6B42F}"/>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01_audio_metadata.json 실행 결과</a:t>
            </a:r>
          </a:p>
        </p:txBody>
      </p:sp>
      <p:sp>
        <p:nvSpPr>
          <p:cNvPr id="2" name="">
            <a:extLst xmlns:a="http://schemas.openxmlformats.org/drawingml/2006/main">
              <a:ext uri="{FF2B5EF4-FFF2-40B4-BE49-F238E27FC236}">
                <a16:creationId xmlns:a16="http://schemas.microsoft.com/office/drawing/2014/main" id="{0593D4D5-906E-4AAD-A384-5A2D099826D1}"/>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Actual Output</a:t>
            </a:r>
          </a:p>
        </p:txBody>
      </p:sp>
      <p:sp>
        <p:nvSpPr>
          <p:cNvPr id="3" name="">
            <a:extLst xmlns:a="http://schemas.openxmlformats.org/drawingml/2006/main">
              <a:ext uri="{FF2B5EF4-FFF2-40B4-BE49-F238E27FC236}">
                <a16:creationId xmlns:a16="http://schemas.microsoft.com/office/drawing/2014/main" id="{AD335746-DB69-45C2-8985-C0CB02FCA18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66E28180-5C95-4C19-BBFD-2B7C228367E8}"/>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BB987CC7-EB0D-45BF-A5C6-587465DDB95B}"/>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4CDC443E-4F10-4FCE-A7AD-F555057C5F2F}"/>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019</a:t>
            </a:r>
          </a:p>
        </p:txBody>
      </p:sp>
      <p:sp>
        <p:nvSpPr>
          <p:cNvPr id="7" name="">
            <a:extLst xmlns:a="http://schemas.openxmlformats.org/drawingml/2006/main">
              <a:ext uri="{FF2B5EF4-FFF2-40B4-BE49-F238E27FC236}">
                <a16:creationId xmlns:a16="http://schemas.microsoft.com/office/drawing/2014/main" id="{98BDF9B2-EE5F-49E9-BCE9-D8D7879877CB}"/>
              </a:ext>
            </a:extLst>
          </p:cNvPr>
          <p:cNvSpPr>
            <a:spLocks xmlns:a="http://schemas.openxmlformats.org/drawingml/2006/main" noGrp="1"/>
          </p:cNvSpPr>
          <p:nvPr/>
        </p:nvSpPr>
        <p:spPr>
          <a:xfrm xmlns:a="http://schemas.openxmlformats.org/drawingml/2006/main">
            <a:off x="685800" y="1466850"/>
            <a:ext cx="10820400" cy="44005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6EBA1DC-8AAD-494C-92ED-16134C570E06}"/>
              </a:ext>
            </a:extLst>
          </p:cNvPr>
          <p:cNvSpPr>
            <a:spLocks xmlns:a="http://schemas.openxmlformats.org/drawingml/2006/main" noGrp="1"/>
          </p:cNvSpPr>
          <p:nvPr/>
        </p:nvSpPr>
        <p:spPr>
          <a:xfrm xmlns:a="http://schemas.openxmlformats.org/drawingml/2006/main">
            <a:off x="933450" y="1695450"/>
            <a:ext cx="10325100" cy="394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"status": "SUCCESS",</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"seconds": 1017.46,</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"sample_rate": 22050,</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"channels": 1,</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"sample_width": 2</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a:t>
            </a:r>
          </a:p>
        </p:txBody>
      </p:sp>
    </p:spTree>
    <p:extLst>
      <p:ext uri="{BB962C8B-B14F-4D97-AF65-F5344CB8AC3E}">
        <p14:creationId xmlns:p14="http://schemas.microsoft.com/office/powerpoint/2010/main" val="49823975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4347EB8-43CB-4B7E-A405-40A49624BCAF}"/>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오디오 파일 계약과 메타데이터 실패·복구 시연</a:t>
            </a:r>
          </a:p>
        </p:txBody>
      </p:sp>
      <p:sp>
        <p:nvSpPr>
          <p:cNvPr id="2" name="">
            <a:extLst xmlns:a="http://schemas.openxmlformats.org/drawingml/2006/main">
              <a:ext uri="{FF2B5EF4-FFF2-40B4-BE49-F238E27FC236}">
                <a16:creationId xmlns:a16="http://schemas.microsoft.com/office/drawing/2014/main" id="{09A401E3-D2FA-4FDD-AF33-46D173A5BEA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실패 시연</a:t>
            </a:r>
          </a:p>
        </p:txBody>
      </p:sp>
      <p:sp>
        <p:nvSpPr>
          <p:cNvPr id="3" name="">
            <a:extLst xmlns:a="http://schemas.openxmlformats.org/drawingml/2006/main">
              <a:ext uri="{FF2B5EF4-FFF2-40B4-BE49-F238E27FC236}">
                <a16:creationId xmlns:a16="http://schemas.microsoft.com/office/drawing/2014/main" id="{3E54093B-1E16-4404-B3D2-94277583C318}"/>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59F5CC5C-847C-4893-BE09-B6E9AB2EFA86}"/>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7D41FE23-1565-40F8-AC20-4AC1A50E43CE}"/>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C23EDD1E-D3C8-4DB4-AA5B-8D44757D4456}"/>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020</a:t>
            </a:r>
          </a:p>
        </p:txBody>
      </p:sp>
      <p:sp>
        <p:nvSpPr>
          <p:cNvPr id="7" name="">
            <a:extLst xmlns:a="http://schemas.openxmlformats.org/drawingml/2006/main">
              <a:ext uri="{FF2B5EF4-FFF2-40B4-BE49-F238E27FC236}">
                <a16:creationId xmlns:a16="http://schemas.microsoft.com/office/drawing/2014/main" id="{3E38739D-5FDB-400E-9896-EEBC7B57FFDA}"/>
              </a:ext>
            </a:extLst>
          </p:cNvPr>
          <p:cNvSpPr>
            <a:spLocks xmlns:a="http://schemas.openxmlformats.org/drawingml/2006/main" noGrp="1"/>
          </p:cNvSpPr>
          <p:nvPr/>
        </p:nvSpPr>
        <p:spPr>
          <a:xfrm xmlns:a="http://schemas.openxmlformats.org/drawingml/2006/main">
            <a:off x="762000" y="1619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재현</a:t>
            </a:r>
          </a:p>
        </p:txBody>
      </p:sp>
      <p:sp>
        <p:nvSpPr>
          <p:cNvPr id="8" name="">
            <a:extLst xmlns:a="http://schemas.openxmlformats.org/drawingml/2006/main">
              <a:ext uri="{FF2B5EF4-FFF2-40B4-BE49-F238E27FC236}">
                <a16:creationId xmlns:a16="http://schemas.microsoft.com/office/drawing/2014/main" id="{AF9F4229-EFCA-4C4F-A5AC-6179F18E281C}"/>
              </a:ext>
            </a:extLst>
          </p:cNvPr>
          <p:cNvSpPr>
            <a:spLocks xmlns:a="http://schemas.openxmlformats.org/drawingml/2006/main" noGrp="1"/>
          </p:cNvSpPr>
          <p:nvPr/>
        </p:nvSpPr>
        <p:spPr>
          <a:xfrm xmlns:a="http://schemas.openxmlformats.org/drawingml/2006/main">
            <a:off x="762000" y="2133600"/>
            <a:ext cx="4762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100" b="1">
                <a:solidFill>
                  <a:srgbClr val="191919"/>
                </a:solidFill>
                <a:latin typeface="NanumGothic"/>
                <a:ea typeface="NanumGothic"/>
                <a:cs typeface="NanumGothic"/>
              </a:defRPr>
            </a:pPr>
            <a:r>
              <a:rPr sz="2100" b="1">
                <a:solidFill>
                  <a:srgbClr val="191919"/>
                </a:solidFill>
                <a:latin typeface="NanumGothic"/>
                <a:ea typeface="NanumGothic"/>
                <a:cs typeface="NanumGothic"/>
              </a:rPr>
              <a:t>workspace 밖 오디오는 WORKSPACE_PATH_BLOCKED로 끝난다.</a:t>
            </a:r>
          </a:p>
        </p:txBody>
      </p:sp>
      <p:sp>
        <p:nvSpPr>
          <p:cNvPr id="9" name="">
            <a:extLst xmlns:a="http://schemas.openxmlformats.org/drawingml/2006/main">
              <a:ext uri="{FF2B5EF4-FFF2-40B4-BE49-F238E27FC236}">
                <a16:creationId xmlns:a16="http://schemas.microsoft.com/office/drawing/2014/main" id="{73B3D5EE-C397-4519-81E5-2C2A2159ACB1}"/>
              </a:ext>
            </a:extLst>
          </p:cNvPr>
          <p:cNvSpPr>
            <a:spLocks xmlns:a="http://schemas.openxmlformats.org/drawingml/2006/main" noGrp="1"/>
          </p:cNvSpPr>
          <p:nvPr/>
        </p:nvSpPr>
        <p:spPr>
          <a:xfrm xmlns:a="http://schemas.openxmlformats.org/drawingml/2006/main">
            <a:off x="6000750" y="1657350"/>
            <a:ext cx="0" cy="342900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10" name="">
            <a:extLst xmlns:a="http://schemas.openxmlformats.org/drawingml/2006/main">
              <a:ext uri="{FF2B5EF4-FFF2-40B4-BE49-F238E27FC236}">
                <a16:creationId xmlns:a16="http://schemas.microsoft.com/office/drawing/2014/main" id="{79CD469A-C383-4316-B3CD-6C67FCC9550F}"/>
              </a:ext>
            </a:extLst>
          </p:cNvPr>
          <p:cNvSpPr>
            <a:spLocks xmlns:a="http://schemas.openxmlformats.org/drawingml/2006/main" noGrp="1"/>
          </p:cNvSpPr>
          <p:nvPr/>
        </p:nvSpPr>
        <p:spPr>
          <a:xfrm xmlns:a="http://schemas.openxmlformats.org/drawingml/2006/main">
            <a:off x="6553200" y="1619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복구</a:t>
            </a:r>
          </a:p>
        </p:txBody>
      </p:sp>
      <p:sp>
        <p:nvSpPr>
          <p:cNvPr id="11" name="">
            <a:extLst xmlns:a="http://schemas.openxmlformats.org/drawingml/2006/main">
              <a:ext uri="{FF2B5EF4-FFF2-40B4-BE49-F238E27FC236}">
                <a16:creationId xmlns:a16="http://schemas.microsoft.com/office/drawing/2014/main" id="{D6A78CC5-9EE3-4A04-A8B8-80B6FE013F0B}"/>
              </a:ext>
            </a:extLst>
          </p:cNvPr>
          <p:cNvSpPr>
            <a:spLocks xmlns:a="http://schemas.openxmlformats.org/drawingml/2006/main" noGrp="1"/>
          </p:cNvSpPr>
          <p:nvPr/>
        </p:nvSpPr>
        <p:spPr>
          <a:xfrm xmlns:a="http://schemas.openxmlformats.org/drawingml/2006/main">
            <a:off x="6553200" y="2133600"/>
            <a:ext cx="45529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100" b="1">
                <a:solidFill>
                  <a:srgbClr val="191919"/>
                </a:solidFill>
                <a:latin typeface="NanumGothic"/>
                <a:ea typeface="NanumGothic"/>
                <a:cs typeface="NanumGothic"/>
              </a:defRPr>
            </a:pPr>
            <a:r>
              <a:rPr sz="2100" b="1">
                <a:solidFill>
                  <a:srgbClr val="191919"/>
                </a:solidFill>
                <a:latin typeface="NanumGothic"/>
                <a:ea typeface="NanumGothic"/>
                <a:cs typeface="NanumGothic"/>
              </a:rPr>
              <a:t>FILE_NOT_FOUND와 UNSUPPORTED_AUDIO를 구분하고 변환 또는 fixture 경로를 안내한다.</a:t>
            </a:r>
          </a:p>
        </p:txBody>
      </p:sp>
      <p:sp>
        <p:nvSpPr>
          <p:cNvPr id="12" name="">
            <a:extLst xmlns:a="http://schemas.openxmlformats.org/drawingml/2006/main">
              <a:ext uri="{FF2B5EF4-FFF2-40B4-BE49-F238E27FC236}">
                <a16:creationId xmlns:a16="http://schemas.microsoft.com/office/drawing/2014/main" id="{D5897072-BD37-4C59-BD6F-B88168103368}"/>
              </a:ext>
            </a:extLst>
          </p:cNvPr>
          <p:cNvSpPr>
            <a:spLocks xmlns:a="http://schemas.openxmlformats.org/drawingml/2006/main" noGrp="1"/>
          </p:cNvSpPr>
          <p:nvPr/>
        </p:nvSpPr>
        <p:spPr>
          <a:xfrm xmlns:a="http://schemas.openxmlformats.org/drawingml/2006/main">
            <a:off x="1524000" y="4686300"/>
            <a:ext cx="914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확인: workspace 밖 오디오는 WORKSPACE_PATH_BLOCKED로 끝난다.</a:t>
            </a:r>
          </a:p>
        </p:txBody>
      </p:sp>
    </p:spTree>
    <p:extLst>
      <p:ext uri="{BB962C8B-B14F-4D97-AF65-F5344CB8AC3E}">
        <p14:creationId xmlns:p14="http://schemas.microsoft.com/office/powerpoint/2010/main" val="149768293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F809324-E8F0-46FD-8E92-9B59CBB665D5}"/>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오디오 파일 계약과 메타데이터 소프트웨어 제작</a:t>
            </a:r>
          </a:p>
        </p:txBody>
      </p:sp>
      <p:sp>
        <p:nvSpPr>
          <p:cNvPr id="2" name="">
            <a:extLst xmlns:a="http://schemas.openxmlformats.org/drawingml/2006/main">
              <a:ext uri="{FF2B5EF4-FFF2-40B4-BE49-F238E27FC236}">
                <a16:creationId xmlns:a16="http://schemas.microsoft.com/office/drawing/2014/main" id="{F540F3EA-78EE-4E5A-A6EF-0AA374717A36}"/>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95A091C7-1EA6-4142-AEBA-CD8FD44081A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E8253B39-59B1-41F6-9F1D-10A6C6B0D7B5}"/>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3076A78C-3F65-459A-8884-26E329936B3F}"/>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27B8857D-AF46-42FF-A86F-946540BA6B5E}"/>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021</a:t>
            </a:r>
          </a:p>
        </p:txBody>
      </p:sp>
      <p:sp>
        <p:nvSpPr>
          <p:cNvPr id="7" name="">
            <a:extLst xmlns:a="http://schemas.openxmlformats.org/drawingml/2006/main">
              <a:ext uri="{FF2B5EF4-FFF2-40B4-BE49-F238E27FC236}">
                <a16:creationId xmlns:a16="http://schemas.microsoft.com/office/drawing/2014/main" id="{0590363C-9E1F-48C8-9E83-F2E7050A8895}"/>
              </a:ext>
            </a:extLst>
          </p:cNvPr>
          <p:cNvSpPr>
            <a:spLocks xmlns:a="http://schemas.openxmlformats.org/drawingml/2006/main" noGrp="1"/>
          </p:cNvSpPr>
          <p:nvPr/>
        </p:nvSpPr>
        <p:spPr>
          <a:xfrm xmlns:a="http://schemas.openxmlformats.org/drawingml/2006/main">
            <a:off x="762000" y="16573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열 파일</a:t>
            </a:r>
          </a:p>
        </p:txBody>
      </p:sp>
      <p:sp>
        <p:nvSpPr>
          <p:cNvPr id="8" name="">
            <a:extLst xmlns:a="http://schemas.openxmlformats.org/drawingml/2006/main">
              <a:ext uri="{FF2B5EF4-FFF2-40B4-BE49-F238E27FC236}">
                <a16:creationId xmlns:a16="http://schemas.microsoft.com/office/drawing/2014/main" id="{6BB77658-628C-4063-9EA8-760951CCEC98}"/>
              </a:ext>
            </a:extLst>
          </p:cNvPr>
          <p:cNvSpPr>
            <a:spLocks xmlns:a="http://schemas.openxmlformats.org/drawingml/2006/main" noGrp="1"/>
          </p:cNvSpPr>
          <p:nvPr/>
        </p:nvSpPr>
        <p:spPr>
          <a:xfrm xmlns:a="http://schemas.openxmlformats.org/drawingml/2006/main">
            <a:off x="2476500" y="1466850"/>
            <a:ext cx="819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data/demo_meeting_transcript.txt</a:t>
            </a:r>
          </a:p>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materials/day2/day2_service_lab.ipynb</a:t>
            </a:r>
          </a:p>
        </p:txBody>
      </p:sp>
      <p:sp>
        <p:nvSpPr>
          <p:cNvPr id="9" name="">
            <a:extLst xmlns:a="http://schemas.openxmlformats.org/drawingml/2006/main">
              <a:ext uri="{FF2B5EF4-FFF2-40B4-BE49-F238E27FC236}">
                <a16:creationId xmlns:a16="http://schemas.microsoft.com/office/drawing/2014/main" id="{6B6B1147-FBE8-4DF2-A832-9D8DED835AA8}"/>
              </a:ext>
            </a:extLst>
          </p:cNvPr>
          <p:cNvSpPr>
            <a:spLocks xmlns:a="http://schemas.openxmlformats.org/drawingml/2006/main" noGrp="1"/>
          </p:cNvSpPr>
          <p:nvPr/>
        </p:nvSpPr>
        <p:spPr>
          <a:xfrm xmlns:a="http://schemas.openxmlformats.org/drawingml/2006/main">
            <a:off x="762000" y="26670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작업 범위</a:t>
            </a:r>
          </a:p>
        </p:txBody>
      </p:sp>
      <p:sp>
        <p:nvSpPr>
          <p:cNvPr id="10" name="">
            <a:extLst xmlns:a="http://schemas.openxmlformats.org/drawingml/2006/main">
              <a:ext uri="{FF2B5EF4-FFF2-40B4-BE49-F238E27FC236}">
                <a16:creationId xmlns:a16="http://schemas.microsoft.com/office/drawing/2014/main" id="{A74BD3DC-DBE6-45A8-9CD9-8468711421D8}"/>
              </a:ext>
            </a:extLst>
          </p:cNvPr>
          <p:cNvSpPr>
            <a:spLocks xmlns:a="http://schemas.openxmlformats.org/drawingml/2006/main" noGrp="1"/>
          </p:cNvSpPr>
          <p:nvPr/>
        </p:nvSpPr>
        <p:spPr>
          <a:xfrm xmlns:a="http://schemas.openxmlformats.org/drawingml/2006/main">
            <a:off x="2476500" y="2571750"/>
            <a:ext cx="8191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오디오 파일 계약과 메타데이터 명세 → 최소 Patch → Focused Test → Diff 검토</a:t>
            </a:r>
          </a:p>
        </p:txBody>
      </p:sp>
      <p:sp>
        <p:nvSpPr>
          <p:cNvPr id="11" name="">
            <a:extLst xmlns:a="http://schemas.openxmlformats.org/drawingml/2006/main">
              <a:ext uri="{FF2B5EF4-FFF2-40B4-BE49-F238E27FC236}">
                <a16:creationId xmlns:a16="http://schemas.microsoft.com/office/drawing/2014/main" id="{01C28C3F-F6E2-4B46-A980-0B0606F9C524}"/>
              </a:ext>
            </a:extLst>
          </p:cNvPr>
          <p:cNvSpPr>
            <a:spLocks xmlns:a="http://schemas.openxmlformats.org/drawingml/2006/main" noGrp="1"/>
          </p:cNvSpPr>
          <p:nvPr/>
        </p:nvSpPr>
        <p:spPr>
          <a:xfrm xmlns:a="http://schemas.openxmlformats.org/drawingml/2006/main">
            <a:off x="762000" y="39052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완료 기준</a:t>
            </a:r>
          </a:p>
        </p:txBody>
      </p:sp>
      <p:sp>
        <p:nvSpPr>
          <p:cNvPr id="12" name="">
            <a:extLst xmlns:a="http://schemas.openxmlformats.org/drawingml/2006/main">
              <a:ext uri="{FF2B5EF4-FFF2-40B4-BE49-F238E27FC236}">
                <a16:creationId xmlns:a16="http://schemas.microsoft.com/office/drawing/2014/main" id="{D269FB0C-6FF2-4674-98C4-1B568697A7C0}"/>
              </a:ext>
            </a:extLst>
          </p:cNvPr>
          <p:cNvSpPr>
            <a:spLocks xmlns:a="http://schemas.openxmlformats.org/drawingml/2006/main" noGrp="1"/>
          </p:cNvSpPr>
          <p:nvPr/>
        </p:nvSpPr>
        <p:spPr>
          <a:xfrm xmlns:a="http://schemas.openxmlformats.org/drawingml/2006/main">
            <a:off x="2476500" y="3810000"/>
            <a:ext cx="8191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WAV의 길이·rate·channel이 숫자로 반환된다.</a:t>
            </a:r>
          </a:p>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audio_metadata.json 저장</a:t>
            </a:r>
          </a:p>
        </p:txBody>
      </p:sp>
    </p:spTree>
    <p:extLst>
      <p:ext uri="{BB962C8B-B14F-4D97-AF65-F5344CB8AC3E}">
        <p14:creationId xmlns:p14="http://schemas.microsoft.com/office/powerpoint/2010/main" val="117802650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43916FE-48FB-4446-A1D5-1AF5EE76947C}"/>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오디오 파일 계약과 메타데이터 Notebook 셀</a:t>
            </a:r>
          </a:p>
        </p:txBody>
      </p:sp>
      <p:sp>
        <p:nvSpPr>
          <p:cNvPr id="2" name="">
            <a:extLst xmlns:a="http://schemas.openxmlformats.org/drawingml/2006/main">
              <a:ext uri="{FF2B5EF4-FFF2-40B4-BE49-F238E27FC236}">
                <a16:creationId xmlns:a16="http://schemas.microsoft.com/office/drawing/2014/main" id="{BDB3894C-3C6B-46F2-9FB6-78A619E4317D}"/>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F529D119-8D3D-4C6E-A668-C913DC0B638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0BC1C9A3-43A8-4DD8-B73F-9D4B16B303E6}"/>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9E961B0B-47E0-4324-8FEF-B246A40B1A84}"/>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10AE8EE3-1640-41FC-963E-AF9C86595F41}"/>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022</a:t>
            </a:r>
          </a:p>
        </p:txBody>
      </p:sp>
      <p:sp>
        <p:nvSpPr>
          <p:cNvPr id="7" name="">
            <a:extLst xmlns:a="http://schemas.openxmlformats.org/drawingml/2006/main">
              <a:ext uri="{FF2B5EF4-FFF2-40B4-BE49-F238E27FC236}">
                <a16:creationId xmlns:a16="http://schemas.microsoft.com/office/drawing/2014/main" id="{440889DA-F08D-4C3C-8A7C-300A8497AD3A}"/>
              </a:ext>
            </a:extLst>
          </p:cNvPr>
          <p:cNvSpPr>
            <a:spLocks xmlns:a="http://schemas.openxmlformats.org/drawingml/2006/main" noGrp="1"/>
          </p:cNvSpPr>
          <p:nvPr/>
        </p:nvSpPr>
        <p:spPr>
          <a:xfrm xmlns:a="http://schemas.openxmlformats.org/drawingml/2006/main">
            <a:off x="685800" y="13716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Menlo"/>
                <a:ea typeface="Menlo"/>
                <a:cs typeface="Menlo"/>
              </a:defRPr>
            </a:pPr>
            <a:r>
              <a:rPr sz="975" b="1">
                <a:solidFill>
                  <a:srgbClr val="555555"/>
                </a:solidFill>
                <a:latin typeface="Menlo"/>
                <a:ea typeface="Menlo"/>
                <a:cs typeface="Menlo"/>
              </a:rPr>
              <a:t>materials/day2/day2_service_lab.ipynb · 1차시</a:t>
            </a:r>
          </a:p>
        </p:txBody>
      </p:sp>
      <p:sp>
        <p:nvSpPr>
          <p:cNvPr id="8" name="">
            <a:extLst xmlns:a="http://schemas.openxmlformats.org/drawingml/2006/main">
              <a:ext uri="{FF2B5EF4-FFF2-40B4-BE49-F238E27FC236}">
                <a16:creationId xmlns:a16="http://schemas.microsoft.com/office/drawing/2014/main" id="{6EF46572-4E87-46EE-908D-3F81FC91C4C2}"/>
              </a:ext>
            </a:extLst>
          </p:cNvPr>
          <p:cNvSpPr>
            <a:spLocks xmlns:a="http://schemas.openxmlformats.org/drawingml/2006/main" noGrp="1"/>
          </p:cNvSpPr>
          <p:nvPr/>
        </p:nvSpPr>
        <p:spPr>
          <a:xfrm xmlns:a="http://schemas.openxmlformats.org/drawingml/2006/main">
            <a:off x="685800" y="1733550"/>
            <a:ext cx="10820400" cy="39433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5237DD0-7013-4AAC-B309-B7384BF9AEDD}"/>
              </a:ext>
            </a:extLst>
          </p:cNvPr>
          <p:cNvSpPr>
            <a:spLocks xmlns:a="http://schemas.openxmlformats.org/drawingml/2006/main" noGrp="1"/>
          </p:cNvSpPr>
          <p:nvPr/>
        </p:nvSpPr>
        <p:spPr>
          <a:xfrm xmlns:a="http://schemas.openxmlformats.org/drawingml/2006/main">
            <a:off x="933450" y="1962150"/>
            <a:ext cx="10325100" cy="3486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import wave</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from src.meeting_demo import ensure_workspace_path</a:t>
            </a:r>
          </a:p>
          <a:p xmlns:a="http://schemas.openxmlformats.org/drawingml/2006/main">
            <a:r>
              <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audio_path = ensure_workspace_path(ROOT / "data/meeting_sample_ko_12min.wav", ROOT)</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with wave.open(str(audio_path), "rb") as wav:</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audio_metadata = {</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"status": "SUCCESS",</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"seconds": round(wav.getnframes() / wav.getframerate(), 2),</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"sample_rate": wav.getframerate(),</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"channels": wav.getnchannels(),</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"sample_width": wav.getsampwidth(),</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save_json("01_audio_metadata.json", audio_metadata)</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audio_metadata</a:t>
            </a:r>
          </a:p>
        </p:txBody>
      </p:sp>
    </p:spTree>
    <p:extLst>
      <p:ext uri="{BB962C8B-B14F-4D97-AF65-F5344CB8AC3E}">
        <p14:creationId xmlns:p14="http://schemas.microsoft.com/office/powerpoint/2010/main" val="59556491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C60EE82-26DE-43AE-81D8-C788AA1E629B}"/>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오디오 파일 계약과 메타데이터 Terminal 실행</a:t>
            </a:r>
          </a:p>
        </p:txBody>
      </p:sp>
      <p:sp>
        <p:nvSpPr>
          <p:cNvPr id="2" name="">
            <a:extLst xmlns:a="http://schemas.openxmlformats.org/drawingml/2006/main">
              <a:ext uri="{FF2B5EF4-FFF2-40B4-BE49-F238E27FC236}">
                <a16:creationId xmlns:a16="http://schemas.microsoft.com/office/drawing/2014/main" id="{712F29EA-1815-4378-9608-B645FD7DA4C5}"/>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7CC12451-98AC-455C-B64B-5C91E18A796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BF29F46C-918B-4214-9597-67811242DB5A}"/>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79C19154-3125-40BB-BDB0-878843011BBA}"/>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BBACB42D-3EFB-4507-BE83-D070A18C5670}"/>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023</a:t>
            </a:r>
          </a:p>
        </p:txBody>
      </p:sp>
      <p:sp>
        <p:nvSpPr>
          <p:cNvPr id="7" name="">
            <a:extLst xmlns:a="http://schemas.openxmlformats.org/drawingml/2006/main">
              <a:ext uri="{FF2B5EF4-FFF2-40B4-BE49-F238E27FC236}">
                <a16:creationId xmlns:a16="http://schemas.microsoft.com/office/drawing/2014/main" id="{949A5ECD-4D58-4018-A1A9-2BD6FA296ECB}"/>
              </a:ext>
            </a:extLst>
          </p:cNvPr>
          <p:cNvSpPr>
            <a:spLocks xmlns:a="http://schemas.openxmlformats.org/drawingml/2006/main" noGrp="1"/>
          </p:cNvSpPr>
          <p:nvPr/>
        </p:nvSpPr>
        <p:spPr>
          <a:xfrm xmlns:a="http://schemas.openxmlformats.org/drawingml/2006/main">
            <a:off x="685800" y="1657350"/>
            <a:ext cx="10820400" cy="26670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96AB315-8CB4-442A-81DA-7B4F066452EF}"/>
              </a:ext>
            </a:extLst>
          </p:cNvPr>
          <p:cNvSpPr>
            <a:spLocks xmlns:a="http://schemas.openxmlformats.org/drawingml/2006/main" noGrp="1"/>
          </p:cNvSpPr>
          <p:nvPr/>
        </p:nvSpPr>
        <p:spPr>
          <a:xfrm xmlns:a="http://schemas.openxmlformats.org/drawingml/2006/main">
            <a:off x="952500" y="20193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FFFFFF"/>
                </a:solidFill>
                <a:latin typeface="Menlo"/>
                <a:ea typeface="Menlo"/>
                <a:cs typeface="Menlo"/>
              </a:defRPr>
            </a:pPr>
            <a:r>
              <a:rPr sz="1650" b="1">
                <a:solidFill>
                  <a:srgbClr val="FFFFFF"/>
                </a:solidFill>
                <a:latin typeface="Menlo"/>
                <a:ea typeface="Menlo"/>
                <a:cs typeface="Menlo"/>
              </a:rPr>
              <a:t>$ python -m src.meeting_demo --help</a:t>
            </a:r>
          </a:p>
        </p:txBody>
      </p:sp>
      <p:sp>
        <p:nvSpPr>
          <p:cNvPr id="9" name="">
            <a:extLst xmlns:a="http://schemas.openxmlformats.org/drawingml/2006/main">
              <a:ext uri="{FF2B5EF4-FFF2-40B4-BE49-F238E27FC236}">
                <a16:creationId xmlns:a16="http://schemas.microsoft.com/office/drawing/2014/main" id="{266F7E3B-39E6-4001-9C94-85368E16F9C7}"/>
              </a:ext>
            </a:extLst>
          </p:cNvPr>
          <p:cNvSpPr>
            <a:spLocks xmlns:a="http://schemas.openxmlformats.org/drawingml/2006/main" noGrp="1"/>
          </p:cNvSpPr>
          <p:nvPr/>
        </p:nvSpPr>
        <p:spPr>
          <a:xfrm xmlns:a="http://schemas.openxmlformats.org/drawingml/2006/main">
            <a:off x="952500" y="310515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1">
                <a:solidFill>
                  <a:srgbClr val="C7C7C7"/>
                </a:solidFill>
                <a:latin typeface="Menlo"/>
                <a:ea typeface="Menlo"/>
                <a:cs typeface="Menlo"/>
              </a:defRPr>
            </a:pPr>
            <a:r>
              <a:rPr sz="1275" b="1">
                <a:solidFill>
                  <a:srgbClr val="C7C7C7"/>
                </a:solidFill>
                <a:latin typeface="Menlo"/>
                <a:ea typeface="Menlo"/>
                <a:cs typeface="Menlo"/>
              </a:rPr>
              <a:t>저장 위치</a:t>
            </a:r>
          </a:p>
          <a:p xmlns:a="http://schemas.openxmlformats.org/drawingml/2006/main">
            <a:pPr algn="l">
              <a:lnSpc>
                <a:spcPct val="110000"/>
              </a:lnSpc>
              <a:buNone/>
              <a:defRPr sz="1275" b="1">
                <a:solidFill>
                  <a:srgbClr val="C7C7C7"/>
                </a:solidFill>
                <a:latin typeface="Menlo"/>
                <a:ea typeface="Menlo"/>
                <a:cs typeface="Menlo"/>
              </a:defRPr>
            </a:pPr>
            <a:r>
              <a:rPr sz="1275" b="1">
                <a:solidFill>
                  <a:srgbClr val="C7C7C7"/>
                </a:solidFill>
                <a:latin typeface="Menlo"/>
                <a:ea typeface="Menlo"/>
                <a:cs typeface="Menlo"/>
              </a:rPr>
              <a:t>output/course-labs/day2/01_audio_metadata.json</a:t>
            </a:r>
          </a:p>
        </p:txBody>
      </p:sp>
      <p:sp>
        <p:nvSpPr>
          <p:cNvPr id="10" name="">
            <a:extLst xmlns:a="http://schemas.openxmlformats.org/drawingml/2006/main">
              <a:ext uri="{FF2B5EF4-FFF2-40B4-BE49-F238E27FC236}">
                <a16:creationId xmlns:a16="http://schemas.microsoft.com/office/drawing/2014/main" id="{359496E2-3737-4F5B-8C6F-97B9ED79D7D4}"/>
              </a:ext>
            </a:extLst>
          </p:cNvPr>
          <p:cNvSpPr>
            <a:spLocks xmlns:a="http://schemas.openxmlformats.org/drawingml/2006/main" noGrp="1"/>
          </p:cNvSpPr>
          <p:nvPr/>
        </p:nvSpPr>
        <p:spPr>
          <a:xfrm xmlns:a="http://schemas.openxmlformats.org/drawingml/2006/main">
            <a:off x="1066800" y="4838700"/>
            <a:ext cx="1005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WAV의 길이·rate·channel이 숫자로 반환된다.</a:t>
            </a:r>
          </a:p>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실패 시 audio_metadata.json의 status·error_code를 먼저 확인</a:t>
            </a:r>
          </a:p>
        </p:txBody>
      </p:sp>
    </p:spTree>
    <p:extLst>
      <p:ext uri="{BB962C8B-B14F-4D97-AF65-F5344CB8AC3E}">
        <p14:creationId xmlns:p14="http://schemas.microsoft.com/office/powerpoint/2010/main" val="173120384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78E2852-6F1A-43DD-84F5-2A8E982F9A11}"/>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오디오 파일 계약과 메타데이터 실패 증거</a:t>
            </a:r>
          </a:p>
        </p:txBody>
      </p:sp>
      <p:sp>
        <p:nvSpPr>
          <p:cNvPr id="2" name="">
            <a:extLst xmlns:a="http://schemas.openxmlformats.org/drawingml/2006/main">
              <a:ext uri="{FF2B5EF4-FFF2-40B4-BE49-F238E27FC236}">
                <a16:creationId xmlns:a16="http://schemas.microsoft.com/office/drawing/2014/main" id="{FCE7ED96-E801-4BAB-A86F-45DB37620943}"/>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Boundary Evidence</a:t>
            </a:r>
          </a:p>
        </p:txBody>
      </p:sp>
      <p:sp>
        <p:nvSpPr>
          <p:cNvPr id="3" name="">
            <a:extLst xmlns:a="http://schemas.openxmlformats.org/drawingml/2006/main">
              <a:ext uri="{FF2B5EF4-FFF2-40B4-BE49-F238E27FC236}">
                <a16:creationId xmlns:a16="http://schemas.microsoft.com/office/drawing/2014/main" id="{BC9391BE-4E14-44CB-8CE8-EC043222CCF8}"/>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715988FF-C432-4643-B22B-E61DDAA368DC}"/>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E822AEF5-D8A8-46CA-BC4C-139E069F4682}"/>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3F5C699E-364D-4069-8EBD-F2F758FD41D2}"/>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024</a:t>
            </a:r>
          </a:p>
        </p:txBody>
      </p:sp>
      <p:sp>
        <p:nvSpPr>
          <p:cNvPr id="7" name="">
            <a:extLst xmlns:a="http://schemas.openxmlformats.org/drawingml/2006/main">
              <a:ext uri="{FF2B5EF4-FFF2-40B4-BE49-F238E27FC236}">
                <a16:creationId xmlns:a16="http://schemas.microsoft.com/office/drawing/2014/main" id="{58F52A77-9299-4B7B-A3F3-28A5AB7234A1}"/>
              </a:ext>
            </a:extLst>
          </p:cNvPr>
          <p:cNvSpPr>
            <a:spLocks xmlns:a="http://schemas.openxmlformats.org/drawingml/2006/main" noGrp="1"/>
          </p:cNvSpPr>
          <p:nvPr/>
        </p:nvSpPr>
        <p:spPr>
          <a:xfrm xmlns:a="http://schemas.openxmlformats.org/drawingml/2006/main">
            <a:off x="742950" y="1562100"/>
            <a:ext cx="1047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025" b="1">
                <a:solidFill>
                  <a:srgbClr val="191919"/>
                </a:solidFill>
                <a:latin typeface="NanumGothic"/>
                <a:ea typeface="NanumGothic"/>
                <a:cs typeface="NanumGothic"/>
              </a:defRPr>
            </a:pPr>
            <a:r>
              <a:rPr sz="2025" b="1">
                <a:solidFill>
                  <a:srgbClr val="191919"/>
                </a:solidFill>
                <a:latin typeface="NanumGothic"/>
                <a:ea typeface="NanumGothic"/>
                <a:cs typeface="NanumGothic"/>
              </a:rPr>
              <a:t>workspace 밖 오디오는 WORKSPACE_PATH_BLOCKED로 끝난다.</a:t>
            </a:r>
          </a:p>
        </p:txBody>
      </p:sp>
      <p:sp>
        <p:nvSpPr>
          <p:cNvPr id="8" name="">
            <a:extLst xmlns:a="http://schemas.openxmlformats.org/drawingml/2006/main">
              <a:ext uri="{FF2B5EF4-FFF2-40B4-BE49-F238E27FC236}">
                <a16:creationId xmlns:a16="http://schemas.microsoft.com/office/drawing/2014/main" id="{49062D2F-9014-45D8-BB5E-7EF0E3A9F93D}"/>
              </a:ext>
            </a:extLst>
          </p:cNvPr>
          <p:cNvSpPr>
            <a:spLocks xmlns:a="http://schemas.openxmlformats.org/drawingml/2006/main" noGrp="1"/>
          </p:cNvSpPr>
          <p:nvPr/>
        </p:nvSpPr>
        <p:spPr>
          <a:xfrm xmlns:a="http://schemas.openxmlformats.org/drawingml/2006/main">
            <a:off x="990600" y="2724150"/>
            <a:ext cx="10210800" cy="18097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0AB9F74-31E9-443D-97FD-2AC2BC71EC8B}"/>
              </a:ext>
            </a:extLst>
          </p:cNvPr>
          <p:cNvSpPr>
            <a:spLocks xmlns:a="http://schemas.openxmlformats.org/drawingml/2006/main" noGrp="1"/>
          </p:cNvSpPr>
          <p:nvPr/>
        </p:nvSpPr>
        <p:spPr>
          <a:xfrm xmlns:a="http://schemas.openxmlformats.org/drawingml/2006/main">
            <a:off x="1333500" y="3086100"/>
            <a:ext cx="952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result_file = "output/course-labs/day2/01_audio_metadata.json"</a:t>
            </a:r>
          </a:p>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expected = "HOLD | EXPECTED_FAILURE | BLOCKED"</a:t>
            </a:r>
          </a:p>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external_write = false</a:t>
            </a:r>
          </a:p>
        </p:txBody>
      </p:sp>
      <p:sp>
        <p:nvSpPr>
          <p:cNvPr id="10" name="">
            <a:extLst xmlns:a="http://schemas.openxmlformats.org/drawingml/2006/main">
              <a:ext uri="{FF2B5EF4-FFF2-40B4-BE49-F238E27FC236}">
                <a16:creationId xmlns:a16="http://schemas.microsoft.com/office/drawing/2014/main" id="{71C4B5F0-3B36-4329-B788-87431D02C100}"/>
              </a:ext>
            </a:extLst>
          </p:cNvPr>
          <p:cNvSpPr>
            <a:spLocks xmlns:a="http://schemas.openxmlformats.org/drawingml/2006/main" noGrp="1"/>
          </p:cNvSpPr>
          <p:nvPr/>
        </p:nvSpPr>
        <p:spPr>
          <a:xfrm xmlns:a="http://schemas.openxmlformats.org/drawingml/2006/main">
            <a:off x="1238250" y="497205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audio_metadata.json이 HOLD라면 외부 쓰기 없이 해당 차시 입력으로 돌아갑니다.</a:t>
            </a:r>
          </a:p>
        </p:txBody>
      </p:sp>
    </p:spTree>
    <p:extLst>
      <p:ext uri="{BB962C8B-B14F-4D97-AF65-F5344CB8AC3E}">
        <p14:creationId xmlns:p14="http://schemas.microsoft.com/office/powerpoint/2010/main" val="188198282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4CAB761-9794-4215-9D66-B1AB38F8BD8A}"/>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오디오 파일 계약과 메타데이터 정상 Case</a:t>
            </a:r>
          </a:p>
        </p:txBody>
      </p:sp>
      <p:sp>
        <p:nvSpPr>
          <p:cNvPr id="2" name="">
            <a:extLst xmlns:a="http://schemas.openxmlformats.org/drawingml/2006/main">
              <a:ext uri="{FF2B5EF4-FFF2-40B4-BE49-F238E27FC236}">
                <a16:creationId xmlns:a16="http://schemas.microsoft.com/office/drawing/2014/main" id="{798F9263-F0D2-4BA9-AF22-671C2B1A3EFD}"/>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실행 확인</a:t>
            </a:r>
          </a:p>
        </p:txBody>
      </p:sp>
      <p:sp>
        <p:nvSpPr>
          <p:cNvPr id="3" name="">
            <a:extLst xmlns:a="http://schemas.openxmlformats.org/drawingml/2006/main">
              <a:ext uri="{FF2B5EF4-FFF2-40B4-BE49-F238E27FC236}">
                <a16:creationId xmlns:a16="http://schemas.microsoft.com/office/drawing/2014/main" id="{4DFE7803-2B3A-4DAD-9119-C30A217C19C0}"/>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ACFE3FC1-6FB3-44B6-84DE-C1852E84E229}"/>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4E79AA7F-7F36-41EB-95BC-677BCFF91533}"/>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14CB0BA7-F601-474C-AA20-082F92D6495A}"/>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025</a:t>
            </a:r>
          </a:p>
        </p:txBody>
      </p:sp>
      <p:sp>
        <p:nvSpPr>
          <p:cNvPr id="7" name="">
            <a:extLst xmlns:a="http://schemas.openxmlformats.org/drawingml/2006/main">
              <a:ext uri="{FF2B5EF4-FFF2-40B4-BE49-F238E27FC236}">
                <a16:creationId xmlns:a16="http://schemas.microsoft.com/office/drawing/2014/main" id="{528AE094-DF28-4933-B1D4-920EB3003B78}"/>
              </a:ext>
            </a:extLst>
          </p:cNvPr>
          <p:cNvSpPr>
            <a:spLocks xmlns:a="http://schemas.openxmlformats.org/drawingml/2006/main" noGrp="1"/>
          </p:cNvSpPr>
          <p:nvPr/>
        </p:nvSpPr>
        <p:spPr>
          <a:xfrm xmlns:a="http://schemas.openxmlformats.org/drawingml/2006/main">
            <a:off x="685800" y="1562100"/>
            <a:ext cx="10820400" cy="12001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B09F1DD-6E0F-442E-8F3C-0B74A94682B4}"/>
              </a:ext>
            </a:extLst>
          </p:cNvPr>
          <p:cNvSpPr>
            <a:spLocks xmlns:a="http://schemas.openxmlformats.org/drawingml/2006/main" noGrp="1"/>
          </p:cNvSpPr>
          <p:nvPr/>
        </p:nvSpPr>
        <p:spPr>
          <a:xfrm xmlns:a="http://schemas.openxmlformats.org/drawingml/2006/main">
            <a:off x="990600" y="18478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C7C7C7"/>
                </a:solidFill>
                <a:latin typeface="NanumGothic"/>
                <a:ea typeface="NanumGothic"/>
                <a:cs typeface="NanumGothic"/>
              </a:defRPr>
            </a:pPr>
            <a:r>
              <a:rPr sz="975" b="1">
                <a:solidFill>
                  <a:srgbClr val="C7C7C7"/>
                </a:solidFill>
                <a:latin typeface="NanumGothic"/>
                <a:ea typeface="NanumGothic"/>
                <a:cs typeface="NanumGothic"/>
              </a:rPr>
              <a:t>NORMAL</a:t>
            </a:r>
          </a:p>
        </p:txBody>
      </p:sp>
      <p:sp>
        <p:nvSpPr>
          <p:cNvPr id="9" name="">
            <a:extLst xmlns:a="http://schemas.openxmlformats.org/drawingml/2006/main">
              <a:ext uri="{FF2B5EF4-FFF2-40B4-BE49-F238E27FC236}">
                <a16:creationId xmlns:a16="http://schemas.microsoft.com/office/drawing/2014/main" id="{5733A928-914B-4E6E-9834-9FD4F651E4E3}"/>
              </a:ext>
            </a:extLst>
          </p:cNvPr>
          <p:cNvSpPr>
            <a:spLocks xmlns:a="http://schemas.openxmlformats.org/drawingml/2006/main" noGrp="1"/>
          </p:cNvSpPr>
          <p:nvPr/>
        </p:nvSpPr>
        <p:spPr>
          <a:xfrm xmlns:a="http://schemas.openxmlformats.org/drawingml/2006/main">
            <a:off x="2800350" y="1790700"/>
            <a:ext cx="809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FFFFFF"/>
                </a:solidFill>
                <a:latin typeface="NanumGothic"/>
                <a:ea typeface="NanumGothic"/>
                <a:cs typeface="NanumGothic"/>
              </a:defRPr>
            </a:pPr>
            <a:r>
              <a:rPr sz="1800" b="1">
                <a:solidFill>
                  <a:srgbClr val="FFFFFF"/>
                </a:solidFill>
                <a:latin typeface="NanumGothic"/>
                <a:ea typeface="NanumGothic"/>
                <a:cs typeface="NanumGothic"/>
              </a:rPr>
              <a:t>WAV의 길이·rate·channel이 숫자로 반환된다.</a:t>
            </a:r>
          </a:p>
        </p:txBody>
      </p:sp>
      <p:sp>
        <p:nvSpPr>
          <p:cNvPr id="10" name="">
            <a:extLst xmlns:a="http://schemas.openxmlformats.org/drawingml/2006/main">
              <a:ext uri="{FF2B5EF4-FFF2-40B4-BE49-F238E27FC236}">
                <a16:creationId xmlns:a16="http://schemas.microsoft.com/office/drawing/2014/main" id="{B86CCE7C-C680-42BC-8C32-76A0F5119FF0}"/>
              </a:ext>
            </a:extLst>
          </p:cNvPr>
          <p:cNvSpPr>
            <a:spLocks xmlns:a="http://schemas.openxmlformats.org/drawingml/2006/main" noGrp="1"/>
          </p:cNvSpPr>
          <p:nvPr/>
        </p:nvSpPr>
        <p:spPr>
          <a:xfrm xmlns:a="http://schemas.openxmlformats.org/drawingml/2006/main">
            <a:off x="91440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11" name="">
            <a:extLst xmlns:a="http://schemas.openxmlformats.org/drawingml/2006/main">
              <a:ext uri="{FF2B5EF4-FFF2-40B4-BE49-F238E27FC236}">
                <a16:creationId xmlns:a16="http://schemas.microsoft.com/office/drawing/2014/main" id="{BFE37558-E70B-4306-AD3C-8EAB07FD5B1C}"/>
              </a:ext>
            </a:extLst>
          </p:cNvPr>
          <p:cNvSpPr>
            <a:spLocks xmlns:a="http://schemas.openxmlformats.org/drawingml/2006/main" noGrp="1"/>
          </p:cNvSpPr>
          <p:nvPr/>
        </p:nvSpPr>
        <p:spPr>
          <a:xfrm xmlns:a="http://schemas.openxmlformats.org/drawingml/2006/main">
            <a:off x="135255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D87156CF-ED15-41C1-8FC0-BC30E7768539}"/>
              </a:ext>
            </a:extLst>
          </p:cNvPr>
          <p:cNvSpPr>
            <a:spLocks xmlns:a="http://schemas.openxmlformats.org/drawingml/2006/main" noGrp="1"/>
          </p:cNvSpPr>
          <p:nvPr/>
        </p:nvSpPr>
        <p:spPr>
          <a:xfrm xmlns:a="http://schemas.openxmlformats.org/drawingml/2006/main">
            <a:off x="1828800" y="32575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data/demo_meeting.wav 입력과 command가 기록됐는가</a:t>
            </a:r>
          </a:p>
        </p:txBody>
      </p:sp>
      <p:sp>
        <p:nvSpPr>
          <p:cNvPr id="13" name="">
            <a:extLst xmlns:a="http://schemas.openxmlformats.org/drawingml/2006/main">
              <a:ext uri="{FF2B5EF4-FFF2-40B4-BE49-F238E27FC236}">
                <a16:creationId xmlns:a16="http://schemas.microsoft.com/office/drawing/2014/main" id="{07252970-B73F-43F5-8960-374F3B4660F5}"/>
              </a:ext>
            </a:extLst>
          </p:cNvPr>
          <p:cNvSpPr>
            <a:spLocks xmlns:a="http://schemas.openxmlformats.org/drawingml/2006/main" noGrp="1"/>
          </p:cNvSpPr>
          <p:nvPr/>
        </p:nvSpPr>
        <p:spPr>
          <a:xfrm xmlns:a="http://schemas.openxmlformats.org/drawingml/2006/main">
            <a:off x="914400" y="40957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4" name="">
            <a:extLst xmlns:a="http://schemas.openxmlformats.org/drawingml/2006/main">
              <a:ext uri="{FF2B5EF4-FFF2-40B4-BE49-F238E27FC236}">
                <a16:creationId xmlns:a16="http://schemas.microsoft.com/office/drawing/2014/main" id="{8B8FA5AA-AF14-44EC-962E-C44E2E890678}"/>
              </a:ext>
            </a:extLst>
          </p:cNvPr>
          <p:cNvSpPr>
            <a:spLocks xmlns:a="http://schemas.openxmlformats.org/drawingml/2006/main" noGrp="1"/>
          </p:cNvSpPr>
          <p:nvPr/>
        </p:nvSpPr>
        <p:spPr>
          <a:xfrm xmlns:a="http://schemas.openxmlformats.org/drawingml/2006/main">
            <a:off x="1352550" y="42195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A64A1A71-67B5-41CA-B069-5EFA06A6BD28}"/>
              </a:ext>
            </a:extLst>
          </p:cNvPr>
          <p:cNvSpPr>
            <a:spLocks xmlns:a="http://schemas.openxmlformats.org/drawingml/2006/main" noGrp="1"/>
          </p:cNvSpPr>
          <p:nvPr/>
        </p:nvSpPr>
        <p:spPr>
          <a:xfrm xmlns:a="http://schemas.openxmlformats.org/drawingml/2006/main">
            <a:off x="1828800" y="40576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audio_metadata.json schema가 validate되는가</a:t>
            </a:r>
          </a:p>
        </p:txBody>
      </p:sp>
      <p:sp>
        <p:nvSpPr>
          <p:cNvPr id="16" name="">
            <a:extLst xmlns:a="http://schemas.openxmlformats.org/drawingml/2006/main">
              <a:ext uri="{FF2B5EF4-FFF2-40B4-BE49-F238E27FC236}">
                <a16:creationId xmlns:a16="http://schemas.microsoft.com/office/drawing/2014/main" id="{29D8D193-181B-4B65-AF6D-95A3128E906E}"/>
              </a:ext>
            </a:extLst>
          </p:cNvPr>
          <p:cNvSpPr>
            <a:spLocks xmlns:a="http://schemas.openxmlformats.org/drawingml/2006/main" noGrp="1"/>
          </p:cNvSpPr>
          <p:nvPr/>
        </p:nvSpPr>
        <p:spPr>
          <a:xfrm xmlns:a="http://schemas.openxmlformats.org/drawingml/2006/main">
            <a:off x="914400" y="4895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7" name="">
            <a:extLst xmlns:a="http://schemas.openxmlformats.org/drawingml/2006/main">
              <a:ext uri="{FF2B5EF4-FFF2-40B4-BE49-F238E27FC236}">
                <a16:creationId xmlns:a16="http://schemas.microsoft.com/office/drawing/2014/main" id="{86F2EE68-A0DE-4214-9F39-B002451CEC11}"/>
              </a:ext>
            </a:extLst>
          </p:cNvPr>
          <p:cNvSpPr>
            <a:spLocks xmlns:a="http://schemas.openxmlformats.org/drawingml/2006/main" noGrp="1"/>
          </p:cNvSpPr>
          <p:nvPr/>
        </p:nvSpPr>
        <p:spPr>
          <a:xfrm xmlns:a="http://schemas.openxmlformats.org/drawingml/2006/main">
            <a:off x="1352550" y="5019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D7CF8EEA-1071-4011-A45C-C9F842B58CD4}"/>
              </a:ext>
            </a:extLst>
          </p:cNvPr>
          <p:cNvSpPr>
            <a:spLocks xmlns:a="http://schemas.openxmlformats.org/drawingml/2006/main" noGrp="1"/>
          </p:cNvSpPr>
          <p:nvPr/>
        </p:nvSpPr>
        <p:spPr>
          <a:xfrm xmlns:a="http://schemas.openxmlformats.org/drawingml/2006/main">
            <a:off x="1828800" y="48577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오디오 파일 계약과 메타데이터 focused test가 실제로 통과했는가</a:t>
            </a:r>
          </a:p>
        </p:txBody>
      </p:sp>
    </p:spTree>
    <p:extLst>
      <p:ext uri="{BB962C8B-B14F-4D97-AF65-F5344CB8AC3E}">
        <p14:creationId xmlns:p14="http://schemas.microsoft.com/office/powerpoint/2010/main" val="72549515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5C3FD33-4E00-4AD8-9FEA-FC182D36841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오디오 파일 계약과 메타데이터 경계 Case</a:t>
            </a:r>
          </a:p>
        </p:txBody>
      </p:sp>
      <p:sp>
        <p:nvSpPr>
          <p:cNvPr id="2" name="">
            <a:extLst xmlns:a="http://schemas.openxmlformats.org/drawingml/2006/main">
              <a:ext uri="{FF2B5EF4-FFF2-40B4-BE49-F238E27FC236}">
                <a16:creationId xmlns:a16="http://schemas.microsoft.com/office/drawing/2014/main" id="{7C1EA9D7-08D7-4006-A2BB-E9B87F74B8CD}"/>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실행 확인</a:t>
            </a:r>
          </a:p>
        </p:txBody>
      </p:sp>
      <p:sp>
        <p:nvSpPr>
          <p:cNvPr id="3" name="">
            <a:extLst xmlns:a="http://schemas.openxmlformats.org/drawingml/2006/main">
              <a:ext uri="{FF2B5EF4-FFF2-40B4-BE49-F238E27FC236}">
                <a16:creationId xmlns:a16="http://schemas.microsoft.com/office/drawing/2014/main" id="{42357689-1272-42B0-8719-04134CE1FA8B}"/>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CFE07220-0D3E-444B-8FB4-800652DCBEE2}"/>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5C50A67F-0CE8-443D-B7C0-4E85510B8E33}"/>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16ED3584-F74D-41B6-B536-27A16573ECE0}"/>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026</a:t>
            </a:r>
          </a:p>
        </p:txBody>
      </p:sp>
      <p:sp>
        <p:nvSpPr>
          <p:cNvPr id="7" name="">
            <a:extLst xmlns:a="http://schemas.openxmlformats.org/drawingml/2006/main">
              <a:ext uri="{FF2B5EF4-FFF2-40B4-BE49-F238E27FC236}">
                <a16:creationId xmlns:a16="http://schemas.microsoft.com/office/drawing/2014/main" id="{7B6FB74B-16D8-4C87-AE6D-88D6566412EC}"/>
              </a:ext>
            </a:extLst>
          </p:cNvPr>
          <p:cNvSpPr>
            <a:spLocks xmlns:a="http://schemas.openxmlformats.org/drawingml/2006/main" noGrp="1"/>
          </p:cNvSpPr>
          <p:nvPr/>
        </p:nvSpPr>
        <p:spPr>
          <a:xfrm xmlns:a="http://schemas.openxmlformats.org/drawingml/2006/main">
            <a:off x="685800" y="1562100"/>
            <a:ext cx="10820400" cy="12001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96204A7-BB11-4C13-BA49-4FDBA81E2751}"/>
              </a:ext>
            </a:extLst>
          </p:cNvPr>
          <p:cNvSpPr>
            <a:spLocks xmlns:a="http://schemas.openxmlformats.org/drawingml/2006/main" noGrp="1"/>
          </p:cNvSpPr>
          <p:nvPr/>
        </p:nvSpPr>
        <p:spPr>
          <a:xfrm xmlns:a="http://schemas.openxmlformats.org/drawingml/2006/main">
            <a:off x="990600" y="18478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C7C7C7"/>
                </a:solidFill>
                <a:latin typeface="NanumGothic"/>
                <a:ea typeface="NanumGothic"/>
                <a:cs typeface="NanumGothic"/>
              </a:defRPr>
            </a:pPr>
            <a:r>
              <a:rPr sz="975" b="1">
                <a:solidFill>
                  <a:srgbClr val="C7C7C7"/>
                </a:solidFill>
                <a:latin typeface="NanumGothic"/>
                <a:ea typeface="NanumGothic"/>
                <a:cs typeface="NanumGothic"/>
              </a:rPr>
              <a:t>BOUNDARY</a:t>
            </a:r>
          </a:p>
        </p:txBody>
      </p:sp>
      <p:sp>
        <p:nvSpPr>
          <p:cNvPr id="9" name="">
            <a:extLst xmlns:a="http://schemas.openxmlformats.org/drawingml/2006/main">
              <a:ext uri="{FF2B5EF4-FFF2-40B4-BE49-F238E27FC236}">
                <a16:creationId xmlns:a16="http://schemas.microsoft.com/office/drawing/2014/main" id="{EC0DD953-E380-4EF3-9C85-8E7758385729}"/>
              </a:ext>
            </a:extLst>
          </p:cNvPr>
          <p:cNvSpPr>
            <a:spLocks xmlns:a="http://schemas.openxmlformats.org/drawingml/2006/main" noGrp="1"/>
          </p:cNvSpPr>
          <p:nvPr/>
        </p:nvSpPr>
        <p:spPr>
          <a:xfrm xmlns:a="http://schemas.openxmlformats.org/drawingml/2006/main">
            <a:off x="2800350" y="1790700"/>
            <a:ext cx="809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FFFFFF"/>
                </a:solidFill>
                <a:latin typeface="NanumGothic"/>
                <a:ea typeface="NanumGothic"/>
                <a:cs typeface="NanumGothic"/>
              </a:defRPr>
            </a:pPr>
            <a:r>
              <a:rPr sz="1800" b="1">
                <a:solidFill>
                  <a:srgbClr val="FFFFFF"/>
                </a:solidFill>
                <a:latin typeface="NanumGothic"/>
                <a:ea typeface="NanumGothic"/>
                <a:cs typeface="NanumGothic"/>
              </a:rPr>
              <a:t>workspace 밖 오디오는 WORKSPACE_PATH_BLOCKED로 끝난다.</a:t>
            </a:r>
          </a:p>
        </p:txBody>
      </p:sp>
      <p:sp>
        <p:nvSpPr>
          <p:cNvPr id="10" name="">
            <a:extLst xmlns:a="http://schemas.openxmlformats.org/drawingml/2006/main">
              <a:ext uri="{FF2B5EF4-FFF2-40B4-BE49-F238E27FC236}">
                <a16:creationId xmlns:a16="http://schemas.microsoft.com/office/drawing/2014/main" id="{045799D3-A364-4038-A34A-808339790805}"/>
              </a:ext>
            </a:extLst>
          </p:cNvPr>
          <p:cNvSpPr>
            <a:spLocks xmlns:a="http://schemas.openxmlformats.org/drawingml/2006/main" noGrp="1"/>
          </p:cNvSpPr>
          <p:nvPr/>
        </p:nvSpPr>
        <p:spPr>
          <a:xfrm xmlns:a="http://schemas.openxmlformats.org/drawingml/2006/main">
            <a:off x="91440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11" name="">
            <a:extLst xmlns:a="http://schemas.openxmlformats.org/drawingml/2006/main">
              <a:ext uri="{FF2B5EF4-FFF2-40B4-BE49-F238E27FC236}">
                <a16:creationId xmlns:a16="http://schemas.microsoft.com/office/drawing/2014/main" id="{897085D5-B11E-4804-8288-E00088606F5C}"/>
              </a:ext>
            </a:extLst>
          </p:cNvPr>
          <p:cNvSpPr>
            <a:spLocks xmlns:a="http://schemas.openxmlformats.org/drawingml/2006/main" noGrp="1"/>
          </p:cNvSpPr>
          <p:nvPr/>
        </p:nvSpPr>
        <p:spPr>
          <a:xfrm xmlns:a="http://schemas.openxmlformats.org/drawingml/2006/main">
            <a:off x="135255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7414DF77-7BF7-457E-9E87-F6E819310E5C}"/>
              </a:ext>
            </a:extLst>
          </p:cNvPr>
          <p:cNvSpPr>
            <a:spLocks xmlns:a="http://schemas.openxmlformats.org/drawingml/2006/main" noGrp="1"/>
          </p:cNvSpPr>
          <p:nvPr/>
        </p:nvSpPr>
        <p:spPr>
          <a:xfrm xmlns:a="http://schemas.openxmlformats.org/drawingml/2006/main">
            <a:off x="1828800" y="32575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오디오 파일 계약과 메타데이터: raw traceback 대신 stable error_code가 남는가</a:t>
            </a:r>
          </a:p>
        </p:txBody>
      </p:sp>
      <p:sp>
        <p:nvSpPr>
          <p:cNvPr id="13" name="">
            <a:extLst xmlns:a="http://schemas.openxmlformats.org/drawingml/2006/main">
              <a:ext uri="{FF2B5EF4-FFF2-40B4-BE49-F238E27FC236}">
                <a16:creationId xmlns:a16="http://schemas.microsoft.com/office/drawing/2014/main" id="{4B6AA8A0-2543-4461-87CC-D64FE378B5B9}"/>
              </a:ext>
            </a:extLst>
          </p:cNvPr>
          <p:cNvSpPr>
            <a:spLocks xmlns:a="http://schemas.openxmlformats.org/drawingml/2006/main" noGrp="1"/>
          </p:cNvSpPr>
          <p:nvPr/>
        </p:nvSpPr>
        <p:spPr>
          <a:xfrm xmlns:a="http://schemas.openxmlformats.org/drawingml/2006/main">
            <a:off x="914400" y="40957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4" name="">
            <a:extLst xmlns:a="http://schemas.openxmlformats.org/drawingml/2006/main">
              <a:ext uri="{FF2B5EF4-FFF2-40B4-BE49-F238E27FC236}">
                <a16:creationId xmlns:a16="http://schemas.microsoft.com/office/drawing/2014/main" id="{92B414F7-6FE2-4325-9F4C-6C2570BF489E}"/>
              </a:ext>
            </a:extLst>
          </p:cNvPr>
          <p:cNvSpPr>
            <a:spLocks xmlns:a="http://schemas.openxmlformats.org/drawingml/2006/main" noGrp="1"/>
          </p:cNvSpPr>
          <p:nvPr/>
        </p:nvSpPr>
        <p:spPr>
          <a:xfrm xmlns:a="http://schemas.openxmlformats.org/drawingml/2006/main">
            <a:off x="1352550" y="42195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281C0338-750B-4E48-9BA0-9FAC395209B2}"/>
              </a:ext>
            </a:extLst>
          </p:cNvPr>
          <p:cNvSpPr>
            <a:spLocks xmlns:a="http://schemas.openxmlformats.org/drawingml/2006/main" noGrp="1"/>
          </p:cNvSpPr>
          <p:nvPr/>
        </p:nvSpPr>
        <p:spPr>
          <a:xfrm xmlns:a="http://schemas.openxmlformats.org/drawingml/2006/main">
            <a:off x="1828800" y="40576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audio_metadata.json: 외부 쓰기·자동 메일이 false인가</a:t>
            </a:r>
          </a:p>
        </p:txBody>
      </p:sp>
      <p:sp>
        <p:nvSpPr>
          <p:cNvPr id="16" name="">
            <a:extLst xmlns:a="http://schemas.openxmlformats.org/drawingml/2006/main">
              <a:ext uri="{FF2B5EF4-FFF2-40B4-BE49-F238E27FC236}">
                <a16:creationId xmlns:a16="http://schemas.microsoft.com/office/drawing/2014/main" id="{B90671EE-C96F-4E4F-BAE1-79DDBAE573AB}"/>
              </a:ext>
            </a:extLst>
          </p:cNvPr>
          <p:cNvSpPr>
            <a:spLocks xmlns:a="http://schemas.openxmlformats.org/drawingml/2006/main" noGrp="1"/>
          </p:cNvSpPr>
          <p:nvPr/>
        </p:nvSpPr>
        <p:spPr>
          <a:xfrm xmlns:a="http://schemas.openxmlformats.org/drawingml/2006/main">
            <a:off x="914400" y="4895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7" name="">
            <a:extLst xmlns:a="http://schemas.openxmlformats.org/drawingml/2006/main">
              <a:ext uri="{FF2B5EF4-FFF2-40B4-BE49-F238E27FC236}">
                <a16:creationId xmlns:a16="http://schemas.microsoft.com/office/drawing/2014/main" id="{1C1B6C40-C1FF-429E-B620-C0C87ADE599D}"/>
              </a:ext>
            </a:extLst>
          </p:cNvPr>
          <p:cNvSpPr>
            <a:spLocks xmlns:a="http://schemas.openxmlformats.org/drawingml/2006/main" noGrp="1"/>
          </p:cNvSpPr>
          <p:nvPr/>
        </p:nvSpPr>
        <p:spPr>
          <a:xfrm xmlns:a="http://schemas.openxmlformats.org/drawingml/2006/main">
            <a:off x="1352550" y="5019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B15A9F44-F269-4B10-ABF1-1C9F7F9EC5AA}"/>
              </a:ext>
            </a:extLst>
          </p:cNvPr>
          <p:cNvSpPr>
            <a:spLocks xmlns:a="http://schemas.openxmlformats.org/drawingml/2006/main" noGrp="1"/>
          </p:cNvSpPr>
          <p:nvPr/>
        </p:nvSpPr>
        <p:spPr>
          <a:xfrm xmlns:a="http://schemas.openxmlformats.org/drawingml/2006/main">
            <a:off x="1828800" y="48577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workspace 밖 오디오는 WORKSPACE_PATH_BLOCKED로 끝난다. 재현이 가능한가</a:t>
            </a:r>
          </a:p>
        </p:txBody>
      </p:sp>
    </p:spTree>
    <p:extLst>
      <p:ext uri="{BB962C8B-B14F-4D97-AF65-F5344CB8AC3E}">
        <p14:creationId xmlns:p14="http://schemas.microsoft.com/office/powerpoint/2010/main" val="199639740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EEFCD76-F7A2-461E-8B6F-75D87888ACD3}"/>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오디오 파일 계약과 메타데이터 현업 적용</a:t>
            </a:r>
          </a:p>
        </p:txBody>
      </p:sp>
      <p:sp>
        <p:nvSpPr>
          <p:cNvPr id="2" name="">
            <a:extLst xmlns:a="http://schemas.openxmlformats.org/drawingml/2006/main">
              <a:ext uri="{FF2B5EF4-FFF2-40B4-BE49-F238E27FC236}">
                <a16:creationId xmlns:a16="http://schemas.microsoft.com/office/drawing/2014/main" id="{F0E70829-73BD-4476-989C-346C555088E6}"/>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재직자</a:t>
            </a:r>
          </a:p>
        </p:txBody>
      </p:sp>
      <p:sp>
        <p:nvSpPr>
          <p:cNvPr id="3" name="">
            <a:extLst xmlns:a="http://schemas.openxmlformats.org/drawingml/2006/main">
              <a:ext uri="{FF2B5EF4-FFF2-40B4-BE49-F238E27FC236}">
                <a16:creationId xmlns:a16="http://schemas.microsoft.com/office/drawing/2014/main" id="{9C280A1F-2A07-41D1-81EB-80C27FC4F45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01D2511F-F641-4B5D-85E9-043DE0AE9961}"/>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84FA7A9E-9BD5-4AED-B2ED-E29ACBC09F07}"/>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DA46D36C-CE7F-4439-9C0C-9541770ACD13}"/>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027</a:t>
            </a:r>
          </a:p>
        </p:txBody>
      </p:sp>
      <p:sp>
        <p:nvSpPr>
          <p:cNvPr id="7" name="">
            <a:extLst xmlns:a="http://schemas.openxmlformats.org/drawingml/2006/main">
              <a:ext uri="{FF2B5EF4-FFF2-40B4-BE49-F238E27FC236}">
                <a16:creationId xmlns:a16="http://schemas.microsoft.com/office/drawing/2014/main" id="{5BF4E679-D3A9-452D-97F9-977054E3BBC7}"/>
              </a:ext>
            </a:extLst>
          </p:cNvPr>
          <p:cNvSpPr>
            <a:spLocks xmlns:a="http://schemas.openxmlformats.org/drawingml/2006/main" noGrp="1"/>
          </p:cNvSpPr>
          <p:nvPr/>
        </p:nvSpPr>
        <p:spPr>
          <a:xfrm xmlns:a="http://schemas.openxmlformats.org/drawingml/2006/main">
            <a:off x="857250" y="1619250"/>
            <a:ext cx="10477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325" b="1">
                <a:solidFill>
                  <a:srgbClr val="191919"/>
                </a:solidFill>
                <a:latin typeface="NanumGothic"/>
                <a:ea typeface="NanumGothic"/>
                <a:cs typeface="NanumGothic"/>
              </a:defRPr>
            </a:pPr>
            <a:r>
              <a:rPr sz="2325" b="1">
                <a:solidFill>
                  <a:srgbClr val="191919"/>
                </a:solidFill>
                <a:latin typeface="NanumGothic"/>
                <a:ea typeface="NanumGothic"/>
                <a:cs typeface="NanumGothic"/>
              </a:rPr>
              <a:t>고객 상담 녹음이 들어오기 전에 포맷과 보존 정책을 검사하는 업로드 단계</a:t>
            </a:r>
          </a:p>
        </p:txBody>
      </p:sp>
      <p:sp>
        <p:nvSpPr>
          <p:cNvPr id="8" name="">
            <a:extLst xmlns:a="http://schemas.openxmlformats.org/drawingml/2006/main">
              <a:ext uri="{FF2B5EF4-FFF2-40B4-BE49-F238E27FC236}">
                <a16:creationId xmlns:a16="http://schemas.microsoft.com/office/drawing/2014/main" id="{778A3760-5DED-43BF-BDDB-C2C106D50A99}"/>
              </a:ext>
            </a:extLst>
          </p:cNvPr>
          <p:cNvSpPr>
            <a:spLocks xmlns:a="http://schemas.openxmlformats.org/drawingml/2006/main" noGrp="1"/>
          </p:cNvSpPr>
          <p:nvPr/>
        </p:nvSpPr>
        <p:spPr>
          <a:xfrm xmlns:a="http://schemas.openxmlformats.org/drawingml/2006/main">
            <a:off x="123825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9" name="">
            <a:extLst xmlns:a="http://schemas.openxmlformats.org/drawingml/2006/main">
              <a:ext uri="{FF2B5EF4-FFF2-40B4-BE49-F238E27FC236}">
                <a16:creationId xmlns:a16="http://schemas.microsoft.com/office/drawing/2014/main" id="{6B21B038-C11A-4413-9133-384F12EBD647}"/>
              </a:ext>
            </a:extLst>
          </p:cNvPr>
          <p:cNvSpPr>
            <a:spLocks xmlns:a="http://schemas.openxmlformats.org/drawingml/2006/main" noGrp="1"/>
          </p:cNvSpPr>
          <p:nvPr/>
        </p:nvSpPr>
        <p:spPr>
          <a:xfrm xmlns:a="http://schemas.openxmlformats.org/drawingml/2006/main">
            <a:off x="167640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9122E79B-3514-483F-96A4-4B88CBC47935}"/>
              </a:ext>
            </a:extLst>
          </p:cNvPr>
          <p:cNvSpPr>
            <a:spLocks xmlns:a="http://schemas.openxmlformats.org/drawingml/2006/main" noGrp="1"/>
          </p:cNvSpPr>
          <p:nvPr/>
        </p:nvSpPr>
        <p:spPr>
          <a:xfrm xmlns:a="http://schemas.openxmlformats.org/drawingml/2006/main">
            <a:off x="2152650" y="32575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오디오 파일 계약과 메타데이터은 합성·비식별 sample로 먼저 실행</a:t>
            </a:r>
          </a:p>
        </p:txBody>
      </p:sp>
      <p:sp>
        <p:nvSpPr>
          <p:cNvPr id="11" name="">
            <a:extLst xmlns:a="http://schemas.openxmlformats.org/drawingml/2006/main">
              <a:ext uri="{FF2B5EF4-FFF2-40B4-BE49-F238E27FC236}">
                <a16:creationId xmlns:a16="http://schemas.microsoft.com/office/drawing/2014/main" id="{DEDE4306-FE54-4959-A615-B7286270CF5D}"/>
              </a:ext>
            </a:extLst>
          </p:cNvPr>
          <p:cNvSpPr>
            <a:spLocks xmlns:a="http://schemas.openxmlformats.org/drawingml/2006/main" noGrp="1"/>
          </p:cNvSpPr>
          <p:nvPr/>
        </p:nvSpPr>
        <p:spPr>
          <a:xfrm xmlns:a="http://schemas.openxmlformats.org/drawingml/2006/main">
            <a:off x="1238250" y="39624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0F60FEF0-C998-460B-ABF0-ADD440BFA8BA}"/>
              </a:ext>
            </a:extLst>
          </p:cNvPr>
          <p:cNvSpPr>
            <a:spLocks xmlns:a="http://schemas.openxmlformats.org/drawingml/2006/main" noGrp="1"/>
          </p:cNvSpPr>
          <p:nvPr/>
        </p:nvSpPr>
        <p:spPr>
          <a:xfrm xmlns:a="http://schemas.openxmlformats.org/drawingml/2006/main">
            <a:off x="1676400" y="40862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3" name="">
            <a:extLst xmlns:a="http://schemas.openxmlformats.org/drawingml/2006/main">
              <a:ext uri="{FF2B5EF4-FFF2-40B4-BE49-F238E27FC236}">
                <a16:creationId xmlns:a16="http://schemas.microsoft.com/office/drawing/2014/main" id="{115C2F26-C8B9-4EDE-A3DD-D2CC0C8E2957}"/>
              </a:ext>
            </a:extLst>
          </p:cNvPr>
          <p:cNvSpPr>
            <a:spLocks xmlns:a="http://schemas.openxmlformats.org/drawingml/2006/main" noGrp="1"/>
          </p:cNvSpPr>
          <p:nvPr/>
        </p:nvSpPr>
        <p:spPr>
          <a:xfrm xmlns:a="http://schemas.openxmlformats.org/drawingml/2006/main">
            <a:off x="2152650" y="39243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고객 상담 녹음이 들어오기 전에 포맷과 보존 정책을 검사하는 업로드 단계의 현재 수작업 시간과 오류를 baseline으로 기록</a:t>
            </a:r>
          </a:p>
        </p:txBody>
      </p:sp>
      <p:sp>
        <p:nvSpPr>
          <p:cNvPr id="14" name="">
            <a:extLst xmlns:a="http://schemas.openxmlformats.org/drawingml/2006/main">
              <a:ext uri="{FF2B5EF4-FFF2-40B4-BE49-F238E27FC236}">
                <a16:creationId xmlns:a16="http://schemas.microsoft.com/office/drawing/2014/main" id="{3D0FFDF9-B13A-4E31-9783-38452101D9C5}"/>
              </a:ext>
            </a:extLst>
          </p:cNvPr>
          <p:cNvSpPr>
            <a:spLocks xmlns:a="http://schemas.openxmlformats.org/drawingml/2006/main" noGrp="1"/>
          </p:cNvSpPr>
          <p:nvPr/>
        </p:nvSpPr>
        <p:spPr>
          <a:xfrm xmlns:a="http://schemas.openxmlformats.org/drawingml/2006/main">
            <a:off x="1238250" y="46291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5" name="">
            <a:extLst xmlns:a="http://schemas.openxmlformats.org/drawingml/2006/main">
              <a:ext uri="{FF2B5EF4-FFF2-40B4-BE49-F238E27FC236}">
                <a16:creationId xmlns:a16="http://schemas.microsoft.com/office/drawing/2014/main" id="{4B339F4C-44F0-461E-94E4-255B2578A165}"/>
              </a:ext>
            </a:extLst>
          </p:cNvPr>
          <p:cNvSpPr>
            <a:spLocks xmlns:a="http://schemas.openxmlformats.org/drawingml/2006/main" noGrp="1"/>
          </p:cNvSpPr>
          <p:nvPr/>
        </p:nvSpPr>
        <p:spPr>
          <a:xfrm xmlns:a="http://schemas.openxmlformats.org/drawingml/2006/main">
            <a:off x="1676400" y="47529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6" name="">
            <a:extLst xmlns:a="http://schemas.openxmlformats.org/drawingml/2006/main">
              <a:ext uri="{FF2B5EF4-FFF2-40B4-BE49-F238E27FC236}">
                <a16:creationId xmlns:a16="http://schemas.microsoft.com/office/drawing/2014/main" id="{02D0FD97-0F9F-4153-9CA5-485EEE02243A}"/>
              </a:ext>
            </a:extLst>
          </p:cNvPr>
          <p:cNvSpPr>
            <a:spLocks xmlns:a="http://schemas.openxmlformats.org/drawingml/2006/main" noGrp="1"/>
          </p:cNvSpPr>
          <p:nvPr/>
        </p:nvSpPr>
        <p:spPr>
          <a:xfrm xmlns:a="http://schemas.openxmlformats.org/drawingml/2006/main">
            <a:off x="2152650" y="45910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audio_metadata.json 사람 승인 전에는 외부 시스템을 바꾸지 않음</a:t>
            </a:r>
          </a:p>
        </p:txBody>
      </p:sp>
      <p:sp>
        <p:nvSpPr>
          <p:cNvPr id="17" name="">
            <a:extLst xmlns:a="http://schemas.openxmlformats.org/drawingml/2006/main">
              <a:ext uri="{FF2B5EF4-FFF2-40B4-BE49-F238E27FC236}">
                <a16:creationId xmlns:a16="http://schemas.microsoft.com/office/drawing/2014/main" id="{66118C18-AB54-4DB2-A4F8-3DED36C0837A}"/>
              </a:ext>
            </a:extLst>
          </p:cNvPr>
          <p:cNvSpPr>
            <a:spLocks xmlns:a="http://schemas.openxmlformats.org/drawingml/2006/main" noGrp="1"/>
          </p:cNvSpPr>
          <p:nvPr/>
        </p:nvSpPr>
        <p:spPr>
          <a:xfrm xmlns:a="http://schemas.openxmlformats.org/drawingml/2006/main">
            <a:off x="1238250" y="5295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8" name="">
            <a:extLst xmlns:a="http://schemas.openxmlformats.org/drawingml/2006/main">
              <a:ext uri="{FF2B5EF4-FFF2-40B4-BE49-F238E27FC236}">
                <a16:creationId xmlns:a16="http://schemas.microsoft.com/office/drawing/2014/main" id="{B7ABD611-9D44-4F03-8C04-BCBDA5BC05C8}"/>
              </a:ext>
            </a:extLst>
          </p:cNvPr>
          <p:cNvSpPr>
            <a:spLocks xmlns:a="http://schemas.openxmlformats.org/drawingml/2006/main" noGrp="1"/>
          </p:cNvSpPr>
          <p:nvPr/>
        </p:nvSpPr>
        <p:spPr>
          <a:xfrm xmlns:a="http://schemas.openxmlformats.org/drawingml/2006/main">
            <a:off x="1676400" y="5419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9" name="">
            <a:extLst xmlns:a="http://schemas.openxmlformats.org/drawingml/2006/main">
              <a:ext uri="{FF2B5EF4-FFF2-40B4-BE49-F238E27FC236}">
                <a16:creationId xmlns:a16="http://schemas.microsoft.com/office/drawing/2014/main" id="{5A63C542-D947-4670-B3BA-922780C373AC}"/>
              </a:ext>
            </a:extLst>
          </p:cNvPr>
          <p:cNvSpPr>
            <a:spLocks xmlns:a="http://schemas.openxmlformats.org/drawingml/2006/main" noGrp="1"/>
          </p:cNvSpPr>
          <p:nvPr/>
        </p:nvSpPr>
        <p:spPr>
          <a:xfrm xmlns:a="http://schemas.openxmlformats.org/drawingml/2006/main">
            <a:off x="2152650" y="52578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audio_metadata.json을 운영 검토 자료로 사용</a:t>
            </a:r>
          </a:p>
        </p:txBody>
      </p:sp>
    </p:spTree>
    <p:extLst>
      <p:ext uri="{BB962C8B-B14F-4D97-AF65-F5344CB8AC3E}">
        <p14:creationId xmlns:p14="http://schemas.microsoft.com/office/powerpoint/2010/main" val="184392559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865BF15-D404-455C-9853-B726FAA2724D}"/>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오디오 파일 계약과 메타데이터 포트폴리오 적용</a:t>
            </a:r>
          </a:p>
        </p:txBody>
      </p:sp>
      <p:sp>
        <p:nvSpPr>
          <p:cNvPr id="2" name="">
            <a:extLst xmlns:a="http://schemas.openxmlformats.org/drawingml/2006/main">
              <a:ext uri="{FF2B5EF4-FFF2-40B4-BE49-F238E27FC236}">
                <a16:creationId xmlns:a16="http://schemas.microsoft.com/office/drawing/2014/main" id="{55710563-0F06-4AB7-8D89-6648ACC48BA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구직자</a:t>
            </a:r>
          </a:p>
        </p:txBody>
      </p:sp>
      <p:sp>
        <p:nvSpPr>
          <p:cNvPr id="3" name="">
            <a:extLst xmlns:a="http://schemas.openxmlformats.org/drawingml/2006/main">
              <a:ext uri="{FF2B5EF4-FFF2-40B4-BE49-F238E27FC236}">
                <a16:creationId xmlns:a16="http://schemas.microsoft.com/office/drawing/2014/main" id="{AE53BEC7-2457-4261-8C40-90B446E04E3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F8BB1BD4-D94B-4710-8E47-FC2B79DF9356}"/>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7FBFE122-949A-4B90-B27B-1AA572E75228}"/>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2EDDFE79-C8AE-4FBE-9323-BF54310408DF}"/>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028</a:t>
            </a:r>
          </a:p>
        </p:txBody>
      </p:sp>
      <p:sp>
        <p:nvSpPr>
          <p:cNvPr id="7" name="">
            <a:extLst xmlns:a="http://schemas.openxmlformats.org/drawingml/2006/main">
              <a:ext uri="{FF2B5EF4-FFF2-40B4-BE49-F238E27FC236}">
                <a16:creationId xmlns:a16="http://schemas.microsoft.com/office/drawing/2014/main" id="{426BB33A-ACDE-4CBF-A63B-EABC95474844}"/>
              </a:ext>
            </a:extLst>
          </p:cNvPr>
          <p:cNvSpPr>
            <a:spLocks xmlns:a="http://schemas.openxmlformats.org/drawingml/2006/main" noGrp="1"/>
          </p:cNvSpPr>
          <p:nvPr/>
        </p:nvSpPr>
        <p:spPr>
          <a:xfrm xmlns:a="http://schemas.openxmlformats.org/drawingml/2006/main">
            <a:off x="857250" y="1619250"/>
            <a:ext cx="10477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325" b="1">
                <a:solidFill>
                  <a:srgbClr val="191919"/>
                </a:solidFill>
                <a:latin typeface="NanumGothic"/>
                <a:ea typeface="NanumGothic"/>
                <a:cs typeface="NanumGothic"/>
              </a:defRPr>
            </a:pPr>
            <a:r>
              <a:rPr sz="2325" b="1">
                <a:solidFill>
                  <a:srgbClr val="191919"/>
                </a:solidFill>
                <a:latin typeface="NanumGothic"/>
                <a:ea typeface="NanumGothic"/>
                <a:cs typeface="NanumGothic"/>
              </a:rPr>
              <a:t>오디오 파일 계약과 메타데이터 · 문제·코드·실패·검증을 한 저장소로 제출</a:t>
            </a:r>
          </a:p>
        </p:txBody>
      </p:sp>
      <p:sp>
        <p:nvSpPr>
          <p:cNvPr id="8" name="">
            <a:extLst xmlns:a="http://schemas.openxmlformats.org/drawingml/2006/main">
              <a:ext uri="{FF2B5EF4-FFF2-40B4-BE49-F238E27FC236}">
                <a16:creationId xmlns:a16="http://schemas.microsoft.com/office/drawing/2014/main" id="{451530FA-D390-4C7E-872C-3A07477C3B65}"/>
              </a:ext>
            </a:extLst>
          </p:cNvPr>
          <p:cNvSpPr>
            <a:spLocks xmlns:a="http://schemas.openxmlformats.org/drawingml/2006/main" noGrp="1"/>
          </p:cNvSpPr>
          <p:nvPr/>
        </p:nvSpPr>
        <p:spPr>
          <a:xfrm xmlns:a="http://schemas.openxmlformats.org/drawingml/2006/main">
            <a:off x="123825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9" name="">
            <a:extLst xmlns:a="http://schemas.openxmlformats.org/drawingml/2006/main">
              <a:ext uri="{FF2B5EF4-FFF2-40B4-BE49-F238E27FC236}">
                <a16:creationId xmlns:a16="http://schemas.microsoft.com/office/drawing/2014/main" id="{3E917052-4883-4BA3-9DA3-11136CD6DC7C}"/>
              </a:ext>
            </a:extLst>
          </p:cNvPr>
          <p:cNvSpPr>
            <a:spLocks xmlns:a="http://schemas.openxmlformats.org/drawingml/2006/main" noGrp="1"/>
          </p:cNvSpPr>
          <p:nvPr/>
        </p:nvSpPr>
        <p:spPr>
          <a:xfrm xmlns:a="http://schemas.openxmlformats.org/drawingml/2006/main">
            <a:off x="167640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523CD07C-C80C-4698-B5BE-E63233F3427D}"/>
              </a:ext>
            </a:extLst>
          </p:cNvPr>
          <p:cNvSpPr>
            <a:spLocks xmlns:a="http://schemas.openxmlformats.org/drawingml/2006/main" noGrp="1"/>
          </p:cNvSpPr>
          <p:nvPr/>
        </p:nvSpPr>
        <p:spPr>
          <a:xfrm xmlns:a="http://schemas.openxmlformats.org/drawingml/2006/main">
            <a:off x="2152650" y="32575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파일이 없거나 codec을 열 수 없는데 재시도만 반복한다.의 사용자 영향을 한 문장으로 설명</a:t>
            </a:r>
          </a:p>
        </p:txBody>
      </p:sp>
      <p:sp>
        <p:nvSpPr>
          <p:cNvPr id="11" name="">
            <a:extLst xmlns:a="http://schemas.openxmlformats.org/drawingml/2006/main">
              <a:ext uri="{FF2B5EF4-FFF2-40B4-BE49-F238E27FC236}">
                <a16:creationId xmlns:a16="http://schemas.microsoft.com/office/drawing/2014/main" id="{AA31E371-0E18-462F-9632-616D8CAFF52B}"/>
              </a:ext>
            </a:extLst>
          </p:cNvPr>
          <p:cNvSpPr>
            <a:spLocks xmlns:a="http://schemas.openxmlformats.org/drawingml/2006/main" noGrp="1"/>
          </p:cNvSpPr>
          <p:nvPr/>
        </p:nvSpPr>
        <p:spPr>
          <a:xfrm xmlns:a="http://schemas.openxmlformats.org/drawingml/2006/main">
            <a:off x="1238250" y="39624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2F1574B1-6570-49B3-92E8-A817B0E3570C}"/>
              </a:ext>
            </a:extLst>
          </p:cNvPr>
          <p:cNvSpPr>
            <a:spLocks xmlns:a="http://schemas.openxmlformats.org/drawingml/2006/main" noGrp="1"/>
          </p:cNvSpPr>
          <p:nvPr/>
        </p:nvSpPr>
        <p:spPr>
          <a:xfrm xmlns:a="http://schemas.openxmlformats.org/drawingml/2006/main">
            <a:off x="1676400" y="40862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3" name="">
            <a:extLst xmlns:a="http://schemas.openxmlformats.org/drawingml/2006/main">
              <a:ext uri="{FF2B5EF4-FFF2-40B4-BE49-F238E27FC236}">
                <a16:creationId xmlns:a16="http://schemas.microsoft.com/office/drawing/2014/main" id="{128D7892-CB84-4CBA-A331-41607F152E48}"/>
              </a:ext>
            </a:extLst>
          </p:cNvPr>
          <p:cNvSpPr>
            <a:spLocks xmlns:a="http://schemas.openxmlformats.org/drawingml/2006/main" noGrp="1"/>
          </p:cNvSpPr>
          <p:nvPr/>
        </p:nvSpPr>
        <p:spPr>
          <a:xfrm xmlns:a="http://schemas.openxmlformats.org/drawingml/2006/main">
            <a:off x="2152650" y="39243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오디오 파일 계약과 메타데이터 정상 Demo와 대표 실패 Demo를 함께 준비</a:t>
            </a:r>
          </a:p>
        </p:txBody>
      </p:sp>
      <p:sp>
        <p:nvSpPr>
          <p:cNvPr id="14" name="">
            <a:extLst xmlns:a="http://schemas.openxmlformats.org/drawingml/2006/main">
              <a:ext uri="{FF2B5EF4-FFF2-40B4-BE49-F238E27FC236}">
                <a16:creationId xmlns:a16="http://schemas.microsoft.com/office/drawing/2014/main" id="{BD90ECC0-FD0D-4225-BF66-F6464E2D6B70}"/>
              </a:ext>
            </a:extLst>
          </p:cNvPr>
          <p:cNvSpPr>
            <a:spLocks xmlns:a="http://schemas.openxmlformats.org/drawingml/2006/main" noGrp="1"/>
          </p:cNvSpPr>
          <p:nvPr/>
        </p:nvSpPr>
        <p:spPr>
          <a:xfrm xmlns:a="http://schemas.openxmlformats.org/drawingml/2006/main">
            <a:off x="1238250" y="46291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5" name="">
            <a:extLst xmlns:a="http://schemas.openxmlformats.org/drawingml/2006/main">
              <a:ext uri="{FF2B5EF4-FFF2-40B4-BE49-F238E27FC236}">
                <a16:creationId xmlns:a16="http://schemas.microsoft.com/office/drawing/2014/main" id="{44BDCB7F-8BEA-47B1-A3D7-F295AD22EE35}"/>
              </a:ext>
            </a:extLst>
          </p:cNvPr>
          <p:cNvSpPr>
            <a:spLocks xmlns:a="http://schemas.openxmlformats.org/drawingml/2006/main" noGrp="1"/>
          </p:cNvSpPr>
          <p:nvPr/>
        </p:nvSpPr>
        <p:spPr>
          <a:xfrm xmlns:a="http://schemas.openxmlformats.org/drawingml/2006/main">
            <a:off x="1676400" y="47529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6" name="">
            <a:extLst xmlns:a="http://schemas.openxmlformats.org/drawingml/2006/main">
              <a:ext uri="{FF2B5EF4-FFF2-40B4-BE49-F238E27FC236}">
                <a16:creationId xmlns:a16="http://schemas.microsoft.com/office/drawing/2014/main" id="{034F374B-F200-436D-88CF-38774469A29F}"/>
              </a:ext>
            </a:extLst>
          </p:cNvPr>
          <p:cNvSpPr>
            <a:spLocks xmlns:a="http://schemas.openxmlformats.org/drawingml/2006/main" noGrp="1"/>
          </p:cNvSpPr>
          <p:nvPr/>
        </p:nvSpPr>
        <p:spPr>
          <a:xfrm xmlns:a="http://schemas.openxmlformats.org/drawingml/2006/main">
            <a:off x="2152650" y="45910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오디오 metadata 검사 함수를 작은 책임으로 분리하고 정상·경로 이탈 test를 추가한다.의 diff와 직접 검토한 test 증거를 구분</a:t>
            </a:r>
          </a:p>
        </p:txBody>
      </p:sp>
      <p:sp>
        <p:nvSpPr>
          <p:cNvPr id="17" name="">
            <a:extLst xmlns:a="http://schemas.openxmlformats.org/drawingml/2006/main">
              <a:ext uri="{FF2B5EF4-FFF2-40B4-BE49-F238E27FC236}">
                <a16:creationId xmlns:a16="http://schemas.microsoft.com/office/drawing/2014/main" id="{8DD83D96-4DB4-428B-A514-BF8E3DF9032D}"/>
              </a:ext>
            </a:extLst>
          </p:cNvPr>
          <p:cNvSpPr>
            <a:spLocks xmlns:a="http://schemas.openxmlformats.org/drawingml/2006/main" noGrp="1"/>
          </p:cNvSpPr>
          <p:nvPr/>
        </p:nvSpPr>
        <p:spPr>
          <a:xfrm xmlns:a="http://schemas.openxmlformats.org/drawingml/2006/main">
            <a:off x="1238250" y="5295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8" name="">
            <a:extLst xmlns:a="http://schemas.openxmlformats.org/drawingml/2006/main">
              <a:ext uri="{FF2B5EF4-FFF2-40B4-BE49-F238E27FC236}">
                <a16:creationId xmlns:a16="http://schemas.microsoft.com/office/drawing/2014/main" id="{38938D44-06FB-48BF-AD64-8457BDE57B82}"/>
              </a:ext>
            </a:extLst>
          </p:cNvPr>
          <p:cNvSpPr>
            <a:spLocks xmlns:a="http://schemas.openxmlformats.org/drawingml/2006/main" noGrp="1"/>
          </p:cNvSpPr>
          <p:nvPr/>
        </p:nvSpPr>
        <p:spPr>
          <a:xfrm xmlns:a="http://schemas.openxmlformats.org/drawingml/2006/main">
            <a:off x="1676400" y="5419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9" name="">
            <a:extLst xmlns:a="http://schemas.openxmlformats.org/drawingml/2006/main">
              <a:ext uri="{FF2B5EF4-FFF2-40B4-BE49-F238E27FC236}">
                <a16:creationId xmlns:a16="http://schemas.microsoft.com/office/drawing/2014/main" id="{7BB00E79-CBF5-4905-991E-8870F6074622}"/>
              </a:ext>
            </a:extLst>
          </p:cNvPr>
          <p:cNvSpPr>
            <a:spLocks xmlns:a="http://schemas.openxmlformats.org/drawingml/2006/main" noGrp="1"/>
          </p:cNvSpPr>
          <p:nvPr/>
        </p:nvSpPr>
        <p:spPr>
          <a:xfrm xmlns:a="http://schemas.openxmlformats.org/drawingml/2006/main">
            <a:off x="2152650" y="52578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audio_metadata.json과 README 재현 절차를 제출</a:t>
            </a:r>
          </a:p>
        </p:txBody>
      </p:sp>
    </p:spTree>
    <p:extLst>
      <p:ext uri="{BB962C8B-B14F-4D97-AF65-F5344CB8AC3E}">
        <p14:creationId xmlns:p14="http://schemas.microsoft.com/office/powerpoint/2010/main" val="63025830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3AFAB2B-FB2F-4690-9CB1-1C5AAA10A3E3}"/>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오디오 파일 계약과 메타데이터 운영 점검</a:t>
            </a:r>
          </a:p>
        </p:txBody>
      </p:sp>
      <p:sp>
        <p:nvSpPr>
          <p:cNvPr id="2" name="">
            <a:extLst xmlns:a="http://schemas.openxmlformats.org/drawingml/2006/main">
              <a:ext uri="{FF2B5EF4-FFF2-40B4-BE49-F238E27FC236}">
                <a16:creationId xmlns:a16="http://schemas.microsoft.com/office/drawing/2014/main" id="{5876214A-A5B2-4F21-98FD-1FC2F4D207AB}"/>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운영 기준</a:t>
            </a:r>
          </a:p>
        </p:txBody>
      </p:sp>
      <p:sp>
        <p:nvSpPr>
          <p:cNvPr id="3" name="">
            <a:extLst xmlns:a="http://schemas.openxmlformats.org/drawingml/2006/main">
              <a:ext uri="{FF2B5EF4-FFF2-40B4-BE49-F238E27FC236}">
                <a16:creationId xmlns:a16="http://schemas.microsoft.com/office/drawing/2014/main" id="{81367A00-8CC7-4034-A8C6-6B9F71FBD3FC}"/>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6DD0E9BA-2B3F-43D3-87E9-F3AAC84788F7}"/>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3C5FA5E7-CE94-46FF-9D13-DE2DBCB80D5D}"/>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0669ECEB-E9EC-45C8-B24D-48AEBF0DF816}"/>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029</a:t>
            </a:r>
          </a:p>
        </p:txBody>
      </p:sp>
      <p:sp>
        <p:nvSpPr>
          <p:cNvPr id="7" name="">
            <a:extLst xmlns:a="http://schemas.openxmlformats.org/drawingml/2006/main">
              <a:ext uri="{FF2B5EF4-FFF2-40B4-BE49-F238E27FC236}">
                <a16:creationId xmlns:a16="http://schemas.microsoft.com/office/drawing/2014/main" id="{7990D57A-C288-47FA-9415-43F8C31F0DAB}"/>
              </a:ext>
            </a:extLst>
          </p:cNvPr>
          <p:cNvSpPr>
            <a:spLocks xmlns:a="http://schemas.openxmlformats.org/drawingml/2006/main" noGrp="1"/>
          </p:cNvSpPr>
          <p:nvPr/>
        </p:nvSpPr>
        <p:spPr>
          <a:xfrm xmlns:a="http://schemas.openxmlformats.org/drawingml/2006/main">
            <a:off x="685800" y="1524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품질</a:t>
            </a:r>
          </a:p>
        </p:txBody>
      </p:sp>
      <p:sp>
        <p:nvSpPr>
          <p:cNvPr id="8" name="">
            <a:extLst xmlns:a="http://schemas.openxmlformats.org/drawingml/2006/main">
              <a:ext uri="{FF2B5EF4-FFF2-40B4-BE49-F238E27FC236}">
                <a16:creationId xmlns:a16="http://schemas.microsoft.com/office/drawing/2014/main" id="{43A21A5F-2EAE-4681-BE2F-85765BED8210}"/>
              </a:ext>
            </a:extLst>
          </p:cNvPr>
          <p:cNvSpPr>
            <a:spLocks xmlns:a="http://schemas.openxmlformats.org/drawingml/2006/main" noGrp="1"/>
          </p:cNvSpPr>
          <p:nvPr/>
        </p:nvSpPr>
        <p:spPr>
          <a:xfrm xmlns:a="http://schemas.openxmlformats.org/drawingml/2006/main">
            <a:off x="685800" y="194310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D213D414-FF11-4FC2-BF1C-89F47C43845A}"/>
              </a:ext>
            </a:extLst>
          </p:cNvPr>
          <p:cNvSpPr>
            <a:spLocks xmlns:a="http://schemas.openxmlformats.org/drawingml/2006/main" noGrp="1"/>
          </p:cNvSpPr>
          <p:nvPr/>
        </p:nvSpPr>
        <p:spPr>
          <a:xfrm xmlns:a="http://schemas.openxmlformats.org/drawingml/2006/main">
            <a:off x="685800" y="220980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무엇을 WAV의 길이·rate·channel이 숫자로 반환된다.로 정의하는가</a:t>
            </a:r>
          </a:p>
        </p:txBody>
      </p:sp>
      <p:sp>
        <p:nvSpPr>
          <p:cNvPr id="10" name="">
            <a:extLst xmlns:a="http://schemas.openxmlformats.org/drawingml/2006/main">
              <a:ext uri="{FF2B5EF4-FFF2-40B4-BE49-F238E27FC236}">
                <a16:creationId xmlns:a16="http://schemas.microsoft.com/office/drawing/2014/main" id="{16E14BB8-098B-4505-8248-ECF5570A8CAA}"/>
              </a:ext>
            </a:extLst>
          </p:cNvPr>
          <p:cNvSpPr>
            <a:spLocks xmlns:a="http://schemas.openxmlformats.org/drawingml/2006/main" noGrp="1"/>
          </p:cNvSpPr>
          <p:nvPr/>
        </p:nvSpPr>
        <p:spPr>
          <a:xfrm xmlns:a="http://schemas.openxmlformats.org/drawingml/2006/main">
            <a:off x="6096000" y="1524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안전</a:t>
            </a:r>
          </a:p>
        </p:txBody>
      </p:sp>
      <p:sp>
        <p:nvSpPr>
          <p:cNvPr id="11" name="">
            <a:extLst xmlns:a="http://schemas.openxmlformats.org/drawingml/2006/main">
              <a:ext uri="{FF2B5EF4-FFF2-40B4-BE49-F238E27FC236}">
                <a16:creationId xmlns:a16="http://schemas.microsoft.com/office/drawing/2014/main" id="{10EC138C-B5BA-4B5D-B7CF-F1A57121DE70}"/>
              </a:ext>
            </a:extLst>
          </p:cNvPr>
          <p:cNvSpPr>
            <a:spLocks xmlns:a="http://schemas.openxmlformats.org/drawingml/2006/main" noGrp="1"/>
          </p:cNvSpPr>
          <p:nvPr/>
        </p:nvSpPr>
        <p:spPr>
          <a:xfrm xmlns:a="http://schemas.openxmlformats.org/drawingml/2006/main">
            <a:off x="6096000" y="194310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8B776CAE-B6AC-4283-8B2D-068DF521F202}"/>
              </a:ext>
            </a:extLst>
          </p:cNvPr>
          <p:cNvSpPr>
            <a:spLocks xmlns:a="http://schemas.openxmlformats.org/drawingml/2006/main" noGrp="1"/>
          </p:cNvSpPr>
          <p:nvPr/>
        </p:nvSpPr>
        <p:spPr>
          <a:xfrm xmlns:a="http://schemas.openxmlformats.org/drawingml/2006/main">
            <a:off x="6096000" y="220980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오디오 파일 계약과 메타데이터의 사람 승인과 external_write=false 위치</a:t>
            </a:r>
          </a:p>
        </p:txBody>
      </p:sp>
      <p:sp>
        <p:nvSpPr>
          <p:cNvPr id="13" name="">
            <a:extLst xmlns:a="http://schemas.openxmlformats.org/drawingml/2006/main">
              <a:ext uri="{FF2B5EF4-FFF2-40B4-BE49-F238E27FC236}">
                <a16:creationId xmlns:a16="http://schemas.microsoft.com/office/drawing/2014/main" id="{585A82EE-69BB-43FA-8575-232F63E25858}"/>
              </a:ext>
            </a:extLst>
          </p:cNvPr>
          <p:cNvSpPr>
            <a:spLocks xmlns:a="http://schemas.openxmlformats.org/drawingml/2006/main" noGrp="1"/>
          </p:cNvSpPr>
          <p:nvPr/>
        </p:nvSpPr>
        <p:spPr>
          <a:xfrm xmlns:a="http://schemas.openxmlformats.org/drawingml/2006/main">
            <a:off x="685800" y="3600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복구</a:t>
            </a:r>
          </a:p>
        </p:txBody>
      </p:sp>
      <p:sp>
        <p:nvSpPr>
          <p:cNvPr id="14" name="">
            <a:extLst xmlns:a="http://schemas.openxmlformats.org/drawingml/2006/main">
              <a:ext uri="{FF2B5EF4-FFF2-40B4-BE49-F238E27FC236}">
                <a16:creationId xmlns:a16="http://schemas.microsoft.com/office/drawing/2014/main" id="{93FD57D7-A649-45A1-BC1D-2682E84F6998}"/>
              </a:ext>
            </a:extLst>
          </p:cNvPr>
          <p:cNvSpPr>
            <a:spLocks xmlns:a="http://schemas.openxmlformats.org/drawingml/2006/main" noGrp="1"/>
          </p:cNvSpPr>
          <p:nvPr/>
        </p:nvSpPr>
        <p:spPr>
          <a:xfrm xmlns:a="http://schemas.openxmlformats.org/drawingml/2006/main">
            <a:off x="685800" y="401955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473BD3C6-BEF0-447C-AC9D-DA4D6FF699A7}"/>
              </a:ext>
            </a:extLst>
          </p:cNvPr>
          <p:cNvSpPr>
            <a:spLocks xmlns:a="http://schemas.openxmlformats.org/drawingml/2006/main" noGrp="1"/>
          </p:cNvSpPr>
          <p:nvPr/>
        </p:nvSpPr>
        <p:spPr>
          <a:xfrm xmlns:a="http://schemas.openxmlformats.org/drawingml/2006/main">
            <a:off x="685800" y="428625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파일이 없거나 codec을 열 수 없는데 재시도만 반복한다. 발생 시 audio_metadata.json에서 원인 상태를 확인</a:t>
            </a:r>
          </a:p>
        </p:txBody>
      </p:sp>
      <p:sp>
        <p:nvSpPr>
          <p:cNvPr id="16" name="">
            <a:extLst xmlns:a="http://schemas.openxmlformats.org/drawingml/2006/main">
              <a:ext uri="{FF2B5EF4-FFF2-40B4-BE49-F238E27FC236}">
                <a16:creationId xmlns:a16="http://schemas.microsoft.com/office/drawing/2014/main" id="{F6F8DCB9-EB3B-4F96-8400-C39913CCCAEF}"/>
              </a:ext>
            </a:extLst>
          </p:cNvPr>
          <p:cNvSpPr>
            <a:spLocks xmlns:a="http://schemas.openxmlformats.org/drawingml/2006/main" noGrp="1"/>
          </p:cNvSpPr>
          <p:nvPr/>
        </p:nvSpPr>
        <p:spPr>
          <a:xfrm xmlns:a="http://schemas.openxmlformats.org/drawingml/2006/main">
            <a:off x="6096000" y="3600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관측</a:t>
            </a:r>
          </a:p>
        </p:txBody>
      </p:sp>
      <p:sp>
        <p:nvSpPr>
          <p:cNvPr id="17" name="">
            <a:extLst xmlns:a="http://schemas.openxmlformats.org/drawingml/2006/main">
              <a:ext uri="{FF2B5EF4-FFF2-40B4-BE49-F238E27FC236}">
                <a16:creationId xmlns:a16="http://schemas.microsoft.com/office/drawing/2014/main" id="{951FC9A5-BC75-43D7-8EB2-1970FC4817C9}"/>
              </a:ext>
            </a:extLst>
          </p:cNvPr>
          <p:cNvSpPr>
            <a:spLocks xmlns:a="http://schemas.openxmlformats.org/drawingml/2006/main" noGrp="1"/>
          </p:cNvSpPr>
          <p:nvPr/>
        </p:nvSpPr>
        <p:spPr>
          <a:xfrm xmlns:a="http://schemas.openxmlformats.org/drawingml/2006/main">
            <a:off x="6096000" y="401955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47C6452A-F493-4BE0-B095-7F045D8C9615}"/>
              </a:ext>
            </a:extLst>
          </p:cNvPr>
          <p:cNvSpPr>
            <a:spLocks xmlns:a="http://schemas.openxmlformats.org/drawingml/2006/main" noGrp="1"/>
          </p:cNvSpPr>
          <p:nvPr/>
        </p:nvSpPr>
        <p:spPr>
          <a:xfrm xmlns:a="http://schemas.openxmlformats.org/drawingml/2006/main">
            <a:off x="6096000" y="428625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audio_metadata.json에서 어떤 status·error_code를 보는가</a:t>
            </a:r>
          </a:p>
        </p:txBody>
      </p:sp>
    </p:spTree>
    <p:extLst>
      <p:ext uri="{BB962C8B-B14F-4D97-AF65-F5344CB8AC3E}">
        <p14:creationId xmlns:p14="http://schemas.microsoft.com/office/powerpoint/2010/main" val="114497461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38CEBFC-DC15-4077-BF16-ECA1B7D6F74B}"/>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audio_metadata.json 실행 증거</a:t>
            </a:r>
          </a:p>
        </p:txBody>
      </p:sp>
      <p:sp>
        <p:nvSpPr>
          <p:cNvPr id="2" name="">
            <a:extLst xmlns:a="http://schemas.openxmlformats.org/drawingml/2006/main">
              <a:ext uri="{FF2B5EF4-FFF2-40B4-BE49-F238E27FC236}">
                <a16:creationId xmlns:a16="http://schemas.microsoft.com/office/drawing/2014/main" id="{BB833B3A-5ECE-4B5C-A0B4-2D84CEC29C4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차시 마무리</a:t>
            </a:r>
          </a:p>
        </p:txBody>
      </p:sp>
      <p:sp>
        <p:nvSpPr>
          <p:cNvPr id="3" name="">
            <a:extLst xmlns:a="http://schemas.openxmlformats.org/drawingml/2006/main">
              <a:ext uri="{FF2B5EF4-FFF2-40B4-BE49-F238E27FC236}">
                <a16:creationId xmlns:a16="http://schemas.microsoft.com/office/drawing/2014/main" id="{80440075-DCB9-41BF-A6DE-208CBFC27860}"/>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9413227B-1739-4F4A-B058-04F016D860B3}"/>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4B1ACFEA-0AC9-4F8D-9131-2291F14042D9}"/>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09:00-09:50 · 1차시</a:t>
            </a:r>
          </a:p>
        </p:txBody>
      </p:sp>
      <p:sp>
        <p:nvSpPr>
          <p:cNvPr id="6" name="">
            <a:extLst xmlns:a="http://schemas.openxmlformats.org/drawingml/2006/main">
              <a:ext uri="{FF2B5EF4-FFF2-40B4-BE49-F238E27FC236}">
                <a16:creationId xmlns:a16="http://schemas.microsoft.com/office/drawing/2014/main" id="{94F8FAC5-B2B8-418B-B38D-431266DDB9FB}"/>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030</a:t>
            </a:r>
          </a:p>
        </p:txBody>
      </p:sp>
      <p:sp>
        <p:nvSpPr>
          <p:cNvPr id="7" name="">
            <a:extLst xmlns:a="http://schemas.openxmlformats.org/drawingml/2006/main">
              <a:ext uri="{FF2B5EF4-FFF2-40B4-BE49-F238E27FC236}">
                <a16:creationId xmlns:a16="http://schemas.microsoft.com/office/drawing/2014/main" id="{0FC9EA0D-46A6-44BB-9323-E388352C1315}"/>
              </a:ext>
            </a:extLst>
          </p:cNvPr>
          <p:cNvSpPr>
            <a:spLocks xmlns:a="http://schemas.openxmlformats.org/drawingml/2006/main" noGrp="1"/>
          </p:cNvSpPr>
          <p:nvPr/>
        </p:nvSpPr>
        <p:spPr>
          <a:xfrm xmlns:a="http://schemas.openxmlformats.org/drawingml/2006/main">
            <a:off x="914400" y="17335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F527B88F-5356-4B5A-B888-F4D29BCA9772}"/>
              </a:ext>
            </a:extLst>
          </p:cNvPr>
          <p:cNvSpPr>
            <a:spLocks xmlns:a="http://schemas.openxmlformats.org/drawingml/2006/main" noGrp="1"/>
          </p:cNvSpPr>
          <p:nvPr/>
        </p:nvSpPr>
        <p:spPr>
          <a:xfrm xmlns:a="http://schemas.openxmlformats.org/drawingml/2006/main">
            <a:off x="1352550" y="18573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D9432322-1462-42BA-9302-81F2531CD45E}"/>
              </a:ext>
            </a:extLst>
          </p:cNvPr>
          <p:cNvSpPr>
            <a:spLocks xmlns:a="http://schemas.openxmlformats.org/drawingml/2006/main" noGrp="1"/>
          </p:cNvSpPr>
          <p:nvPr/>
        </p:nvSpPr>
        <p:spPr>
          <a:xfrm xmlns:a="http://schemas.openxmlformats.org/drawingml/2006/main">
            <a:off x="1828800" y="16954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설명: 오디오 파일 계약과 메타데이터이 필요한 이유를 한 문장으로 말할 수 있다.</a:t>
            </a:r>
          </a:p>
        </p:txBody>
      </p:sp>
      <p:sp>
        <p:nvSpPr>
          <p:cNvPr id="10" name="">
            <a:extLst xmlns:a="http://schemas.openxmlformats.org/drawingml/2006/main">
              <a:ext uri="{FF2B5EF4-FFF2-40B4-BE49-F238E27FC236}">
                <a16:creationId xmlns:a16="http://schemas.microsoft.com/office/drawing/2014/main" id="{28B1C615-E00D-4B78-A4E3-2F5F785F0D50}"/>
              </a:ext>
            </a:extLst>
          </p:cNvPr>
          <p:cNvSpPr>
            <a:spLocks xmlns:a="http://schemas.openxmlformats.org/drawingml/2006/main" noGrp="1"/>
          </p:cNvSpPr>
          <p:nvPr/>
        </p:nvSpPr>
        <p:spPr>
          <a:xfrm xmlns:a="http://schemas.openxmlformats.org/drawingml/2006/main">
            <a:off x="914400" y="28956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A2007D22-04A6-4024-A5AA-8719D70C6236}"/>
              </a:ext>
            </a:extLst>
          </p:cNvPr>
          <p:cNvSpPr>
            <a:spLocks xmlns:a="http://schemas.openxmlformats.org/drawingml/2006/main" noGrp="1"/>
          </p:cNvSpPr>
          <p:nvPr/>
        </p:nvSpPr>
        <p:spPr>
          <a:xfrm xmlns:a="http://schemas.openxmlformats.org/drawingml/2006/main">
            <a:off x="1352550" y="30194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030F19C4-93F4-4BFF-BC6E-1D640EB54D16}"/>
              </a:ext>
            </a:extLst>
          </p:cNvPr>
          <p:cNvSpPr>
            <a:spLocks xmlns:a="http://schemas.openxmlformats.org/drawingml/2006/main" noGrp="1"/>
          </p:cNvSpPr>
          <p:nvPr/>
        </p:nvSpPr>
        <p:spPr>
          <a:xfrm xmlns:a="http://schemas.openxmlformats.org/drawingml/2006/main">
            <a:off x="1828800" y="285750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실행: python -m src.meeting_demo --help</a:t>
            </a:r>
          </a:p>
        </p:txBody>
      </p:sp>
      <p:sp>
        <p:nvSpPr>
          <p:cNvPr id="13" name="">
            <a:extLst xmlns:a="http://schemas.openxmlformats.org/drawingml/2006/main">
              <a:ext uri="{FF2B5EF4-FFF2-40B4-BE49-F238E27FC236}">
                <a16:creationId xmlns:a16="http://schemas.microsoft.com/office/drawing/2014/main" id="{7DA49DFC-49E3-4B6E-B19D-E82A4BB18838}"/>
              </a:ext>
            </a:extLst>
          </p:cNvPr>
          <p:cNvSpPr>
            <a:spLocks xmlns:a="http://schemas.openxmlformats.org/drawingml/2006/main" noGrp="1"/>
          </p:cNvSpPr>
          <p:nvPr/>
        </p:nvSpPr>
        <p:spPr>
          <a:xfrm xmlns:a="http://schemas.openxmlformats.org/drawingml/2006/main">
            <a:off x="914400" y="4057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4D06C022-2D80-4030-A966-4E46221A6507}"/>
              </a:ext>
            </a:extLst>
          </p:cNvPr>
          <p:cNvSpPr>
            <a:spLocks xmlns:a="http://schemas.openxmlformats.org/drawingml/2006/main" noGrp="1"/>
          </p:cNvSpPr>
          <p:nvPr/>
        </p:nvSpPr>
        <p:spPr>
          <a:xfrm xmlns:a="http://schemas.openxmlformats.org/drawingml/2006/main">
            <a:off x="1352550" y="4181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C149620F-2E7C-4021-B13B-AA5C0B82A6FA}"/>
              </a:ext>
            </a:extLst>
          </p:cNvPr>
          <p:cNvSpPr>
            <a:spLocks xmlns:a="http://schemas.openxmlformats.org/drawingml/2006/main" noGrp="1"/>
          </p:cNvSpPr>
          <p:nvPr/>
        </p:nvSpPr>
        <p:spPr>
          <a:xfrm xmlns:a="http://schemas.openxmlformats.org/drawingml/2006/main">
            <a:off x="1828800" y="40195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증거: audio_metadata.json과 정상·실패 test 결과가 남아 있다.</a:t>
            </a:r>
          </a:p>
        </p:txBody>
      </p:sp>
      <p:sp>
        <p:nvSpPr>
          <p:cNvPr id="16" name="">
            <a:extLst xmlns:a="http://schemas.openxmlformats.org/drawingml/2006/main">
              <a:ext uri="{FF2B5EF4-FFF2-40B4-BE49-F238E27FC236}">
                <a16:creationId xmlns:a16="http://schemas.microsoft.com/office/drawing/2014/main" id="{88C630F8-A300-4D47-8C0C-483BBFDE4B01}"/>
              </a:ext>
            </a:extLst>
          </p:cNvPr>
          <p:cNvSpPr>
            <a:spLocks xmlns:a="http://schemas.openxmlformats.org/drawingml/2006/main" noGrp="1"/>
          </p:cNvSpPr>
          <p:nvPr/>
        </p:nvSpPr>
        <p:spPr>
          <a:xfrm xmlns:a="http://schemas.openxmlformats.org/drawingml/2006/main">
            <a:off x="1524000" y="5391150"/>
            <a:ext cx="914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다음 차시: faster-whisper 로컬 STT Adapter</a:t>
            </a:r>
          </a:p>
        </p:txBody>
      </p:sp>
    </p:spTree>
    <p:extLst>
      <p:ext uri="{BB962C8B-B14F-4D97-AF65-F5344CB8AC3E}">
        <p14:creationId xmlns:p14="http://schemas.microsoft.com/office/powerpoint/2010/main" val="1631939841"/>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99727FF-2755-4AEF-A1EB-7B8D14001AE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D8271E4-3C0F-45F0-8E41-8E5E28240725}"/>
              </a:ext>
            </a:extLst>
          </p:cNvPr>
          <p:cNvSpPr>
            <a:spLocks xmlns:a="http://schemas.openxmlformats.org/drawingml/2006/main" noGrp="1"/>
          </p:cNvSpPr>
          <p:nvPr/>
        </p:nvSpPr>
        <p:spPr>
          <a:xfrm xmlns:a="http://schemas.openxmlformats.org/drawingml/2006/main">
            <a:off x="800100" y="1676400"/>
            <a:ext cx="10287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98000"/>
              </a:lnSpc>
              <a:buNone/>
              <a:defRPr sz="4050" b="1">
                <a:solidFill>
                  <a:srgbClr val="FFFFFF"/>
                </a:solidFill>
                <a:latin typeface="NanumGothic"/>
                <a:ea typeface="NanumGothic"/>
                <a:cs typeface="NanumGothic"/>
              </a:defRPr>
            </a:pPr>
            <a:r>
              <a:rPr sz="4050" b="1">
                <a:solidFill>
                  <a:srgbClr val="FFFFFF"/>
                </a:solidFill>
                <a:latin typeface="NanumGothic"/>
                <a:ea typeface="NanumGothic"/>
                <a:cs typeface="NanumGothic"/>
              </a:rPr>
              <a:t>faster-whisper 로컬 STT Adapter</a:t>
            </a:r>
          </a:p>
        </p:txBody>
      </p:sp>
      <p:sp>
        <p:nvSpPr>
          <p:cNvPr id="3" name="">
            <a:extLst xmlns:a="http://schemas.openxmlformats.org/drawingml/2006/main">
              <a:ext uri="{FF2B5EF4-FFF2-40B4-BE49-F238E27FC236}">
                <a16:creationId xmlns:a16="http://schemas.microsoft.com/office/drawing/2014/main" id="{80D9F5D7-EA86-429B-A92A-33ACA0990F29}"/>
              </a:ext>
            </a:extLst>
          </p:cNvPr>
          <p:cNvSpPr>
            <a:spLocks xmlns:a="http://schemas.openxmlformats.org/drawingml/2006/main" noGrp="1"/>
          </p:cNvSpPr>
          <p:nvPr/>
        </p:nvSpPr>
        <p:spPr>
          <a:xfrm xmlns:a="http://schemas.openxmlformats.org/drawingml/2006/main">
            <a:off x="800100" y="5905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DAY 2 · 2차시</a:t>
            </a:r>
          </a:p>
        </p:txBody>
      </p:sp>
      <p:sp>
        <p:nvSpPr>
          <p:cNvPr id="4" name="">
            <a:extLst xmlns:a="http://schemas.openxmlformats.org/drawingml/2006/main">
              <a:ext uri="{FF2B5EF4-FFF2-40B4-BE49-F238E27FC236}">
                <a16:creationId xmlns:a16="http://schemas.microsoft.com/office/drawing/2014/main" id="{33DA5487-58F2-47E6-8599-C46DCD1690F8}"/>
              </a:ext>
            </a:extLst>
          </p:cNvPr>
          <p:cNvSpPr>
            <a:spLocks xmlns:a="http://schemas.openxmlformats.org/drawingml/2006/main" noGrp="1"/>
          </p:cNvSpPr>
          <p:nvPr/>
        </p:nvSpPr>
        <p:spPr>
          <a:xfrm xmlns:a="http://schemas.openxmlformats.org/drawingml/2006/main">
            <a:off x="800100" y="102870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1">
                <a:solidFill>
                  <a:srgbClr val="2563EB"/>
                </a:solidFill>
                <a:latin typeface="NanumGothic"/>
                <a:ea typeface="NanumGothic"/>
                <a:cs typeface="NanumGothic"/>
              </a:defRPr>
            </a:pPr>
            <a:r>
              <a:rPr sz="1500" b="1">
                <a:solidFill>
                  <a:srgbClr val="2563EB"/>
                </a:solidFill>
                <a:latin typeface="NanumGothic"/>
                <a:ea typeface="NanumGothic"/>
                <a:cs typeface="NanumGothic"/>
              </a:rPr>
              <a:t>09:50-10:40  (쉬는 시간 11:30-12:00)</a:t>
            </a:r>
          </a:p>
        </p:txBody>
      </p:sp>
      <p:sp>
        <p:nvSpPr>
          <p:cNvPr id="5" name="">
            <a:extLst xmlns:a="http://schemas.openxmlformats.org/drawingml/2006/main">
              <a:ext uri="{FF2B5EF4-FFF2-40B4-BE49-F238E27FC236}">
                <a16:creationId xmlns:a16="http://schemas.microsoft.com/office/drawing/2014/main" id="{ED76FF62-4CC0-4496-A557-D80B119EB3DC}"/>
              </a:ext>
            </a:extLst>
          </p:cNvPr>
          <p:cNvSpPr>
            <a:spLocks xmlns:a="http://schemas.openxmlformats.org/drawingml/2006/main" noGrp="1"/>
          </p:cNvSpPr>
          <p:nvPr/>
        </p:nvSpPr>
        <p:spPr>
          <a:xfrm xmlns:a="http://schemas.openxmlformats.org/drawingml/2006/main">
            <a:off x="838200" y="323850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1">
                <a:solidFill>
                  <a:srgbClr val="E0E0E0"/>
                </a:solidFill>
                <a:latin typeface="NanumGothic"/>
                <a:ea typeface="NanumGothic"/>
                <a:cs typeface="NanumGothic"/>
              </a:defRPr>
            </a:pPr>
            <a:r>
              <a:rPr sz="1875" b="1">
                <a:solidFill>
                  <a:srgbClr val="E0E0E0"/>
                </a:solidFill>
                <a:latin typeface="NanumGothic"/>
                <a:ea typeface="NanumGothic"/>
                <a:cs typeface="NanumGothic"/>
              </a:rPr>
              <a:t>Whisper · faster-whisper · transcript.json</a:t>
            </a:r>
          </a:p>
        </p:txBody>
      </p:sp>
      <p:sp>
        <p:nvSpPr>
          <p:cNvPr id="6" name="">
            <a:extLst xmlns:a="http://schemas.openxmlformats.org/drawingml/2006/main">
              <a:ext uri="{FF2B5EF4-FFF2-40B4-BE49-F238E27FC236}">
                <a16:creationId xmlns:a16="http://schemas.microsoft.com/office/drawing/2014/main" id="{FAA19F25-C6BF-48A8-B5DF-C086A4F99404}"/>
              </a:ext>
            </a:extLst>
          </p:cNvPr>
          <p:cNvSpPr>
            <a:spLocks xmlns:a="http://schemas.openxmlformats.org/drawingml/2006/main" noGrp="1"/>
          </p:cNvSpPr>
          <p:nvPr/>
        </p:nvSpPr>
        <p:spPr>
          <a:xfrm xmlns:a="http://schemas.openxmlformats.org/drawingml/2006/main">
            <a:off x="800100" y="4267200"/>
            <a:ext cx="10401300" cy="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7" name="">
            <a:extLst xmlns:a="http://schemas.openxmlformats.org/drawingml/2006/main">
              <a:ext uri="{FF2B5EF4-FFF2-40B4-BE49-F238E27FC236}">
                <a16:creationId xmlns:a16="http://schemas.microsoft.com/office/drawing/2014/main" id="{3EF5503C-5F5D-45F4-BF86-D49F76EF183E}"/>
              </a:ext>
            </a:extLst>
          </p:cNvPr>
          <p:cNvSpPr>
            <a:spLocks xmlns:a="http://schemas.openxmlformats.org/drawingml/2006/main" noGrp="1"/>
          </p:cNvSpPr>
          <p:nvPr/>
        </p:nvSpPr>
        <p:spPr>
          <a:xfrm xmlns:a="http://schemas.openxmlformats.org/drawingml/2006/main">
            <a:off x="8001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진행</a:t>
            </a:r>
          </a:p>
        </p:txBody>
      </p:sp>
      <p:sp>
        <p:nvSpPr>
          <p:cNvPr id="8" name="">
            <a:extLst xmlns:a="http://schemas.openxmlformats.org/drawingml/2006/main">
              <a:ext uri="{FF2B5EF4-FFF2-40B4-BE49-F238E27FC236}">
                <a16:creationId xmlns:a16="http://schemas.microsoft.com/office/drawing/2014/main" id="{C90B4E37-A20D-47E0-85BA-043282C66176}"/>
              </a:ext>
            </a:extLst>
          </p:cNvPr>
          <p:cNvSpPr>
            <a:spLocks xmlns:a="http://schemas.openxmlformats.org/drawingml/2006/main" noGrp="1"/>
          </p:cNvSpPr>
          <p:nvPr/>
        </p:nvSpPr>
        <p:spPr>
          <a:xfrm xmlns:a="http://schemas.openxmlformats.org/drawingml/2006/main">
            <a:off x="8001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faster-whisper 로컬 STT Adapter</a:t>
            </a:r>
          </a:p>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강의 12분 · 강사 시연 10분 · Codex 소프트웨어 제작 23분 · 실행 확인 5분</a:t>
            </a:r>
          </a:p>
        </p:txBody>
      </p:sp>
      <p:sp>
        <p:nvSpPr>
          <p:cNvPr id="9" name="">
            <a:extLst xmlns:a="http://schemas.openxmlformats.org/drawingml/2006/main">
              <a:ext uri="{FF2B5EF4-FFF2-40B4-BE49-F238E27FC236}">
                <a16:creationId xmlns:a16="http://schemas.microsoft.com/office/drawing/2014/main" id="{AF278F25-5694-4B68-8264-E71BABE1778D}"/>
              </a:ext>
            </a:extLst>
          </p:cNvPr>
          <p:cNvSpPr>
            <a:spLocks xmlns:a="http://schemas.openxmlformats.org/drawingml/2006/main" noGrp="1"/>
          </p:cNvSpPr>
          <p:nvPr/>
        </p:nvSpPr>
        <p:spPr>
          <a:xfrm xmlns:a="http://schemas.openxmlformats.org/drawingml/2006/main">
            <a:off x="42672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사용 파일</a:t>
            </a:r>
          </a:p>
        </p:txBody>
      </p:sp>
      <p:sp>
        <p:nvSpPr>
          <p:cNvPr id="10" name="">
            <a:extLst xmlns:a="http://schemas.openxmlformats.org/drawingml/2006/main">
              <a:ext uri="{FF2B5EF4-FFF2-40B4-BE49-F238E27FC236}">
                <a16:creationId xmlns:a16="http://schemas.microsoft.com/office/drawing/2014/main" id="{CEEDB106-8171-4199-84CB-5B2BC35F4D8F}"/>
              </a:ext>
            </a:extLst>
          </p:cNvPr>
          <p:cNvSpPr>
            <a:spLocks xmlns:a="http://schemas.openxmlformats.org/drawingml/2006/main" noGrp="1"/>
          </p:cNvSpPr>
          <p:nvPr/>
        </p:nvSpPr>
        <p:spPr>
          <a:xfrm xmlns:a="http://schemas.openxmlformats.org/drawingml/2006/main">
            <a:off x="42672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src/meeting_demo.py</a:t>
            </a:r>
          </a:p>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requirements-stt-optional.txt</a:t>
            </a:r>
          </a:p>
        </p:txBody>
      </p:sp>
      <p:sp>
        <p:nvSpPr>
          <p:cNvPr id="11" name="">
            <a:extLst xmlns:a="http://schemas.openxmlformats.org/drawingml/2006/main">
              <a:ext uri="{FF2B5EF4-FFF2-40B4-BE49-F238E27FC236}">
                <a16:creationId xmlns:a16="http://schemas.microsoft.com/office/drawing/2014/main" id="{A9D28EF1-8AA6-438C-8C5F-90A8B972B9D3}"/>
              </a:ext>
            </a:extLst>
          </p:cNvPr>
          <p:cNvSpPr>
            <a:spLocks xmlns:a="http://schemas.openxmlformats.org/drawingml/2006/main" noGrp="1"/>
          </p:cNvSpPr>
          <p:nvPr/>
        </p:nvSpPr>
        <p:spPr>
          <a:xfrm xmlns:a="http://schemas.openxmlformats.org/drawingml/2006/main">
            <a:off x="77343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확인할 결과</a:t>
            </a:r>
          </a:p>
        </p:txBody>
      </p:sp>
      <p:sp>
        <p:nvSpPr>
          <p:cNvPr id="12" name="">
            <a:extLst xmlns:a="http://schemas.openxmlformats.org/drawingml/2006/main">
              <a:ext uri="{FF2B5EF4-FFF2-40B4-BE49-F238E27FC236}">
                <a16:creationId xmlns:a16="http://schemas.microsoft.com/office/drawing/2014/main" id="{B8E99B8C-9FAC-4929-8CBD-C62669FFA988}"/>
              </a:ext>
            </a:extLst>
          </p:cNvPr>
          <p:cNvSpPr>
            <a:spLocks xmlns:a="http://schemas.openxmlformats.org/drawingml/2006/main" noGrp="1"/>
          </p:cNvSpPr>
          <p:nvPr/>
        </p:nvSpPr>
        <p:spPr>
          <a:xfrm xmlns:a="http://schemas.openxmlformats.org/drawingml/2006/main">
            <a:off x="77343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transcript.json</a:t>
            </a:r>
          </a:p>
        </p:txBody>
      </p:sp>
      <p:sp>
        <p:nvSpPr>
          <p:cNvPr id="13" name="">
            <a:extLst xmlns:a="http://schemas.openxmlformats.org/drawingml/2006/main">
              <a:ext uri="{FF2B5EF4-FFF2-40B4-BE49-F238E27FC236}">
                <a16:creationId xmlns:a16="http://schemas.microsoft.com/office/drawing/2014/main" id="{E464FBF4-55D3-48AE-B851-FCE903D239CE}"/>
              </a:ext>
            </a:extLst>
          </p:cNvPr>
          <p:cNvSpPr>
            <a:spLocks xmlns:a="http://schemas.openxmlformats.org/drawingml/2006/main" noGrp="1"/>
          </p:cNvSpPr>
          <p:nvPr/>
        </p:nvSpPr>
        <p:spPr>
          <a:xfrm xmlns:a="http://schemas.openxmlformats.org/drawingml/2006/main">
            <a:off x="800100" y="6096000"/>
            <a:ext cx="10401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825" b="1">
                <a:solidFill>
                  <a:srgbClr val="C7C7C7"/>
                </a:solidFill>
                <a:latin typeface="NanumGothic"/>
                <a:ea typeface="NanumGothic"/>
                <a:cs typeface="NanumGothic"/>
              </a:defRPr>
            </a:pPr>
            <a:r>
              <a:rPr sz="825" b="1">
                <a:solidFill>
                  <a:srgbClr val="C7C7C7"/>
                </a:solidFill>
                <a:latin typeface="NanumGothic"/>
                <a:ea typeface="NanumGothic"/>
                <a:cs typeface="NanumGothic"/>
              </a:rPr>
              <a:t>Day 2 · 한국어 회의 Agent · 2차시</a:t>
            </a:r>
          </a:p>
        </p:txBody>
      </p:sp>
    </p:spTree>
    <p:extLst>
      <p:ext uri="{BB962C8B-B14F-4D97-AF65-F5344CB8AC3E}">
        <p14:creationId xmlns:p14="http://schemas.microsoft.com/office/powerpoint/2010/main" val="204794975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B4A7F3B-BAFE-440C-972E-691F61826B4B}"/>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2차시 입력과 결과</a:t>
            </a:r>
          </a:p>
        </p:txBody>
      </p:sp>
      <p:sp>
        <p:nvSpPr>
          <p:cNvPr id="2" name="">
            <a:extLst xmlns:a="http://schemas.openxmlformats.org/drawingml/2006/main">
              <a:ext uri="{FF2B5EF4-FFF2-40B4-BE49-F238E27FC236}">
                <a16:creationId xmlns:a16="http://schemas.microsoft.com/office/drawing/2014/main" id="{D6C58DC7-08BA-404D-B40E-4FF1E0316751}"/>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현재 위치</a:t>
            </a:r>
          </a:p>
        </p:txBody>
      </p:sp>
      <p:sp>
        <p:nvSpPr>
          <p:cNvPr id="3" name="">
            <a:extLst xmlns:a="http://schemas.openxmlformats.org/drawingml/2006/main">
              <a:ext uri="{FF2B5EF4-FFF2-40B4-BE49-F238E27FC236}">
                <a16:creationId xmlns:a16="http://schemas.microsoft.com/office/drawing/2014/main" id="{EB636AD7-BF3B-447F-AD8E-913589A8E01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5E6B85C4-2778-4D09-9A05-C09E29D857EB}"/>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71F9173A-D582-41D9-979C-F30A358B92E7}"/>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25D34562-59DC-49E9-B865-1D5540DFA03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032</a:t>
            </a:r>
          </a:p>
        </p:txBody>
      </p:sp>
      <p:sp>
        <p:nvSpPr>
          <p:cNvPr id="7" name="">
            <a:extLst xmlns:a="http://schemas.openxmlformats.org/drawingml/2006/main">
              <a:ext uri="{FF2B5EF4-FFF2-40B4-BE49-F238E27FC236}">
                <a16:creationId xmlns:a16="http://schemas.microsoft.com/office/drawing/2014/main" id="{B44C1778-E2D5-4D92-86AF-13D6233C0ABD}"/>
              </a:ext>
            </a:extLst>
          </p:cNvPr>
          <p:cNvSpPr>
            <a:spLocks xmlns:a="http://schemas.openxmlformats.org/drawingml/2006/main" noGrp="1"/>
          </p:cNvSpPr>
          <p:nvPr/>
        </p:nvSpPr>
        <p:spPr>
          <a:xfrm xmlns:a="http://schemas.openxmlformats.org/drawingml/2006/main">
            <a:off x="685800" y="17335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입력</a:t>
            </a:r>
          </a:p>
        </p:txBody>
      </p:sp>
      <p:sp>
        <p:nvSpPr>
          <p:cNvPr id="8" name="">
            <a:extLst xmlns:a="http://schemas.openxmlformats.org/drawingml/2006/main">
              <a:ext uri="{FF2B5EF4-FFF2-40B4-BE49-F238E27FC236}">
                <a16:creationId xmlns:a16="http://schemas.microsoft.com/office/drawing/2014/main" id="{0146CADA-BBD3-4B0E-BCF0-6F7BF30E3806}"/>
              </a:ext>
            </a:extLst>
          </p:cNvPr>
          <p:cNvSpPr>
            <a:spLocks xmlns:a="http://schemas.openxmlformats.org/drawingml/2006/main" noGrp="1"/>
          </p:cNvSpPr>
          <p:nvPr/>
        </p:nvSpPr>
        <p:spPr>
          <a:xfrm xmlns:a="http://schemas.openxmlformats.org/drawingml/2006/main">
            <a:off x="1962150" y="1857375"/>
            <a:ext cx="762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67494AE3-5A98-4F1A-BBD9-A0734995BDDA}"/>
              </a:ext>
            </a:extLst>
          </p:cNvPr>
          <p:cNvSpPr>
            <a:spLocks xmlns:a="http://schemas.openxmlformats.org/drawingml/2006/main" noGrp="1"/>
          </p:cNvSpPr>
          <p:nvPr/>
        </p:nvSpPr>
        <p:spPr>
          <a:xfrm xmlns:a="http://schemas.openxmlformats.org/drawingml/2006/main">
            <a:off x="3009900" y="15621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0">
                <a:solidFill>
                  <a:srgbClr val="191919"/>
                </a:solidFill>
                <a:latin typeface="NanumGothic"/>
                <a:ea typeface="NanumGothic"/>
                <a:cs typeface="NanumGothic"/>
              </a:defRPr>
            </a:pPr>
            <a:r>
              <a:rPr sz="1875" b="0">
                <a:solidFill>
                  <a:srgbClr val="191919"/>
                </a:solidFill>
                <a:latin typeface="NanumGothic"/>
                <a:ea typeface="NanumGothic"/>
                <a:cs typeface="NanumGothic"/>
              </a:rPr>
              <a:t>audio_metadata.json</a:t>
            </a:r>
          </a:p>
        </p:txBody>
      </p:sp>
      <p:sp>
        <p:nvSpPr>
          <p:cNvPr id="10" name="">
            <a:extLst xmlns:a="http://schemas.openxmlformats.org/drawingml/2006/main">
              <a:ext uri="{FF2B5EF4-FFF2-40B4-BE49-F238E27FC236}">
                <a16:creationId xmlns:a16="http://schemas.microsoft.com/office/drawing/2014/main" id="{C5E27ECA-9F4F-4947-98EE-B4FFD4B3C709}"/>
              </a:ext>
            </a:extLst>
          </p:cNvPr>
          <p:cNvSpPr>
            <a:spLocks xmlns:a="http://schemas.openxmlformats.org/drawingml/2006/main" noGrp="1"/>
          </p:cNvSpPr>
          <p:nvPr/>
        </p:nvSpPr>
        <p:spPr>
          <a:xfrm xmlns:a="http://schemas.openxmlformats.org/drawingml/2006/main">
            <a:off x="685800" y="28003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이번 차시</a:t>
            </a:r>
          </a:p>
        </p:txBody>
      </p:sp>
      <p:sp>
        <p:nvSpPr>
          <p:cNvPr id="11" name="">
            <a:extLst xmlns:a="http://schemas.openxmlformats.org/drawingml/2006/main">
              <a:ext uri="{FF2B5EF4-FFF2-40B4-BE49-F238E27FC236}">
                <a16:creationId xmlns:a16="http://schemas.microsoft.com/office/drawing/2014/main" id="{260BB1F0-F35D-4338-9B96-3A24003E515D}"/>
              </a:ext>
            </a:extLst>
          </p:cNvPr>
          <p:cNvSpPr>
            <a:spLocks xmlns:a="http://schemas.openxmlformats.org/drawingml/2006/main" noGrp="1"/>
          </p:cNvSpPr>
          <p:nvPr/>
        </p:nvSpPr>
        <p:spPr>
          <a:xfrm xmlns:a="http://schemas.openxmlformats.org/drawingml/2006/main">
            <a:off x="1962150" y="2924175"/>
            <a:ext cx="76200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2" name="">
            <a:extLst xmlns:a="http://schemas.openxmlformats.org/drawingml/2006/main">
              <a:ext uri="{FF2B5EF4-FFF2-40B4-BE49-F238E27FC236}">
                <a16:creationId xmlns:a16="http://schemas.microsoft.com/office/drawing/2014/main" id="{27D60B81-9AA5-41D9-8F60-5532B82CF884}"/>
              </a:ext>
            </a:extLst>
          </p:cNvPr>
          <p:cNvSpPr>
            <a:spLocks xmlns:a="http://schemas.openxmlformats.org/drawingml/2006/main" noGrp="1"/>
          </p:cNvSpPr>
          <p:nvPr/>
        </p:nvSpPr>
        <p:spPr>
          <a:xfrm xmlns:a="http://schemas.openxmlformats.org/drawingml/2006/main">
            <a:off x="3009900" y="26289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1">
                <a:solidFill>
                  <a:srgbClr val="191919"/>
                </a:solidFill>
                <a:latin typeface="NanumGothic"/>
                <a:ea typeface="NanumGothic"/>
                <a:cs typeface="NanumGothic"/>
              </a:defRPr>
            </a:pPr>
            <a:r>
              <a:rPr sz="1875" b="1">
                <a:solidFill>
                  <a:srgbClr val="191919"/>
                </a:solidFill>
                <a:latin typeface="NanumGothic"/>
                <a:ea typeface="NanumGothic"/>
                <a:cs typeface="NanumGothic"/>
              </a:rPr>
              <a:t>faster-whisper 로컬 STT Adapter</a:t>
            </a:r>
          </a:p>
        </p:txBody>
      </p:sp>
      <p:sp>
        <p:nvSpPr>
          <p:cNvPr id="13" name="">
            <a:extLst xmlns:a="http://schemas.openxmlformats.org/drawingml/2006/main">
              <a:ext uri="{FF2B5EF4-FFF2-40B4-BE49-F238E27FC236}">
                <a16:creationId xmlns:a16="http://schemas.microsoft.com/office/drawing/2014/main" id="{EDE4753B-CEAA-47E5-A361-853771282F01}"/>
              </a:ext>
            </a:extLst>
          </p:cNvPr>
          <p:cNvSpPr>
            <a:spLocks xmlns:a="http://schemas.openxmlformats.org/drawingml/2006/main" noGrp="1"/>
          </p:cNvSpPr>
          <p:nvPr/>
        </p:nvSpPr>
        <p:spPr>
          <a:xfrm xmlns:a="http://schemas.openxmlformats.org/drawingml/2006/main">
            <a:off x="685800" y="38671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결과</a:t>
            </a:r>
          </a:p>
        </p:txBody>
      </p:sp>
      <p:sp>
        <p:nvSpPr>
          <p:cNvPr id="14" name="">
            <a:extLst xmlns:a="http://schemas.openxmlformats.org/drawingml/2006/main">
              <a:ext uri="{FF2B5EF4-FFF2-40B4-BE49-F238E27FC236}">
                <a16:creationId xmlns:a16="http://schemas.microsoft.com/office/drawing/2014/main" id="{07CDBB6B-0D57-4256-A8A1-92A949E6479C}"/>
              </a:ext>
            </a:extLst>
          </p:cNvPr>
          <p:cNvSpPr>
            <a:spLocks xmlns:a="http://schemas.openxmlformats.org/drawingml/2006/main" noGrp="1"/>
          </p:cNvSpPr>
          <p:nvPr/>
        </p:nvSpPr>
        <p:spPr>
          <a:xfrm xmlns:a="http://schemas.openxmlformats.org/drawingml/2006/main">
            <a:off x="1962150" y="3990975"/>
            <a:ext cx="762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A04D4135-74EF-43D4-9D90-8AD590448C8E}"/>
              </a:ext>
            </a:extLst>
          </p:cNvPr>
          <p:cNvSpPr>
            <a:spLocks xmlns:a="http://schemas.openxmlformats.org/drawingml/2006/main" noGrp="1"/>
          </p:cNvSpPr>
          <p:nvPr/>
        </p:nvSpPr>
        <p:spPr>
          <a:xfrm xmlns:a="http://schemas.openxmlformats.org/drawingml/2006/main">
            <a:off x="3009900" y="36957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0">
                <a:solidFill>
                  <a:srgbClr val="191919"/>
                </a:solidFill>
                <a:latin typeface="NanumGothic"/>
                <a:ea typeface="NanumGothic"/>
                <a:cs typeface="NanumGothic"/>
              </a:defRPr>
            </a:pPr>
            <a:r>
              <a:rPr sz="1875" b="0">
                <a:solidFill>
                  <a:srgbClr val="191919"/>
                </a:solidFill>
                <a:latin typeface="NanumGothic"/>
                <a:ea typeface="NanumGothic"/>
                <a:cs typeface="NanumGothic"/>
              </a:rPr>
              <a:t>transcript.json</a:t>
            </a:r>
          </a:p>
        </p:txBody>
      </p:sp>
      <p:sp>
        <p:nvSpPr>
          <p:cNvPr id="16" name="">
            <a:extLst xmlns:a="http://schemas.openxmlformats.org/drawingml/2006/main">
              <a:ext uri="{FF2B5EF4-FFF2-40B4-BE49-F238E27FC236}">
                <a16:creationId xmlns:a16="http://schemas.microsoft.com/office/drawing/2014/main" id="{F6FBFBC0-352C-4554-BA0F-D4FD9FF6F4F6}"/>
              </a:ext>
            </a:extLst>
          </p:cNvPr>
          <p:cNvSpPr>
            <a:spLocks xmlns:a="http://schemas.openxmlformats.org/drawingml/2006/main" noGrp="1"/>
          </p:cNvSpPr>
          <p:nvPr/>
        </p:nvSpPr>
        <p:spPr>
          <a:xfrm xmlns:a="http://schemas.openxmlformats.org/drawingml/2006/main">
            <a:off x="685800" y="4933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다음 연결</a:t>
            </a:r>
          </a:p>
        </p:txBody>
      </p:sp>
      <p:sp>
        <p:nvSpPr>
          <p:cNvPr id="17" name="">
            <a:extLst xmlns:a="http://schemas.openxmlformats.org/drawingml/2006/main">
              <a:ext uri="{FF2B5EF4-FFF2-40B4-BE49-F238E27FC236}">
                <a16:creationId xmlns:a16="http://schemas.microsoft.com/office/drawing/2014/main" id="{2885640E-6380-4F0C-BAE6-F6E8F229A104}"/>
              </a:ext>
            </a:extLst>
          </p:cNvPr>
          <p:cNvSpPr>
            <a:spLocks xmlns:a="http://schemas.openxmlformats.org/drawingml/2006/main" noGrp="1"/>
          </p:cNvSpPr>
          <p:nvPr/>
        </p:nvSpPr>
        <p:spPr>
          <a:xfrm xmlns:a="http://schemas.openxmlformats.org/drawingml/2006/main">
            <a:off x="1962150" y="5057775"/>
            <a:ext cx="762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54EA7CC6-DD40-4E7F-8DDE-38E7D93F7DA3}"/>
              </a:ext>
            </a:extLst>
          </p:cNvPr>
          <p:cNvSpPr>
            <a:spLocks xmlns:a="http://schemas.openxmlformats.org/drawingml/2006/main" noGrp="1"/>
          </p:cNvSpPr>
          <p:nvPr/>
        </p:nvSpPr>
        <p:spPr>
          <a:xfrm xmlns:a="http://schemas.openxmlformats.org/drawingml/2006/main">
            <a:off x="3009900" y="47625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0">
                <a:solidFill>
                  <a:srgbClr val="191919"/>
                </a:solidFill>
                <a:latin typeface="NanumGothic"/>
                <a:ea typeface="NanumGothic"/>
                <a:cs typeface="NanumGothic"/>
              </a:defRPr>
            </a:pPr>
            <a:r>
              <a:rPr sz="1875" b="0">
                <a:solidFill>
                  <a:srgbClr val="191919"/>
                </a:solidFill>
                <a:latin typeface="NanumGothic"/>
                <a:ea typeface="NanumGothic"/>
                <a:cs typeface="NanumGothic"/>
              </a:rPr>
              <a:t>STT 품질 Gate</a:t>
            </a:r>
          </a:p>
        </p:txBody>
      </p:sp>
    </p:spTree>
    <p:extLst>
      <p:ext uri="{BB962C8B-B14F-4D97-AF65-F5344CB8AC3E}">
        <p14:creationId xmlns:p14="http://schemas.microsoft.com/office/powerpoint/2010/main" val="22866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A88AD68-07ED-4402-A18D-0F6EB2B82A2A}"/>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필요성</a:t>
            </a:r>
          </a:p>
        </p:txBody>
      </p:sp>
      <p:sp>
        <p:nvSpPr>
          <p:cNvPr id="2" name="">
            <a:extLst xmlns:a="http://schemas.openxmlformats.org/drawingml/2006/main">
              <a:ext uri="{FF2B5EF4-FFF2-40B4-BE49-F238E27FC236}">
                <a16:creationId xmlns:a16="http://schemas.microsoft.com/office/drawing/2014/main" id="{D35BEF7C-B304-48A3-837C-12E6E606530C}"/>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DD608ECE-E45D-4CE4-BC93-E395588347F8}"/>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3ADFF2D0-FDF0-495D-AD3A-3D94B32A0C9E}"/>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5" name="">
            <a:extLst xmlns:a="http://schemas.openxmlformats.org/drawingml/2006/main">
              <a:ext uri="{FF2B5EF4-FFF2-40B4-BE49-F238E27FC236}">
                <a16:creationId xmlns:a16="http://schemas.microsoft.com/office/drawing/2014/main" id="{6EEC03EA-2052-4943-A427-C72022AD2CEF}"/>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033</a:t>
            </a:r>
          </a:p>
        </p:txBody>
      </p:sp>
      <p:sp>
        <p:nvSpPr>
          <p:cNvPr id="6" name="">
            <a:extLst xmlns:a="http://schemas.openxmlformats.org/drawingml/2006/main">
              <a:ext uri="{FF2B5EF4-FFF2-40B4-BE49-F238E27FC236}">
                <a16:creationId xmlns:a16="http://schemas.microsoft.com/office/drawing/2014/main" id="{52BEE3DD-A344-4DAB-B92F-EFC615EAA6FB}"/>
              </a:ext>
            </a:extLst>
          </p:cNvPr>
          <p:cNvSpPr>
            <a:spLocks xmlns:a="http://schemas.openxmlformats.org/drawingml/2006/main" noGrp="1"/>
          </p:cNvSpPr>
          <p:nvPr/>
        </p:nvSpPr>
        <p:spPr>
          <a:xfrm xmlns:a="http://schemas.openxmlformats.org/drawingml/2006/main">
            <a:off x="762000" y="1733550"/>
            <a:ext cx="9906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325" b="1">
                <a:solidFill>
                  <a:srgbClr val="191919"/>
                </a:solidFill>
                <a:latin typeface="NanumGothic"/>
                <a:ea typeface="NanumGothic"/>
                <a:cs typeface="NanumGothic"/>
              </a:defRPr>
            </a:pPr>
            <a:r>
              <a:rPr sz="2325" b="1">
                <a:solidFill>
                  <a:srgbClr val="191919"/>
                </a:solidFill>
                <a:latin typeface="NanumGothic"/>
                <a:ea typeface="NanumGothic"/>
                <a:cs typeface="NanumGothic"/>
              </a:rPr>
              <a:t>모델 호출과 나머지 업무 로직을 분리해야 GPU·모델·provider를 바꿀 수 있다.</a:t>
            </a:r>
          </a:p>
        </p:txBody>
      </p:sp>
      <p:sp>
        <p:nvSpPr>
          <p:cNvPr id="7" name="">
            <a:extLst xmlns:a="http://schemas.openxmlformats.org/drawingml/2006/main">
              <a:ext uri="{FF2B5EF4-FFF2-40B4-BE49-F238E27FC236}">
                <a16:creationId xmlns:a16="http://schemas.microsoft.com/office/drawing/2014/main" id="{EF445CFF-32D8-4501-A1DA-060479ABB222}"/>
              </a:ext>
            </a:extLst>
          </p:cNvPr>
          <p:cNvSpPr>
            <a:spLocks xmlns:a="http://schemas.openxmlformats.org/drawingml/2006/main" noGrp="1"/>
          </p:cNvSpPr>
          <p:nvPr/>
        </p:nvSpPr>
        <p:spPr>
          <a:xfrm xmlns:a="http://schemas.openxmlformats.org/drawingml/2006/main">
            <a:off x="1143000" y="2857500"/>
            <a:ext cx="914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1650" b="0">
                <a:solidFill>
                  <a:srgbClr val="555555"/>
                </a:solidFill>
                <a:latin typeface="NanumGothic"/>
                <a:ea typeface="NanumGothic"/>
                <a:cs typeface="NanumGothic"/>
              </a:defRPr>
            </a:pPr>
            <a:r>
              <a:rPr sz="1650" b="0">
                <a:solidFill>
                  <a:srgbClr val="555555"/>
                </a:solidFill>
                <a:latin typeface="NanumGothic"/>
                <a:ea typeface="NanumGothic"/>
                <a:cs typeface="NanumGothic"/>
              </a:rPr>
              <a:t>모델 load에서 transcript.json까지, 가장 먼저 고정할 판단은 무엇인가</a:t>
            </a:r>
          </a:p>
        </p:txBody>
      </p:sp>
      <p:sp>
        <p:nvSpPr>
          <p:cNvPr id="8" name="">
            <a:extLst xmlns:a="http://schemas.openxmlformats.org/drawingml/2006/main">
              <a:ext uri="{FF2B5EF4-FFF2-40B4-BE49-F238E27FC236}">
                <a16:creationId xmlns:a16="http://schemas.microsoft.com/office/drawing/2014/main" id="{89D97F2E-3CBB-427A-BF4B-7EE2D518D19C}"/>
              </a:ext>
            </a:extLst>
          </p:cNvPr>
          <p:cNvSpPr>
            <a:spLocks xmlns:a="http://schemas.openxmlformats.org/drawingml/2006/main" noGrp="1"/>
          </p:cNvSpPr>
          <p:nvPr/>
        </p:nvSpPr>
        <p:spPr>
          <a:xfrm xmlns:a="http://schemas.openxmlformats.org/drawingml/2006/main">
            <a:off x="3657600" y="3581400"/>
            <a:ext cx="487680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9" name="">
            <a:extLst xmlns:a="http://schemas.openxmlformats.org/drawingml/2006/main">
              <a:ext uri="{FF2B5EF4-FFF2-40B4-BE49-F238E27FC236}">
                <a16:creationId xmlns:a16="http://schemas.microsoft.com/office/drawing/2014/main" id="{726553FB-660D-4A7F-AAAE-AEF56ABFBA00}"/>
              </a:ext>
            </a:extLst>
          </p:cNvPr>
          <p:cNvSpPr>
            <a:spLocks xmlns:a="http://schemas.openxmlformats.org/drawingml/2006/main" noGrp="1"/>
          </p:cNvSpPr>
          <p:nvPr/>
        </p:nvSpPr>
        <p:spPr>
          <a:xfrm xmlns:a="http://schemas.openxmlformats.org/drawingml/2006/main">
            <a:off x="1714500" y="3981450"/>
            <a:ext cx="876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425" b="1">
                <a:solidFill>
                  <a:srgbClr val="555555"/>
                </a:solidFill>
                <a:latin typeface="NanumGothic"/>
                <a:ea typeface="NanumGothic"/>
                <a:cs typeface="NanumGothic"/>
              </a:defRPr>
            </a:pPr>
            <a:r>
              <a:rPr sz="1425" b="1">
                <a:solidFill>
                  <a:srgbClr val="555555"/>
                </a:solidFill>
                <a:latin typeface="NanumGothic"/>
                <a:ea typeface="NanumGothic"/>
                <a:cs typeface="NanumGothic"/>
              </a:rPr>
              <a:t>이번 차시의 확인 결과: transcript.json</a:t>
            </a:r>
          </a:p>
        </p:txBody>
      </p:sp>
    </p:spTree>
    <p:extLst>
      <p:ext uri="{BB962C8B-B14F-4D97-AF65-F5344CB8AC3E}">
        <p14:creationId xmlns:p14="http://schemas.microsoft.com/office/powerpoint/2010/main" val="158664992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3AE22FB-6A3B-4DE1-A3E9-E355693F4818}"/>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학습 결과</a:t>
            </a:r>
          </a:p>
        </p:txBody>
      </p:sp>
      <p:sp>
        <p:nvSpPr>
          <p:cNvPr id="2" name="">
            <a:extLst xmlns:a="http://schemas.openxmlformats.org/drawingml/2006/main">
              <a:ext uri="{FF2B5EF4-FFF2-40B4-BE49-F238E27FC236}">
                <a16:creationId xmlns:a16="http://schemas.microsoft.com/office/drawing/2014/main" id="{B0FC3BC3-A601-4119-9B2B-A160969BBE6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EFE14BD8-9ADE-4757-97D4-1E86D31C80B0}"/>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E9BD5E4C-666D-4AFD-B925-513C8973D1AB}"/>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5" name="">
            <a:extLst xmlns:a="http://schemas.openxmlformats.org/drawingml/2006/main">
              <a:ext uri="{FF2B5EF4-FFF2-40B4-BE49-F238E27FC236}">
                <a16:creationId xmlns:a16="http://schemas.microsoft.com/office/drawing/2014/main" id="{1135C3B3-FABE-478F-8D58-7292D59A397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034</a:t>
            </a:r>
          </a:p>
        </p:txBody>
      </p:sp>
      <p:sp>
        <p:nvSpPr>
          <p:cNvPr id="6" name="">
            <a:extLst xmlns:a="http://schemas.openxmlformats.org/drawingml/2006/main">
              <a:ext uri="{FF2B5EF4-FFF2-40B4-BE49-F238E27FC236}">
                <a16:creationId xmlns:a16="http://schemas.microsoft.com/office/drawing/2014/main" id="{62532B9C-DCC4-4BAF-A5CA-FEBDFD155E89}"/>
              </a:ext>
            </a:extLst>
          </p:cNvPr>
          <p:cNvSpPr>
            <a:spLocks xmlns:a="http://schemas.openxmlformats.org/drawingml/2006/main" noGrp="1"/>
          </p:cNvSpPr>
          <p:nvPr/>
        </p:nvSpPr>
        <p:spPr>
          <a:xfrm xmlns:a="http://schemas.openxmlformats.org/drawingml/2006/main">
            <a:off x="914400" y="1847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72E4C326-1916-4468-B3E0-1BFE7F8F8129}"/>
              </a:ext>
            </a:extLst>
          </p:cNvPr>
          <p:cNvSpPr>
            <a:spLocks xmlns:a="http://schemas.openxmlformats.org/drawingml/2006/main" noGrp="1"/>
          </p:cNvSpPr>
          <p:nvPr/>
        </p:nvSpPr>
        <p:spPr>
          <a:xfrm xmlns:a="http://schemas.openxmlformats.org/drawingml/2006/main">
            <a:off x="1352550" y="1971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B9E448C5-BDE3-4BA5-8247-B3125F4F6B15}"/>
              </a:ext>
            </a:extLst>
          </p:cNvPr>
          <p:cNvSpPr>
            <a:spLocks xmlns:a="http://schemas.openxmlformats.org/drawingml/2006/main" noGrp="1"/>
          </p:cNvSpPr>
          <p:nvPr/>
        </p:nvSpPr>
        <p:spPr>
          <a:xfrm xmlns:a="http://schemas.openxmlformats.org/drawingml/2006/main">
            <a:off x="1828800" y="18097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CPU int8 환경에서 한국어 음성을 segment와 timestamp로 전사한다.</a:t>
            </a:r>
          </a:p>
        </p:txBody>
      </p:sp>
      <p:sp>
        <p:nvSpPr>
          <p:cNvPr id="9" name="">
            <a:extLst xmlns:a="http://schemas.openxmlformats.org/drawingml/2006/main">
              <a:ext uri="{FF2B5EF4-FFF2-40B4-BE49-F238E27FC236}">
                <a16:creationId xmlns:a16="http://schemas.microsoft.com/office/drawing/2014/main" id="{60E2E0BF-1860-46D1-861A-A93FD6D24816}"/>
              </a:ext>
            </a:extLst>
          </p:cNvPr>
          <p:cNvSpPr>
            <a:spLocks xmlns:a="http://schemas.openxmlformats.org/drawingml/2006/main" noGrp="1"/>
          </p:cNvSpPr>
          <p:nvPr/>
        </p:nvSpPr>
        <p:spPr>
          <a:xfrm xmlns:a="http://schemas.openxmlformats.org/drawingml/2006/main">
            <a:off x="914400" y="3009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0" name="">
            <a:extLst xmlns:a="http://schemas.openxmlformats.org/drawingml/2006/main">
              <a:ext uri="{FF2B5EF4-FFF2-40B4-BE49-F238E27FC236}">
                <a16:creationId xmlns:a16="http://schemas.microsoft.com/office/drawing/2014/main" id="{60E4BA6F-68E9-43D4-88F6-B2753B0A6130}"/>
              </a:ext>
            </a:extLst>
          </p:cNvPr>
          <p:cNvSpPr>
            <a:spLocks xmlns:a="http://schemas.openxmlformats.org/drawingml/2006/main" noGrp="1"/>
          </p:cNvSpPr>
          <p:nvPr/>
        </p:nvSpPr>
        <p:spPr>
          <a:xfrm xmlns:a="http://schemas.openxmlformats.org/drawingml/2006/main">
            <a:off x="1352550" y="3133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98A61E88-3B2D-4F0A-9850-8E31F3025465}"/>
              </a:ext>
            </a:extLst>
          </p:cNvPr>
          <p:cNvSpPr>
            <a:spLocks xmlns:a="http://schemas.openxmlformats.org/drawingml/2006/main" noGrp="1"/>
          </p:cNvSpPr>
          <p:nvPr/>
        </p:nvSpPr>
        <p:spPr>
          <a:xfrm xmlns:a="http://schemas.openxmlformats.org/drawingml/2006/main">
            <a:off x="1828800" y="297180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모델 download나 GPU OOM 때문에 후속 수업 전체가 멈춘다. 왜 위험한지 설명한다.</a:t>
            </a:r>
          </a:p>
        </p:txBody>
      </p:sp>
      <p:sp>
        <p:nvSpPr>
          <p:cNvPr id="12" name="">
            <a:extLst xmlns:a="http://schemas.openxmlformats.org/drawingml/2006/main">
              <a:ext uri="{FF2B5EF4-FFF2-40B4-BE49-F238E27FC236}">
                <a16:creationId xmlns:a16="http://schemas.microsoft.com/office/drawing/2014/main" id="{1502EBB4-7E3F-44B3-9F2E-8636FC4860A1}"/>
              </a:ext>
            </a:extLst>
          </p:cNvPr>
          <p:cNvSpPr>
            <a:spLocks xmlns:a="http://schemas.openxmlformats.org/drawingml/2006/main" noGrp="1"/>
          </p:cNvSpPr>
          <p:nvPr/>
        </p:nvSpPr>
        <p:spPr>
          <a:xfrm xmlns:a="http://schemas.openxmlformats.org/drawingml/2006/main">
            <a:off x="914400" y="41719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3" name="">
            <a:extLst xmlns:a="http://schemas.openxmlformats.org/drawingml/2006/main">
              <a:ext uri="{FF2B5EF4-FFF2-40B4-BE49-F238E27FC236}">
                <a16:creationId xmlns:a16="http://schemas.microsoft.com/office/drawing/2014/main" id="{F973EF37-3790-43F0-AC9A-FA973B63B1D9}"/>
              </a:ext>
            </a:extLst>
          </p:cNvPr>
          <p:cNvSpPr>
            <a:spLocks xmlns:a="http://schemas.openxmlformats.org/drawingml/2006/main" noGrp="1"/>
          </p:cNvSpPr>
          <p:nvPr/>
        </p:nvSpPr>
        <p:spPr>
          <a:xfrm xmlns:a="http://schemas.openxmlformats.org/drawingml/2006/main">
            <a:off x="1352550" y="42957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3671E5DD-BD97-4798-A317-2F178E75CF53}"/>
              </a:ext>
            </a:extLst>
          </p:cNvPr>
          <p:cNvSpPr>
            <a:spLocks xmlns:a="http://schemas.openxmlformats.org/drawingml/2006/main" noGrp="1"/>
          </p:cNvSpPr>
          <p:nvPr/>
        </p:nvSpPr>
        <p:spPr>
          <a:xfrm xmlns:a="http://schemas.openxmlformats.org/drawingml/2006/main">
            <a:off x="1828800" y="41338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transcript.json에서 정상과 실패 상태를 직접 확인한다.</a:t>
            </a:r>
          </a:p>
        </p:txBody>
      </p:sp>
    </p:spTree>
    <p:extLst>
      <p:ext uri="{BB962C8B-B14F-4D97-AF65-F5344CB8AC3E}">
        <p14:creationId xmlns:p14="http://schemas.microsoft.com/office/powerpoint/2010/main" val="28773084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D2280C4-6743-4283-BBB5-6781344CC5DD}"/>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용어</a:t>
            </a:r>
          </a:p>
        </p:txBody>
      </p:sp>
      <p:sp>
        <p:nvSpPr>
          <p:cNvPr id="2" name="">
            <a:extLst xmlns:a="http://schemas.openxmlformats.org/drawingml/2006/main">
              <a:ext uri="{FF2B5EF4-FFF2-40B4-BE49-F238E27FC236}">
                <a16:creationId xmlns:a16="http://schemas.microsoft.com/office/drawing/2014/main" id="{2D2C59C5-C78D-46DF-915B-89A60E582704}"/>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용어 풀이</a:t>
            </a:r>
          </a:p>
        </p:txBody>
      </p:sp>
      <p:sp>
        <p:nvSpPr>
          <p:cNvPr id="3" name="">
            <a:extLst xmlns:a="http://schemas.openxmlformats.org/drawingml/2006/main">
              <a:ext uri="{FF2B5EF4-FFF2-40B4-BE49-F238E27FC236}">
                <a16:creationId xmlns:a16="http://schemas.microsoft.com/office/drawing/2014/main" id="{D2E669F2-76DA-4685-9D75-18F1DD42D5F3}"/>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2D376CF7-27BE-43B3-998A-304E04D5A568}"/>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8D39C87A-CE28-4F1B-9A88-29FA3AC67BEF}"/>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04033DCA-069B-4ABA-9847-2BB0AFDB1F6D}"/>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035</a:t>
            </a:r>
          </a:p>
        </p:txBody>
      </p:sp>
      <p:sp>
        <p:nvSpPr>
          <p:cNvPr id="7" name="">
            <a:extLst xmlns:a="http://schemas.openxmlformats.org/drawingml/2006/main">
              <a:ext uri="{FF2B5EF4-FFF2-40B4-BE49-F238E27FC236}">
                <a16:creationId xmlns:a16="http://schemas.microsoft.com/office/drawing/2014/main" id="{E2102128-765F-47CF-BCD8-413058854414}"/>
              </a:ext>
            </a:extLst>
          </p:cNvPr>
          <p:cNvSpPr>
            <a:spLocks xmlns:a="http://schemas.openxmlformats.org/drawingml/2006/main" noGrp="1"/>
          </p:cNvSpPr>
          <p:nvPr/>
        </p:nvSpPr>
        <p:spPr>
          <a:xfrm xmlns:a="http://schemas.openxmlformats.org/drawingml/2006/main">
            <a:off x="762000" y="1504950"/>
            <a:ext cx="2476500" cy="8572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8" name="">
            <a:extLst xmlns:a="http://schemas.openxmlformats.org/drawingml/2006/main">
              <a:ext uri="{FF2B5EF4-FFF2-40B4-BE49-F238E27FC236}">
                <a16:creationId xmlns:a16="http://schemas.microsoft.com/office/drawing/2014/main" id="{CE7F4D9B-6878-4C0B-8754-67C4330442DE}"/>
              </a:ext>
            </a:extLst>
          </p:cNvPr>
          <p:cNvSpPr>
            <a:spLocks xmlns:a="http://schemas.openxmlformats.org/drawingml/2006/main" noGrp="1"/>
          </p:cNvSpPr>
          <p:nvPr/>
        </p:nvSpPr>
        <p:spPr>
          <a:xfrm xmlns:a="http://schemas.openxmlformats.org/drawingml/2006/main">
            <a:off x="933450" y="16764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용어</a:t>
            </a:r>
          </a:p>
        </p:txBody>
      </p:sp>
      <p:sp>
        <p:nvSpPr>
          <p:cNvPr id="9" name="">
            <a:extLst xmlns:a="http://schemas.openxmlformats.org/drawingml/2006/main">
              <a:ext uri="{FF2B5EF4-FFF2-40B4-BE49-F238E27FC236}">
                <a16:creationId xmlns:a16="http://schemas.microsoft.com/office/drawing/2014/main" id="{1B6D2E3C-84F8-4B3C-8054-98B87DA7C490}"/>
              </a:ext>
            </a:extLst>
          </p:cNvPr>
          <p:cNvSpPr>
            <a:spLocks xmlns:a="http://schemas.openxmlformats.org/drawingml/2006/main" noGrp="1"/>
          </p:cNvSpPr>
          <p:nvPr/>
        </p:nvSpPr>
        <p:spPr>
          <a:xfrm xmlns:a="http://schemas.openxmlformats.org/drawingml/2006/main">
            <a:off x="3238500" y="1504950"/>
            <a:ext cx="7810500" cy="8572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0" name="">
            <a:extLst xmlns:a="http://schemas.openxmlformats.org/drawingml/2006/main">
              <a:ext uri="{FF2B5EF4-FFF2-40B4-BE49-F238E27FC236}">
                <a16:creationId xmlns:a16="http://schemas.microsoft.com/office/drawing/2014/main" id="{1F7D5CBF-6E8D-44ED-BCC4-83FF63500486}"/>
              </a:ext>
            </a:extLst>
          </p:cNvPr>
          <p:cNvSpPr>
            <a:spLocks xmlns:a="http://schemas.openxmlformats.org/drawingml/2006/main" noGrp="1"/>
          </p:cNvSpPr>
          <p:nvPr/>
        </p:nvSpPr>
        <p:spPr>
          <a:xfrm xmlns:a="http://schemas.openxmlformats.org/drawingml/2006/main">
            <a:off x="3409950" y="16764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이 수업에서 쓰는 뜻</a:t>
            </a:r>
          </a:p>
        </p:txBody>
      </p:sp>
      <p:sp>
        <p:nvSpPr>
          <p:cNvPr id="11" name="">
            <a:extLst xmlns:a="http://schemas.openxmlformats.org/drawingml/2006/main">
              <a:ext uri="{FF2B5EF4-FFF2-40B4-BE49-F238E27FC236}">
                <a16:creationId xmlns:a16="http://schemas.microsoft.com/office/drawing/2014/main" id="{3C0E96F7-D2BA-49A7-85B1-120715B71045}"/>
              </a:ext>
            </a:extLst>
          </p:cNvPr>
          <p:cNvSpPr>
            <a:spLocks xmlns:a="http://schemas.openxmlformats.org/drawingml/2006/main" noGrp="1"/>
          </p:cNvSpPr>
          <p:nvPr/>
        </p:nvSpPr>
        <p:spPr>
          <a:xfrm xmlns:a="http://schemas.openxmlformats.org/drawingml/2006/main">
            <a:off x="762000" y="2362200"/>
            <a:ext cx="2476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739FFD1D-067A-47C1-9AC6-C59BB67ECCE2}"/>
              </a:ext>
            </a:extLst>
          </p:cNvPr>
          <p:cNvSpPr>
            <a:spLocks xmlns:a="http://schemas.openxmlformats.org/drawingml/2006/main" noGrp="1"/>
          </p:cNvSpPr>
          <p:nvPr/>
        </p:nvSpPr>
        <p:spPr>
          <a:xfrm xmlns:a="http://schemas.openxmlformats.org/drawingml/2006/main">
            <a:off x="933450" y="253365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Whisper</a:t>
            </a:r>
          </a:p>
        </p:txBody>
      </p:sp>
      <p:sp>
        <p:nvSpPr>
          <p:cNvPr id="13" name="">
            <a:extLst xmlns:a="http://schemas.openxmlformats.org/drawingml/2006/main">
              <a:ext uri="{FF2B5EF4-FFF2-40B4-BE49-F238E27FC236}">
                <a16:creationId xmlns:a16="http://schemas.microsoft.com/office/drawing/2014/main" id="{A0EBF0A2-D4DD-4EBB-AB8F-0D11E965C0E3}"/>
              </a:ext>
            </a:extLst>
          </p:cNvPr>
          <p:cNvSpPr>
            <a:spLocks xmlns:a="http://schemas.openxmlformats.org/drawingml/2006/main" noGrp="1"/>
          </p:cNvSpPr>
          <p:nvPr/>
        </p:nvSpPr>
        <p:spPr>
          <a:xfrm xmlns:a="http://schemas.openxmlformats.org/drawingml/2006/main">
            <a:off x="3238500" y="2362200"/>
            <a:ext cx="7810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AF450725-8D76-4393-9C0B-261652EBAEF4}"/>
              </a:ext>
            </a:extLst>
          </p:cNvPr>
          <p:cNvSpPr>
            <a:spLocks xmlns:a="http://schemas.openxmlformats.org/drawingml/2006/main" noGrp="1"/>
          </p:cNvSpPr>
          <p:nvPr/>
        </p:nvSpPr>
        <p:spPr>
          <a:xfrm xmlns:a="http://schemas.openxmlformats.org/drawingml/2006/main">
            <a:off x="3409950" y="253365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음성을 문자로 바꾸는 모델 계열</a:t>
            </a:r>
          </a:p>
        </p:txBody>
      </p:sp>
      <p:sp>
        <p:nvSpPr>
          <p:cNvPr id="15" name="">
            <a:extLst xmlns:a="http://schemas.openxmlformats.org/drawingml/2006/main">
              <a:ext uri="{FF2B5EF4-FFF2-40B4-BE49-F238E27FC236}">
                <a16:creationId xmlns:a16="http://schemas.microsoft.com/office/drawing/2014/main" id="{F7AD538C-E191-45D9-90C1-36681C18BB84}"/>
              </a:ext>
            </a:extLst>
          </p:cNvPr>
          <p:cNvSpPr>
            <a:spLocks xmlns:a="http://schemas.openxmlformats.org/drawingml/2006/main" noGrp="1"/>
          </p:cNvSpPr>
          <p:nvPr/>
        </p:nvSpPr>
        <p:spPr>
          <a:xfrm xmlns:a="http://schemas.openxmlformats.org/drawingml/2006/main">
            <a:off x="762000" y="3219450"/>
            <a:ext cx="2476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6" name="">
            <a:extLst xmlns:a="http://schemas.openxmlformats.org/drawingml/2006/main">
              <a:ext uri="{FF2B5EF4-FFF2-40B4-BE49-F238E27FC236}">
                <a16:creationId xmlns:a16="http://schemas.microsoft.com/office/drawing/2014/main" id="{A85CCD9C-9347-455F-83B5-7EEC44940F2B}"/>
              </a:ext>
            </a:extLst>
          </p:cNvPr>
          <p:cNvSpPr>
            <a:spLocks xmlns:a="http://schemas.openxmlformats.org/drawingml/2006/main" noGrp="1"/>
          </p:cNvSpPr>
          <p:nvPr/>
        </p:nvSpPr>
        <p:spPr>
          <a:xfrm xmlns:a="http://schemas.openxmlformats.org/drawingml/2006/main">
            <a:off x="933450" y="33909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faster-whisper</a:t>
            </a:r>
          </a:p>
        </p:txBody>
      </p:sp>
      <p:sp>
        <p:nvSpPr>
          <p:cNvPr id="17" name="">
            <a:extLst xmlns:a="http://schemas.openxmlformats.org/drawingml/2006/main">
              <a:ext uri="{FF2B5EF4-FFF2-40B4-BE49-F238E27FC236}">
                <a16:creationId xmlns:a16="http://schemas.microsoft.com/office/drawing/2014/main" id="{0125DB72-7A03-4B8A-B71A-F50B1E82C5FC}"/>
              </a:ext>
            </a:extLst>
          </p:cNvPr>
          <p:cNvSpPr>
            <a:spLocks xmlns:a="http://schemas.openxmlformats.org/drawingml/2006/main" noGrp="1"/>
          </p:cNvSpPr>
          <p:nvPr/>
        </p:nvSpPr>
        <p:spPr>
          <a:xfrm xmlns:a="http://schemas.openxmlformats.org/drawingml/2006/main">
            <a:off x="3238500" y="3219450"/>
            <a:ext cx="7810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4CF92DD6-AB88-48E2-B569-DFA949B57A11}"/>
              </a:ext>
            </a:extLst>
          </p:cNvPr>
          <p:cNvSpPr>
            <a:spLocks xmlns:a="http://schemas.openxmlformats.org/drawingml/2006/main" noGrp="1"/>
          </p:cNvSpPr>
          <p:nvPr/>
        </p:nvSpPr>
        <p:spPr>
          <a:xfrm xmlns:a="http://schemas.openxmlformats.org/drawingml/2006/main">
            <a:off x="3409950" y="33909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CTranslate2 기반 실행 구현</a:t>
            </a:r>
          </a:p>
        </p:txBody>
      </p:sp>
      <p:sp>
        <p:nvSpPr>
          <p:cNvPr id="19" name="">
            <a:extLst xmlns:a="http://schemas.openxmlformats.org/drawingml/2006/main">
              <a:ext uri="{FF2B5EF4-FFF2-40B4-BE49-F238E27FC236}">
                <a16:creationId xmlns:a16="http://schemas.microsoft.com/office/drawing/2014/main" id="{9C925886-2356-4B9F-91B5-C7711A2EB078}"/>
              </a:ext>
            </a:extLst>
          </p:cNvPr>
          <p:cNvSpPr>
            <a:spLocks xmlns:a="http://schemas.openxmlformats.org/drawingml/2006/main" noGrp="1"/>
          </p:cNvSpPr>
          <p:nvPr/>
        </p:nvSpPr>
        <p:spPr>
          <a:xfrm xmlns:a="http://schemas.openxmlformats.org/drawingml/2006/main">
            <a:off x="762000" y="4076700"/>
            <a:ext cx="2476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0" name="">
            <a:extLst xmlns:a="http://schemas.openxmlformats.org/drawingml/2006/main">
              <a:ext uri="{FF2B5EF4-FFF2-40B4-BE49-F238E27FC236}">
                <a16:creationId xmlns:a16="http://schemas.microsoft.com/office/drawing/2014/main" id="{D6B72B48-E310-470C-BFD9-F2686DDE6141}"/>
              </a:ext>
            </a:extLst>
          </p:cNvPr>
          <p:cNvSpPr>
            <a:spLocks xmlns:a="http://schemas.openxmlformats.org/drawingml/2006/main" noGrp="1"/>
          </p:cNvSpPr>
          <p:nvPr/>
        </p:nvSpPr>
        <p:spPr>
          <a:xfrm xmlns:a="http://schemas.openxmlformats.org/drawingml/2006/main">
            <a:off x="933450" y="424815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int8</a:t>
            </a:r>
          </a:p>
        </p:txBody>
      </p:sp>
      <p:sp>
        <p:nvSpPr>
          <p:cNvPr id="21" name="">
            <a:extLst xmlns:a="http://schemas.openxmlformats.org/drawingml/2006/main">
              <a:ext uri="{FF2B5EF4-FFF2-40B4-BE49-F238E27FC236}">
                <a16:creationId xmlns:a16="http://schemas.microsoft.com/office/drawing/2014/main" id="{05E9CBB3-FD0B-41EF-9486-24349448A168}"/>
              </a:ext>
            </a:extLst>
          </p:cNvPr>
          <p:cNvSpPr>
            <a:spLocks xmlns:a="http://schemas.openxmlformats.org/drawingml/2006/main" noGrp="1"/>
          </p:cNvSpPr>
          <p:nvPr/>
        </p:nvSpPr>
        <p:spPr>
          <a:xfrm xmlns:a="http://schemas.openxmlformats.org/drawingml/2006/main">
            <a:off x="3238500" y="4076700"/>
            <a:ext cx="7810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49BB1EA3-283F-4C3D-B740-547652DAD68B}"/>
              </a:ext>
            </a:extLst>
          </p:cNvPr>
          <p:cNvSpPr>
            <a:spLocks xmlns:a="http://schemas.openxmlformats.org/drawingml/2006/main" noGrp="1"/>
          </p:cNvSpPr>
          <p:nvPr/>
        </p:nvSpPr>
        <p:spPr>
          <a:xfrm xmlns:a="http://schemas.openxmlformats.org/drawingml/2006/main">
            <a:off x="3409950" y="424815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메모리를 줄이는 계산 형식</a:t>
            </a:r>
          </a:p>
        </p:txBody>
      </p:sp>
      <p:sp>
        <p:nvSpPr>
          <p:cNvPr id="23" name="">
            <a:extLst xmlns:a="http://schemas.openxmlformats.org/drawingml/2006/main">
              <a:ext uri="{FF2B5EF4-FFF2-40B4-BE49-F238E27FC236}">
                <a16:creationId xmlns:a16="http://schemas.microsoft.com/office/drawing/2014/main" id="{CD8C7DAB-930F-4858-8BB4-2F1E5E0D99C2}"/>
              </a:ext>
            </a:extLst>
          </p:cNvPr>
          <p:cNvSpPr>
            <a:spLocks xmlns:a="http://schemas.openxmlformats.org/drawingml/2006/main" noGrp="1"/>
          </p:cNvSpPr>
          <p:nvPr/>
        </p:nvSpPr>
        <p:spPr>
          <a:xfrm xmlns:a="http://schemas.openxmlformats.org/drawingml/2006/main">
            <a:off x="762000" y="4933950"/>
            <a:ext cx="2476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4" name="">
            <a:extLst xmlns:a="http://schemas.openxmlformats.org/drawingml/2006/main">
              <a:ext uri="{FF2B5EF4-FFF2-40B4-BE49-F238E27FC236}">
                <a16:creationId xmlns:a16="http://schemas.microsoft.com/office/drawing/2014/main" id="{1DDC00F1-F64A-48B8-A3C0-680ACAF46AAD}"/>
              </a:ext>
            </a:extLst>
          </p:cNvPr>
          <p:cNvSpPr>
            <a:spLocks xmlns:a="http://schemas.openxmlformats.org/drawingml/2006/main" noGrp="1"/>
          </p:cNvSpPr>
          <p:nvPr/>
        </p:nvSpPr>
        <p:spPr>
          <a:xfrm xmlns:a="http://schemas.openxmlformats.org/drawingml/2006/main">
            <a:off x="933450" y="51054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Segment</a:t>
            </a:r>
          </a:p>
        </p:txBody>
      </p:sp>
      <p:sp>
        <p:nvSpPr>
          <p:cNvPr id="25" name="">
            <a:extLst xmlns:a="http://schemas.openxmlformats.org/drawingml/2006/main">
              <a:ext uri="{FF2B5EF4-FFF2-40B4-BE49-F238E27FC236}">
                <a16:creationId xmlns:a16="http://schemas.microsoft.com/office/drawing/2014/main" id="{5E3DDF19-59F8-42A0-89F7-CB53E390C70F}"/>
              </a:ext>
            </a:extLst>
          </p:cNvPr>
          <p:cNvSpPr>
            <a:spLocks xmlns:a="http://schemas.openxmlformats.org/drawingml/2006/main" noGrp="1"/>
          </p:cNvSpPr>
          <p:nvPr/>
        </p:nvSpPr>
        <p:spPr>
          <a:xfrm xmlns:a="http://schemas.openxmlformats.org/drawingml/2006/main">
            <a:off x="3238500" y="4933950"/>
            <a:ext cx="7810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6" name="">
            <a:extLst xmlns:a="http://schemas.openxmlformats.org/drawingml/2006/main">
              <a:ext uri="{FF2B5EF4-FFF2-40B4-BE49-F238E27FC236}">
                <a16:creationId xmlns:a16="http://schemas.microsoft.com/office/drawing/2014/main" id="{00C1B3E9-9DE4-4107-B8CC-634031C168E8}"/>
              </a:ext>
            </a:extLst>
          </p:cNvPr>
          <p:cNvSpPr>
            <a:spLocks xmlns:a="http://schemas.openxmlformats.org/drawingml/2006/main" noGrp="1"/>
          </p:cNvSpPr>
          <p:nvPr/>
        </p:nvSpPr>
        <p:spPr>
          <a:xfrm xmlns:a="http://schemas.openxmlformats.org/drawingml/2006/main">
            <a:off x="3409950" y="51054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시작·끝 시각이 붙은 발화 조각</a:t>
            </a:r>
          </a:p>
        </p:txBody>
      </p:sp>
    </p:spTree>
    <p:extLst>
      <p:ext uri="{BB962C8B-B14F-4D97-AF65-F5344CB8AC3E}">
        <p14:creationId xmlns:p14="http://schemas.microsoft.com/office/powerpoint/2010/main" val="101322621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8594778-6BA8-4B09-9A05-27783E7DD960}"/>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transcript.json 입출력</a:t>
            </a:r>
          </a:p>
        </p:txBody>
      </p:sp>
      <p:sp>
        <p:nvSpPr>
          <p:cNvPr id="2" name="">
            <a:extLst xmlns:a="http://schemas.openxmlformats.org/drawingml/2006/main">
              <a:ext uri="{FF2B5EF4-FFF2-40B4-BE49-F238E27FC236}">
                <a16:creationId xmlns:a16="http://schemas.microsoft.com/office/drawing/2014/main" id="{4040105C-D01E-40F7-9880-6C7A27D0F681}"/>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C8D4C471-9DE9-4D8C-AA42-EB081353EF65}"/>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3F1131C4-016E-431E-8CC7-F2FBF8841918}"/>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5" name="">
            <a:extLst xmlns:a="http://schemas.openxmlformats.org/drawingml/2006/main">
              <a:ext uri="{FF2B5EF4-FFF2-40B4-BE49-F238E27FC236}">
                <a16:creationId xmlns:a16="http://schemas.microsoft.com/office/drawing/2014/main" id="{1C57D50C-3D36-455F-B776-278065DA720A}"/>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036</a:t>
            </a:r>
          </a:p>
        </p:txBody>
      </p:sp>
      <p:sp>
        <p:nvSpPr>
          <p:cNvPr id="6" name="">
            <a:extLst xmlns:a="http://schemas.openxmlformats.org/drawingml/2006/main">
              <a:ext uri="{FF2B5EF4-FFF2-40B4-BE49-F238E27FC236}">
                <a16:creationId xmlns:a16="http://schemas.microsoft.com/office/drawing/2014/main" id="{6B76F4E5-7E86-47AD-8612-E10FB9897A63}"/>
              </a:ext>
            </a:extLst>
          </p:cNvPr>
          <p:cNvSpPr>
            <a:spLocks xmlns:a="http://schemas.openxmlformats.org/drawingml/2006/main" noGrp="1"/>
          </p:cNvSpPr>
          <p:nvPr/>
        </p:nvSpPr>
        <p:spPr>
          <a:xfrm xmlns:a="http://schemas.openxmlformats.org/drawingml/2006/main">
            <a:off x="685800" y="1581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INPUT</a:t>
            </a:r>
          </a:p>
        </p:txBody>
      </p:sp>
      <p:sp>
        <p:nvSpPr>
          <p:cNvPr id="7" name="">
            <a:extLst xmlns:a="http://schemas.openxmlformats.org/drawingml/2006/main">
              <a:ext uri="{FF2B5EF4-FFF2-40B4-BE49-F238E27FC236}">
                <a16:creationId xmlns:a16="http://schemas.microsoft.com/office/drawing/2014/main" id="{E56C4EF6-76A6-4408-B454-9E2F68F356EC}"/>
              </a:ext>
            </a:extLst>
          </p:cNvPr>
          <p:cNvSpPr>
            <a:spLocks xmlns:a="http://schemas.openxmlformats.org/drawingml/2006/main" noGrp="1"/>
          </p:cNvSpPr>
          <p:nvPr/>
        </p:nvSpPr>
        <p:spPr>
          <a:xfrm xmlns:a="http://schemas.openxmlformats.org/drawingml/2006/main">
            <a:off x="685800" y="196215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56B383FA-5AF7-457A-9F8B-4EE15FF42DFE}"/>
              </a:ext>
            </a:extLst>
          </p:cNvPr>
          <p:cNvSpPr>
            <a:spLocks xmlns:a="http://schemas.openxmlformats.org/drawingml/2006/main" noGrp="1"/>
          </p:cNvSpPr>
          <p:nvPr/>
        </p:nvSpPr>
        <p:spPr>
          <a:xfrm xmlns:a="http://schemas.openxmlformats.org/drawingml/2006/main">
            <a:off x="685800" y="21717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src/meeting_demo.py</a:t>
            </a:r>
          </a:p>
        </p:txBody>
      </p:sp>
      <p:sp>
        <p:nvSpPr>
          <p:cNvPr id="9" name="">
            <a:extLst xmlns:a="http://schemas.openxmlformats.org/drawingml/2006/main">
              <a:ext uri="{FF2B5EF4-FFF2-40B4-BE49-F238E27FC236}">
                <a16:creationId xmlns:a16="http://schemas.microsoft.com/office/drawing/2014/main" id="{A00B2D27-B4DB-4B53-B824-70A17F7EABBE}"/>
              </a:ext>
            </a:extLst>
          </p:cNvPr>
          <p:cNvSpPr>
            <a:spLocks xmlns:a="http://schemas.openxmlformats.org/drawingml/2006/main" noGrp="1"/>
          </p:cNvSpPr>
          <p:nvPr/>
        </p:nvSpPr>
        <p:spPr>
          <a:xfrm xmlns:a="http://schemas.openxmlformats.org/drawingml/2006/main">
            <a:off x="6096000" y="1581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PROCESS</a:t>
            </a:r>
          </a:p>
        </p:txBody>
      </p:sp>
      <p:sp>
        <p:nvSpPr>
          <p:cNvPr id="10" name="">
            <a:extLst xmlns:a="http://schemas.openxmlformats.org/drawingml/2006/main">
              <a:ext uri="{FF2B5EF4-FFF2-40B4-BE49-F238E27FC236}">
                <a16:creationId xmlns:a16="http://schemas.microsoft.com/office/drawing/2014/main" id="{8C4EDCA5-420C-4560-BFAF-A1C02DE471E4}"/>
              </a:ext>
            </a:extLst>
          </p:cNvPr>
          <p:cNvSpPr>
            <a:spLocks xmlns:a="http://schemas.openxmlformats.org/drawingml/2006/main" noGrp="1"/>
          </p:cNvSpPr>
          <p:nvPr/>
        </p:nvSpPr>
        <p:spPr>
          <a:xfrm xmlns:a="http://schemas.openxmlformats.org/drawingml/2006/main">
            <a:off x="6096000" y="196215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8EB2D751-5EF9-410D-86C7-5856B312F54D}"/>
              </a:ext>
            </a:extLst>
          </p:cNvPr>
          <p:cNvSpPr>
            <a:spLocks xmlns:a="http://schemas.openxmlformats.org/drawingml/2006/main" noGrp="1"/>
          </p:cNvSpPr>
          <p:nvPr/>
        </p:nvSpPr>
        <p:spPr>
          <a:xfrm xmlns:a="http://schemas.openxmlformats.org/drawingml/2006/main">
            <a:off x="6096000" y="21717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모델 load → VAD 적용 → beam search</a:t>
            </a:r>
          </a:p>
        </p:txBody>
      </p:sp>
      <p:sp>
        <p:nvSpPr>
          <p:cNvPr id="12" name="">
            <a:extLst xmlns:a="http://schemas.openxmlformats.org/drawingml/2006/main">
              <a:ext uri="{FF2B5EF4-FFF2-40B4-BE49-F238E27FC236}">
                <a16:creationId xmlns:a16="http://schemas.microsoft.com/office/drawing/2014/main" id="{175A5912-85FA-4E65-A352-A96295C4D8DE}"/>
              </a:ext>
            </a:extLst>
          </p:cNvPr>
          <p:cNvSpPr>
            <a:spLocks xmlns:a="http://schemas.openxmlformats.org/drawingml/2006/main" noGrp="1"/>
          </p:cNvSpPr>
          <p:nvPr/>
        </p:nvSpPr>
        <p:spPr>
          <a:xfrm xmlns:a="http://schemas.openxmlformats.org/drawingml/2006/main">
            <a:off x="685800" y="3619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OUTPUT</a:t>
            </a:r>
          </a:p>
        </p:txBody>
      </p:sp>
      <p:sp>
        <p:nvSpPr>
          <p:cNvPr id="13" name="">
            <a:extLst xmlns:a="http://schemas.openxmlformats.org/drawingml/2006/main">
              <a:ext uri="{FF2B5EF4-FFF2-40B4-BE49-F238E27FC236}">
                <a16:creationId xmlns:a16="http://schemas.microsoft.com/office/drawing/2014/main" id="{8BAD8FA6-56E8-4DD8-B9A8-26148CD4D260}"/>
              </a:ext>
            </a:extLst>
          </p:cNvPr>
          <p:cNvSpPr>
            <a:spLocks xmlns:a="http://schemas.openxmlformats.org/drawingml/2006/main" noGrp="1"/>
          </p:cNvSpPr>
          <p:nvPr/>
        </p:nvSpPr>
        <p:spPr>
          <a:xfrm xmlns:a="http://schemas.openxmlformats.org/drawingml/2006/main">
            <a:off x="685800" y="400050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E9F787AA-06D8-4331-B362-4D034351B784}"/>
              </a:ext>
            </a:extLst>
          </p:cNvPr>
          <p:cNvSpPr>
            <a:spLocks xmlns:a="http://schemas.openxmlformats.org/drawingml/2006/main" noGrp="1"/>
          </p:cNvSpPr>
          <p:nvPr/>
        </p:nvSpPr>
        <p:spPr>
          <a:xfrm xmlns:a="http://schemas.openxmlformats.org/drawingml/2006/main">
            <a:off x="685800" y="42100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transcript.json</a:t>
            </a:r>
          </a:p>
        </p:txBody>
      </p:sp>
      <p:sp>
        <p:nvSpPr>
          <p:cNvPr id="15" name="">
            <a:extLst xmlns:a="http://schemas.openxmlformats.org/drawingml/2006/main">
              <a:ext uri="{FF2B5EF4-FFF2-40B4-BE49-F238E27FC236}">
                <a16:creationId xmlns:a16="http://schemas.microsoft.com/office/drawing/2014/main" id="{F183C594-88BC-4D1C-8BD8-268E9F02E004}"/>
              </a:ext>
            </a:extLst>
          </p:cNvPr>
          <p:cNvSpPr>
            <a:spLocks xmlns:a="http://schemas.openxmlformats.org/drawingml/2006/main" noGrp="1"/>
          </p:cNvSpPr>
          <p:nvPr/>
        </p:nvSpPr>
        <p:spPr>
          <a:xfrm xmlns:a="http://schemas.openxmlformats.org/drawingml/2006/main">
            <a:off x="6096000" y="3619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VERIFY</a:t>
            </a:r>
          </a:p>
        </p:txBody>
      </p:sp>
      <p:sp>
        <p:nvSpPr>
          <p:cNvPr id="16" name="">
            <a:extLst xmlns:a="http://schemas.openxmlformats.org/drawingml/2006/main">
              <a:ext uri="{FF2B5EF4-FFF2-40B4-BE49-F238E27FC236}">
                <a16:creationId xmlns:a16="http://schemas.microsoft.com/office/drawing/2014/main" id="{2D9EF2F1-B32C-4606-AFE2-E89683B00A9C}"/>
              </a:ext>
            </a:extLst>
          </p:cNvPr>
          <p:cNvSpPr>
            <a:spLocks xmlns:a="http://schemas.openxmlformats.org/drawingml/2006/main" noGrp="1"/>
          </p:cNvSpPr>
          <p:nvPr/>
        </p:nvSpPr>
        <p:spPr>
          <a:xfrm xmlns:a="http://schemas.openxmlformats.org/drawingml/2006/main">
            <a:off x="6096000" y="400050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7" name="">
            <a:extLst xmlns:a="http://schemas.openxmlformats.org/drawingml/2006/main">
              <a:ext uri="{FF2B5EF4-FFF2-40B4-BE49-F238E27FC236}">
                <a16:creationId xmlns:a16="http://schemas.microsoft.com/office/drawing/2014/main" id="{3B7633A8-76F4-4237-ACF7-3B68D5E4DBDC}"/>
              </a:ext>
            </a:extLst>
          </p:cNvPr>
          <p:cNvSpPr>
            <a:spLocks xmlns:a="http://schemas.openxmlformats.org/drawingml/2006/main" noGrp="1"/>
          </p:cNvSpPr>
          <p:nvPr/>
        </p:nvSpPr>
        <p:spPr>
          <a:xfrm xmlns:a="http://schemas.openxmlformats.org/drawingml/2006/main">
            <a:off x="6096000" y="42100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segment마다 start·end·text가 있고 float가 JSON 직렬화된다.</a:t>
            </a:r>
          </a:p>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STT package가 없으면 fixture와 STT_FALLBACK_USED를 함께 남긴다.</a:t>
            </a:r>
          </a:p>
        </p:txBody>
      </p:sp>
    </p:spTree>
    <p:extLst>
      <p:ext uri="{BB962C8B-B14F-4D97-AF65-F5344CB8AC3E}">
        <p14:creationId xmlns:p14="http://schemas.microsoft.com/office/powerpoint/2010/main" val="34489381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F06F182-3598-4D69-926E-EFA310989520}"/>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실행 흐름</a:t>
            </a:r>
          </a:p>
        </p:txBody>
      </p:sp>
      <p:sp>
        <p:nvSpPr>
          <p:cNvPr id="2" name="">
            <a:extLst xmlns:a="http://schemas.openxmlformats.org/drawingml/2006/main">
              <a:ext uri="{FF2B5EF4-FFF2-40B4-BE49-F238E27FC236}">
                <a16:creationId xmlns:a16="http://schemas.microsoft.com/office/drawing/2014/main" id="{6B6E0580-8313-4524-A68A-524F6014111E}"/>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업무 흐름</a:t>
            </a:r>
          </a:p>
        </p:txBody>
      </p:sp>
      <p:sp>
        <p:nvSpPr>
          <p:cNvPr id="3" name="">
            <a:extLst xmlns:a="http://schemas.openxmlformats.org/drawingml/2006/main">
              <a:ext uri="{FF2B5EF4-FFF2-40B4-BE49-F238E27FC236}">
                <a16:creationId xmlns:a16="http://schemas.microsoft.com/office/drawing/2014/main" id="{DC20C4D3-154D-45E8-B071-1680E216247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ACA86379-2A32-4169-812A-7B51C237CBD1}"/>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B6330C6B-BEFA-427E-88F0-A47DD1F4A33A}"/>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DB68FD06-FC85-4925-8996-49EB798EDE3B}"/>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037</a:t>
            </a:r>
          </a:p>
        </p:txBody>
      </p:sp>
      <p:sp>
        <p:nvSpPr>
          <p:cNvPr id="7" name="">
            <a:extLst xmlns:a="http://schemas.openxmlformats.org/drawingml/2006/main">
              <a:ext uri="{FF2B5EF4-FFF2-40B4-BE49-F238E27FC236}">
                <a16:creationId xmlns:a16="http://schemas.microsoft.com/office/drawing/2014/main" id="{A4D91DA4-FB05-49AC-B499-1F745FB37B2F}"/>
              </a:ext>
            </a:extLst>
          </p:cNvPr>
          <p:cNvSpPr>
            <a:spLocks xmlns:a="http://schemas.openxmlformats.org/drawingml/2006/main" noGrp="1"/>
          </p:cNvSpPr>
          <p:nvPr/>
        </p:nvSpPr>
        <p:spPr>
          <a:xfrm xmlns:a="http://schemas.openxmlformats.org/drawingml/2006/main">
            <a:off x="6858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2563EB"/>
                </a:solidFill>
                <a:latin typeface="NanumGothic"/>
                <a:ea typeface="NanumGothic"/>
                <a:cs typeface="NanumGothic"/>
              </a:defRPr>
            </a:pPr>
            <a:r>
              <a:rPr sz="2625" b="1">
                <a:solidFill>
                  <a:srgbClr val="2563EB"/>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BC324F40-0A21-4A22-A42E-F9C3DC10759A}"/>
              </a:ext>
            </a:extLst>
          </p:cNvPr>
          <p:cNvSpPr>
            <a:spLocks xmlns:a="http://schemas.openxmlformats.org/drawingml/2006/main" noGrp="1"/>
          </p:cNvSpPr>
          <p:nvPr/>
        </p:nvSpPr>
        <p:spPr>
          <a:xfrm xmlns:a="http://schemas.openxmlformats.org/drawingml/2006/main">
            <a:off x="6858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E11FD611-9DAB-4D4A-83D1-CE557FE609F6}"/>
              </a:ext>
            </a:extLst>
          </p:cNvPr>
          <p:cNvSpPr>
            <a:spLocks xmlns:a="http://schemas.openxmlformats.org/drawingml/2006/main" noGrp="1"/>
          </p:cNvSpPr>
          <p:nvPr/>
        </p:nvSpPr>
        <p:spPr>
          <a:xfrm xmlns:a="http://schemas.openxmlformats.org/drawingml/2006/main">
            <a:off x="6858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모델 load</a:t>
            </a:r>
          </a:p>
        </p:txBody>
      </p:sp>
      <p:sp>
        <p:nvSpPr>
          <p:cNvPr id="10" name="">
            <a:extLst xmlns:a="http://schemas.openxmlformats.org/drawingml/2006/main">
              <a:ext uri="{FF2B5EF4-FFF2-40B4-BE49-F238E27FC236}">
                <a16:creationId xmlns:a16="http://schemas.microsoft.com/office/drawing/2014/main" id="{9B439BF1-A105-485B-85B4-A8C4D11E5501}"/>
              </a:ext>
            </a:extLst>
          </p:cNvPr>
          <p:cNvSpPr>
            <a:spLocks xmlns:a="http://schemas.openxmlformats.org/drawingml/2006/main" noGrp="1"/>
          </p:cNvSpPr>
          <p:nvPr/>
        </p:nvSpPr>
        <p:spPr>
          <a:xfrm xmlns:a="http://schemas.openxmlformats.org/drawingml/2006/main">
            <a:off x="283845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B7A5A6E8-A142-4B7C-AFC9-BAF995630D27}"/>
              </a:ext>
            </a:extLst>
          </p:cNvPr>
          <p:cNvSpPr>
            <a:spLocks xmlns:a="http://schemas.openxmlformats.org/drawingml/2006/main" noGrp="1"/>
          </p:cNvSpPr>
          <p:nvPr/>
        </p:nvSpPr>
        <p:spPr>
          <a:xfrm xmlns:a="http://schemas.openxmlformats.org/drawingml/2006/main">
            <a:off x="283845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E551CBC5-93AB-4927-A496-2528290F7F77}"/>
              </a:ext>
            </a:extLst>
          </p:cNvPr>
          <p:cNvSpPr>
            <a:spLocks xmlns:a="http://schemas.openxmlformats.org/drawingml/2006/main" noGrp="1"/>
          </p:cNvSpPr>
          <p:nvPr/>
        </p:nvSpPr>
        <p:spPr>
          <a:xfrm xmlns:a="http://schemas.openxmlformats.org/drawingml/2006/main">
            <a:off x="283845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VAD 적용</a:t>
            </a:r>
          </a:p>
        </p:txBody>
      </p:sp>
      <p:sp>
        <p:nvSpPr>
          <p:cNvPr id="13" name="">
            <a:extLst xmlns:a="http://schemas.openxmlformats.org/drawingml/2006/main">
              <a:ext uri="{FF2B5EF4-FFF2-40B4-BE49-F238E27FC236}">
                <a16:creationId xmlns:a16="http://schemas.microsoft.com/office/drawing/2014/main" id="{DCA008EB-0705-4FCB-9333-5206D89DF720}"/>
              </a:ext>
            </a:extLst>
          </p:cNvPr>
          <p:cNvSpPr>
            <a:spLocks xmlns:a="http://schemas.openxmlformats.org/drawingml/2006/main" noGrp="1"/>
          </p:cNvSpPr>
          <p:nvPr/>
        </p:nvSpPr>
        <p:spPr>
          <a:xfrm xmlns:a="http://schemas.openxmlformats.org/drawingml/2006/main">
            <a:off x="49911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A1A7BEDC-7AEF-425A-9E41-8F90D2715113}"/>
              </a:ext>
            </a:extLst>
          </p:cNvPr>
          <p:cNvSpPr>
            <a:spLocks xmlns:a="http://schemas.openxmlformats.org/drawingml/2006/main" noGrp="1"/>
          </p:cNvSpPr>
          <p:nvPr/>
        </p:nvSpPr>
        <p:spPr>
          <a:xfrm xmlns:a="http://schemas.openxmlformats.org/drawingml/2006/main">
            <a:off x="49911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8BE3AD86-EEFD-4130-8E62-04E2C7BD0833}"/>
              </a:ext>
            </a:extLst>
          </p:cNvPr>
          <p:cNvSpPr>
            <a:spLocks xmlns:a="http://schemas.openxmlformats.org/drawingml/2006/main" noGrp="1"/>
          </p:cNvSpPr>
          <p:nvPr/>
        </p:nvSpPr>
        <p:spPr>
          <a:xfrm xmlns:a="http://schemas.openxmlformats.org/drawingml/2006/main">
            <a:off x="49911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beam search</a:t>
            </a:r>
          </a:p>
        </p:txBody>
      </p:sp>
      <p:sp>
        <p:nvSpPr>
          <p:cNvPr id="16" name="">
            <a:extLst xmlns:a="http://schemas.openxmlformats.org/drawingml/2006/main">
              <a:ext uri="{FF2B5EF4-FFF2-40B4-BE49-F238E27FC236}">
                <a16:creationId xmlns:a16="http://schemas.microsoft.com/office/drawing/2014/main" id="{60B30D0B-C014-451B-ABB9-19C929C03BE5}"/>
              </a:ext>
            </a:extLst>
          </p:cNvPr>
          <p:cNvSpPr>
            <a:spLocks xmlns:a="http://schemas.openxmlformats.org/drawingml/2006/main" noGrp="1"/>
          </p:cNvSpPr>
          <p:nvPr/>
        </p:nvSpPr>
        <p:spPr>
          <a:xfrm xmlns:a="http://schemas.openxmlformats.org/drawingml/2006/main">
            <a:off x="714375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44011DCD-6F10-4853-A552-757C58E96492}"/>
              </a:ext>
            </a:extLst>
          </p:cNvPr>
          <p:cNvSpPr>
            <a:spLocks xmlns:a="http://schemas.openxmlformats.org/drawingml/2006/main" noGrp="1"/>
          </p:cNvSpPr>
          <p:nvPr/>
        </p:nvSpPr>
        <p:spPr>
          <a:xfrm xmlns:a="http://schemas.openxmlformats.org/drawingml/2006/main">
            <a:off x="714375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288D6847-E249-4CDF-B3B3-DAD57B52F02B}"/>
              </a:ext>
            </a:extLst>
          </p:cNvPr>
          <p:cNvSpPr>
            <a:spLocks xmlns:a="http://schemas.openxmlformats.org/drawingml/2006/main" noGrp="1"/>
          </p:cNvSpPr>
          <p:nvPr/>
        </p:nvSpPr>
        <p:spPr>
          <a:xfrm xmlns:a="http://schemas.openxmlformats.org/drawingml/2006/main">
            <a:off x="714375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segment 순회</a:t>
            </a:r>
          </a:p>
        </p:txBody>
      </p:sp>
      <p:sp>
        <p:nvSpPr>
          <p:cNvPr id="19" name="">
            <a:extLst xmlns:a="http://schemas.openxmlformats.org/drawingml/2006/main">
              <a:ext uri="{FF2B5EF4-FFF2-40B4-BE49-F238E27FC236}">
                <a16:creationId xmlns:a16="http://schemas.microsoft.com/office/drawing/2014/main" id="{099C6256-83CD-4EA0-B693-22F3B7FF052E}"/>
              </a:ext>
            </a:extLst>
          </p:cNvPr>
          <p:cNvSpPr>
            <a:spLocks xmlns:a="http://schemas.openxmlformats.org/drawingml/2006/main" noGrp="1"/>
          </p:cNvSpPr>
          <p:nvPr/>
        </p:nvSpPr>
        <p:spPr>
          <a:xfrm xmlns:a="http://schemas.openxmlformats.org/drawingml/2006/main">
            <a:off x="92964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05</a:t>
            </a:r>
          </a:p>
        </p:txBody>
      </p:sp>
      <p:sp>
        <p:nvSpPr>
          <p:cNvPr id="20" name="">
            <a:extLst xmlns:a="http://schemas.openxmlformats.org/drawingml/2006/main">
              <a:ext uri="{FF2B5EF4-FFF2-40B4-BE49-F238E27FC236}">
                <a16:creationId xmlns:a16="http://schemas.microsoft.com/office/drawing/2014/main" id="{0613A14D-03B8-4BC2-95CE-018938CC3740}"/>
              </a:ext>
            </a:extLst>
          </p:cNvPr>
          <p:cNvSpPr>
            <a:spLocks xmlns:a="http://schemas.openxmlformats.org/drawingml/2006/main" noGrp="1"/>
          </p:cNvSpPr>
          <p:nvPr/>
        </p:nvSpPr>
        <p:spPr>
          <a:xfrm xmlns:a="http://schemas.openxmlformats.org/drawingml/2006/main">
            <a:off x="92964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21" name="">
            <a:extLst xmlns:a="http://schemas.openxmlformats.org/drawingml/2006/main">
              <a:ext uri="{FF2B5EF4-FFF2-40B4-BE49-F238E27FC236}">
                <a16:creationId xmlns:a16="http://schemas.microsoft.com/office/drawing/2014/main" id="{43BE86AA-46CC-490F-A283-67B696CBBC4B}"/>
              </a:ext>
            </a:extLst>
          </p:cNvPr>
          <p:cNvSpPr>
            <a:spLocks xmlns:a="http://schemas.openxmlformats.org/drawingml/2006/main" noGrp="1"/>
          </p:cNvSpPr>
          <p:nvPr/>
        </p:nvSpPr>
        <p:spPr>
          <a:xfrm xmlns:a="http://schemas.openxmlformats.org/drawingml/2006/main">
            <a:off x="92964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JSON 안전 float 변환</a:t>
            </a:r>
          </a:p>
        </p:txBody>
      </p:sp>
      <p:sp>
        <p:nvSpPr>
          <p:cNvPr id="22" name="">
            <a:extLst xmlns:a="http://schemas.openxmlformats.org/drawingml/2006/main">
              <a:ext uri="{FF2B5EF4-FFF2-40B4-BE49-F238E27FC236}">
                <a16:creationId xmlns:a16="http://schemas.microsoft.com/office/drawing/2014/main" id="{AB9B046F-BE7B-478D-A3E0-92EF3BA53D9B}"/>
              </a:ext>
            </a:extLst>
          </p:cNvPr>
          <p:cNvSpPr>
            <a:spLocks xmlns:a="http://schemas.openxmlformats.org/drawingml/2006/main" noGrp="1"/>
          </p:cNvSpPr>
          <p:nvPr/>
        </p:nvSpPr>
        <p:spPr>
          <a:xfrm xmlns:a="http://schemas.openxmlformats.org/drawingml/2006/main">
            <a:off x="1524000" y="46291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마지막 판단은 transcript.json에서 사람이 확인합니다.</a:t>
            </a:r>
          </a:p>
        </p:txBody>
      </p:sp>
    </p:spTree>
    <p:extLst>
      <p:ext uri="{BB962C8B-B14F-4D97-AF65-F5344CB8AC3E}">
        <p14:creationId xmlns:p14="http://schemas.microsoft.com/office/powerpoint/2010/main" val="177343910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64EF60A-8834-4B82-8004-F39C77261BE7}"/>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transcript.json 정상·실패 계약</a:t>
            </a:r>
          </a:p>
        </p:txBody>
      </p:sp>
      <p:sp>
        <p:nvSpPr>
          <p:cNvPr id="2" name="">
            <a:extLst xmlns:a="http://schemas.openxmlformats.org/drawingml/2006/main">
              <a:ext uri="{FF2B5EF4-FFF2-40B4-BE49-F238E27FC236}">
                <a16:creationId xmlns:a16="http://schemas.microsoft.com/office/drawing/2014/main" id="{08D5DE6F-787A-4145-AC9E-B080F770D56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05EE7F2C-5CE9-4AFE-8D99-B57104DC111D}"/>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AAE4E63F-9A86-4218-805A-C53F92583DFE}"/>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5" name="">
            <a:extLst xmlns:a="http://schemas.openxmlformats.org/drawingml/2006/main">
              <a:ext uri="{FF2B5EF4-FFF2-40B4-BE49-F238E27FC236}">
                <a16:creationId xmlns:a16="http://schemas.microsoft.com/office/drawing/2014/main" id="{71D54EEB-B3B0-4EAA-9BF3-D415E84D666E}"/>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038</a:t>
            </a:r>
          </a:p>
        </p:txBody>
      </p:sp>
      <p:sp>
        <p:nvSpPr>
          <p:cNvPr id="6" name="">
            <a:extLst xmlns:a="http://schemas.openxmlformats.org/drawingml/2006/main">
              <a:ext uri="{FF2B5EF4-FFF2-40B4-BE49-F238E27FC236}">
                <a16:creationId xmlns:a16="http://schemas.microsoft.com/office/drawing/2014/main" id="{A399AB1E-8D78-4C22-BDAE-306997FE6293}"/>
              </a:ext>
            </a:extLst>
          </p:cNvPr>
          <p:cNvSpPr>
            <a:spLocks xmlns:a="http://schemas.openxmlformats.org/drawingml/2006/main" noGrp="1"/>
          </p:cNvSpPr>
          <p:nvPr/>
        </p:nvSpPr>
        <p:spPr>
          <a:xfrm xmlns:a="http://schemas.openxmlformats.org/drawingml/2006/main">
            <a:off x="762000" y="17145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정상</a:t>
            </a:r>
          </a:p>
        </p:txBody>
      </p:sp>
      <p:sp>
        <p:nvSpPr>
          <p:cNvPr id="7" name="">
            <a:extLst xmlns:a="http://schemas.openxmlformats.org/drawingml/2006/main">
              <a:ext uri="{FF2B5EF4-FFF2-40B4-BE49-F238E27FC236}">
                <a16:creationId xmlns:a16="http://schemas.microsoft.com/office/drawing/2014/main" id="{555979C6-6B64-4D56-91BC-1ABCED20D2B5}"/>
              </a:ext>
            </a:extLst>
          </p:cNvPr>
          <p:cNvSpPr>
            <a:spLocks xmlns:a="http://schemas.openxmlformats.org/drawingml/2006/main" noGrp="1"/>
          </p:cNvSpPr>
          <p:nvPr/>
        </p:nvSpPr>
        <p:spPr>
          <a:xfrm xmlns:a="http://schemas.openxmlformats.org/drawingml/2006/main">
            <a:off x="2343150" y="18478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387A3E1A-A3AE-491F-BEDD-27F26F65B025}"/>
              </a:ext>
            </a:extLst>
          </p:cNvPr>
          <p:cNvSpPr>
            <a:spLocks xmlns:a="http://schemas.openxmlformats.org/drawingml/2006/main" noGrp="1"/>
          </p:cNvSpPr>
          <p:nvPr/>
        </p:nvSpPr>
        <p:spPr>
          <a:xfrm xmlns:a="http://schemas.openxmlformats.org/drawingml/2006/main">
            <a:off x="3238500" y="15240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segment마다 start·end·text가 있고 float가 JSON 직렬화된다.</a:t>
            </a:r>
          </a:p>
        </p:txBody>
      </p:sp>
      <p:sp>
        <p:nvSpPr>
          <p:cNvPr id="9" name="">
            <a:extLst xmlns:a="http://schemas.openxmlformats.org/drawingml/2006/main">
              <a:ext uri="{FF2B5EF4-FFF2-40B4-BE49-F238E27FC236}">
                <a16:creationId xmlns:a16="http://schemas.microsoft.com/office/drawing/2014/main" id="{76E2B3B0-91FB-458F-84CB-32EEEE79DA28}"/>
              </a:ext>
            </a:extLst>
          </p:cNvPr>
          <p:cNvSpPr>
            <a:spLocks xmlns:a="http://schemas.openxmlformats.org/drawingml/2006/main" noGrp="1"/>
          </p:cNvSpPr>
          <p:nvPr/>
        </p:nvSpPr>
        <p:spPr>
          <a:xfrm xmlns:a="http://schemas.openxmlformats.org/drawingml/2006/main">
            <a:off x="762000" y="27813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경계</a:t>
            </a:r>
          </a:p>
        </p:txBody>
      </p:sp>
      <p:sp>
        <p:nvSpPr>
          <p:cNvPr id="10" name="">
            <a:extLst xmlns:a="http://schemas.openxmlformats.org/drawingml/2006/main">
              <a:ext uri="{FF2B5EF4-FFF2-40B4-BE49-F238E27FC236}">
                <a16:creationId xmlns:a16="http://schemas.microsoft.com/office/drawing/2014/main" id="{A5B90A47-C3A0-4C98-9A79-112B4CD7CAD3}"/>
              </a:ext>
            </a:extLst>
          </p:cNvPr>
          <p:cNvSpPr>
            <a:spLocks xmlns:a="http://schemas.openxmlformats.org/drawingml/2006/main" noGrp="1"/>
          </p:cNvSpPr>
          <p:nvPr/>
        </p:nvSpPr>
        <p:spPr>
          <a:xfrm xmlns:a="http://schemas.openxmlformats.org/drawingml/2006/main">
            <a:off x="2343150" y="29146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DB90846C-1948-45E3-95EC-53AB2863D61D}"/>
              </a:ext>
            </a:extLst>
          </p:cNvPr>
          <p:cNvSpPr>
            <a:spLocks xmlns:a="http://schemas.openxmlformats.org/drawingml/2006/main" noGrp="1"/>
          </p:cNvSpPr>
          <p:nvPr/>
        </p:nvSpPr>
        <p:spPr>
          <a:xfrm xmlns:a="http://schemas.openxmlformats.org/drawingml/2006/main">
            <a:off x="3238500" y="25908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STT package가 없으면 fixture와 STT_FALLBACK_USED를 함께 남긴다.</a:t>
            </a:r>
          </a:p>
        </p:txBody>
      </p:sp>
      <p:sp>
        <p:nvSpPr>
          <p:cNvPr id="12" name="">
            <a:extLst xmlns:a="http://schemas.openxmlformats.org/drawingml/2006/main">
              <a:ext uri="{FF2B5EF4-FFF2-40B4-BE49-F238E27FC236}">
                <a16:creationId xmlns:a16="http://schemas.microsoft.com/office/drawing/2014/main" id="{6EECA0A5-86AC-43DE-A353-861F11D89A31}"/>
              </a:ext>
            </a:extLst>
          </p:cNvPr>
          <p:cNvSpPr>
            <a:spLocks xmlns:a="http://schemas.openxmlformats.org/drawingml/2006/main" noGrp="1"/>
          </p:cNvSpPr>
          <p:nvPr/>
        </p:nvSpPr>
        <p:spPr>
          <a:xfrm xmlns:a="http://schemas.openxmlformats.org/drawingml/2006/main">
            <a:off x="762000" y="38481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외부 쓰기</a:t>
            </a:r>
          </a:p>
        </p:txBody>
      </p:sp>
      <p:sp>
        <p:nvSpPr>
          <p:cNvPr id="13" name="">
            <a:extLst xmlns:a="http://schemas.openxmlformats.org/drawingml/2006/main">
              <a:ext uri="{FF2B5EF4-FFF2-40B4-BE49-F238E27FC236}">
                <a16:creationId xmlns:a16="http://schemas.microsoft.com/office/drawing/2014/main" id="{29233A00-CDC2-4112-8C29-98C9F8732088}"/>
              </a:ext>
            </a:extLst>
          </p:cNvPr>
          <p:cNvSpPr>
            <a:spLocks xmlns:a="http://schemas.openxmlformats.org/drawingml/2006/main" noGrp="1"/>
          </p:cNvSpPr>
          <p:nvPr/>
        </p:nvSpPr>
        <p:spPr>
          <a:xfrm xmlns:a="http://schemas.openxmlformats.org/drawingml/2006/main">
            <a:off x="2343150" y="39814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5F1ED21B-E20D-4C57-8D35-B00CD22FCF16}"/>
              </a:ext>
            </a:extLst>
          </p:cNvPr>
          <p:cNvSpPr>
            <a:spLocks xmlns:a="http://schemas.openxmlformats.org/drawingml/2006/main" noGrp="1"/>
          </p:cNvSpPr>
          <p:nvPr/>
        </p:nvSpPr>
        <p:spPr>
          <a:xfrm xmlns:a="http://schemas.openxmlformats.org/drawingml/2006/main">
            <a:off x="3238500" y="36576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faster-whisper 로컬 STT Adapter: 기본값 false · dry-run과 사람 승인 뒤 별도 adapter 호출</a:t>
            </a:r>
          </a:p>
        </p:txBody>
      </p:sp>
      <p:sp>
        <p:nvSpPr>
          <p:cNvPr id="15" name="">
            <a:extLst xmlns:a="http://schemas.openxmlformats.org/drawingml/2006/main">
              <a:ext uri="{FF2B5EF4-FFF2-40B4-BE49-F238E27FC236}">
                <a16:creationId xmlns:a16="http://schemas.microsoft.com/office/drawing/2014/main" id="{ADBF24CA-4A1F-4917-B9CB-7DB45DD88E8A}"/>
              </a:ext>
            </a:extLst>
          </p:cNvPr>
          <p:cNvSpPr>
            <a:spLocks xmlns:a="http://schemas.openxmlformats.org/drawingml/2006/main" noGrp="1"/>
          </p:cNvSpPr>
          <p:nvPr/>
        </p:nvSpPr>
        <p:spPr>
          <a:xfrm xmlns:a="http://schemas.openxmlformats.org/drawingml/2006/main">
            <a:off x="762000" y="49149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기록</a:t>
            </a:r>
          </a:p>
        </p:txBody>
      </p:sp>
      <p:sp>
        <p:nvSpPr>
          <p:cNvPr id="16" name="">
            <a:extLst xmlns:a="http://schemas.openxmlformats.org/drawingml/2006/main">
              <a:ext uri="{FF2B5EF4-FFF2-40B4-BE49-F238E27FC236}">
                <a16:creationId xmlns:a16="http://schemas.microsoft.com/office/drawing/2014/main" id="{948D98D3-A6CA-4C18-A016-46E41BDF9FAF}"/>
              </a:ext>
            </a:extLst>
          </p:cNvPr>
          <p:cNvSpPr>
            <a:spLocks xmlns:a="http://schemas.openxmlformats.org/drawingml/2006/main" noGrp="1"/>
          </p:cNvSpPr>
          <p:nvPr/>
        </p:nvSpPr>
        <p:spPr>
          <a:xfrm xmlns:a="http://schemas.openxmlformats.org/drawingml/2006/main">
            <a:off x="2343150" y="50482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7" name="">
            <a:extLst xmlns:a="http://schemas.openxmlformats.org/drawingml/2006/main">
              <a:ext uri="{FF2B5EF4-FFF2-40B4-BE49-F238E27FC236}">
                <a16:creationId xmlns:a16="http://schemas.microsoft.com/office/drawing/2014/main" id="{756AC141-B23D-45BC-AD6F-AFAD40402EE3}"/>
              </a:ext>
            </a:extLst>
          </p:cNvPr>
          <p:cNvSpPr>
            <a:spLocks xmlns:a="http://schemas.openxmlformats.org/drawingml/2006/main" noGrp="1"/>
          </p:cNvSpPr>
          <p:nvPr/>
        </p:nvSpPr>
        <p:spPr>
          <a:xfrm xmlns:a="http://schemas.openxmlformats.org/drawingml/2006/main">
            <a:off x="3238500" y="47244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status·error_code·입력 식별자·transcript.json</a:t>
            </a:r>
          </a:p>
        </p:txBody>
      </p:sp>
    </p:spTree>
    <p:extLst>
      <p:ext uri="{BB962C8B-B14F-4D97-AF65-F5344CB8AC3E}">
        <p14:creationId xmlns:p14="http://schemas.microsoft.com/office/powerpoint/2010/main" val="173000017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8CF7B6D-B97E-45AC-BDCE-9E62FCEA476D}"/>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파일 지도</a:t>
            </a:r>
          </a:p>
        </p:txBody>
      </p:sp>
      <p:sp>
        <p:nvSpPr>
          <p:cNvPr id="2" name="">
            <a:extLst xmlns:a="http://schemas.openxmlformats.org/drawingml/2006/main">
              <a:ext uri="{FF2B5EF4-FFF2-40B4-BE49-F238E27FC236}">
                <a16:creationId xmlns:a16="http://schemas.microsoft.com/office/drawing/2014/main" id="{7C387747-5E0E-4372-A3F4-A87061ECD57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저장소 구조</a:t>
            </a:r>
          </a:p>
        </p:txBody>
      </p:sp>
      <p:sp>
        <p:nvSpPr>
          <p:cNvPr id="3" name="">
            <a:extLst xmlns:a="http://schemas.openxmlformats.org/drawingml/2006/main">
              <a:ext uri="{FF2B5EF4-FFF2-40B4-BE49-F238E27FC236}">
                <a16:creationId xmlns:a16="http://schemas.microsoft.com/office/drawing/2014/main" id="{D6CF0217-1495-4E43-9FF9-689934D0187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4FD2F3D7-BE01-4840-9528-C9C5FACC179E}"/>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B5B6FC45-807A-4992-809B-34240D60FF4F}"/>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55011BC2-6007-407D-848D-B2A7204809AC}"/>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039</a:t>
            </a:r>
          </a:p>
        </p:txBody>
      </p:sp>
      <p:sp>
        <p:nvSpPr>
          <p:cNvPr id="7" name="">
            <a:extLst xmlns:a="http://schemas.openxmlformats.org/drawingml/2006/main">
              <a:ext uri="{FF2B5EF4-FFF2-40B4-BE49-F238E27FC236}">
                <a16:creationId xmlns:a16="http://schemas.microsoft.com/office/drawing/2014/main" id="{6053F457-5630-4E4A-9029-E732F9AD5851}"/>
              </a:ext>
            </a:extLst>
          </p:cNvPr>
          <p:cNvSpPr>
            <a:spLocks xmlns:a="http://schemas.openxmlformats.org/drawingml/2006/main" noGrp="1"/>
          </p:cNvSpPr>
          <p:nvPr/>
        </p:nvSpPr>
        <p:spPr>
          <a:xfrm xmlns:a="http://schemas.openxmlformats.org/drawingml/2006/main">
            <a:off x="685800" y="1676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입력·fixture</a:t>
            </a:r>
          </a:p>
        </p:txBody>
      </p:sp>
      <p:sp>
        <p:nvSpPr>
          <p:cNvPr id="8" name="">
            <a:extLst xmlns:a="http://schemas.openxmlformats.org/drawingml/2006/main">
              <a:ext uri="{FF2B5EF4-FFF2-40B4-BE49-F238E27FC236}">
                <a16:creationId xmlns:a16="http://schemas.microsoft.com/office/drawing/2014/main" id="{AF08E45B-53C6-4032-96AE-1307B67589AB}"/>
              </a:ext>
            </a:extLst>
          </p:cNvPr>
          <p:cNvSpPr>
            <a:spLocks xmlns:a="http://schemas.openxmlformats.org/drawingml/2006/main" noGrp="1"/>
          </p:cNvSpPr>
          <p:nvPr/>
        </p:nvSpPr>
        <p:spPr>
          <a:xfrm xmlns:a="http://schemas.openxmlformats.org/drawingml/2006/main">
            <a:off x="2724150" y="1504950"/>
            <a:ext cx="8191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9" name="">
            <a:extLst xmlns:a="http://schemas.openxmlformats.org/drawingml/2006/main">
              <a:ext uri="{FF2B5EF4-FFF2-40B4-BE49-F238E27FC236}">
                <a16:creationId xmlns:a16="http://schemas.microsoft.com/office/drawing/2014/main" id="{F966073C-4DBB-4F87-AEDF-D3DD08E20504}"/>
              </a:ext>
            </a:extLst>
          </p:cNvPr>
          <p:cNvSpPr>
            <a:spLocks xmlns:a="http://schemas.openxmlformats.org/drawingml/2006/main" noGrp="1"/>
          </p:cNvSpPr>
          <p:nvPr/>
        </p:nvSpPr>
        <p:spPr>
          <a:xfrm xmlns:a="http://schemas.openxmlformats.org/drawingml/2006/main">
            <a:off x="2952750" y="16764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src/meeting_demo.py</a:t>
            </a:r>
          </a:p>
        </p:txBody>
      </p:sp>
      <p:sp>
        <p:nvSpPr>
          <p:cNvPr id="10" name="">
            <a:extLst xmlns:a="http://schemas.openxmlformats.org/drawingml/2006/main">
              <a:ext uri="{FF2B5EF4-FFF2-40B4-BE49-F238E27FC236}">
                <a16:creationId xmlns:a16="http://schemas.microsoft.com/office/drawing/2014/main" id="{1DBBA787-4662-410A-B59A-35B959A54E70}"/>
              </a:ext>
            </a:extLst>
          </p:cNvPr>
          <p:cNvSpPr>
            <a:spLocks xmlns:a="http://schemas.openxmlformats.org/drawingml/2006/main" noGrp="1"/>
          </p:cNvSpPr>
          <p:nvPr/>
        </p:nvSpPr>
        <p:spPr>
          <a:xfrm xmlns:a="http://schemas.openxmlformats.org/drawingml/2006/main">
            <a:off x="685800" y="27432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구현 코드</a:t>
            </a:r>
          </a:p>
        </p:txBody>
      </p:sp>
      <p:sp>
        <p:nvSpPr>
          <p:cNvPr id="11" name="">
            <a:extLst xmlns:a="http://schemas.openxmlformats.org/drawingml/2006/main">
              <a:ext uri="{FF2B5EF4-FFF2-40B4-BE49-F238E27FC236}">
                <a16:creationId xmlns:a16="http://schemas.microsoft.com/office/drawing/2014/main" id="{2536D4B1-31AC-4F74-9966-3EF9504F86A5}"/>
              </a:ext>
            </a:extLst>
          </p:cNvPr>
          <p:cNvSpPr>
            <a:spLocks xmlns:a="http://schemas.openxmlformats.org/drawingml/2006/main" noGrp="1"/>
          </p:cNvSpPr>
          <p:nvPr/>
        </p:nvSpPr>
        <p:spPr>
          <a:xfrm xmlns:a="http://schemas.openxmlformats.org/drawingml/2006/main">
            <a:off x="2724150" y="2571750"/>
            <a:ext cx="8191500" cy="6858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92352B31-EA72-4C0E-8985-8D1F679CE6FE}"/>
              </a:ext>
            </a:extLst>
          </p:cNvPr>
          <p:cNvSpPr>
            <a:spLocks xmlns:a="http://schemas.openxmlformats.org/drawingml/2006/main" noGrp="1"/>
          </p:cNvSpPr>
          <p:nvPr/>
        </p:nvSpPr>
        <p:spPr>
          <a:xfrm xmlns:a="http://schemas.openxmlformats.org/drawingml/2006/main">
            <a:off x="2952750" y="27432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requirements-stt-optional.txt</a:t>
            </a:r>
          </a:p>
        </p:txBody>
      </p:sp>
      <p:sp>
        <p:nvSpPr>
          <p:cNvPr id="13" name="">
            <a:extLst xmlns:a="http://schemas.openxmlformats.org/drawingml/2006/main">
              <a:ext uri="{FF2B5EF4-FFF2-40B4-BE49-F238E27FC236}">
                <a16:creationId xmlns:a16="http://schemas.microsoft.com/office/drawing/2014/main" id="{44291431-7C44-43F1-AC4A-9CDD9D807C8A}"/>
              </a:ext>
            </a:extLst>
          </p:cNvPr>
          <p:cNvSpPr>
            <a:spLocks xmlns:a="http://schemas.openxmlformats.org/drawingml/2006/main" noGrp="1"/>
          </p:cNvSpPr>
          <p:nvPr/>
        </p:nvSpPr>
        <p:spPr>
          <a:xfrm xmlns:a="http://schemas.openxmlformats.org/drawingml/2006/main">
            <a:off x="685800" y="38100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검증·test</a:t>
            </a:r>
          </a:p>
        </p:txBody>
      </p:sp>
      <p:sp>
        <p:nvSpPr>
          <p:cNvPr id="14" name="">
            <a:extLst xmlns:a="http://schemas.openxmlformats.org/drawingml/2006/main">
              <a:ext uri="{FF2B5EF4-FFF2-40B4-BE49-F238E27FC236}">
                <a16:creationId xmlns:a16="http://schemas.microsoft.com/office/drawing/2014/main" id="{9453A4A6-B6E0-440C-AFE0-7C6188E8DB40}"/>
              </a:ext>
            </a:extLst>
          </p:cNvPr>
          <p:cNvSpPr>
            <a:spLocks xmlns:a="http://schemas.openxmlformats.org/drawingml/2006/main" noGrp="1"/>
          </p:cNvSpPr>
          <p:nvPr/>
        </p:nvSpPr>
        <p:spPr>
          <a:xfrm xmlns:a="http://schemas.openxmlformats.org/drawingml/2006/main">
            <a:off x="2724150" y="3638550"/>
            <a:ext cx="8191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5" name="">
            <a:extLst xmlns:a="http://schemas.openxmlformats.org/drawingml/2006/main">
              <a:ext uri="{FF2B5EF4-FFF2-40B4-BE49-F238E27FC236}">
                <a16:creationId xmlns:a16="http://schemas.microsoft.com/office/drawing/2014/main" id="{F061E888-7594-4B02-807D-C2040720F739}"/>
              </a:ext>
            </a:extLst>
          </p:cNvPr>
          <p:cNvSpPr>
            <a:spLocks xmlns:a="http://schemas.openxmlformats.org/drawingml/2006/main" noGrp="1"/>
          </p:cNvSpPr>
          <p:nvPr/>
        </p:nvSpPr>
        <p:spPr>
          <a:xfrm xmlns:a="http://schemas.openxmlformats.org/drawingml/2006/main">
            <a:off x="2952750" y="38100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data/demo_meeting.wav</a:t>
            </a:r>
          </a:p>
        </p:txBody>
      </p:sp>
      <p:sp>
        <p:nvSpPr>
          <p:cNvPr id="16" name="">
            <a:extLst xmlns:a="http://schemas.openxmlformats.org/drawingml/2006/main">
              <a:ext uri="{FF2B5EF4-FFF2-40B4-BE49-F238E27FC236}">
                <a16:creationId xmlns:a16="http://schemas.microsoft.com/office/drawing/2014/main" id="{5162400D-A06D-402E-B865-B6717CD0413D}"/>
              </a:ext>
            </a:extLst>
          </p:cNvPr>
          <p:cNvSpPr>
            <a:spLocks xmlns:a="http://schemas.openxmlformats.org/drawingml/2006/main" noGrp="1"/>
          </p:cNvSpPr>
          <p:nvPr/>
        </p:nvSpPr>
        <p:spPr>
          <a:xfrm xmlns:a="http://schemas.openxmlformats.org/drawingml/2006/main">
            <a:off x="685800" y="48768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따라하기 notebook</a:t>
            </a:r>
          </a:p>
        </p:txBody>
      </p:sp>
      <p:sp>
        <p:nvSpPr>
          <p:cNvPr id="17" name="">
            <a:extLst xmlns:a="http://schemas.openxmlformats.org/drawingml/2006/main">
              <a:ext uri="{FF2B5EF4-FFF2-40B4-BE49-F238E27FC236}">
                <a16:creationId xmlns:a16="http://schemas.microsoft.com/office/drawing/2014/main" id="{496AEE00-C6A8-46E8-8A42-AF2D77BE3E92}"/>
              </a:ext>
            </a:extLst>
          </p:cNvPr>
          <p:cNvSpPr>
            <a:spLocks xmlns:a="http://schemas.openxmlformats.org/drawingml/2006/main" noGrp="1"/>
          </p:cNvSpPr>
          <p:nvPr/>
        </p:nvSpPr>
        <p:spPr>
          <a:xfrm xmlns:a="http://schemas.openxmlformats.org/drawingml/2006/main">
            <a:off x="2724150" y="4705350"/>
            <a:ext cx="8191500" cy="6858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DFBEF7B2-AB8A-4402-9AE9-55F115458274}"/>
              </a:ext>
            </a:extLst>
          </p:cNvPr>
          <p:cNvSpPr>
            <a:spLocks xmlns:a="http://schemas.openxmlformats.org/drawingml/2006/main" noGrp="1"/>
          </p:cNvSpPr>
          <p:nvPr/>
        </p:nvSpPr>
        <p:spPr>
          <a:xfrm xmlns:a="http://schemas.openxmlformats.org/drawingml/2006/main">
            <a:off x="2952750" y="48768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output/day2-stt-lab/transcript.json</a:t>
            </a:r>
          </a:p>
        </p:txBody>
      </p:sp>
    </p:spTree>
    <p:extLst>
      <p:ext uri="{BB962C8B-B14F-4D97-AF65-F5344CB8AC3E}">
        <p14:creationId xmlns:p14="http://schemas.microsoft.com/office/powerpoint/2010/main" val="1197791123"/>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459BA45-3F2C-4AE0-9E55-E1684E26D834}"/>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개념·코드</a:t>
            </a:r>
          </a:p>
        </p:txBody>
      </p:sp>
      <p:sp>
        <p:nvSpPr>
          <p:cNvPr id="2" name="">
            <a:extLst xmlns:a="http://schemas.openxmlformats.org/drawingml/2006/main">
              <a:ext uri="{FF2B5EF4-FFF2-40B4-BE49-F238E27FC236}">
                <a16:creationId xmlns:a16="http://schemas.microsoft.com/office/drawing/2014/main" id="{3F33C84A-6A32-4A4D-8231-BB5399796BA8}"/>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개념 연결</a:t>
            </a:r>
          </a:p>
        </p:txBody>
      </p:sp>
      <p:sp>
        <p:nvSpPr>
          <p:cNvPr id="3" name="">
            <a:extLst xmlns:a="http://schemas.openxmlformats.org/drawingml/2006/main">
              <a:ext uri="{FF2B5EF4-FFF2-40B4-BE49-F238E27FC236}">
                <a16:creationId xmlns:a16="http://schemas.microsoft.com/office/drawing/2014/main" id="{0C1A139E-7605-426C-9F57-5A1378BE881C}"/>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FC82AA3D-53B0-41FD-AA7A-7B820C2ACA2D}"/>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A9EAECFB-D3F7-4EED-B93E-E02EFAD1E37F}"/>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4485AF4F-95D1-4C7D-82B4-CB853AB6A06C}"/>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040</a:t>
            </a:r>
          </a:p>
        </p:txBody>
      </p:sp>
      <p:sp>
        <p:nvSpPr>
          <p:cNvPr id="7" name="">
            <a:extLst xmlns:a="http://schemas.openxmlformats.org/drawingml/2006/main">
              <a:ext uri="{FF2B5EF4-FFF2-40B4-BE49-F238E27FC236}">
                <a16:creationId xmlns:a16="http://schemas.microsoft.com/office/drawing/2014/main" id="{00EB2AF9-D1C2-4656-A76F-F8EF45D3B1B2}"/>
              </a:ext>
            </a:extLst>
          </p:cNvPr>
          <p:cNvSpPr>
            <a:spLocks xmlns:a="http://schemas.openxmlformats.org/drawingml/2006/main" noGrp="1"/>
          </p:cNvSpPr>
          <p:nvPr/>
        </p:nvSpPr>
        <p:spPr>
          <a:xfrm xmlns:a="http://schemas.openxmlformats.org/drawingml/2006/main">
            <a:off x="685800" y="1504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Whisper</a:t>
            </a:r>
          </a:p>
        </p:txBody>
      </p:sp>
      <p:sp>
        <p:nvSpPr>
          <p:cNvPr id="8" name="">
            <a:extLst xmlns:a="http://schemas.openxmlformats.org/drawingml/2006/main">
              <a:ext uri="{FF2B5EF4-FFF2-40B4-BE49-F238E27FC236}">
                <a16:creationId xmlns:a16="http://schemas.microsoft.com/office/drawing/2014/main" id="{22E05DE8-66FA-44E3-939B-04CA4221ABA9}"/>
              </a:ext>
            </a:extLst>
          </p:cNvPr>
          <p:cNvSpPr>
            <a:spLocks xmlns:a="http://schemas.openxmlformats.org/drawingml/2006/main" noGrp="1"/>
          </p:cNvSpPr>
          <p:nvPr/>
        </p:nvSpPr>
        <p:spPr>
          <a:xfrm xmlns:a="http://schemas.openxmlformats.org/drawingml/2006/main">
            <a:off x="685800" y="19621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음성을 문자로 바꾸는 모델 계열</a:t>
            </a:r>
          </a:p>
        </p:txBody>
      </p:sp>
      <p:sp>
        <p:nvSpPr>
          <p:cNvPr id="9" name="">
            <a:extLst xmlns:a="http://schemas.openxmlformats.org/drawingml/2006/main">
              <a:ext uri="{FF2B5EF4-FFF2-40B4-BE49-F238E27FC236}">
                <a16:creationId xmlns:a16="http://schemas.microsoft.com/office/drawing/2014/main" id="{230D35B7-08C7-4C36-93A9-29A24C67F630}"/>
              </a:ext>
            </a:extLst>
          </p:cNvPr>
          <p:cNvSpPr>
            <a:spLocks xmlns:a="http://schemas.openxmlformats.org/drawingml/2006/main" noGrp="1"/>
          </p:cNvSpPr>
          <p:nvPr/>
        </p:nvSpPr>
        <p:spPr>
          <a:xfrm xmlns:a="http://schemas.openxmlformats.org/drawingml/2006/main">
            <a:off x="685800" y="26670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0" name="">
            <a:extLst xmlns:a="http://schemas.openxmlformats.org/drawingml/2006/main">
              <a:ext uri="{FF2B5EF4-FFF2-40B4-BE49-F238E27FC236}">
                <a16:creationId xmlns:a16="http://schemas.microsoft.com/office/drawing/2014/main" id="{F261BAAF-6639-41B0-ACE3-B4DFBC2EFE16}"/>
              </a:ext>
            </a:extLst>
          </p:cNvPr>
          <p:cNvSpPr>
            <a:spLocks xmlns:a="http://schemas.openxmlformats.org/drawingml/2006/main" noGrp="1"/>
          </p:cNvSpPr>
          <p:nvPr/>
        </p:nvSpPr>
        <p:spPr>
          <a:xfrm xmlns:a="http://schemas.openxmlformats.org/drawingml/2006/main">
            <a:off x="819150" y="27813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src/meeting_demo.py</a:t>
            </a:r>
          </a:p>
        </p:txBody>
      </p:sp>
      <p:sp>
        <p:nvSpPr>
          <p:cNvPr id="11" name="">
            <a:extLst xmlns:a="http://schemas.openxmlformats.org/drawingml/2006/main">
              <a:ext uri="{FF2B5EF4-FFF2-40B4-BE49-F238E27FC236}">
                <a16:creationId xmlns:a16="http://schemas.microsoft.com/office/drawing/2014/main" id="{9E9FD6E8-E7F8-4C9C-B1B8-BD57F838AB00}"/>
              </a:ext>
            </a:extLst>
          </p:cNvPr>
          <p:cNvSpPr>
            <a:spLocks xmlns:a="http://schemas.openxmlformats.org/drawingml/2006/main" noGrp="1"/>
          </p:cNvSpPr>
          <p:nvPr/>
        </p:nvSpPr>
        <p:spPr>
          <a:xfrm xmlns:a="http://schemas.openxmlformats.org/drawingml/2006/main">
            <a:off x="6096000" y="1504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faster-whisper</a:t>
            </a:r>
          </a:p>
        </p:txBody>
      </p:sp>
      <p:sp>
        <p:nvSpPr>
          <p:cNvPr id="12" name="">
            <a:extLst xmlns:a="http://schemas.openxmlformats.org/drawingml/2006/main">
              <a:ext uri="{FF2B5EF4-FFF2-40B4-BE49-F238E27FC236}">
                <a16:creationId xmlns:a16="http://schemas.microsoft.com/office/drawing/2014/main" id="{B0E7E889-E433-49A7-9BF7-3ACABC03D006}"/>
              </a:ext>
            </a:extLst>
          </p:cNvPr>
          <p:cNvSpPr>
            <a:spLocks xmlns:a="http://schemas.openxmlformats.org/drawingml/2006/main" noGrp="1"/>
          </p:cNvSpPr>
          <p:nvPr/>
        </p:nvSpPr>
        <p:spPr>
          <a:xfrm xmlns:a="http://schemas.openxmlformats.org/drawingml/2006/main">
            <a:off x="6096000" y="19621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CTranslate2 기반 실행 구현</a:t>
            </a:r>
          </a:p>
        </p:txBody>
      </p:sp>
      <p:sp>
        <p:nvSpPr>
          <p:cNvPr id="13" name="">
            <a:extLst xmlns:a="http://schemas.openxmlformats.org/drawingml/2006/main">
              <a:ext uri="{FF2B5EF4-FFF2-40B4-BE49-F238E27FC236}">
                <a16:creationId xmlns:a16="http://schemas.microsoft.com/office/drawing/2014/main" id="{BAA3292A-6DEB-4819-B272-7B4BEE83DD26}"/>
              </a:ext>
            </a:extLst>
          </p:cNvPr>
          <p:cNvSpPr>
            <a:spLocks xmlns:a="http://schemas.openxmlformats.org/drawingml/2006/main" noGrp="1"/>
          </p:cNvSpPr>
          <p:nvPr/>
        </p:nvSpPr>
        <p:spPr>
          <a:xfrm xmlns:a="http://schemas.openxmlformats.org/drawingml/2006/main">
            <a:off x="6096000" y="26670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354765E6-93BE-428B-9D88-A511BBFE68B0}"/>
              </a:ext>
            </a:extLst>
          </p:cNvPr>
          <p:cNvSpPr>
            <a:spLocks xmlns:a="http://schemas.openxmlformats.org/drawingml/2006/main" noGrp="1"/>
          </p:cNvSpPr>
          <p:nvPr/>
        </p:nvSpPr>
        <p:spPr>
          <a:xfrm xmlns:a="http://schemas.openxmlformats.org/drawingml/2006/main">
            <a:off x="6229350" y="27813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requirements-stt-optional.txt</a:t>
            </a:r>
          </a:p>
        </p:txBody>
      </p:sp>
      <p:sp>
        <p:nvSpPr>
          <p:cNvPr id="15" name="">
            <a:extLst xmlns:a="http://schemas.openxmlformats.org/drawingml/2006/main">
              <a:ext uri="{FF2B5EF4-FFF2-40B4-BE49-F238E27FC236}">
                <a16:creationId xmlns:a16="http://schemas.microsoft.com/office/drawing/2014/main" id="{60540C7B-6A23-4379-A77D-3BEF53EC5404}"/>
              </a:ext>
            </a:extLst>
          </p:cNvPr>
          <p:cNvSpPr>
            <a:spLocks xmlns:a="http://schemas.openxmlformats.org/drawingml/2006/main" noGrp="1"/>
          </p:cNvSpPr>
          <p:nvPr/>
        </p:nvSpPr>
        <p:spPr>
          <a:xfrm xmlns:a="http://schemas.openxmlformats.org/drawingml/2006/main">
            <a:off x="685800" y="3486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int8</a:t>
            </a:r>
          </a:p>
        </p:txBody>
      </p:sp>
      <p:sp>
        <p:nvSpPr>
          <p:cNvPr id="16" name="">
            <a:extLst xmlns:a="http://schemas.openxmlformats.org/drawingml/2006/main">
              <a:ext uri="{FF2B5EF4-FFF2-40B4-BE49-F238E27FC236}">
                <a16:creationId xmlns:a16="http://schemas.microsoft.com/office/drawing/2014/main" id="{A2D0A80B-5823-4A15-B472-E7EF6EE3C004}"/>
              </a:ext>
            </a:extLst>
          </p:cNvPr>
          <p:cNvSpPr>
            <a:spLocks xmlns:a="http://schemas.openxmlformats.org/drawingml/2006/main" noGrp="1"/>
          </p:cNvSpPr>
          <p:nvPr/>
        </p:nvSpPr>
        <p:spPr>
          <a:xfrm xmlns:a="http://schemas.openxmlformats.org/drawingml/2006/main">
            <a:off x="685800" y="39433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메모리를 줄이는 계산 형식</a:t>
            </a:r>
          </a:p>
        </p:txBody>
      </p:sp>
      <p:sp>
        <p:nvSpPr>
          <p:cNvPr id="17" name="">
            <a:extLst xmlns:a="http://schemas.openxmlformats.org/drawingml/2006/main">
              <a:ext uri="{FF2B5EF4-FFF2-40B4-BE49-F238E27FC236}">
                <a16:creationId xmlns:a16="http://schemas.microsoft.com/office/drawing/2014/main" id="{3F45AE19-2971-4FDC-99C1-EFA873AA5603}"/>
              </a:ext>
            </a:extLst>
          </p:cNvPr>
          <p:cNvSpPr>
            <a:spLocks xmlns:a="http://schemas.openxmlformats.org/drawingml/2006/main" noGrp="1"/>
          </p:cNvSpPr>
          <p:nvPr/>
        </p:nvSpPr>
        <p:spPr>
          <a:xfrm xmlns:a="http://schemas.openxmlformats.org/drawingml/2006/main">
            <a:off x="685800" y="46482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9F3273F6-9D93-4B08-8723-517509555A9D}"/>
              </a:ext>
            </a:extLst>
          </p:cNvPr>
          <p:cNvSpPr>
            <a:spLocks xmlns:a="http://schemas.openxmlformats.org/drawingml/2006/main" noGrp="1"/>
          </p:cNvSpPr>
          <p:nvPr/>
        </p:nvSpPr>
        <p:spPr>
          <a:xfrm xmlns:a="http://schemas.openxmlformats.org/drawingml/2006/main">
            <a:off x="819150" y="47625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data/demo_meeting.wav</a:t>
            </a:r>
          </a:p>
        </p:txBody>
      </p:sp>
      <p:sp>
        <p:nvSpPr>
          <p:cNvPr id="19" name="">
            <a:extLst xmlns:a="http://schemas.openxmlformats.org/drawingml/2006/main">
              <a:ext uri="{FF2B5EF4-FFF2-40B4-BE49-F238E27FC236}">
                <a16:creationId xmlns:a16="http://schemas.microsoft.com/office/drawing/2014/main" id="{A54D572F-A710-4260-97D9-750C4A1C87D7}"/>
              </a:ext>
            </a:extLst>
          </p:cNvPr>
          <p:cNvSpPr>
            <a:spLocks xmlns:a="http://schemas.openxmlformats.org/drawingml/2006/main" noGrp="1"/>
          </p:cNvSpPr>
          <p:nvPr/>
        </p:nvSpPr>
        <p:spPr>
          <a:xfrm xmlns:a="http://schemas.openxmlformats.org/drawingml/2006/main">
            <a:off x="6096000" y="3486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Segment</a:t>
            </a:r>
          </a:p>
        </p:txBody>
      </p:sp>
      <p:sp>
        <p:nvSpPr>
          <p:cNvPr id="20" name="">
            <a:extLst xmlns:a="http://schemas.openxmlformats.org/drawingml/2006/main">
              <a:ext uri="{FF2B5EF4-FFF2-40B4-BE49-F238E27FC236}">
                <a16:creationId xmlns:a16="http://schemas.microsoft.com/office/drawing/2014/main" id="{631F90D9-779E-469C-9B34-0223479E340F}"/>
              </a:ext>
            </a:extLst>
          </p:cNvPr>
          <p:cNvSpPr>
            <a:spLocks xmlns:a="http://schemas.openxmlformats.org/drawingml/2006/main" noGrp="1"/>
          </p:cNvSpPr>
          <p:nvPr/>
        </p:nvSpPr>
        <p:spPr>
          <a:xfrm xmlns:a="http://schemas.openxmlformats.org/drawingml/2006/main">
            <a:off x="6096000" y="39433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시작·끝 시각이 붙은 발화 조각</a:t>
            </a:r>
          </a:p>
        </p:txBody>
      </p:sp>
      <p:sp>
        <p:nvSpPr>
          <p:cNvPr id="21" name="">
            <a:extLst xmlns:a="http://schemas.openxmlformats.org/drawingml/2006/main">
              <a:ext uri="{FF2B5EF4-FFF2-40B4-BE49-F238E27FC236}">
                <a16:creationId xmlns:a16="http://schemas.microsoft.com/office/drawing/2014/main" id="{9FF7A6B6-0FD7-40B3-911C-B3F7EEEF3AA2}"/>
              </a:ext>
            </a:extLst>
          </p:cNvPr>
          <p:cNvSpPr>
            <a:spLocks xmlns:a="http://schemas.openxmlformats.org/drawingml/2006/main" noGrp="1"/>
          </p:cNvSpPr>
          <p:nvPr/>
        </p:nvSpPr>
        <p:spPr>
          <a:xfrm xmlns:a="http://schemas.openxmlformats.org/drawingml/2006/main">
            <a:off x="6096000" y="46482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351A1088-E5CB-412C-AF06-91B37B5C5ADD}"/>
              </a:ext>
            </a:extLst>
          </p:cNvPr>
          <p:cNvSpPr>
            <a:spLocks xmlns:a="http://schemas.openxmlformats.org/drawingml/2006/main" noGrp="1"/>
          </p:cNvSpPr>
          <p:nvPr/>
        </p:nvSpPr>
        <p:spPr>
          <a:xfrm xmlns:a="http://schemas.openxmlformats.org/drawingml/2006/main">
            <a:off x="6229350" y="47625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output/day2-stt-lab/transcript.json</a:t>
            </a:r>
          </a:p>
        </p:txBody>
      </p:sp>
    </p:spTree>
    <p:extLst>
      <p:ext uri="{BB962C8B-B14F-4D97-AF65-F5344CB8AC3E}">
        <p14:creationId xmlns:p14="http://schemas.microsoft.com/office/powerpoint/2010/main" val="160383334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0E67B4C5-DD95-49C6-9208-AEE87441AE40}"/>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선택 기준</a:t>
            </a:r>
          </a:p>
        </p:txBody>
      </p:sp>
      <p:sp>
        <p:nvSpPr>
          <p:cNvPr id="2" name="">
            <a:extLst xmlns:a="http://schemas.openxmlformats.org/drawingml/2006/main">
              <a:ext uri="{FF2B5EF4-FFF2-40B4-BE49-F238E27FC236}">
                <a16:creationId xmlns:a16="http://schemas.microsoft.com/office/drawing/2014/main" id="{66ECC3C7-E22C-4C77-9680-C991A5F98033}"/>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비교</a:t>
            </a:r>
          </a:p>
        </p:txBody>
      </p:sp>
      <p:sp>
        <p:nvSpPr>
          <p:cNvPr id="3" name="">
            <a:extLst xmlns:a="http://schemas.openxmlformats.org/drawingml/2006/main">
              <a:ext uri="{FF2B5EF4-FFF2-40B4-BE49-F238E27FC236}">
                <a16:creationId xmlns:a16="http://schemas.microsoft.com/office/drawing/2014/main" id="{AA00FE75-689D-49DB-AD35-933F8C8EF7D2}"/>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A8646544-8DD4-48CF-8163-C8726376FF87}"/>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21A9282E-999C-4482-A1EB-E48C41A22D40}"/>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BFB5786B-A485-43FE-9578-797E0D2BE967}"/>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041</a:t>
            </a:r>
          </a:p>
        </p:txBody>
      </p:sp>
      <p:sp>
        <p:nvSpPr>
          <p:cNvPr id="7" name="">
            <a:extLst xmlns:a="http://schemas.openxmlformats.org/drawingml/2006/main">
              <a:ext uri="{FF2B5EF4-FFF2-40B4-BE49-F238E27FC236}">
                <a16:creationId xmlns:a16="http://schemas.microsoft.com/office/drawing/2014/main" id="{18855B4C-FA67-4661-B706-874A43EE31A3}"/>
              </a:ext>
            </a:extLst>
          </p:cNvPr>
          <p:cNvSpPr>
            <a:spLocks xmlns:a="http://schemas.openxmlformats.org/drawingml/2006/main" noGrp="1"/>
          </p:cNvSpPr>
          <p:nvPr/>
        </p:nvSpPr>
        <p:spPr>
          <a:xfrm xmlns:a="http://schemas.openxmlformats.org/drawingml/2006/main">
            <a:off x="666750" y="1504950"/>
            <a:ext cx="238125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8" name="">
            <a:extLst xmlns:a="http://schemas.openxmlformats.org/drawingml/2006/main">
              <a:ext uri="{FF2B5EF4-FFF2-40B4-BE49-F238E27FC236}">
                <a16:creationId xmlns:a16="http://schemas.microsoft.com/office/drawing/2014/main" id="{0A72B539-64D9-4CEE-ACE8-EE77E07A257B}"/>
              </a:ext>
            </a:extLst>
          </p:cNvPr>
          <p:cNvSpPr>
            <a:spLocks xmlns:a="http://schemas.openxmlformats.org/drawingml/2006/main" noGrp="1"/>
          </p:cNvSpPr>
          <p:nvPr/>
        </p:nvSpPr>
        <p:spPr>
          <a:xfrm xmlns:a="http://schemas.openxmlformats.org/drawingml/2006/main">
            <a:off x="819150" y="16573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구분</a:t>
            </a:r>
          </a:p>
        </p:txBody>
      </p:sp>
      <p:sp>
        <p:nvSpPr>
          <p:cNvPr id="9" name="">
            <a:extLst xmlns:a="http://schemas.openxmlformats.org/drawingml/2006/main">
              <a:ext uri="{FF2B5EF4-FFF2-40B4-BE49-F238E27FC236}">
                <a16:creationId xmlns:a16="http://schemas.microsoft.com/office/drawing/2014/main" id="{8C8EAA41-6789-4E8B-BC44-DF5147DA46D2}"/>
              </a:ext>
            </a:extLst>
          </p:cNvPr>
          <p:cNvSpPr>
            <a:spLocks xmlns:a="http://schemas.openxmlformats.org/drawingml/2006/main" noGrp="1"/>
          </p:cNvSpPr>
          <p:nvPr/>
        </p:nvSpPr>
        <p:spPr>
          <a:xfrm xmlns:a="http://schemas.openxmlformats.org/drawingml/2006/main">
            <a:off x="3048000" y="1504950"/>
            <a:ext cx="457200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0" name="">
            <a:extLst xmlns:a="http://schemas.openxmlformats.org/drawingml/2006/main">
              <a:ext uri="{FF2B5EF4-FFF2-40B4-BE49-F238E27FC236}">
                <a16:creationId xmlns:a16="http://schemas.microsoft.com/office/drawing/2014/main" id="{156BC829-0BE7-4F83-B306-81A922ED0BE2}"/>
              </a:ext>
            </a:extLst>
          </p:cNvPr>
          <p:cNvSpPr>
            <a:spLocks xmlns:a="http://schemas.openxmlformats.org/drawingml/2006/main" noGrp="1"/>
          </p:cNvSpPr>
          <p:nvPr/>
        </p:nvSpPr>
        <p:spPr>
          <a:xfrm xmlns:a="http://schemas.openxmlformats.org/drawingml/2006/main">
            <a:off x="3200400" y="16573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역할</a:t>
            </a:r>
          </a:p>
        </p:txBody>
      </p:sp>
      <p:sp>
        <p:nvSpPr>
          <p:cNvPr id="11" name="">
            <a:extLst xmlns:a="http://schemas.openxmlformats.org/drawingml/2006/main">
              <a:ext uri="{FF2B5EF4-FFF2-40B4-BE49-F238E27FC236}">
                <a16:creationId xmlns:a16="http://schemas.microsoft.com/office/drawing/2014/main" id="{48AFDFD8-B076-48B6-9E17-28C4AFBA7776}"/>
              </a:ext>
            </a:extLst>
          </p:cNvPr>
          <p:cNvSpPr>
            <a:spLocks xmlns:a="http://schemas.openxmlformats.org/drawingml/2006/main" noGrp="1"/>
          </p:cNvSpPr>
          <p:nvPr/>
        </p:nvSpPr>
        <p:spPr>
          <a:xfrm xmlns:a="http://schemas.openxmlformats.org/drawingml/2006/main">
            <a:off x="7620000" y="1504950"/>
            <a:ext cx="390525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2" name="">
            <a:extLst xmlns:a="http://schemas.openxmlformats.org/drawingml/2006/main">
              <a:ext uri="{FF2B5EF4-FFF2-40B4-BE49-F238E27FC236}">
                <a16:creationId xmlns:a16="http://schemas.microsoft.com/office/drawing/2014/main" id="{76F9EDC9-4DE5-4070-A10D-3623C1E69CCF}"/>
              </a:ext>
            </a:extLst>
          </p:cNvPr>
          <p:cNvSpPr>
            <a:spLocks xmlns:a="http://schemas.openxmlformats.org/drawingml/2006/main" noGrp="1"/>
          </p:cNvSpPr>
          <p:nvPr/>
        </p:nvSpPr>
        <p:spPr>
          <a:xfrm xmlns:a="http://schemas.openxmlformats.org/drawingml/2006/main">
            <a:off x="7772400" y="16573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이번 차시의 판단 기준</a:t>
            </a:r>
          </a:p>
        </p:txBody>
      </p:sp>
      <p:sp>
        <p:nvSpPr>
          <p:cNvPr id="13" name="">
            <a:extLst xmlns:a="http://schemas.openxmlformats.org/drawingml/2006/main">
              <a:ext uri="{FF2B5EF4-FFF2-40B4-BE49-F238E27FC236}">
                <a16:creationId xmlns:a16="http://schemas.microsoft.com/office/drawing/2014/main" id="{35CB929B-0C5F-4C17-A18C-88ADA82417A0}"/>
              </a:ext>
            </a:extLst>
          </p:cNvPr>
          <p:cNvSpPr>
            <a:spLocks xmlns:a="http://schemas.openxmlformats.org/drawingml/2006/main" noGrp="1"/>
          </p:cNvSpPr>
          <p:nvPr/>
        </p:nvSpPr>
        <p:spPr>
          <a:xfrm xmlns:a="http://schemas.openxmlformats.org/drawingml/2006/main">
            <a:off x="666750" y="2381250"/>
            <a:ext cx="2381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DAEEA22C-2B19-4640-A08D-2A5439921762}"/>
              </a:ext>
            </a:extLst>
          </p:cNvPr>
          <p:cNvSpPr>
            <a:spLocks xmlns:a="http://schemas.openxmlformats.org/drawingml/2006/main" noGrp="1"/>
          </p:cNvSpPr>
          <p:nvPr/>
        </p:nvSpPr>
        <p:spPr>
          <a:xfrm xmlns:a="http://schemas.openxmlformats.org/drawingml/2006/main">
            <a:off x="819150" y="25336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Whisper</a:t>
            </a:r>
          </a:p>
        </p:txBody>
      </p:sp>
      <p:sp>
        <p:nvSpPr>
          <p:cNvPr id="15" name="">
            <a:extLst xmlns:a="http://schemas.openxmlformats.org/drawingml/2006/main">
              <a:ext uri="{FF2B5EF4-FFF2-40B4-BE49-F238E27FC236}">
                <a16:creationId xmlns:a16="http://schemas.microsoft.com/office/drawing/2014/main" id="{D7B45D82-BC48-467B-8FC3-9BE6CF228D6A}"/>
              </a:ext>
            </a:extLst>
          </p:cNvPr>
          <p:cNvSpPr>
            <a:spLocks xmlns:a="http://schemas.openxmlformats.org/drawingml/2006/main" noGrp="1"/>
          </p:cNvSpPr>
          <p:nvPr/>
        </p:nvSpPr>
        <p:spPr>
          <a:xfrm xmlns:a="http://schemas.openxmlformats.org/drawingml/2006/main">
            <a:off x="3048000" y="2381250"/>
            <a:ext cx="457200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6" name="">
            <a:extLst xmlns:a="http://schemas.openxmlformats.org/drawingml/2006/main">
              <a:ext uri="{FF2B5EF4-FFF2-40B4-BE49-F238E27FC236}">
                <a16:creationId xmlns:a16="http://schemas.microsoft.com/office/drawing/2014/main" id="{6A69DD5F-D7F8-433A-A7B0-005D45EC88EA}"/>
              </a:ext>
            </a:extLst>
          </p:cNvPr>
          <p:cNvSpPr>
            <a:spLocks xmlns:a="http://schemas.openxmlformats.org/drawingml/2006/main" noGrp="1"/>
          </p:cNvSpPr>
          <p:nvPr/>
        </p:nvSpPr>
        <p:spPr>
          <a:xfrm xmlns:a="http://schemas.openxmlformats.org/drawingml/2006/main">
            <a:off x="3200400" y="25336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모델 load 단계의 입력 기준</a:t>
            </a:r>
          </a:p>
        </p:txBody>
      </p:sp>
      <p:sp>
        <p:nvSpPr>
          <p:cNvPr id="17" name="">
            <a:extLst xmlns:a="http://schemas.openxmlformats.org/drawingml/2006/main">
              <a:ext uri="{FF2B5EF4-FFF2-40B4-BE49-F238E27FC236}">
                <a16:creationId xmlns:a16="http://schemas.microsoft.com/office/drawing/2014/main" id="{9039D177-4D7E-4493-8353-4E1D389E07D8}"/>
              </a:ext>
            </a:extLst>
          </p:cNvPr>
          <p:cNvSpPr>
            <a:spLocks xmlns:a="http://schemas.openxmlformats.org/drawingml/2006/main" noGrp="1"/>
          </p:cNvSpPr>
          <p:nvPr/>
        </p:nvSpPr>
        <p:spPr>
          <a:xfrm xmlns:a="http://schemas.openxmlformats.org/drawingml/2006/main">
            <a:off x="7620000" y="2381250"/>
            <a:ext cx="3905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F674612F-8BFE-45B1-BACB-FC753C6A3C2F}"/>
              </a:ext>
            </a:extLst>
          </p:cNvPr>
          <p:cNvSpPr>
            <a:spLocks xmlns:a="http://schemas.openxmlformats.org/drawingml/2006/main" noGrp="1"/>
          </p:cNvSpPr>
          <p:nvPr/>
        </p:nvSpPr>
        <p:spPr>
          <a:xfrm xmlns:a="http://schemas.openxmlformats.org/drawingml/2006/main">
            <a:off x="7772400" y="25336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결정론 test로 먼저 확인</a:t>
            </a:r>
          </a:p>
        </p:txBody>
      </p:sp>
      <p:sp>
        <p:nvSpPr>
          <p:cNvPr id="19" name="">
            <a:extLst xmlns:a="http://schemas.openxmlformats.org/drawingml/2006/main">
              <a:ext uri="{FF2B5EF4-FFF2-40B4-BE49-F238E27FC236}">
                <a16:creationId xmlns:a16="http://schemas.microsoft.com/office/drawing/2014/main" id="{0F66953E-B38C-449C-8529-87EBF69525B3}"/>
              </a:ext>
            </a:extLst>
          </p:cNvPr>
          <p:cNvSpPr>
            <a:spLocks xmlns:a="http://schemas.openxmlformats.org/drawingml/2006/main" noGrp="1"/>
          </p:cNvSpPr>
          <p:nvPr/>
        </p:nvSpPr>
        <p:spPr>
          <a:xfrm xmlns:a="http://schemas.openxmlformats.org/drawingml/2006/main">
            <a:off x="666750" y="3257550"/>
            <a:ext cx="2381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0" name="">
            <a:extLst xmlns:a="http://schemas.openxmlformats.org/drawingml/2006/main">
              <a:ext uri="{FF2B5EF4-FFF2-40B4-BE49-F238E27FC236}">
                <a16:creationId xmlns:a16="http://schemas.microsoft.com/office/drawing/2014/main" id="{E88EF4FD-B25B-4614-BAE6-9E229A9C5E33}"/>
              </a:ext>
            </a:extLst>
          </p:cNvPr>
          <p:cNvSpPr>
            <a:spLocks xmlns:a="http://schemas.openxmlformats.org/drawingml/2006/main" noGrp="1"/>
          </p:cNvSpPr>
          <p:nvPr/>
        </p:nvSpPr>
        <p:spPr>
          <a:xfrm xmlns:a="http://schemas.openxmlformats.org/drawingml/2006/main">
            <a:off x="819150" y="34099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faster-whisper</a:t>
            </a:r>
          </a:p>
        </p:txBody>
      </p:sp>
      <p:sp>
        <p:nvSpPr>
          <p:cNvPr id="21" name="">
            <a:extLst xmlns:a="http://schemas.openxmlformats.org/drawingml/2006/main">
              <a:ext uri="{FF2B5EF4-FFF2-40B4-BE49-F238E27FC236}">
                <a16:creationId xmlns:a16="http://schemas.microsoft.com/office/drawing/2014/main" id="{6D27BD0E-63F3-425A-9149-0F2F6DE05ABD}"/>
              </a:ext>
            </a:extLst>
          </p:cNvPr>
          <p:cNvSpPr>
            <a:spLocks xmlns:a="http://schemas.openxmlformats.org/drawingml/2006/main" noGrp="1"/>
          </p:cNvSpPr>
          <p:nvPr/>
        </p:nvSpPr>
        <p:spPr>
          <a:xfrm xmlns:a="http://schemas.openxmlformats.org/drawingml/2006/main">
            <a:off x="3048000" y="3257550"/>
            <a:ext cx="45720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AD0505EE-73A9-4618-8754-B4BE1CC22C44}"/>
              </a:ext>
            </a:extLst>
          </p:cNvPr>
          <p:cNvSpPr>
            <a:spLocks xmlns:a="http://schemas.openxmlformats.org/drawingml/2006/main" noGrp="1"/>
          </p:cNvSpPr>
          <p:nvPr/>
        </p:nvSpPr>
        <p:spPr>
          <a:xfrm xmlns:a="http://schemas.openxmlformats.org/drawingml/2006/main">
            <a:off x="3200400" y="34099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VAD 적용 단계의 교체 경계</a:t>
            </a:r>
          </a:p>
        </p:txBody>
      </p:sp>
      <p:sp>
        <p:nvSpPr>
          <p:cNvPr id="23" name="">
            <a:extLst xmlns:a="http://schemas.openxmlformats.org/drawingml/2006/main">
              <a:ext uri="{FF2B5EF4-FFF2-40B4-BE49-F238E27FC236}">
                <a16:creationId xmlns:a16="http://schemas.microsoft.com/office/drawing/2014/main" id="{D8C6FB55-D6B8-4A07-B0E3-ABB49507ABD4}"/>
              </a:ext>
            </a:extLst>
          </p:cNvPr>
          <p:cNvSpPr>
            <a:spLocks xmlns:a="http://schemas.openxmlformats.org/drawingml/2006/main" noGrp="1"/>
          </p:cNvSpPr>
          <p:nvPr/>
        </p:nvSpPr>
        <p:spPr>
          <a:xfrm xmlns:a="http://schemas.openxmlformats.org/drawingml/2006/main">
            <a:off x="7620000" y="3257550"/>
            <a:ext cx="3905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4" name="">
            <a:extLst xmlns:a="http://schemas.openxmlformats.org/drawingml/2006/main">
              <a:ext uri="{FF2B5EF4-FFF2-40B4-BE49-F238E27FC236}">
                <a16:creationId xmlns:a16="http://schemas.microsoft.com/office/drawing/2014/main" id="{BD6C0BA3-2D6C-4DE7-ACA9-9A805FE219AF}"/>
              </a:ext>
            </a:extLst>
          </p:cNvPr>
          <p:cNvSpPr>
            <a:spLocks xmlns:a="http://schemas.openxmlformats.org/drawingml/2006/main" noGrp="1"/>
          </p:cNvSpPr>
          <p:nvPr/>
        </p:nvSpPr>
        <p:spPr>
          <a:xfrm xmlns:a="http://schemas.openxmlformats.org/drawingml/2006/main">
            <a:off x="7772400" y="34099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adapter 경계를 확인</a:t>
            </a:r>
          </a:p>
        </p:txBody>
      </p:sp>
      <p:sp>
        <p:nvSpPr>
          <p:cNvPr id="25" name="">
            <a:extLst xmlns:a="http://schemas.openxmlformats.org/drawingml/2006/main">
              <a:ext uri="{FF2B5EF4-FFF2-40B4-BE49-F238E27FC236}">
                <a16:creationId xmlns:a16="http://schemas.microsoft.com/office/drawing/2014/main" id="{5BC08C80-1111-44A4-8562-95165D06775B}"/>
              </a:ext>
            </a:extLst>
          </p:cNvPr>
          <p:cNvSpPr>
            <a:spLocks xmlns:a="http://schemas.openxmlformats.org/drawingml/2006/main" noGrp="1"/>
          </p:cNvSpPr>
          <p:nvPr/>
        </p:nvSpPr>
        <p:spPr>
          <a:xfrm xmlns:a="http://schemas.openxmlformats.org/drawingml/2006/main">
            <a:off x="666750" y="4133850"/>
            <a:ext cx="2381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6" name="">
            <a:extLst xmlns:a="http://schemas.openxmlformats.org/drawingml/2006/main">
              <a:ext uri="{FF2B5EF4-FFF2-40B4-BE49-F238E27FC236}">
                <a16:creationId xmlns:a16="http://schemas.microsoft.com/office/drawing/2014/main" id="{A92856A9-AA40-4DEE-A17D-F8BFB8FB0D10}"/>
              </a:ext>
            </a:extLst>
          </p:cNvPr>
          <p:cNvSpPr>
            <a:spLocks xmlns:a="http://schemas.openxmlformats.org/drawingml/2006/main" noGrp="1"/>
          </p:cNvSpPr>
          <p:nvPr/>
        </p:nvSpPr>
        <p:spPr>
          <a:xfrm xmlns:a="http://schemas.openxmlformats.org/drawingml/2006/main">
            <a:off x="819150" y="42862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int8</a:t>
            </a:r>
          </a:p>
        </p:txBody>
      </p:sp>
      <p:sp>
        <p:nvSpPr>
          <p:cNvPr id="27" name="">
            <a:extLst xmlns:a="http://schemas.openxmlformats.org/drawingml/2006/main">
              <a:ext uri="{FF2B5EF4-FFF2-40B4-BE49-F238E27FC236}">
                <a16:creationId xmlns:a16="http://schemas.microsoft.com/office/drawing/2014/main" id="{FA85FB37-3A51-4FA8-9C41-961E8CA5D787}"/>
              </a:ext>
            </a:extLst>
          </p:cNvPr>
          <p:cNvSpPr>
            <a:spLocks xmlns:a="http://schemas.openxmlformats.org/drawingml/2006/main" noGrp="1"/>
          </p:cNvSpPr>
          <p:nvPr/>
        </p:nvSpPr>
        <p:spPr>
          <a:xfrm xmlns:a="http://schemas.openxmlformats.org/drawingml/2006/main">
            <a:off x="3048000" y="4133850"/>
            <a:ext cx="457200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8" name="">
            <a:extLst xmlns:a="http://schemas.openxmlformats.org/drawingml/2006/main">
              <a:ext uri="{FF2B5EF4-FFF2-40B4-BE49-F238E27FC236}">
                <a16:creationId xmlns:a16="http://schemas.microsoft.com/office/drawing/2014/main" id="{67EE3823-306E-4EF0-8155-EB6B64BB6E08}"/>
              </a:ext>
            </a:extLst>
          </p:cNvPr>
          <p:cNvSpPr>
            <a:spLocks xmlns:a="http://schemas.openxmlformats.org/drawingml/2006/main" noGrp="1"/>
          </p:cNvSpPr>
          <p:nvPr/>
        </p:nvSpPr>
        <p:spPr>
          <a:xfrm xmlns:a="http://schemas.openxmlformats.org/drawingml/2006/main">
            <a:off x="3200400" y="42862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beam search 단계의 운영 조건</a:t>
            </a:r>
          </a:p>
        </p:txBody>
      </p:sp>
      <p:sp>
        <p:nvSpPr>
          <p:cNvPr id="29" name="">
            <a:extLst xmlns:a="http://schemas.openxmlformats.org/drawingml/2006/main">
              <a:ext uri="{FF2B5EF4-FFF2-40B4-BE49-F238E27FC236}">
                <a16:creationId xmlns:a16="http://schemas.microsoft.com/office/drawing/2014/main" id="{69B10672-FC16-42D2-9B2D-894AB5DAAE82}"/>
              </a:ext>
            </a:extLst>
          </p:cNvPr>
          <p:cNvSpPr>
            <a:spLocks xmlns:a="http://schemas.openxmlformats.org/drawingml/2006/main" noGrp="1"/>
          </p:cNvSpPr>
          <p:nvPr/>
        </p:nvSpPr>
        <p:spPr>
          <a:xfrm xmlns:a="http://schemas.openxmlformats.org/drawingml/2006/main">
            <a:off x="7620000" y="4133850"/>
            <a:ext cx="3905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30" name="">
            <a:extLst xmlns:a="http://schemas.openxmlformats.org/drawingml/2006/main">
              <a:ext uri="{FF2B5EF4-FFF2-40B4-BE49-F238E27FC236}">
                <a16:creationId xmlns:a16="http://schemas.microsoft.com/office/drawing/2014/main" id="{C1BCD449-EA1E-4525-85AF-D8F142B97467}"/>
              </a:ext>
            </a:extLst>
          </p:cNvPr>
          <p:cNvSpPr>
            <a:spLocks xmlns:a="http://schemas.openxmlformats.org/drawingml/2006/main" noGrp="1"/>
          </p:cNvSpPr>
          <p:nvPr/>
        </p:nvSpPr>
        <p:spPr>
          <a:xfrm xmlns:a="http://schemas.openxmlformats.org/drawingml/2006/main">
            <a:off x="7772400" y="42862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비용·지연·권한을 확인</a:t>
            </a:r>
          </a:p>
        </p:txBody>
      </p:sp>
      <p:sp>
        <p:nvSpPr>
          <p:cNvPr id="31" name="">
            <a:extLst xmlns:a="http://schemas.openxmlformats.org/drawingml/2006/main">
              <a:ext uri="{FF2B5EF4-FFF2-40B4-BE49-F238E27FC236}">
                <a16:creationId xmlns:a16="http://schemas.microsoft.com/office/drawing/2014/main" id="{56154A22-5FFF-4B1B-8B5A-29CA0BBF715E}"/>
              </a:ext>
            </a:extLst>
          </p:cNvPr>
          <p:cNvSpPr>
            <a:spLocks xmlns:a="http://schemas.openxmlformats.org/drawingml/2006/main" noGrp="1"/>
          </p:cNvSpPr>
          <p:nvPr/>
        </p:nvSpPr>
        <p:spPr>
          <a:xfrm xmlns:a="http://schemas.openxmlformats.org/drawingml/2006/main">
            <a:off x="666750" y="5010150"/>
            <a:ext cx="2381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2" name="">
            <a:extLst xmlns:a="http://schemas.openxmlformats.org/drawingml/2006/main">
              <a:ext uri="{FF2B5EF4-FFF2-40B4-BE49-F238E27FC236}">
                <a16:creationId xmlns:a16="http://schemas.microsoft.com/office/drawing/2014/main" id="{D026AE0D-EF26-45CF-83DF-E77C70C37342}"/>
              </a:ext>
            </a:extLst>
          </p:cNvPr>
          <p:cNvSpPr>
            <a:spLocks xmlns:a="http://schemas.openxmlformats.org/drawingml/2006/main" noGrp="1"/>
          </p:cNvSpPr>
          <p:nvPr/>
        </p:nvSpPr>
        <p:spPr>
          <a:xfrm xmlns:a="http://schemas.openxmlformats.org/drawingml/2006/main">
            <a:off x="819150" y="51625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Segment</a:t>
            </a:r>
          </a:p>
        </p:txBody>
      </p:sp>
      <p:sp>
        <p:nvSpPr>
          <p:cNvPr id="33" name="">
            <a:extLst xmlns:a="http://schemas.openxmlformats.org/drawingml/2006/main">
              <a:ext uri="{FF2B5EF4-FFF2-40B4-BE49-F238E27FC236}">
                <a16:creationId xmlns:a16="http://schemas.microsoft.com/office/drawing/2014/main" id="{DDC4208D-3A6A-4E6B-AD62-7A8BCE5EAC23}"/>
              </a:ext>
            </a:extLst>
          </p:cNvPr>
          <p:cNvSpPr>
            <a:spLocks xmlns:a="http://schemas.openxmlformats.org/drawingml/2006/main" noGrp="1"/>
          </p:cNvSpPr>
          <p:nvPr/>
        </p:nvSpPr>
        <p:spPr>
          <a:xfrm xmlns:a="http://schemas.openxmlformats.org/drawingml/2006/main">
            <a:off x="3048000" y="5010150"/>
            <a:ext cx="45720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4" name="">
            <a:extLst xmlns:a="http://schemas.openxmlformats.org/drawingml/2006/main">
              <a:ext uri="{FF2B5EF4-FFF2-40B4-BE49-F238E27FC236}">
                <a16:creationId xmlns:a16="http://schemas.microsoft.com/office/drawing/2014/main" id="{06605C24-B57F-42A9-B5F6-AB22ADE6EB5C}"/>
              </a:ext>
            </a:extLst>
          </p:cNvPr>
          <p:cNvSpPr>
            <a:spLocks xmlns:a="http://schemas.openxmlformats.org/drawingml/2006/main" noGrp="1"/>
          </p:cNvSpPr>
          <p:nvPr/>
        </p:nvSpPr>
        <p:spPr>
          <a:xfrm xmlns:a="http://schemas.openxmlformats.org/drawingml/2006/main">
            <a:off x="3200400" y="51625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segment 순회 단계의 판단 기록</a:t>
            </a:r>
          </a:p>
        </p:txBody>
      </p:sp>
      <p:sp>
        <p:nvSpPr>
          <p:cNvPr id="35" name="">
            <a:extLst xmlns:a="http://schemas.openxmlformats.org/drawingml/2006/main">
              <a:ext uri="{FF2B5EF4-FFF2-40B4-BE49-F238E27FC236}">
                <a16:creationId xmlns:a16="http://schemas.microsoft.com/office/drawing/2014/main" id="{51BF0312-C5BC-4427-ACC8-944C2F977BC2}"/>
              </a:ext>
            </a:extLst>
          </p:cNvPr>
          <p:cNvSpPr>
            <a:spLocks xmlns:a="http://schemas.openxmlformats.org/drawingml/2006/main" noGrp="1"/>
          </p:cNvSpPr>
          <p:nvPr/>
        </p:nvSpPr>
        <p:spPr>
          <a:xfrm xmlns:a="http://schemas.openxmlformats.org/drawingml/2006/main">
            <a:off x="7620000" y="5010150"/>
            <a:ext cx="3905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6" name="">
            <a:extLst xmlns:a="http://schemas.openxmlformats.org/drawingml/2006/main">
              <a:ext uri="{FF2B5EF4-FFF2-40B4-BE49-F238E27FC236}">
                <a16:creationId xmlns:a16="http://schemas.microsoft.com/office/drawing/2014/main" id="{6296FE4D-BB5E-4866-AB9E-D48970E53840}"/>
              </a:ext>
            </a:extLst>
          </p:cNvPr>
          <p:cNvSpPr>
            <a:spLocks xmlns:a="http://schemas.openxmlformats.org/drawingml/2006/main" noGrp="1"/>
          </p:cNvSpPr>
          <p:nvPr/>
        </p:nvSpPr>
        <p:spPr>
          <a:xfrm xmlns:a="http://schemas.openxmlformats.org/drawingml/2006/main">
            <a:off x="7772400" y="51625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사람 판단과 운영 기록을 확인</a:t>
            </a:r>
          </a:p>
        </p:txBody>
      </p:sp>
    </p:spTree>
    <p:extLst>
      <p:ext uri="{BB962C8B-B14F-4D97-AF65-F5344CB8AC3E}">
        <p14:creationId xmlns:p14="http://schemas.microsoft.com/office/powerpoint/2010/main" val="204316384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1930542-0041-4B5F-B1C5-0FCADFC33091}"/>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대표 실패</a:t>
            </a:r>
          </a:p>
        </p:txBody>
      </p:sp>
      <p:sp>
        <p:nvSpPr>
          <p:cNvPr id="2" name="">
            <a:extLst xmlns:a="http://schemas.openxmlformats.org/drawingml/2006/main">
              <a:ext uri="{FF2B5EF4-FFF2-40B4-BE49-F238E27FC236}">
                <a16:creationId xmlns:a16="http://schemas.microsoft.com/office/drawing/2014/main" id="{AA66C347-F34E-4CDC-A637-CEEAF75A7D69}"/>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실패 사례</a:t>
            </a:r>
          </a:p>
        </p:txBody>
      </p:sp>
      <p:sp>
        <p:nvSpPr>
          <p:cNvPr id="3" name="">
            <a:extLst xmlns:a="http://schemas.openxmlformats.org/drawingml/2006/main">
              <a:ext uri="{FF2B5EF4-FFF2-40B4-BE49-F238E27FC236}">
                <a16:creationId xmlns:a16="http://schemas.microsoft.com/office/drawing/2014/main" id="{67BEA636-4FF5-4B4F-92BB-AFB9738A1AF1}"/>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47CE14EB-ACC8-43B9-8E8A-729B95C357A7}"/>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3618BBAE-9423-4187-BB77-9BDA415F5E44}"/>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0671EA5B-5890-4509-B9B2-DC836615EA1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042</a:t>
            </a:r>
          </a:p>
        </p:txBody>
      </p:sp>
      <p:sp>
        <p:nvSpPr>
          <p:cNvPr id="7" name="">
            <a:extLst xmlns:a="http://schemas.openxmlformats.org/drawingml/2006/main">
              <a:ext uri="{FF2B5EF4-FFF2-40B4-BE49-F238E27FC236}">
                <a16:creationId xmlns:a16="http://schemas.microsoft.com/office/drawing/2014/main" id="{46E4D47B-5AF8-4504-AC4E-95A32C6C9D19}"/>
              </a:ext>
            </a:extLst>
          </p:cNvPr>
          <p:cNvSpPr>
            <a:spLocks xmlns:a="http://schemas.openxmlformats.org/drawingml/2006/main" noGrp="1"/>
          </p:cNvSpPr>
          <p:nvPr/>
        </p:nvSpPr>
        <p:spPr>
          <a:xfrm xmlns:a="http://schemas.openxmlformats.org/drawingml/2006/main">
            <a:off x="685800" y="1619250"/>
            <a:ext cx="4724400" cy="33147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3A4DBB8-4690-4F80-8162-832829E8E0C0}"/>
              </a:ext>
            </a:extLst>
          </p:cNvPr>
          <p:cNvSpPr>
            <a:spLocks xmlns:a="http://schemas.openxmlformats.org/drawingml/2006/main" noGrp="1"/>
          </p:cNvSpPr>
          <p:nvPr/>
        </p:nvSpPr>
        <p:spPr>
          <a:xfrm xmlns:a="http://schemas.openxmlformats.org/drawingml/2006/main">
            <a:off x="990600" y="19240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C7C7C7"/>
                </a:solidFill>
                <a:latin typeface="NanumGothic"/>
                <a:ea typeface="NanumGothic"/>
                <a:cs typeface="NanumGothic"/>
              </a:defRPr>
            </a:pPr>
            <a:r>
              <a:rPr sz="1050" b="1">
                <a:solidFill>
                  <a:srgbClr val="C7C7C7"/>
                </a:solidFill>
                <a:latin typeface="NanumGothic"/>
                <a:ea typeface="NanumGothic"/>
                <a:cs typeface="NanumGothic"/>
              </a:rPr>
              <a:t>실패</a:t>
            </a:r>
          </a:p>
        </p:txBody>
      </p:sp>
      <p:sp>
        <p:nvSpPr>
          <p:cNvPr id="9" name="">
            <a:extLst xmlns:a="http://schemas.openxmlformats.org/drawingml/2006/main">
              <a:ext uri="{FF2B5EF4-FFF2-40B4-BE49-F238E27FC236}">
                <a16:creationId xmlns:a16="http://schemas.microsoft.com/office/drawing/2014/main" id="{9F25DD6E-8661-469D-B2A4-D491F6588C3A}"/>
              </a:ext>
            </a:extLst>
          </p:cNvPr>
          <p:cNvSpPr>
            <a:spLocks xmlns:a="http://schemas.openxmlformats.org/drawingml/2006/main" noGrp="1"/>
          </p:cNvSpPr>
          <p:nvPr/>
        </p:nvSpPr>
        <p:spPr>
          <a:xfrm xmlns:a="http://schemas.openxmlformats.org/drawingml/2006/main">
            <a:off x="990600" y="2476500"/>
            <a:ext cx="41148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모델 download나 GPU OOM 때문에 후속 수업 전체가 멈춘다.</a:t>
            </a:r>
          </a:p>
        </p:txBody>
      </p:sp>
      <p:sp>
        <p:nvSpPr>
          <p:cNvPr id="10" name="">
            <a:extLst xmlns:a="http://schemas.openxmlformats.org/drawingml/2006/main">
              <a:ext uri="{FF2B5EF4-FFF2-40B4-BE49-F238E27FC236}">
                <a16:creationId xmlns:a16="http://schemas.microsoft.com/office/drawing/2014/main" id="{03AF49AB-4370-4319-B262-99FB26340056}"/>
              </a:ext>
            </a:extLst>
          </p:cNvPr>
          <p:cNvSpPr>
            <a:spLocks xmlns:a="http://schemas.openxmlformats.org/drawingml/2006/main" noGrp="1"/>
          </p:cNvSpPr>
          <p:nvPr/>
        </p:nvSpPr>
        <p:spPr>
          <a:xfrm xmlns:a="http://schemas.openxmlformats.org/drawingml/2006/main">
            <a:off x="5981700" y="19240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사용자 영향</a:t>
            </a:r>
          </a:p>
        </p:txBody>
      </p:sp>
      <p:sp>
        <p:nvSpPr>
          <p:cNvPr id="11" name="">
            <a:extLst xmlns:a="http://schemas.openxmlformats.org/drawingml/2006/main">
              <a:ext uri="{FF2B5EF4-FFF2-40B4-BE49-F238E27FC236}">
                <a16:creationId xmlns:a16="http://schemas.microsoft.com/office/drawing/2014/main" id="{2A3BE864-8E3B-49A2-AEB3-214459C20D98}"/>
              </a:ext>
            </a:extLst>
          </p:cNvPr>
          <p:cNvSpPr>
            <a:spLocks xmlns:a="http://schemas.openxmlformats.org/drawingml/2006/main" noGrp="1"/>
          </p:cNvSpPr>
          <p:nvPr/>
        </p:nvSpPr>
        <p:spPr>
          <a:xfrm xmlns:a="http://schemas.openxmlformats.org/drawingml/2006/main">
            <a:off x="5981700" y="2476500"/>
            <a:ext cx="48196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1">
                <a:solidFill>
                  <a:srgbClr val="191919"/>
                </a:solidFill>
                <a:latin typeface="NanumGothic"/>
                <a:ea typeface="NanumGothic"/>
                <a:cs typeface="NanumGothic"/>
              </a:defRPr>
            </a:pPr>
            <a:r>
              <a:rPr sz="1875" b="1">
                <a:solidFill>
                  <a:srgbClr val="191919"/>
                </a:solidFill>
                <a:latin typeface="NanumGothic"/>
                <a:ea typeface="NanumGothic"/>
                <a:cs typeface="NanumGothic"/>
              </a:rPr>
              <a:t>모델 download나 GPU OOM 때문에 후속 수업 전체가 멈춘다. 상태에서는 transcript.json을 운영 판단에 사용할 수 없다.</a:t>
            </a:r>
          </a:p>
        </p:txBody>
      </p:sp>
      <p:sp>
        <p:nvSpPr>
          <p:cNvPr id="12" name="">
            <a:extLst xmlns:a="http://schemas.openxmlformats.org/drawingml/2006/main">
              <a:ext uri="{FF2B5EF4-FFF2-40B4-BE49-F238E27FC236}">
                <a16:creationId xmlns:a16="http://schemas.microsoft.com/office/drawing/2014/main" id="{B8814E97-4E8E-4DE5-ABFD-F813C494770F}"/>
              </a:ext>
            </a:extLst>
          </p:cNvPr>
          <p:cNvSpPr>
            <a:spLocks xmlns:a="http://schemas.openxmlformats.org/drawingml/2006/main" noGrp="1"/>
          </p:cNvSpPr>
          <p:nvPr/>
        </p:nvSpPr>
        <p:spPr>
          <a:xfrm xmlns:a="http://schemas.openxmlformats.org/drawingml/2006/main">
            <a:off x="1524000" y="5410200"/>
            <a:ext cx="914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faster-whisper 로컬 STT Adapter 실패가 재현돼야 복구 코드와 회귀 test를 만들 수 있습니다.</a:t>
            </a:r>
          </a:p>
        </p:txBody>
      </p:sp>
    </p:spTree>
    <p:extLst>
      <p:ext uri="{BB962C8B-B14F-4D97-AF65-F5344CB8AC3E}">
        <p14:creationId xmlns:p14="http://schemas.microsoft.com/office/powerpoint/2010/main" val="1198732225"/>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76E4982-ACBD-4C53-AB34-6C12603DD447}"/>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복구 경로</a:t>
            </a:r>
          </a:p>
        </p:txBody>
      </p:sp>
      <p:sp>
        <p:nvSpPr>
          <p:cNvPr id="2" name="">
            <a:extLst xmlns:a="http://schemas.openxmlformats.org/drawingml/2006/main">
              <a:ext uri="{FF2B5EF4-FFF2-40B4-BE49-F238E27FC236}">
                <a16:creationId xmlns:a16="http://schemas.microsoft.com/office/drawing/2014/main" id="{D4BA7438-91FC-4E71-8994-8AB5437DE105}"/>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오류 처리</a:t>
            </a:r>
          </a:p>
        </p:txBody>
      </p:sp>
      <p:sp>
        <p:nvSpPr>
          <p:cNvPr id="3" name="">
            <a:extLst xmlns:a="http://schemas.openxmlformats.org/drawingml/2006/main">
              <a:ext uri="{FF2B5EF4-FFF2-40B4-BE49-F238E27FC236}">
                <a16:creationId xmlns:a16="http://schemas.microsoft.com/office/drawing/2014/main" id="{1987931E-38B8-4E81-B656-390E3038F96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9763B6D7-8B56-42B8-A23F-D06A427EBC6C}"/>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B9CEE43F-3412-427B-8BB7-68906B50D338}"/>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16E4841D-BE42-4CEC-B537-513DDFB50C4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043</a:t>
            </a:r>
          </a:p>
        </p:txBody>
      </p:sp>
      <p:sp>
        <p:nvSpPr>
          <p:cNvPr id="7" name="">
            <a:extLst xmlns:a="http://schemas.openxmlformats.org/drawingml/2006/main">
              <a:ext uri="{FF2B5EF4-FFF2-40B4-BE49-F238E27FC236}">
                <a16:creationId xmlns:a16="http://schemas.microsoft.com/office/drawing/2014/main" id="{7A1A1D4A-178D-4645-8038-97E2D4219C2C}"/>
              </a:ext>
            </a:extLst>
          </p:cNvPr>
          <p:cNvSpPr>
            <a:spLocks xmlns:a="http://schemas.openxmlformats.org/drawingml/2006/main" noGrp="1"/>
          </p:cNvSpPr>
          <p:nvPr/>
        </p:nvSpPr>
        <p:spPr>
          <a:xfrm xmlns:a="http://schemas.openxmlformats.org/drawingml/2006/main">
            <a:off x="838200" y="15430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7012E81E-4F5E-42DF-8867-08D8E5A0B3A4}"/>
              </a:ext>
            </a:extLst>
          </p:cNvPr>
          <p:cNvSpPr>
            <a:spLocks xmlns:a="http://schemas.openxmlformats.org/drawingml/2006/main" noGrp="1"/>
          </p:cNvSpPr>
          <p:nvPr/>
        </p:nvSpPr>
        <p:spPr>
          <a:xfrm xmlns:a="http://schemas.openxmlformats.org/drawingml/2006/main">
            <a:off x="1276350" y="16668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DBCFE070-2525-4E81-80AC-EFD32AEF97A1}"/>
              </a:ext>
            </a:extLst>
          </p:cNvPr>
          <p:cNvSpPr>
            <a:spLocks xmlns:a="http://schemas.openxmlformats.org/drawingml/2006/main" noGrp="1"/>
          </p:cNvSpPr>
          <p:nvPr/>
        </p:nvSpPr>
        <p:spPr>
          <a:xfrm xmlns:a="http://schemas.openxmlformats.org/drawingml/2006/main">
            <a:off x="1752600" y="1504950"/>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탐지: STT package가 없으면 fixture와 STT_FALLBACK_USED를 함께 남긴다.</a:t>
            </a:r>
          </a:p>
        </p:txBody>
      </p:sp>
      <p:sp>
        <p:nvSpPr>
          <p:cNvPr id="10" name="">
            <a:extLst xmlns:a="http://schemas.openxmlformats.org/drawingml/2006/main">
              <a:ext uri="{FF2B5EF4-FFF2-40B4-BE49-F238E27FC236}">
                <a16:creationId xmlns:a16="http://schemas.microsoft.com/office/drawing/2014/main" id="{75CFFBA0-0A67-425F-9FC3-3F18200B3EF6}"/>
              </a:ext>
            </a:extLst>
          </p:cNvPr>
          <p:cNvSpPr>
            <a:spLocks xmlns:a="http://schemas.openxmlformats.org/drawingml/2006/main" noGrp="1"/>
          </p:cNvSpPr>
          <p:nvPr/>
        </p:nvSpPr>
        <p:spPr>
          <a:xfrm xmlns:a="http://schemas.openxmlformats.org/drawingml/2006/main">
            <a:off x="838200" y="254317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92DB5C2C-881D-4410-A2AF-1C99AEA85561}"/>
              </a:ext>
            </a:extLst>
          </p:cNvPr>
          <p:cNvSpPr>
            <a:spLocks xmlns:a="http://schemas.openxmlformats.org/drawingml/2006/main" noGrp="1"/>
          </p:cNvSpPr>
          <p:nvPr/>
        </p:nvSpPr>
        <p:spPr>
          <a:xfrm xmlns:a="http://schemas.openxmlformats.org/drawingml/2006/main">
            <a:off x="1276350" y="2667000"/>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1D2C7A71-8313-46B4-804A-D97ABC94558E}"/>
              </a:ext>
            </a:extLst>
          </p:cNvPr>
          <p:cNvSpPr>
            <a:spLocks xmlns:a="http://schemas.openxmlformats.org/drawingml/2006/main" noGrp="1"/>
          </p:cNvSpPr>
          <p:nvPr/>
        </p:nvSpPr>
        <p:spPr>
          <a:xfrm xmlns:a="http://schemas.openxmlformats.org/drawingml/2006/main">
            <a:off x="1752600" y="2505075"/>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중단: 모델 download나 GPU OOM 때문에 후속 수업 전체가 멈춘다.</a:t>
            </a:r>
          </a:p>
        </p:txBody>
      </p:sp>
      <p:sp>
        <p:nvSpPr>
          <p:cNvPr id="13" name="">
            <a:extLst xmlns:a="http://schemas.openxmlformats.org/drawingml/2006/main">
              <a:ext uri="{FF2B5EF4-FFF2-40B4-BE49-F238E27FC236}">
                <a16:creationId xmlns:a16="http://schemas.microsoft.com/office/drawing/2014/main" id="{B0212310-E428-4BEF-88B5-1B784E8F1CCC}"/>
              </a:ext>
            </a:extLst>
          </p:cNvPr>
          <p:cNvSpPr>
            <a:spLocks xmlns:a="http://schemas.openxmlformats.org/drawingml/2006/main" noGrp="1"/>
          </p:cNvSpPr>
          <p:nvPr/>
        </p:nvSpPr>
        <p:spPr>
          <a:xfrm xmlns:a="http://schemas.openxmlformats.org/drawingml/2006/main">
            <a:off x="838200" y="35433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6820A40F-3A58-4D03-B333-CF335719156C}"/>
              </a:ext>
            </a:extLst>
          </p:cNvPr>
          <p:cNvSpPr>
            <a:spLocks xmlns:a="http://schemas.openxmlformats.org/drawingml/2006/main" noGrp="1"/>
          </p:cNvSpPr>
          <p:nvPr/>
        </p:nvSpPr>
        <p:spPr>
          <a:xfrm xmlns:a="http://schemas.openxmlformats.org/drawingml/2006/main">
            <a:off x="1276350" y="36671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C77164D9-22D3-4AA7-8357-3225E0807137}"/>
              </a:ext>
            </a:extLst>
          </p:cNvPr>
          <p:cNvSpPr>
            <a:spLocks xmlns:a="http://schemas.openxmlformats.org/drawingml/2006/main" noGrp="1"/>
          </p:cNvSpPr>
          <p:nvPr/>
        </p:nvSpPr>
        <p:spPr>
          <a:xfrm xmlns:a="http://schemas.openxmlformats.org/drawingml/2006/main">
            <a:off x="1752600" y="3505200"/>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복구: local_files_only·CPU int8·작은 모델·reviewed fixture 순서로 내려간다.</a:t>
            </a:r>
          </a:p>
        </p:txBody>
      </p:sp>
      <p:sp>
        <p:nvSpPr>
          <p:cNvPr id="16" name="">
            <a:extLst xmlns:a="http://schemas.openxmlformats.org/drawingml/2006/main">
              <a:ext uri="{FF2B5EF4-FFF2-40B4-BE49-F238E27FC236}">
                <a16:creationId xmlns:a16="http://schemas.microsoft.com/office/drawing/2014/main" id="{829E9D8D-1063-4A46-B25D-62326568EC66}"/>
              </a:ext>
            </a:extLst>
          </p:cNvPr>
          <p:cNvSpPr>
            <a:spLocks xmlns:a="http://schemas.openxmlformats.org/drawingml/2006/main" noGrp="1"/>
          </p:cNvSpPr>
          <p:nvPr/>
        </p:nvSpPr>
        <p:spPr>
          <a:xfrm xmlns:a="http://schemas.openxmlformats.org/drawingml/2006/main">
            <a:off x="838200" y="454342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CD6A85B0-6864-4426-AAB2-A8A74F010C94}"/>
              </a:ext>
            </a:extLst>
          </p:cNvPr>
          <p:cNvSpPr>
            <a:spLocks xmlns:a="http://schemas.openxmlformats.org/drawingml/2006/main" noGrp="1"/>
          </p:cNvSpPr>
          <p:nvPr/>
        </p:nvSpPr>
        <p:spPr>
          <a:xfrm xmlns:a="http://schemas.openxmlformats.org/drawingml/2006/main">
            <a:off x="1276350" y="4667250"/>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875937CB-8EDE-409C-8602-107404CAB97D}"/>
              </a:ext>
            </a:extLst>
          </p:cNvPr>
          <p:cNvSpPr>
            <a:spLocks xmlns:a="http://schemas.openxmlformats.org/drawingml/2006/main" noGrp="1"/>
          </p:cNvSpPr>
          <p:nvPr/>
        </p:nvSpPr>
        <p:spPr>
          <a:xfrm xmlns:a="http://schemas.openxmlformats.org/drawingml/2006/main">
            <a:off x="1752600" y="4505325"/>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증거: transcript.json과 test 결과를 함께 남긴다.</a:t>
            </a:r>
          </a:p>
        </p:txBody>
      </p:sp>
    </p:spTree>
    <p:extLst>
      <p:ext uri="{BB962C8B-B14F-4D97-AF65-F5344CB8AC3E}">
        <p14:creationId xmlns:p14="http://schemas.microsoft.com/office/powerpoint/2010/main" val="743970341"/>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4E7A037-6543-44D5-85A9-A757F7898355}"/>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Codex 검증 루프</a:t>
            </a:r>
          </a:p>
        </p:txBody>
      </p:sp>
      <p:sp>
        <p:nvSpPr>
          <p:cNvPr id="2" name="">
            <a:extLst xmlns:a="http://schemas.openxmlformats.org/drawingml/2006/main">
              <a:ext uri="{FF2B5EF4-FFF2-40B4-BE49-F238E27FC236}">
                <a16:creationId xmlns:a16="http://schemas.microsoft.com/office/drawing/2014/main" id="{DFA4185C-63A5-42AA-B42C-A544F9ADE2AF}"/>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공식·로컬 참고 화면</a:t>
            </a:r>
          </a:p>
        </p:txBody>
      </p:sp>
      <p:sp>
        <p:nvSpPr>
          <p:cNvPr id="3" name="">
            <a:extLst xmlns:a="http://schemas.openxmlformats.org/drawingml/2006/main">
              <a:ext uri="{FF2B5EF4-FFF2-40B4-BE49-F238E27FC236}">
                <a16:creationId xmlns:a16="http://schemas.microsoft.com/office/drawing/2014/main" id="{F947B188-653D-48A6-9A7D-417AB991BC9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0EF6772D-C51B-4AC0-BBEC-32387E6D0A1A}"/>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F6501CFF-5467-4321-A052-A45E45278921}"/>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6D484815-071A-4F9E-8537-AF70A0B3B5C0}"/>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044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d51c26f4b0a499e"/>
          <a:stretch xmlns:a="http://schemas.openxmlformats.org/drawingml/2006/main"/>
        </p:blipFill>
        <p:spPr>
          <a:xfrm xmlns:a="http://schemas.openxmlformats.org/drawingml/2006/main">
            <a:off x="5010150" y="1829515"/>
            <a:ext cx="6191250" cy="3484719"/>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EE356D4-4853-4084-84C1-615E71EA8D95}"/>
              </a:ext>
            </a:extLst>
          </p:cNvPr>
          <p:cNvSpPr>
            <a:spLocks xmlns:a="http://schemas.openxmlformats.org/drawingml/2006/main" noGrp="1"/>
          </p:cNvSpPr>
          <p:nvPr/>
        </p:nvSpPr>
        <p:spPr>
          <a:xfrm xmlns:a="http://schemas.openxmlformats.org/drawingml/2006/main">
            <a:off x="685800" y="1714500"/>
            <a:ext cx="382905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025" b="1">
                <a:solidFill>
                  <a:srgbClr val="191919"/>
                </a:solidFill>
                <a:latin typeface="NanumGothic"/>
                <a:ea typeface="NanumGothic"/>
                <a:cs typeface="NanumGothic"/>
              </a:defRPr>
            </a:pPr>
            <a:r>
              <a:rPr sz="2025" b="1">
                <a:solidFill>
                  <a:srgbClr val="191919"/>
                </a:solidFill>
                <a:latin typeface="NanumGothic"/>
                <a:ea typeface="NanumGothic"/>
                <a:cs typeface="NanumGothic"/>
              </a:rPr>
              <a:t>requirements-stt-optional.txt의 책임을 찾고 transcript.json 계약을 focused test로 고정합니다.</a:t>
            </a:r>
          </a:p>
        </p:txBody>
      </p:sp>
      <p:sp>
        <p:nvSpPr>
          <p:cNvPr id="9" name="">
            <a:extLst xmlns:a="http://schemas.openxmlformats.org/drawingml/2006/main">
              <a:ext uri="{FF2B5EF4-FFF2-40B4-BE49-F238E27FC236}">
                <a16:creationId xmlns:a16="http://schemas.microsoft.com/office/drawing/2014/main" id="{B2D09508-B501-4B40-B5D5-AAFECF3BD9A1}"/>
              </a:ext>
            </a:extLst>
          </p:cNvPr>
          <p:cNvSpPr>
            <a:spLocks xmlns:a="http://schemas.openxmlformats.org/drawingml/2006/main" noGrp="1"/>
          </p:cNvSpPr>
          <p:nvPr/>
        </p:nvSpPr>
        <p:spPr>
          <a:xfrm xmlns:a="http://schemas.openxmlformats.org/drawingml/2006/main">
            <a:off x="685800" y="3867150"/>
            <a:ext cx="38290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faster-whisper 로컬 STT Adapter</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저장소 이해 → 허용 범위 변경</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 focused test → diff 리뷰</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 사람 merge</a:t>
            </a:r>
          </a:p>
        </p:txBody>
      </p:sp>
    </p:spTree>
    <p:extLst>
      <p:ext uri="{BB962C8B-B14F-4D97-AF65-F5344CB8AC3E}">
        <p14:creationId xmlns:p14="http://schemas.microsoft.com/office/powerpoint/2010/main" val="1176714073"/>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7182A24-CCAC-454A-8A57-2E07CF1BAA95}"/>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Codex 작업 명세</a:t>
            </a:r>
          </a:p>
        </p:txBody>
      </p:sp>
      <p:sp>
        <p:nvSpPr>
          <p:cNvPr id="2" name="">
            <a:extLst xmlns:a="http://schemas.openxmlformats.org/drawingml/2006/main">
              <a:ext uri="{FF2B5EF4-FFF2-40B4-BE49-F238E27FC236}">
                <a16:creationId xmlns:a16="http://schemas.microsoft.com/office/drawing/2014/main" id="{97A1C950-A409-4141-A9A4-CC7D7039FDA6}"/>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작업 요청 예시</a:t>
            </a:r>
          </a:p>
        </p:txBody>
      </p:sp>
      <p:sp>
        <p:nvSpPr>
          <p:cNvPr id="3" name="">
            <a:extLst xmlns:a="http://schemas.openxmlformats.org/drawingml/2006/main">
              <a:ext uri="{FF2B5EF4-FFF2-40B4-BE49-F238E27FC236}">
                <a16:creationId xmlns:a16="http://schemas.microsoft.com/office/drawing/2014/main" id="{50673C4A-9A43-4B37-9838-D665616D1751}"/>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13460219-E3D6-4C79-AD9F-734A9E2970E1}"/>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C3EC325B-D8E9-4CAC-A0B5-59EC8117A34B}"/>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D0B192E5-A350-46B8-8903-ACE14C39474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045</a:t>
            </a:r>
          </a:p>
        </p:txBody>
      </p:sp>
      <p:sp>
        <p:nvSpPr>
          <p:cNvPr id="7" name="">
            <a:extLst xmlns:a="http://schemas.openxmlformats.org/drawingml/2006/main">
              <a:ext uri="{FF2B5EF4-FFF2-40B4-BE49-F238E27FC236}">
                <a16:creationId xmlns:a16="http://schemas.microsoft.com/office/drawing/2014/main" id="{ECC40DD7-F934-414E-842A-37B7A4915B13}"/>
              </a:ext>
            </a:extLst>
          </p:cNvPr>
          <p:cNvSpPr>
            <a:spLocks xmlns:a="http://schemas.openxmlformats.org/drawingml/2006/main" noGrp="1"/>
          </p:cNvSpPr>
          <p:nvPr/>
        </p:nvSpPr>
        <p:spPr>
          <a:xfrm xmlns:a="http://schemas.openxmlformats.org/drawingml/2006/main">
            <a:off x="685800" y="15811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목표</a:t>
            </a:r>
          </a:p>
        </p:txBody>
      </p:sp>
      <p:sp>
        <p:nvSpPr>
          <p:cNvPr id="8" name="">
            <a:extLst xmlns:a="http://schemas.openxmlformats.org/drawingml/2006/main">
              <a:ext uri="{FF2B5EF4-FFF2-40B4-BE49-F238E27FC236}">
                <a16:creationId xmlns:a16="http://schemas.microsoft.com/office/drawing/2014/main" id="{1D4B9744-72B3-4FE1-B816-56E0DE64DB4F}"/>
              </a:ext>
            </a:extLst>
          </p:cNvPr>
          <p:cNvSpPr>
            <a:spLocks xmlns:a="http://schemas.openxmlformats.org/drawingml/2006/main" noGrp="1"/>
          </p:cNvSpPr>
          <p:nvPr/>
        </p:nvSpPr>
        <p:spPr>
          <a:xfrm xmlns:a="http://schemas.openxmlformats.org/drawingml/2006/main">
            <a:off x="2286000" y="142875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9" name="">
            <a:extLst xmlns:a="http://schemas.openxmlformats.org/drawingml/2006/main">
              <a:ext uri="{FF2B5EF4-FFF2-40B4-BE49-F238E27FC236}">
                <a16:creationId xmlns:a16="http://schemas.microsoft.com/office/drawing/2014/main" id="{EFACD531-CFAA-43F3-9EFA-C01BE961801F}"/>
              </a:ext>
            </a:extLst>
          </p:cNvPr>
          <p:cNvSpPr>
            <a:spLocks xmlns:a="http://schemas.openxmlformats.org/drawingml/2006/main" noGrp="1"/>
          </p:cNvSpPr>
          <p:nvPr/>
        </p:nvSpPr>
        <p:spPr>
          <a:xfrm xmlns:a="http://schemas.openxmlformats.org/drawingml/2006/main">
            <a:off x="2533650" y="158115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1">
                <a:solidFill>
                  <a:srgbClr val="191919"/>
                </a:solidFill>
                <a:latin typeface="NanumGothic"/>
                <a:ea typeface="NanumGothic"/>
                <a:cs typeface="NanumGothic"/>
              </a:defRPr>
            </a:pPr>
            <a:r>
              <a:rPr sz="1425" b="1">
                <a:solidFill>
                  <a:srgbClr val="191919"/>
                </a:solidFill>
                <a:latin typeface="NanumGothic"/>
                <a:ea typeface="NanumGothic"/>
                <a:cs typeface="NanumGothic"/>
              </a:rPr>
              <a:t>provider adapter가 같은 transcript contract를 반환하는지 test로 고정한다.</a:t>
            </a:r>
          </a:p>
        </p:txBody>
      </p:sp>
      <p:sp>
        <p:nvSpPr>
          <p:cNvPr id="10" name="">
            <a:extLst xmlns:a="http://schemas.openxmlformats.org/drawingml/2006/main">
              <a:ext uri="{FF2B5EF4-FFF2-40B4-BE49-F238E27FC236}">
                <a16:creationId xmlns:a16="http://schemas.microsoft.com/office/drawing/2014/main" id="{039F5009-47D1-48FB-8BAF-C3DC1A7A2005}"/>
              </a:ext>
            </a:extLst>
          </p:cNvPr>
          <p:cNvSpPr>
            <a:spLocks xmlns:a="http://schemas.openxmlformats.org/drawingml/2006/main" noGrp="1"/>
          </p:cNvSpPr>
          <p:nvPr/>
        </p:nvSpPr>
        <p:spPr>
          <a:xfrm xmlns:a="http://schemas.openxmlformats.org/drawingml/2006/main">
            <a:off x="685800" y="27051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허용 경로</a:t>
            </a:r>
          </a:p>
        </p:txBody>
      </p:sp>
      <p:sp>
        <p:nvSpPr>
          <p:cNvPr id="11" name="">
            <a:extLst xmlns:a="http://schemas.openxmlformats.org/drawingml/2006/main">
              <a:ext uri="{FF2B5EF4-FFF2-40B4-BE49-F238E27FC236}">
                <a16:creationId xmlns:a16="http://schemas.microsoft.com/office/drawing/2014/main" id="{92ECB044-197B-454E-8299-55D9ED2D17F9}"/>
              </a:ext>
            </a:extLst>
          </p:cNvPr>
          <p:cNvSpPr>
            <a:spLocks xmlns:a="http://schemas.openxmlformats.org/drawingml/2006/main" noGrp="1"/>
          </p:cNvSpPr>
          <p:nvPr/>
        </p:nvSpPr>
        <p:spPr>
          <a:xfrm xmlns:a="http://schemas.openxmlformats.org/drawingml/2006/main">
            <a:off x="2286000" y="255270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BE1FF4B9-5C4C-40E0-86A1-B8BF3E49D016}"/>
              </a:ext>
            </a:extLst>
          </p:cNvPr>
          <p:cNvSpPr>
            <a:spLocks xmlns:a="http://schemas.openxmlformats.org/drawingml/2006/main" noGrp="1"/>
          </p:cNvSpPr>
          <p:nvPr/>
        </p:nvSpPr>
        <p:spPr>
          <a:xfrm xmlns:a="http://schemas.openxmlformats.org/drawingml/2006/main">
            <a:off x="2533650" y="270510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requirements-stt-optional.txt</a:t>
            </a:r>
          </a:p>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data/demo_meeting.wav</a:t>
            </a:r>
          </a:p>
        </p:txBody>
      </p:sp>
      <p:sp>
        <p:nvSpPr>
          <p:cNvPr id="13" name="">
            <a:extLst xmlns:a="http://schemas.openxmlformats.org/drawingml/2006/main">
              <a:ext uri="{FF2B5EF4-FFF2-40B4-BE49-F238E27FC236}">
                <a16:creationId xmlns:a16="http://schemas.microsoft.com/office/drawing/2014/main" id="{D579CF67-553D-493B-AEEF-AA1B5F8047E0}"/>
              </a:ext>
            </a:extLst>
          </p:cNvPr>
          <p:cNvSpPr>
            <a:spLocks xmlns:a="http://schemas.openxmlformats.org/drawingml/2006/main" noGrp="1"/>
          </p:cNvSpPr>
          <p:nvPr/>
        </p:nvSpPr>
        <p:spPr>
          <a:xfrm xmlns:a="http://schemas.openxmlformats.org/drawingml/2006/main">
            <a:off x="685800" y="38290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완료 조건</a:t>
            </a:r>
          </a:p>
        </p:txBody>
      </p:sp>
      <p:sp>
        <p:nvSpPr>
          <p:cNvPr id="14" name="">
            <a:extLst xmlns:a="http://schemas.openxmlformats.org/drawingml/2006/main">
              <a:ext uri="{FF2B5EF4-FFF2-40B4-BE49-F238E27FC236}">
                <a16:creationId xmlns:a16="http://schemas.microsoft.com/office/drawing/2014/main" id="{7C838745-4676-4058-9AC9-8574A3B2D718}"/>
              </a:ext>
            </a:extLst>
          </p:cNvPr>
          <p:cNvSpPr>
            <a:spLocks xmlns:a="http://schemas.openxmlformats.org/drawingml/2006/main" noGrp="1"/>
          </p:cNvSpPr>
          <p:nvPr/>
        </p:nvSpPr>
        <p:spPr>
          <a:xfrm xmlns:a="http://schemas.openxmlformats.org/drawingml/2006/main">
            <a:off x="2286000" y="3676650"/>
            <a:ext cx="8763000" cy="800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5" name="">
            <a:extLst xmlns:a="http://schemas.openxmlformats.org/drawingml/2006/main">
              <a:ext uri="{FF2B5EF4-FFF2-40B4-BE49-F238E27FC236}">
                <a16:creationId xmlns:a16="http://schemas.microsoft.com/office/drawing/2014/main" id="{65226ADE-16CE-405F-8C23-ACA4AEAF03F9}"/>
              </a:ext>
            </a:extLst>
          </p:cNvPr>
          <p:cNvSpPr>
            <a:spLocks xmlns:a="http://schemas.openxmlformats.org/drawingml/2006/main" noGrp="1"/>
          </p:cNvSpPr>
          <p:nvPr/>
        </p:nvSpPr>
        <p:spPr>
          <a:xfrm xmlns:a="http://schemas.openxmlformats.org/drawingml/2006/main">
            <a:off x="2533650" y="382905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segment마다 start·end·text가 있고 float가 JSON 직렬화된다.</a:t>
            </a:r>
          </a:p>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STT package가 없으면 fixture와 STT_FALLBACK_USED를 함께 남긴다.</a:t>
            </a:r>
          </a:p>
        </p:txBody>
      </p:sp>
      <p:sp>
        <p:nvSpPr>
          <p:cNvPr id="16" name="">
            <a:extLst xmlns:a="http://schemas.openxmlformats.org/drawingml/2006/main">
              <a:ext uri="{FF2B5EF4-FFF2-40B4-BE49-F238E27FC236}">
                <a16:creationId xmlns:a16="http://schemas.microsoft.com/office/drawing/2014/main" id="{2087F8AE-F702-4E51-A742-4263CD3257AB}"/>
              </a:ext>
            </a:extLst>
          </p:cNvPr>
          <p:cNvSpPr>
            <a:spLocks xmlns:a="http://schemas.openxmlformats.org/drawingml/2006/main" noGrp="1"/>
          </p:cNvSpPr>
          <p:nvPr/>
        </p:nvSpPr>
        <p:spPr>
          <a:xfrm xmlns:a="http://schemas.openxmlformats.org/drawingml/2006/main">
            <a:off x="685800" y="49530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금지</a:t>
            </a:r>
          </a:p>
        </p:txBody>
      </p:sp>
      <p:sp>
        <p:nvSpPr>
          <p:cNvPr id="17" name="">
            <a:extLst xmlns:a="http://schemas.openxmlformats.org/drawingml/2006/main">
              <a:ext uri="{FF2B5EF4-FFF2-40B4-BE49-F238E27FC236}">
                <a16:creationId xmlns:a16="http://schemas.microsoft.com/office/drawing/2014/main" id="{95176585-E61E-4849-A861-08827069F493}"/>
              </a:ext>
            </a:extLst>
          </p:cNvPr>
          <p:cNvSpPr>
            <a:spLocks xmlns:a="http://schemas.openxmlformats.org/drawingml/2006/main" noGrp="1"/>
          </p:cNvSpPr>
          <p:nvPr/>
        </p:nvSpPr>
        <p:spPr>
          <a:xfrm xmlns:a="http://schemas.openxmlformats.org/drawingml/2006/main">
            <a:off x="2286000" y="480060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CB6BDC86-B800-4E1F-B9F4-2FE64B087349}"/>
              </a:ext>
            </a:extLst>
          </p:cNvPr>
          <p:cNvSpPr>
            <a:spLocks xmlns:a="http://schemas.openxmlformats.org/drawingml/2006/main" noGrp="1"/>
          </p:cNvSpPr>
          <p:nvPr/>
        </p:nvSpPr>
        <p:spPr>
          <a:xfrm xmlns:a="http://schemas.openxmlformats.org/drawingml/2006/main">
            <a:off x="2533650" y="495300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faster-whisper 로컬 STT Adapter: secret 출력 · workspace 밖 변경 · test 약화 · 승인 없는 외부 쓰기</a:t>
            </a:r>
          </a:p>
        </p:txBody>
      </p:sp>
    </p:spTree>
    <p:extLst>
      <p:ext uri="{BB962C8B-B14F-4D97-AF65-F5344CB8AC3E}">
        <p14:creationId xmlns:p14="http://schemas.microsoft.com/office/powerpoint/2010/main" val="691916422"/>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470A44E-6A7F-4532-AC14-F669286BB914}"/>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독립 리뷰</a:t>
            </a:r>
          </a:p>
        </p:txBody>
      </p:sp>
      <p:sp>
        <p:nvSpPr>
          <p:cNvPr id="2" name="">
            <a:extLst xmlns:a="http://schemas.openxmlformats.org/drawingml/2006/main">
              <a:ext uri="{FF2B5EF4-FFF2-40B4-BE49-F238E27FC236}">
                <a16:creationId xmlns:a16="http://schemas.microsoft.com/office/drawing/2014/main" id="{D6F986FC-9C93-458C-9F9E-1606F4646281}"/>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Codex·Claude Code</a:t>
            </a:r>
          </a:p>
        </p:txBody>
      </p:sp>
      <p:sp>
        <p:nvSpPr>
          <p:cNvPr id="3" name="">
            <a:extLst xmlns:a="http://schemas.openxmlformats.org/drawingml/2006/main">
              <a:ext uri="{FF2B5EF4-FFF2-40B4-BE49-F238E27FC236}">
                <a16:creationId xmlns:a16="http://schemas.microsoft.com/office/drawing/2014/main" id="{EF5D8B2D-E9D6-4E40-AB34-199BB4411EB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9A7501C8-9F28-4EE6-A959-3FA8F915F4EB}"/>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39739DA3-D0CE-4827-8084-5225FF499E35}"/>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6DCA8F60-A772-4FDE-BE53-25EFFF599251}"/>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046</a:t>
            </a:r>
          </a:p>
        </p:txBody>
      </p:sp>
      <p:sp>
        <p:nvSpPr>
          <p:cNvPr id="7" name="">
            <a:extLst xmlns:a="http://schemas.openxmlformats.org/drawingml/2006/main">
              <a:ext uri="{FF2B5EF4-FFF2-40B4-BE49-F238E27FC236}">
                <a16:creationId xmlns:a16="http://schemas.microsoft.com/office/drawing/2014/main" id="{50AACAB4-632A-466B-A951-693E6AEA0198}"/>
              </a:ext>
            </a:extLst>
          </p:cNvPr>
          <p:cNvSpPr>
            <a:spLocks xmlns:a="http://schemas.openxmlformats.org/drawingml/2006/main" noGrp="1"/>
          </p:cNvSpPr>
          <p:nvPr/>
        </p:nvSpPr>
        <p:spPr>
          <a:xfrm xmlns:a="http://schemas.openxmlformats.org/drawingml/2006/main">
            <a:off x="723900" y="16192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1DB2AF78-0009-4AE4-964A-5B249625E1D4}"/>
              </a:ext>
            </a:extLst>
          </p:cNvPr>
          <p:cNvSpPr>
            <a:spLocks xmlns:a="http://schemas.openxmlformats.org/drawingml/2006/main" noGrp="1"/>
          </p:cNvSpPr>
          <p:nvPr/>
        </p:nvSpPr>
        <p:spPr>
          <a:xfrm xmlns:a="http://schemas.openxmlformats.org/drawingml/2006/main">
            <a:off x="1428750" y="15049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Codex diff</a:t>
            </a:r>
          </a:p>
        </p:txBody>
      </p:sp>
      <p:sp>
        <p:nvSpPr>
          <p:cNvPr id="9" name="">
            <a:extLst xmlns:a="http://schemas.openxmlformats.org/drawingml/2006/main">
              <a:ext uri="{FF2B5EF4-FFF2-40B4-BE49-F238E27FC236}">
                <a16:creationId xmlns:a16="http://schemas.microsoft.com/office/drawing/2014/main" id="{99F790F1-38B0-4EC8-BD6A-1068D106C2FB}"/>
              </a:ext>
            </a:extLst>
          </p:cNvPr>
          <p:cNvSpPr>
            <a:spLocks xmlns:a="http://schemas.openxmlformats.org/drawingml/2006/main" noGrp="1"/>
          </p:cNvSpPr>
          <p:nvPr/>
        </p:nvSpPr>
        <p:spPr>
          <a:xfrm xmlns:a="http://schemas.openxmlformats.org/drawingml/2006/main">
            <a:off x="3733800" y="17716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EBFB4985-D4EE-400E-A20F-948AF4A5D510}"/>
              </a:ext>
            </a:extLst>
          </p:cNvPr>
          <p:cNvSpPr>
            <a:spLocks xmlns:a="http://schemas.openxmlformats.org/drawingml/2006/main" noGrp="1"/>
          </p:cNvSpPr>
          <p:nvPr/>
        </p:nvSpPr>
        <p:spPr>
          <a:xfrm xmlns:a="http://schemas.openxmlformats.org/drawingml/2006/main">
            <a:off x="4629150" y="15049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faster-whisper 로컬 STT Adapter 허용 경로 밖 파일이 바뀌지 않았는가</a:t>
            </a:r>
          </a:p>
        </p:txBody>
      </p:sp>
      <p:sp>
        <p:nvSpPr>
          <p:cNvPr id="11" name="">
            <a:extLst xmlns:a="http://schemas.openxmlformats.org/drawingml/2006/main">
              <a:ext uri="{FF2B5EF4-FFF2-40B4-BE49-F238E27FC236}">
                <a16:creationId xmlns:a16="http://schemas.microsoft.com/office/drawing/2014/main" id="{61CD0C32-7A19-4940-870B-D99192DD63BE}"/>
              </a:ext>
            </a:extLst>
          </p:cNvPr>
          <p:cNvSpPr>
            <a:spLocks xmlns:a="http://schemas.openxmlformats.org/drawingml/2006/main" noGrp="1"/>
          </p:cNvSpPr>
          <p:nvPr/>
        </p:nvSpPr>
        <p:spPr>
          <a:xfrm xmlns:a="http://schemas.openxmlformats.org/drawingml/2006/main">
            <a:off x="723900" y="26860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51C64511-6096-49DC-A560-0B3F7F3C702B}"/>
              </a:ext>
            </a:extLst>
          </p:cNvPr>
          <p:cNvSpPr>
            <a:spLocks xmlns:a="http://schemas.openxmlformats.org/drawingml/2006/main" noGrp="1"/>
          </p:cNvSpPr>
          <p:nvPr/>
        </p:nvSpPr>
        <p:spPr>
          <a:xfrm xmlns:a="http://schemas.openxmlformats.org/drawingml/2006/main">
            <a:off x="1428750" y="25717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Focused test</a:t>
            </a:r>
          </a:p>
        </p:txBody>
      </p:sp>
      <p:sp>
        <p:nvSpPr>
          <p:cNvPr id="13" name="">
            <a:extLst xmlns:a="http://schemas.openxmlformats.org/drawingml/2006/main">
              <a:ext uri="{FF2B5EF4-FFF2-40B4-BE49-F238E27FC236}">
                <a16:creationId xmlns:a16="http://schemas.microsoft.com/office/drawing/2014/main" id="{5754493E-63DA-4C1F-A959-64F0B5350E1A}"/>
              </a:ext>
            </a:extLst>
          </p:cNvPr>
          <p:cNvSpPr>
            <a:spLocks xmlns:a="http://schemas.openxmlformats.org/drawingml/2006/main" noGrp="1"/>
          </p:cNvSpPr>
          <p:nvPr/>
        </p:nvSpPr>
        <p:spPr>
          <a:xfrm xmlns:a="http://schemas.openxmlformats.org/drawingml/2006/main">
            <a:off x="3733800" y="28384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DCA37C23-9930-4E11-AB34-C59B006AF878}"/>
              </a:ext>
            </a:extLst>
          </p:cNvPr>
          <p:cNvSpPr>
            <a:spLocks xmlns:a="http://schemas.openxmlformats.org/drawingml/2006/main" noGrp="1"/>
          </p:cNvSpPr>
          <p:nvPr/>
        </p:nvSpPr>
        <p:spPr>
          <a:xfrm xmlns:a="http://schemas.openxmlformats.org/drawingml/2006/main">
            <a:off x="4629150" y="25717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segment마다 start·end·text가 있고 float가 JSON 직렬화된다.</a:t>
            </a:r>
          </a:p>
        </p:txBody>
      </p:sp>
      <p:sp>
        <p:nvSpPr>
          <p:cNvPr id="15" name="">
            <a:extLst xmlns:a="http://schemas.openxmlformats.org/drawingml/2006/main">
              <a:ext uri="{FF2B5EF4-FFF2-40B4-BE49-F238E27FC236}">
                <a16:creationId xmlns:a16="http://schemas.microsoft.com/office/drawing/2014/main" id="{85300F1F-7582-46F8-92DA-666BA340D6AE}"/>
              </a:ext>
            </a:extLst>
          </p:cNvPr>
          <p:cNvSpPr>
            <a:spLocks xmlns:a="http://schemas.openxmlformats.org/drawingml/2006/main" noGrp="1"/>
          </p:cNvSpPr>
          <p:nvPr/>
        </p:nvSpPr>
        <p:spPr>
          <a:xfrm xmlns:a="http://schemas.openxmlformats.org/drawingml/2006/main">
            <a:off x="723900" y="37528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03</a:t>
            </a:r>
          </a:p>
        </p:txBody>
      </p:sp>
      <p:sp>
        <p:nvSpPr>
          <p:cNvPr id="16" name="">
            <a:extLst xmlns:a="http://schemas.openxmlformats.org/drawingml/2006/main">
              <a:ext uri="{FF2B5EF4-FFF2-40B4-BE49-F238E27FC236}">
                <a16:creationId xmlns:a16="http://schemas.microsoft.com/office/drawing/2014/main" id="{6CE23D48-0672-4481-88FF-C1340528965F}"/>
              </a:ext>
            </a:extLst>
          </p:cNvPr>
          <p:cNvSpPr>
            <a:spLocks xmlns:a="http://schemas.openxmlformats.org/drawingml/2006/main" noGrp="1"/>
          </p:cNvSpPr>
          <p:nvPr/>
        </p:nvSpPr>
        <p:spPr>
          <a:xfrm xmlns:a="http://schemas.openxmlformats.org/drawingml/2006/main">
            <a:off x="1428750" y="36385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Claude review</a:t>
            </a:r>
          </a:p>
        </p:txBody>
      </p:sp>
      <p:sp>
        <p:nvSpPr>
          <p:cNvPr id="17" name="">
            <a:extLst xmlns:a="http://schemas.openxmlformats.org/drawingml/2006/main">
              <a:ext uri="{FF2B5EF4-FFF2-40B4-BE49-F238E27FC236}">
                <a16:creationId xmlns:a16="http://schemas.microsoft.com/office/drawing/2014/main" id="{7691E839-3218-4134-9544-4A5DBF8300B2}"/>
              </a:ext>
            </a:extLst>
          </p:cNvPr>
          <p:cNvSpPr>
            <a:spLocks xmlns:a="http://schemas.openxmlformats.org/drawingml/2006/main" noGrp="1"/>
          </p:cNvSpPr>
          <p:nvPr/>
        </p:nvSpPr>
        <p:spPr>
          <a:xfrm xmlns:a="http://schemas.openxmlformats.org/drawingml/2006/main">
            <a:off x="3733800" y="39052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1559E343-AB5D-4715-BB73-E1E166119037}"/>
              </a:ext>
            </a:extLst>
          </p:cNvPr>
          <p:cNvSpPr>
            <a:spLocks xmlns:a="http://schemas.openxmlformats.org/drawingml/2006/main" noGrp="1"/>
          </p:cNvSpPr>
          <p:nvPr/>
        </p:nvSpPr>
        <p:spPr>
          <a:xfrm xmlns:a="http://schemas.openxmlformats.org/drawingml/2006/main">
            <a:off x="4629150" y="36385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transcript.json 변경 라인·누락 경계를 별도 session에서 검토</a:t>
            </a:r>
          </a:p>
        </p:txBody>
      </p:sp>
      <p:sp>
        <p:nvSpPr>
          <p:cNvPr id="19" name="">
            <a:extLst xmlns:a="http://schemas.openxmlformats.org/drawingml/2006/main">
              <a:ext uri="{FF2B5EF4-FFF2-40B4-BE49-F238E27FC236}">
                <a16:creationId xmlns:a16="http://schemas.microsoft.com/office/drawing/2014/main" id="{5CD1F191-3AC1-4B23-B6B5-EAF7EDB39BBB}"/>
              </a:ext>
            </a:extLst>
          </p:cNvPr>
          <p:cNvSpPr>
            <a:spLocks xmlns:a="http://schemas.openxmlformats.org/drawingml/2006/main" noGrp="1"/>
          </p:cNvSpPr>
          <p:nvPr/>
        </p:nvSpPr>
        <p:spPr>
          <a:xfrm xmlns:a="http://schemas.openxmlformats.org/drawingml/2006/main">
            <a:off x="723900" y="48196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04</a:t>
            </a:r>
          </a:p>
        </p:txBody>
      </p:sp>
      <p:sp>
        <p:nvSpPr>
          <p:cNvPr id="20" name="">
            <a:extLst xmlns:a="http://schemas.openxmlformats.org/drawingml/2006/main">
              <a:ext uri="{FF2B5EF4-FFF2-40B4-BE49-F238E27FC236}">
                <a16:creationId xmlns:a16="http://schemas.microsoft.com/office/drawing/2014/main" id="{AD4E5812-91EB-4246-9CB4-EDD733F55F6F}"/>
              </a:ext>
            </a:extLst>
          </p:cNvPr>
          <p:cNvSpPr>
            <a:spLocks xmlns:a="http://schemas.openxmlformats.org/drawingml/2006/main" noGrp="1"/>
          </p:cNvSpPr>
          <p:nvPr/>
        </p:nvSpPr>
        <p:spPr>
          <a:xfrm xmlns:a="http://schemas.openxmlformats.org/drawingml/2006/main">
            <a:off x="1428750" y="47053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Human merge</a:t>
            </a:r>
          </a:p>
        </p:txBody>
      </p:sp>
      <p:sp>
        <p:nvSpPr>
          <p:cNvPr id="21" name="">
            <a:extLst xmlns:a="http://schemas.openxmlformats.org/drawingml/2006/main">
              <a:ext uri="{FF2B5EF4-FFF2-40B4-BE49-F238E27FC236}">
                <a16:creationId xmlns:a16="http://schemas.microsoft.com/office/drawing/2014/main" id="{2C20A410-5FEC-4E0F-B71B-DC96CA73FB25}"/>
              </a:ext>
            </a:extLst>
          </p:cNvPr>
          <p:cNvSpPr>
            <a:spLocks xmlns:a="http://schemas.openxmlformats.org/drawingml/2006/main" noGrp="1"/>
          </p:cNvSpPr>
          <p:nvPr/>
        </p:nvSpPr>
        <p:spPr>
          <a:xfrm xmlns:a="http://schemas.openxmlformats.org/drawingml/2006/main">
            <a:off x="3733800" y="49720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22" name="">
            <a:extLst xmlns:a="http://schemas.openxmlformats.org/drawingml/2006/main">
              <a:ext uri="{FF2B5EF4-FFF2-40B4-BE49-F238E27FC236}">
                <a16:creationId xmlns:a16="http://schemas.microsoft.com/office/drawing/2014/main" id="{FD9D4679-390E-478D-8869-798E3526BC7D}"/>
              </a:ext>
            </a:extLst>
          </p:cNvPr>
          <p:cNvSpPr>
            <a:spLocks xmlns:a="http://schemas.openxmlformats.org/drawingml/2006/main" noGrp="1"/>
          </p:cNvSpPr>
          <p:nvPr/>
        </p:nvSpPr>
        <p:spPr>
          <a:xfrm xmlns:a="http://schemas.openxmlformats.org/drawingml/2006/main">
            <a:off x="4629150" y="47053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faster-whisper 로컬 STT Adapter의 두 LLM 의견과 test는 자동 승인이 아니다</a:t>
            </a:r>
          </a:p>
        </p:txBody>
      </p:sp>
    </p:spTree>
    <p:extLst>
      <p:ext uri="{BB962C8B-B14F-4D97-AF65-F5344CB8AC3E}">
        <p14:creationId xmlns:p14="http://schemas.microsoft.com/office/powerpoint/2010/main" val="1727229971"/>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C03CB5F-46F7-4912-953C-E3D3B2CE9974}"/>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정상 시연</a:t>
            </a:r>
          </a:p>
        </p:txBody>
      </p:sp>
      <p:sp>
        <p:nvSpPr>
          <p:cNvPr id="2" name="">
            <a:extLst xmlns:a="http://schemas.openxmlformats.org/drawingml/2006/main">
              <a:ext uri="{FF2B5EF4-FFF2-40B4-BE49-F238E27FC236}">
                <a16:creationId xmlns:a16="http://schemas.microsoft.com/office/drawing/2014/main" id="{1A0DCC22-D419-4345-A680-358EF5B2DA4C}"/>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강사 시연</a:t>
            </a:r>
          </a:p>
        </p:txBody>
      </p:sp>
      <p:sp>
        <p:nvSpPr>
          <p:cNvPr id="3" name="">
            <a:extLst xmlns:a="http://schemas.openxmlformats.org/drawingml/2006/main">
              <a:ext uri="{FF2B5EF4-FFF2-40B4-BE49-F238E27FC236}">
                <a16:creationId xmlns:a16="http://schemas.microsoft.com/office/drawing/2014/main" id="{30CC9817-A692-43BF-B463-A6EB8C9E14CC}"/>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E3C0BF83-3F76-445F-97BE-62B9266C66B8}"/>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87738A55-3C30-4E15-938E-94E36A50AEAE}"/>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0462C737-4692-4E8F-8477-56BBD4E10E1C}"/>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047</a:t>
            </a:r>
          </a:p>
        </p:txBody>
      </p:sp>
      <p:sp>
        <p:nvSpPr>
          <p:cNvPr id="7" name="">
            <a:extLst xmlns:a="http://schemas.openxmlformats.org/drawingml/2006/main">
              <a:ext uri="{FF2B5EF4-FFF2-40B4-BE49-F238E27FC236}">
                <a16:creationId xmlns:a16="http://schemas.microsoft.com/office/drawing/2014/main" id="{0215A289-D6CF-4A60-A399-53810FCFB5AB}"/>
              </a:ext>
            </a:extLst>
          </p:cNvPr>
          <p:cNvSpPr>
            <a:spLocks xmlns:a="http://schemas.openxmlformats.org/drawingml/2006/main" noGrp="1"/>
          </p:cNvSpPr>
          <p:nvPr/>
        </p:nvSpPr>
        <p:spPr>
          <a:xfrm xmlns:a="http://schemas.openxmlformats.org/drawingml/2006/main">
            <a:off x="876300" y="15621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1D316B34-525B-4ACF-8994-108A905D3985}"/>
              </a:ext>
            </a:extLst>
          </p:cNvPr>
          <p:cNvSpPr>
            <a:spLocks xmlns:a="http://schemas.openxmlformats.org/drawingml/2006/main" noGrp="1"/>
          </p:cNvSpPr>
          <p:nvPr/>
        </p:nvSpPr>
        <p:spPr>
          <a:xfrm xmlns:a="http://schemas.openxmlformats.org/drawingml/2006/main">
            <a:off x="1314450" y="16859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95810220-4F7B-43D3-93B1-FD1A5E4A138A}"/>
              </a:ext>
            </a:extLst>
          </p:cNvPr>
          <p:cNvSpPr>
            <a:spLocks xmlns:a="http://schemas.openxmlformats.org/drawingml/2006/main" noGrp="1"/>
          </p:cNvSpPr>
          <p:nvPr/>
        </p:nvSpPr>
        <p:spPr>
          <a:xfrm xmlns:a="http://schemas.openxmlformats.org/drawingml/2006/main">
            <a:off x="1790700" y="15240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열기: src/meeting_demo.py</a:t>
            </a:r>
          </a:p>
        </p:txBody>
      </p:sp>
      <p:sp>
        <p:nvSpPr>
          <p:cNvPr id="10" name="">
            <a:extLst xmlns:a="http://schemas.openxmlformats.org/drawingml/2006/main">
              <a:ext uri="{FF2B5EF4-FFF2-40B4-BE49-F238E27FC236}">
                <a16:creationId xmlns:a16="http://schemas.microsoft.com/office/drawing/2014/main" id="{55948206-CB68-4C9F-AA60-C6CE5C1C3946}"/>
              </a:ext>
            </a:extLst>
          </p:cNvPr>
          <p:cNvSpPr>
            <a:spLocks xmlns:a="http://schemas.openxmlformats.org/drawingml/2006/main" noGrp="1"/>
          </p:cNvSpPr>
          <p:nvPr/>
        </p:nvSpPr>
        <p:spPr>
          <a:xfrm xmlns:a="http://schemas.openxmlformats.org/drawingml/2006/main">
            <a:off x="876300" y="25527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D9F69041-968B-40B1-9F84-14666B674804}"/>
              </a:ext>
            </a:extLst>
          </p:cNvPr>
          <p:cNvSpPr>
            <a:spLocks xmlns:a="http://schemas.openxmlformats.org/drawingml/2006/main" noGrp="1"/>
          </p:cNvSpPr>
          <p:nvPr/>
        </p:nvSpPr>
        <p:spPr>
          <a:xfrm xmlns:a="http://schemas.openxmlformats.org/drawingml/2006/main">
            <a:off x="1314450" y="26765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5D0EF7E2-F18E-4BED-80CF-D7DEC0CB516A}"/>
              </a:ext>
            </a:extLst>
          </p:cNvPr>
          <p:cNvSpPr>
            <a:spLocks xmlns:a="http://schemas.openxmlformats.org/drawingml/2006/main" noGrp="1"/>
          </p:cNvSpPr>
          <p:nvPr/>
        </p:nvSpPr>
        <p:spPr>
          <a:xfrm xmlns:a="http://schemas.openxmlformats.org/drawingml/2006/main">
            <a:off x="1790700" y="25146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구현 확인: requirements-stt-optional.txt</a:t>
            </a:r>
          </a:p>
        </p:txBody>
      </p:sp>
      <p:sp>
        <p:nvSpPr>
          <p:cNvPr id="13" name="">
            <a:extLst xmlns:a="http://schemas.openxmlformats.org/drawingml/2006/main">
              <a:ext uri="{FF2B5EF4-FFF2-40B4-BE49-F238E27FC236}">
                <a16:creationId xmlns:a16="http://schemas.microsoft.com/office/drawing/2014/main" id="{19730622-C918-480B-8419-949DC1B91946}"/>
              </a:ext>
            </a:extLst>
          </p:cNvPr>
          <p:cNvSpPr>
            <a:spLocks xmlns:a="http://schemas.openxmlformats.org/drawingml/2006/main" noGrp="1"/>
          </p:cNvSpPr>
          <p:nvPr/>
        </p:nvSpPr>
        <p:spPr>
          <a:xfrm xmlns:a="http://schemas.openxmlformats.org/drawingml/2006/main">
            <a:off x="876300" y="35433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7137748F-7BF7-4778-8E3C-EEFEF5561BF4}"/>
              </a:ext>
            </a:extLst>
          </p:cNvPr>
          <p:cNvSpPr>
            <a:spLocks xmlns:a="http://schemas.openxmlformats.org/drawingml/2006/main" noGrp="1"/>
          </p:cNvSpPr>
          <p:nvPr/>
        </p:nvSpPr>
        <p:spPr>
          <a:xfrm xmlns:a="http://schemas.openxmlformats.org/drawingml/2006/main">
            <a:off x="1314450" y="36671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2A04E242-3E4B-439A-B1FA-052C483662D1}"/>
              </a:ext>
            </a:extLst>
          </p:cNvPr>
          <p:cNvSpPr>
            <a:spLocks xmlns:a="http://schemas.openxmlformats.org/drawingml/2006/main" noGrp="1"/>
          </p:cNvSpPr>
          <p:nvPr/>
        </p:nvSpPr>
        <p:spPr>
          <a:xfrm xmlns:a="http://schemas.openxmlformats.org/drawingml/2006/main">
            <a:off x="1790700" y="35052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실행: python -m src.meeting_demo --audio data/demo_meeting.wav --model small --device cpu --compute-type int8</a:t>
            </a:r>
          </a:p>
        </p:txBody>
      </p:sp>
      <p:sp>
        <p:nvSpPr>
          <p:cNvPr id="16" name="">
            <a:extLst xmlns:a="http://schemas.openxmlformats.org/drawingml/2006/main">
              <a:ext uri="{FF2B5EF4-FFF2-40B4-BE49-F238E27FC236}">
                <a16:creationId xmlns:a16="http://schemas.microsoft.com/office/drawing/2014/main" id="{2C3FDD1B-7810-4C85-91B5-C69AEE158B34}"/>
              </a:ext>
            </a:extLst>
          </p:cNvPr>
          <p:cNvSpPr>
            <a:spLocks xmlns:a="http://schemas.openxmlformats.org/drawingml/2006/main" noGrp="1"/>
          </p:cNvSpPr>
          <p:nvPr/>
        </p:nvSpPr>
        <p:spPr>
          <a:xfrm xmlns:a="http://schemas.openxmlformats.org/drawingml/2006/main">
            <a:off x="876300" y="4533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C12251DD-40BB-4321-B271-28B5195B0E2A}"/>
              </a:ext>
            </a:extLst>
          </p:cNvPr>
          <p:cNvSpPr>
            <a:spLocks xmlns:a="http://schemas.openxmlformats.org/drawingml/2006/main" noGrp="1"/>
          </p:cNvSpPr>
          <p:nvPr/>
        </p:nvSpPr>
        <p:spPr>
          <a:xfrm xmlns:a="http://schemas.openxmlformats.org/drawingml/2006/main">
            <a:off x="1314450" y="4657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35C7DEE0-7844-414F-A6EC-FCF18557456A}"/>
              </a:ext>
            </a:extLst>
          </p:cNvPr>
          <p:cNvSpPr>
            <a:spLocks xmlns:a="http://schemas.openxmlformats.org/drawingml/2006/main" noGrp="1"/>
          </p:cNvSpPr>
          <p:nvPr/>
        </p:nvSpPr>
        <p:spPr>
          <a:xfrm xmlns:a="http://schemas.openxmlformats.org/drawingml/2006/main">
            <a:off x="1790700" y="44958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성공 신호: segment마다 start·end·text가 있고 float가 JSON 직렬화된다.</a:t>
            </a:r>
          </a:p>
        </p:txBody>
      </p:sp>
    </p:spTree>
    <p:extLst>
      <p:ext uri="{BB962C8B-B14F-4D97-AF65-F5344CB8AC3E}">
        <p14:creationId xmlns:p14="http://schemas.microsoft.com/office/powerpoint/2010/main" val="1081051422"/>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5D9DAFD-5187-420D-9E55-FBEC85738704}"/>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실행 명령</a:t>
            </a:r>
          </a:p>
        </p:txBody>
      </p:sp>
      <p:sp>
        <p:nvSpPr>
          <p:cNvPr id="2" name="">
            <a:extLst xmlns:a="http://schemas.openxmlformats.org/drawingml/2006/main">
              <a:ext uri="{FF2B5EF4-FFF2-40B4-BE49-F238E27FC236}">
                <a16:creationId xmlns:a16="http://schemas.microsoft.com/office/drawing/2014/main" id="{A2A8837F-0E73-405D-95EA-C643DDA78E4B}"/>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Terminal</a:t>
            </a:r>
          </a:p>
        </p:txBody>
      </p:sp>
      <p:sp>
        <p:nvSpPr>
          <p:cNvPr id="3" name="">
            <a:extLst xmlns:a="http://schemas.openxmlformats.org/drawingml/2006/main">
              <a:ext uri="{FF2B5EF4-FFF2-40B4-BE49-F238E27FC236}">
                <a16:creationId xmlns:a16="http://schemas.microsoft.com/office/drawing/2014/main" id="{923A04F3-E47D-460C-B537-370390EAE672}"/>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7DD9FBC9-6A26-49B1-B456-22B643093483}"/>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DC62485A-67D6-4B6E-AB55-1DDF75672AB6}"/>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05C36708-5FFE-4552-99F6-4CC0CA1792FE}"/>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048</a:t>
            </a:r>
          </a:p>
        </p:txBody>
      </p:sp>
      <p:sp>
        <p:nvSpPr>
          <p:cNvPr id="7" name="">
            <a:extLst xmlns:a="http://schemas.openxmlformats.org/drawingml/2006/main">
              <a:ext uri="{FF2B5EF4-FFF2-40B4-BE49-F238E27FC236}">
                <a16:creationId xmlns:a16="http://schemas.microsoft.com/office/drawing/2014/main" id="{F6E5D6D9-3184-4DF8-A127-9171D5D4FD81}"/>
              </a:ext>
            </a:extLst>
          </p:cNvPr>
          <p:cNvSpPr>
            <a:spLocks xmlns:a="http://schemas.openxmlformats.org/drawingml/2006/main" noGrp="1"/>
          </p:cNvSpPr>
          <p:nvPr/>
        </p:nvSpPr>
        <p:spPr>
          <a:xfrm xmlns:a="http://schemas.openxmlformats.org/drawingml/2006/main">
            <a:off x="685800" y="1809750"/>
            <a:ext cx="10820400" cy="2305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9E4B442-8164-461E-8152-7F512D10DC19}"/>
              </a:ext>
            </a:extLst>
          </p:cNvPr>
          <p:cNvSpPr>
            <a:spLocks xmlns:a="http://schemas.openxmlformats.org/drawingml/2006/main" noGrp="1"/>
          </p:cNvSpPr>
          <p:nvPr/>
        </p:nvSpPr>
        <p:spPr>
          <a:xfrm xmlns:a="http://schemas.openxmlformats.org/drawingml/2006/main">
            <a:off x="1066800" y="2381250"/>
            <a:ext cx="342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025" b="1">
                <a:solidFill>
                  <a:srgbClr val="2563EB"/>
                </a:solidFill>
                <a:latin typeface="NanumGothic"/>
                <a:ea typeface="NanumGothic"/>
                <a:cs typeface="NanumGothic"/>
              </a:defRPr>
            </a:pPr>
            <a:r>
              <a:rPr sz="2025" b="1">
                <a:solidFill>
                  <a:srgbClr val="2563EB"/>
                </a:solidFill>
                <a:latin typeface="NanumGothic"/>
                <a:ea typeface="NanumGothic"/>
                <a:cs typeface="NanumGothic"/>
              </a:rPr>
              <a:t>$</a:t>
            </a:r>
          </a:p>
        </p:txBody>
      </p:sp>
      <p:sp>
        <p:nvSpPr>
          <p:cNvPr id="9" name="">
            <a:extLst xmlns:a="http://schemas.openxmlformats.org/drawingml/2006/main">
              <a:ext uri="{FF2B5EF4-FFF2-40B4-BE49-F238E27FC236}">
                <a16:creationId xmlns:a16="http://schemas.microsoft.com/office/drawing/2014/main" id="{AAF2B1B2-768D-4B63-B164-16EACDA84EC2}"/>
              </a:ext>
            </a:extLst>
          </p:cNvPr>
          <p:cNvSpPr>
            <a:spLocks xmlns:a="http://schemas.openxmlformats.org/drawingml/2006/main" noGrp="1"/>
          </p:cNvSpPr>
          <p:nvPr/>
        </p:nvSpPr>
        <p:spPr>
          <a:xfrm xmlns:a="http://schemas.openxmlformats.org/drawingml/2006/main">
            <a:off x="1581150" y="22479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python -m src.meeting_demo --audio data/demo_meeting.wav --model small --device cpu --compute-type int8</a:t>
            </a:r>
          </a:p>
        </p:txBody>
      </p:sp>
      <p:sp>
        <p:nvSpPr>
          <p:cNvPr id="10" name="">
            <a:extLst xmlns:a="http://schemas.openxmlformats.org/drawingml/2006/main">
              <a:ext uri="{FF2B5EF4-FFF2-40B4-BE49-F238E27FC236}">
                <a16:creationId xmlns:a16="http://schemas.microsoft.com/office/drawing/2014/main" id="{D560028A-CCE9-4DD4-A876-43ED07809D18}"/>
              </a:ext>
            </a:extLst>
          </p:cNvPr>
          <p:cNvSpPr>
            <a:spLocks xmlns:a="http://schemas.openxmlformats.org/drawingml/2006/main" noGrp="1"/>
          </p:cNvSpPr>
          <p:nvPr/>
        </p:nvSpPr>
        <p:spPr>
          <a:xfrm xmlns:a="http://schemas.openxmlformats.org/drawingml/2006/main">
            <a:off x="819150" y="4648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실행 전 확인</a:t>
            </a:r>
          </a:p>
        </p:txBody>
      </p:sp>
      <p:sp>
        <p:nvSpPr>
          <p:cNvPr id="11" name="">
            <a:extLst xmlns:a="http://schemas.openxmlformats.org/drawingml/2006/main">
              <a:ext uri="{FF2B5EF4-FFF2-40B4-BE49-F238E27FC236}">
                <a16:creationId xmlns:a16="http://schemas.microsoft.com/office/drawing/2014/main" id="{CE4E4D8E-A1FD-4C7B-B72B-2C920D7A662D}"/>
              </a:ext>
            </a:extLst>
          </p:cNvPr>
          <p:cNvSpPr>
            <a:spLocks xmlns:a="http://schemas.openxmlformats.org/drawingml/2006/main" noGrp="1"/>
          </p:cNvSpPr>
          <p:nvPr/>
        </p:nvSpPr>
        <p:spPr>
          <a:xfrm xmlns:a="http://schemas.openxmlformats.org/drawingml/2006/main">
            <a:off x="2857500" y="4552950"/>
            <a:ext cx="800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faster-whisper 로컬 STT Adapter: repository root · Python 3.12 · .env 미출력</a:t>
            </a:r>
          </a:p>
        </p:txBody>
      </p:sp>
    </p:spTree>
    <p:extLst>
      <p:ext uri="{BB962C8B-B14F-4D97-AF65-F5344CB8AC3E}">
        <p14:creationId xmlns:p14="http://schemas.microsoft.com/office/powerpoint/2010/main" val="160463614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60B6ED5-A680-41CD-A60B-F891883844E5}"/>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02_transcript.json 실행 결과</a:t>
            </a:r>
          </a:p>
        </p:txBody>
      </p:sp>
      <p:sp>
        <p:nvSpPr>
          <p:cNvPr id="2" name="">
            <a:extLst xmlns:a="http://schemas.openxmlformats.org/drawingml/2006/main">
              <a:ext uri="{FF2B5EF4-FFF2-40B4-BE49-F238E27FC236}">
                <a16:creationId xmlns:a16="http://schemas.microsoft.com/office/drawing/2014/main" id="{94BF9A05-166F-42BE-875E-4E34EDDA8D46}"/>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Actual Output</a:t>
            </a:r>
          </a:p>
        </p:txBody>
      </p:sp>
      <p:sp>
        <p:nvSpPr>
          <p:cNvPr id="3" name="">
            <a:extLst xmlns:a="http://schemas.openxmlformats.org/drawingml/2006/main">
              <a:ext uri="{FF2B5EF4-FFF2-40B4-BE49-F238E27FC236}">
                <a16:creationId xmlns:a16="http://schemas.microsoft.com/office/drawing/2014/main" id="{64B18DEA-0660-4655-B6D8-527B1266B3F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B10CBE00-76D5-4642-B1DE-F90480EE542B}"/>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37E74CFF-3966-472F-B925-B68664EB41D2}"/>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D3E5446C-A708-44AF-8C04-F3553FF55D13}"/>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049</a:t>
            </a:r>
          </a:p>
        </p:txBody>
      </p:sp>
      <p:sp>
        <p:nvSpPr>
          <p:cNvPr id="7" name="">
            <a:extLst xmlns:a="http://schemas.openxmlformats.org/drawingml/2006/main">
              <a:ext uri="{FF2B5EF4-FFF2-40B4-BE49-F238E27FC236}">
                <a16:creationId xmlns:a16="http://schemas.microsoft.com/office/drawing/2014/main" id="{54739756-F803-474A-9CBE-0C9CFAC86A11}"/>
              </a:ext>
            </a:extLst>
          </p:cNvPr>
          <p:cNvSpPr>
            <a:spLocks xmlns:a="http://schemas.openxmlformats.org/drawingml/2006/main" noGrp="1"/>
          </p:cNvSpPr>
          <p:nvPr/>
        </p:nvSpPr>
        <p:spPr>
          <a:xfrm xmlns:a="http://schemas.openxmlformats.org/drawingml/2006/main">
            <a:off x="685800" y="1466850"/>
            <a:ext cx="10820400" cy="44005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AD28538-320F-4170-A0A6-17262981727E}"/>
              </a:ext>
            </a:extLst>
          </p:cNvPr>
          <p:cNvSpPr>
            <a:spLocks xmlns:a="http://schemas.openxmlformats.org/drawingml/2006/main" noGrp="1"/>
          </p:cNvSpPr>
          <p:nvPr/>
        </p:nvSpPr>
        <p:spPr>
          <a:xfrm xmlns:a="http://schemas.openxmlformats.org/drawingml/2006/main">
            <a:off x="933450" y="1695450"/>
            <a:ext cx="10325100" cy="394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139"/>
          </a:bodyPr>
          <a:lstStyle xmlns:a="http://schemas.openxmlformats.org/drawingml/2006/main"/>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"provider_used": "reviewed_fixture",</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"fallback_reason": "LIVE_STT_NOT_SELECTED",</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"segment_count": 45,</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"segments":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"id": "s01",</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"start": 0,</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"speaker": "민지",</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"text": "모두 들어오셨죠? 오늘 회의 목적은 고객 문의 자동화 PoC의 첫 범위를 확정하는 것입니다. 모델을 고르는 회의가 아니라, 어떤 문의를 어디까지 자동화하고 어디서 사람이 확인할지 정하는 회의로 진행하겠습니다.",</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"quality_flags":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"id": "s02",</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"start": 24,</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"speaker": "서연",</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"text": "운영 쪽 현황부터 말씀드릴게요. 최근 4주 동안 합성 기준으로 문의가 1,240건 정도였고, 배송 지연이 31퍼센트, 반품 절차가 24퍼센트, 환불과 보상 관련 문의가 18퍼센트였습니다. 나머지는 계정, 쿠폰, 상품 정보처럼 유형이 조금씩 달랐습니다.",</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"quality_flags":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"id": "s03",</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"start": 49,</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"speaker": "준호",</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"text": "그중에서 API 없이도 답할 수 있는 범위를 먼저 골라야 할 것 같습니다. 배송 지연은 주문 상태 조회가 필요할 수 있고, 반품 절차는 정책 문서만으로도 초안 생성이 가능하니까 같은 자동화로 묶으면 위험도가 다릅니다.",</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"quality_flags":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a:t>
            </a:r>
          </a:p>
        </p:txBody>
      </p:sp>
    </p:spTree>
    <p:extLst>
      <p:ext uri="{BB962C8B-B14F-4D97-AF65-F5344CB8AC3E}">
        <p14:creationId xmlns:p14="http://schemas.microsoft.com/office/powerpoint/2010/main" val="1253630634"/>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5E6A8D1-07C3-4499-966C-0A7264AD99A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실패·복구 시연</a:t>
            </a:r>
          </a:p>
        </p:txBody>
      </p:sp>
      <p:sp>
        <p:nvSpPr>
          <p:cNvPr id="2" name="">
            <a:extLst xmlns:a="http://schemas.openxmlformats.org/drawingml/2006/main">
              <a:ext uri="{FF2B5EF4-FFF2-40B4-BE49-F238E27FC236}">
                <a16:creationId xmlns:a16="http://schemas.microsoft.com/office/drawing/2014/main" id="{33A1A98B-5EB2-4EA0-BA3D-85315FD113C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실패 시연</a:t>
            </a:r>
          </a:p>
        </p:txBody>
      </p:sp>
      <p:sp>
        <p:nvSpPr>
          <p:cNvPr id="3" name="">
            <a:extLst xmlns:a="http://schemas.openxmlformats.org/drawingml/2006/main">
              <a:ext uri="{FF2B5EF4-FFF2-40B4-BE49-F238E27FC236}">
                <a16:creationId xmlns:a16="http://schemas.microsoft.com/office/drawing/2014/main" id="{6E7DD713-152B-44BB-BD5E-3489E41310B2}"/>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316AEEA4-88A3-46B5-8301-BBD39E356605}"/>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9D8BE1C9-967D-4BB9-877D-E3480B770E06}"/>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AB26AAA9-DDD3-4D73-BA56-D5B0509B6EC1}"/>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050</a:t>
            </a:r>
          </a:p>
        </p:txBody>
      </p:sp>
      <p:sp>
        <p:nvSpPr>
          <p:cNvPr id="7" name="">
            <a:extLst xmlns:a="http://schemas.openxmlformats.org/drawingml/2006/main">
              <a:ext uri="{FF2B5EF4-FFF2-40B4-BE49-F238E27FC236}">
                <a16:creationId xmlns:a16="http://schemas.microsoft.com/office/drawing/2014/main" id="{A63991A9-D34F-4CAB-B2D4-7FB61CB2E88C}"/>
              </a:ext>
            </a:extLst>
          </p:cNvPr>
          <p:cNvSpPr>
            <a:spLocks xmlns:a="http://schemas.openxmlformats.org/drawingml/2006/main" noGrp="1"/>
          </p:cNvSpPr>
          <p:nvPr/>
        </p:nvSpPr>
        <p:spPr>
          <a:xfrm xmlns:a="http://schemas.openxmlformats.org/drawingml/2006/main">
            <a:off x="762000" y="1619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재현</a:t>
            </a:r>
          </a:p>
        </p:txBody>
      </p:sp>
      <p:sp>
        <p:nvSpPr>
          <p:cNvPr id="8" name="">
            <a:extLst xmlns:a="http://schemas.openxmlformats.org/drawingml/2006/main">
              <a:ext uri="{FF2B5EF4-FFF2-40B4-BE49-F238E27FC236}">
                <a16:creationId xmlns:a16="http://schemas.microsoft.com/office/drawing/2014/main" id="{0188C00C-165D-455C-ACF2-CF2F9F16C6FF}"/>
              </a:ext>
            </a:extLst>
          </p:cNvPr>
          <p:cNvSpPr>
            <a:spLocks xmlns:a="http://schemas.openxmlformats.org/drawingml/2006/main" noGrp="1"/>
          </p:cNvSpPr>
          <p:nvPr/>
        </p:nvSpPr>
        <p:spPr>
          <a:xfrm xmlns:a="http://schemas.openxmlformats.org/drawingml/2006/main">
            <a:off x="762000" y="2133600"/>
            <a:ext cx="4762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100" b="1">
                <a:solidFill>
                  <a:srgbClr val="191919"/>
                </a:solidFill>
                <a:latin typeface="NanumGothic"/>
                <a:ea typeface="NanumGothic"/>
                <a:cs typeface="NanumGothic"/>
              </a:defRPr>
            </a:pPr>
            <a:r>
              <a:rPr sz="2100" b="1">
                <a:solidFill>
                  <a:srgbClr val="191919"/>
                </a:solidFill>
                <a:latin typeface="NanumGothic"/>
                <a:ea typeface="NanumGothic"/>
                <a:cs typeface="NanumGothic"/>
              </a:rPr>
              <a:t>STT package가 없으면 fixture와 STT_FALLBACK_USED를 함께 남긴다.</a:t>
            </a:r>
          </a:p>
        </p:txBody>
      </p:sp>
      <p:sp>
        <p:nvSpPr>
          <p:cNvPr id="9" name="">
            <a:extLst xmlns:a="http://schemas.openxmlformats.org/drawingml/2006/main">
              <a:ext uri="{FF2B5EF4-FFF2-40B4-BE49-F238E27FC236}">
                <a16:creationId xmlns:a16="http://schemas.microsoft.com/office/drawing/2014/main" id="{6B45598C-421A-4A24-A5AC-290A3FB44662}"/>
              </a:ext>
            </a:extLst>
          </p:cNvPr>
          <p:cNvSpPr>
            <a:spLocks xmlns:a="http://schemas.openxmlformats.org/drawingml/2006/main" noGrp="1"/>
          </p:cNvSpPr>
          <p:nvPr/>
        </p:nvSpPr>
        <p:spPr>
          <a:xfrm xmlns:a="http://schemas.openxmlformats.org/drawingml/2006/main">
            <a:off x="6000750" y="1657350"/>
            <a:ext cx="0" cy="342900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10" name="">
            <a:extLst xmlns:a="http://schemas.openxmlformats.org/drawingml/2006/main">
              <a:ext uri="{FF2B5EF4-FFF2-40B4-BE49-F238E27FC236}">
                <a16:creationId xmlns:a16="http://schemas.microsoft.com/office/drawing/2014/main" id="{1C844B4C-F59C-4078-B90E-C2424DA88458}"/>
              </a:ext>
            </a:extLst>
          </p:cNvPr>
          <p:cNvSpPr>
            <a:spLocks xmlns:a="http://schemas.openxmlformats.org/drawingml/2006/main" noGrp="1"/>
          </p:cNvSpPr>
          <p:nvPr/>
        </p:nvSpPr>
        <p:spPr>
          <a:xfrm xmlns:a="http://schemas.openxmlformats.org/drawingml/2006/main">
            <a:off x="6553200" y="1619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복구</a:t>
            </a:r>
          </a:p>
        </p:txBody>
      </p:sp>
      <p:sp>
        <p:nvSpPr>
          <p:cNvPr id="11" name="">
            <a:extLst xmlns:a="http://schemas.openxmlformats.org/drawingml/2006/main">
              <a:ext uri="{FF2B5EF4-FFF2-40B4-BE49-F238E27FC236}">
                <a16:creationId xmlns:a16="http://schemas.microsoft.com/office/drawing/2014/main" id="{295B2E91-109C-4981-944B-4616F17A3340}"/>
              </a:ext>
            </a:extLst>
          </p:cNvPr>
          <p:cNvSpPr>
            <a:spLocks xmlns:a="http://schemas.openxmlformats.org/drawingml/2006/main" noGrp="1"/>
          </p:cNvSpPr>
          <p:nvPr/>
        </p:nvSpPr>
        <p:spPr>
          <a:xfrm xmlns:a="http://schemas.openxmlformats.org/drawingml/2006/main">
            <a:off x="6553200" y="2133600"/>
            <a:ext cx="45529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100" b="1">
                <a:solidFill>
                  <a:srgbClr val="191919"/>
                </a:solidFill>
                <a:latin typeface="NanumGothic"/>
                <a:ea typeface="NanumGothic"/>
                <a:cs typeface="NanumGothic"/>
              </a:defRPr>
            </a:pPr>
            <a:r>
              <a:rPr sz="2100" b="1">
                <a:solidFill>
                  <a:srgbClr val="191919"/>
                </a:solidFill>
                <a:latin typeface="NanumGothic"/>
                <a:ea typeface="NanumGothic"/>
                <a:cs typeface="NanumGothic"/>
              </a:rPr>
              <a:t>local_files_only·CPU int8·작은 모델·reviewed fixture 순서로 내려간다.</a:t>
            </a:r>
          </a:p>
        </p:txBody>
      </p:sp>
      <p:sp>
        <p:nvSpPr>
          <p:cNvPr id="12" name="">
            <a:extLst xmlns:a="http://schemas.openxmlformats.org/drawingml/2006/main">
              <a:ext uri="{FF2B5EF4-FFF2-40B4-BE49-F238E27FC236}">
                <a16:creationId xmlns:a16="http://schemas.microsoft.com/office/drawing/2014/main" id="{22CABD91-C667-4F8B-8C3C-C6AF49E2596E}"/>
              </a:ext>
            </a:extLst>
          </p:cNvPr>
          <p:cNvSpPr>
            <a:spLocks xmlns:a="http://schemas.openxmlformats.org/drawingml/2006/main" noGrp="1"/>
          </p:cNvSpPr>
          <p:nvPr/>
        </p:nvSpPr>
        <p:spPr>
          <a:xfrm xmlns:a="http://schemas.openxmlformats.org/drawingml/2006/main">
            <a:off x="1524000" y="4686300"/>
            <a:ext cx="914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확인: STT package가 없으면 fixture와 STT_FALLBACK_USED를 함께 남긴다.</a:t>
            </a:r>
          </a:p>
        </p:txBody>
      </p:sp>
    </p:spTree>
    <p:extLst>
      <p:ext uri="{BB962C8B-B14F-4D97-AF65-F5344CB8AC3E}">
        <p14:creationId xmlns:p14="http://schemas.microsoft.com/office/powerpoint/2010/main" val="1380992653"/>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C390647-E7E6-4B7E-8ADC-41CBBAE6CDFC}"/>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소프트웨어 제작</a:t>
            </a:r>
          </a:p>
        </p:txBody>
      </p:sp>
      <p:sp>
        <p:nvSpPr>
          <p:cNvPr id="2" name="">
            <a:extLst xmlns:a="http://schemas.openxmlformats.org/drawingml/2006/main">
              <a:ext uri="{FF2B5EF4-FFF2-40B4-BE49-F238E27FC236}">
                <a16:creationId xmlns:a16="http://schemas.microsoft.com/office/drawing/2014/main" id="{89A858C4-B02B-46E3-BA84-A208A7A9264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326A8CD6-3091-4413-B380-619CE05C95C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115E257F-3BD7-4E6F-960D-E15471BCAB7D}"/>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6C3E2836-20E7-4DB6-8673-B71E13C5AC50}"/>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60CF7819-C480-4896-9186-B0F1020EBF83}"/>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051</a:t>
            </a:r>
          </a:p>
        </p:txBody>
      </p:sp>
      <p:sp>
        <p:nvSpPr>
          <p:cNvPr id="7" name="">
            <a:extLst xmlns:a="http://schemas.openxmlformats.org/drawingml/2006/main">
              <a:ext uri="{FF2B5EF4-FFF2-40B4-BE49-F238E27FC236}">
                <a16:creationId xmlns:a16="http://schemas.microsoft.com/office/drawing/2014/main" id="{2C264842-EB8D-46DF-8C3E-7674FAB48124}"/>
              </a:ext>
            </a:extLst>
          </p:cNvPr>
          <p:cNvSpPr>
            <a:spLocks xmlns:a="http://schemas.openxmlformats.org/drawingml/2006/main" noGrp="1"/>
          </p:cNvSpPr>
          <p:nvPr/>
        </p:nvSpPr>
        <p:spPr>
          <a:xfrm xmlns:a="http://schemas.openxmlformats.org/drawingml/2006/main">
            <a:off x="762000" y="16573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열 파일</a:t>
            </a:r>
          </a:p>
        </p:txBody>
      </p:sp>
      <p:sp>
        <p:nvSpPr>
          <p:cNvPr id="8" name="">
            <a:extLst xmlns:a="http://schemas.openxmlformats.org/drawingml/2006/main">
              <a:ext uri="{FF2B5EF4-FFF2-40B4-BE49-F238E27FC236}">
                <a16:creationId xmlns:a16="http://schemas.microsoft.com/office/drawing/2014/main" id="{CA51B89A-0FB9-44C9-99D6-A80EC1D3C052}"/>
              </a:ext>
            </a:extLst>
          </p:cNvPr>
          <p:cNvSpPr>
            <a:spLocks xmlns:a="http://schemas.openxmlformats.org/drawingml/2006/main" noGrp="1"/>
          </p:cNvSpPr>
          <p:nvPr/>
        </p:nvSpPr>
        <p:spPr>
          <a:xfrm xmlns:a="http://schemas.openxmlformats.org/drawingml/2006/main">
            <a:off x="2476500" y="1466850"/>
            <a:ext cx="819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requirements-stt-optional.txt</a:t>
            </a:r>
          </a:p>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data/demo_meeting.wav</a:t>
            </a:r>
          </a:p>
        </p:txBody>
      </p:sp>
      <p:sp>
        <p:nvSpPr>
          <p:cNvPr id="9" name="">
            <a:extLst xmlns:a="http://schemas.openxmlformats.org/drawingml/2006/main">
              <a:ext uri="{FF2B5EF4-FFF2-40B4-BE49-F238E27FC236}">
                <a16:creationId xmlns:a16="http://schemas.microsoft.com/office/drawing/2014/main" id="{8080BA56-AE74-4649-A2AB-02EDDFDF3B0C}"/>
              </a:ext>
            </a:extLst>
          </p:cNvPr>
          <p:cNvSpPr>
            <a:spLocks xmlns:a="http://schemas.openxmlformats.org/drawingml/2006/main" noGrp="1"/>
          </p:cNvSpPr>
          <p:nvPr/>
        </p:nvSpPr>
        <p:spPr>
          <a:xfrm xmlns:a="http://schemas.openxmlformats.org/drawingml/2006/main">
            <a:off x="762000" y="26670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작업 범위</a:t>
            </a:r>
          </a:p>
        </p:txBody>
      </p:sp>
      <p:sp>
        <p:nvSpPr>
          <p:cNvPr id="10" name="">
            <a:extLst xmlns:a="http://schemas.openxmlformats.org/drawingml/2006/main">
              <a:ext uri="{FF2B5EF4-FFF2-40B4-BE49-F238E27FC236}">
                <a16:creationId xmlns:a16="http://schemas.microsoft.com/office/drawing/2014/main" id="{1FFD3028-D141-4F2F-84F6-0C926DD2C7DB}"/>
              </a:ext>
            </a:extLst>
          </p:cNvPr>
          <p:cNvSpPr>
            <a:spLocks xmlns:a="http://schemas.openxmlformats.org/drawingml/2006/main" noGrp="1"/>
          </p:cNvSpPr>
          <p:nvPr/>
        </p:nvSpPr>
        <p:spPr>
          <a:xfrm xmlns:a="http://schemas.openxmlformats.org/drawingml/2006/main">
            <a:off x="2476500" y="2571750"/>
            <a:ext cx="8191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faster-whisper 로컬 STT Adapter 명세 → 최소 Patch → Focused Test → Diff 검토</a:t>
            </a:r>
          </a:p>
        </p:txBody>
      </p:sp>
      <p:sp>
        <p:nvSpPr>
          <p:cNvPr id="11" name="">
            <a:extLst xmlns:a="http://schemas.openxmlformats.org/drawingml/2006/main">
              <a:ext uri="{FF2B5EF4-FFF2-40B4-BE49-F238E27FC236}">
                <a16:creationId xmlns:a16="http://schemas.microsoft.com/office/drawing/2014/main" id="{3C10CCC9-C5E9-442A-8C53-C62E5DD38690}"/>
              </a:ext>
            </a:extLst>
          </p:cNvPr>
          <p:cNvSpPr>
            <a:spLocks xmlns:a="http://schemas.openxmlformats.org/drawingml/2006/main" noGrp="1"/>
          </p:cNvSpPr>
          <p:nvPr/>
        </p:nvSpPr>
        <p:spPr>
          <a:xfrm xmlns:a="http://schemas.openxmlformats.org/drawingml/2006/main">
            <a:off x="762000" y="39052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완료 기준</a:t>
            </a:r>
          </a:p>
        </p:txBody>
      </p:sp>
      <p:sp>
        <p:nvSpPr>
          <p:cNvPr id="12" name="">
            <a:extLst xmlns:a="http://schemas.openxmlformats.org/drawingml/2006/main">
              <a:ext uri="{FF2B5EF4-FFF2-40B4-BE49-F238E27FC236}">
                <a16:creationId xmlns:a16="http://schemas.microsoft.com/office/drawing/2014/main" id="{48DF5A9E-30CF-4D4F-8B9C-863E40F79F8A}"/>
              </a:ext>
            </a:extLst>
          </p:cNvPr>
          <p:cNvSpPr>
            <a:spLocks xmlns:a="http://schemas.openxmlformats.org/drawingml/2006/main" noGrp="1"/>
          </p:cNvSpPr>
          <p:nvPr/>
        </p:nvSpPr>
        <p:spPr>
          <a:xfrm xmlns:a="http://schemas.openxmlformats.org/drawingml/2006/main">
            <a:off x="2476500" y="3810000"/>
            <a:ext cx="8191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segment마다 start·end·text가 있고 float가 JSON 직렬화된다.</a:t>
            </a:r>
          </a:p>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transcript.json 저장</a:t>
            </a:r>
          </a:p>
        </p:txBody>
      </p:sp>
    </p:spTree>
    <p:extLst>
      <p:ext uri="{BB962C8B-B14F-4D97-AF65-F5344CB8AC3E}">
        <p14:creationId xmlns:p14="http://schemas.microsoft.com/office/powerpoint/2010/main" val="97723885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2E38B31-C3F2-438A-BBC6-B3005F0685F9}"/>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Notebook 셀</a:t>
            </a:r>
          </a:p>
        </p:txBody>
      </p:sp>
      <p:sp>
        <p:nvSpPr>
          <p:cNvPr id="2" name="">
            <a:extLst xmlns:a="http://schemas.openxmlformats.org/drawingml/2006/main">
              <a:ext uri="{FF2B5EF4-FFF2-40B4-BE49-F238E27FC236}">
                <a16:creationId xmlns:a16="http://schemas.microsoft.com/office/drawing/2014/main" id="{D9E3BD17-A005-46BC-AF44-8263DD063D7B}"/>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EA6255E7-07A1-45B4-8E4B-A0A0FF827A2C}"/>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20A81045-186B-4B1C-88AC-864D273D9062}"/>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86D65330-C12D-47DF-B80C-B412B3A7696D}"/>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33AE6740-1AE5-45B7-AA23-A4FDE4865EEC}"/>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052</a:t>
            </a:r>
          </a:p>
        </p:txBody>
      </p:sp>
      <p:sp>
        <p:nvSpPr>
          <p:cNvPr id="7" name="">
            <a:extLst xmlns:a="http://schemas.openxmlformats.org/drawingml/2006/main">
              <a:ext uri="{FF2B5EF4-FFF2-40B4-BE49-F238E27FC236}">
                <a16:creationId xmlns:a16="http://schemas.microsoft.com/office/drawing/2014/main" id="{5C9CF0E3-A48E-44CB-A574-2C029E21B2CD}"/>
              </a:ext>
            </a:extLst>
          </p:cNvPr>
          <p:cNvSpPr>
            <a:spLocks xmlns:a="http://schemas.openxmlformats.org/drawingml/2006/main" noGrp="1"/>
          </p:cNvSpPr>
          <p:nvPr/>
        </p:nvSpPr>
        <p:spPr>
          <a:xfrm xmlns:a="http://schemas.openxmlformats.org/drawingml/2006/main">
            <a:off x="685800" y="13716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Menlo"/>
                <a:ea typeface="Menlo"/>
                <a:cs typeface="Menlo"/>
              </a:defRPr>
            </a:pPr>
            <a:r>
              <a:rPr sz="975" b="1">
                <a:solidFill>
                  <a:srgbClr val="555555"/>
                </a:solidFill>
                <a:latin typeface="Menlo"/>
                <a:ea typeface="Menlo"/>
                <a:cs typeface="Menlo"/>
              </a:rPr>
              <a:t>materials/day2/day2_service_lab.ipynb · 2차시</a:t>
            </a:r>
          </a:p>
        </p:txBody>
      </p:sp>
      <p:sp>
        <p:nvSpPr>
          <p:cNvPr id="8" name="">
            <a:extLst xmlns:a="http://schemas.openxmlformats.org/drawingml/2006/main">
              <a:ext uri="{FF2B5EF4-FFF2-40B4-BE49-F238E27FC236}">
                <a16:creationId xmlns:a16="http://schemas.microsoft.com/office/drawing/2014/main" id="{7CE31695-5BFA-464F-984F-8E9E80AC4B79}"/>
              </a:ext>
            </a:extLst>
          </p:cNvPr>
          <p:cNvSpPr>
            <a:spLocks xmlns:a="http://schemas.openxmlformats.org/drawingml/2006/main" noGrp="1"/>
          </p:cNvSpPr>
          <p:nvPr/>
        </p:nvSpPr>
        <p:spPr>
          <a:xfrm xmlns:a="http://schemas.openxmlformats.org/drawingml/2006/main">
            <a:off x="685800" y="1733550"/>
            <a:ext cx="10820400" cy="39433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D98CC49-BFA3-4906-BF32-DAF1DA4A569C}"/>
              </a:ext>
            </a:extLst>
          </p:cNvPr>
          <p:cNvSpPr>
            <a:spLocks xmlns:a="http://schemas.openxmlformats.org/drawingml/2006/main" noGrp="1"/>
          </p:cNvSpPr>
          <p:nvPr/>
        </p:nvSpPr>
        <p:spPr>
          <a:xfrm xmlns:a="http://schemas.openxmlformats.org/drawingml/2006/main">
            <a:off x="933450" y="1962150"/>
            <a:ext cx="10325100" cy="3486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722"/>
          </a:bodyPr>
          <a:lstStyle xmlns:a="http://schemas.openxmlformats.org/drawingml/2006/main"/>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from src.meeting_demo import parse_transcript, run_demo</a:t>
            </a:r>
          </a:p>
          <a:p xmlns:a="http://schemas.openxmlformats.org/drawingml/2006/main">
            <a:r>
              <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transcript_path = ROOT / "data/meeting_sample_ko_12min.txt"</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transcript_text = transcript_path.read_text(encoding="utf-8")</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RUN_STT_LIVE = False</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if RUN_STT_LIVE:</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stt_run = run_demo(</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audio_path=audio_path,</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transcript_path=transcript_path,</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output_dir=OUT / "live-stt",</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model_size="small", device="cpu", compute_type="int8",</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language="ko", local_files_only=True,</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stt_segments = stt_run["segments"]</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stt_status = {"provider_used": stt_run["mode"], "fallback_reason": stt_run["fallback_reason"]}</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else:</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stt_segments = parse_transcript(transcript_text)</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stt_status = {"provider_used": "reviewed_fixture", "fallback_reason": "LIVE_STT_NOT_SELECTED"}</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transcript_result = {**stt_status, "segment_count": len(stt_segments), "segments": stt_segments}</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save_json("02_transcript.json", transcript_result)</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 다음 줄은 Notebook에서 계속</a:t>
            </a:r>
          </a:p>
        </p:txBody>
      </p:sp>
    </p:spTree>
    <p:extLst>
      <p:ext uri="{BB962C8B-B14F-4D97-AF65-F5344CB8AC3E}">
        <p14:creationId xmlns:p14="http://schemas.microsoft.com/office/powerpoint/2010/main" val="1198697053"/>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8B1EDF1-E251-47C4-8B78-6DBC7A53D45F}"/>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Terminal 실행</a:t>
            </a:r>
          </a:p>
        </p:txBody>
      </p:sp>
      <p:sp>
        <p:nvSpPr>
          <p:cNvPr id="2" name="">
            <a:extLst xmlns:a="http://schemas.openxmlformats.org/drawingml/2006/main">
              <a:ext uri="{FF2B5EF4-FFF2-40B4-BE49-F238E27FC236}">
                <a16:creationId xmlns:a16="http://schemas.microsoft.com/office/drawing/2014/main" id="{69A2FA2E-62F0-46DC-9F8B-D3542C5F1ECF}"/>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6284CE53-E1F3-463E-AAB3-B18328264FDC}"/>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AAA90FEC-D3A4-4EA8-BA00-1FC4CD373054}"/>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0A0DEA23-CFAF-4FFC-A89E-FA8BA08064B6}"/>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E438C3A1-B070-4314-9605-E56A047D91DD}"/>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053</a:t>
            </a:r>
          </a:p>
        </p:txBody>
      </p:sp>
      <p:sp>
        <p:nvSpPr>
          <p:cNvPr id="7" name="">
            <a:extLst xmlns:a="http://schemas.openxmlformats.org/drawingml/2006/main">
              <a:ext uri="{FF2B5EF4-FFF2-40B4-BE49-F238E27FC236}">
                <a16:creationId xmlns:a16="http://schemas.microsoft.com/office/drawing/2014/main" id="{BDB3B47F-F7A1-443D-AAE6-6C2E66E7A794}"/>
              </a:ext>
            </a:extLst>
          </p:cNvPr>
          <p:cNvSpPr>
            <a:spLocks xmlns:a="http://schemas.openxmlformats.org/drawingml/2006/main" noGrp="1"/>
          </p:cNvSpPr>
          <p:nvPr/>
        </p:nvSpPr>
        <p:spPr>
          <a:xfrm xmlns:a="http://schemas.openxmlformats.org/drawingml/2006/main">
            <a:off x="685800" y="1657350"/>
            <a:ext cx="10820400" cy="26670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949C9FB-6499-45AC-B6C1-81C1B202298D}"/>
              </a:ext>
            </a:extLst>
          </p:cNvPr>
          <p:cNvSpPr>
            <a:spLocks xmlns:a="http://schemas.openxmlformats.org/drawingml/2006/main" noGrp="1"/>
          </p:cNvSpPr>
          <p:nvPr/>
        </p:nvSpPr>
        <p:spPr>
          <a:xfrm xmlns:a="http://schemas.openxmlformats.org/drawingml/2006/main">
            <a:off x="952500" y="20193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FFFFFF"/>
                </a:solidFill>
                <a:latin typeface="Menlo"/>
                <a:ea typeface="Menlo"/>
                <a:cs typeface="Menlo"/>
              </a:defRPr>
            </a:pPr>
            <a:r>
              <a:rPr sz="1650" b="1">
                <a:solidFill>
                  <a:srgbClr val="FFFFFF"/>
                </a:solidFill>
                <a:latin typeface="Menlo"/>
                <a:ea typeface="Menlo"/>
                <a:cs typeface="Menlo"/>
              </a:rPr>
              <a:t>$ python -m src.meeting_demo --audio data/demo_meeting.wav --model small --device cpu --compute-type int8</a:t>
            </a:r>
          </a:p>
        </p:txBody>
      </p:sp>
      <p:sp>
        <p:nvSpPr>
          <p:cNvPr id="9" name="">
            <a:extLst xmlns:a="http://schemas.openxmlformats.org/drawingml/2006/main">
              <a:ext uri="{FF2B5EF4-FFF2-40B4-BE49-F238E27FC236}">
                <a16:creationId xmlns:a16="http://schemas.microsoft.com/office/drawing/2014/main" id="{F632946E-ACF5-456F-BCC5-63A322157C15}"/>
              </a:ext>
            </a:extLst>
          </p:cNvPr>
          <p:cNvSpPr>
            <a:spLocks xmlns:a="http://schemas.openxmlformats.org/drawingml/2006/main" noGrp="1"/>
          </p:cNvSpPr>
          <p:nvPr/>
        </p:nvSpPr>
        <p:spPr>
          <a:xfrm xmlns:a="http://schemas.openxmlformats.org/drawingml/2006/main">
            <a:off x="952500" y="310515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1">
                <a:solidFill>
                  <a:srgbClr val="C7C7C7"/>
                </a:solidFill>
                <a:latin typeface="Menlo"/>
                <a:ea typeface="Menlo"/>
                <a:cs typeface="Menlo"/>
              </a:defRPr>
            </a:pPr>
            <a:r>
              <a:rPr sz="1275" b="1">
                <a:solidFill>
                  <a:srgbClr val="C7C7C7"/>
                </a:solidFill>
                <a:latin typeface="Menlo"/>
                <a:ea typeface="Menlo"/>
                <a:cs typeface="Menlo"/>
              </a:rPr>
              <a:t>저장 위치</a:t>
            </a:r>
          </a:p>
          <a:p xmlns:a="http://schemas.openxmlformats.org/drawingml/2006/main">
            <a:pPr algn="l">
              <a:lnSpc>
                <a:spcPct val="110000"/>
              </a:lnSpc>
              <a:buNone/>
              <a:defRPr sz="1275" b="1">
                <a:solidFill>
                  <a:srgbClr val="C7C7C7"/>
                </a:solidFill>
                <a:latin typeface="Menlo"/>
                <a:ea typeface="Menlo"/>
                <a:cs typeface="Menlo"/>
              </a:defRPr>
            </a:pPr>
            <a:r>
              <a:rPr sz="1275" b="1">
                <a:solidFill>
                  <a:srgbClr val="C7C7C7"/>
                </a:solidFill>
                <a:latin typeface="Menlo"/>
                <a:ea typeface="Menlo"/>
                <a:cs typeface="Menlo"/>
              </a:rPr>
              <a:t>output/course-labs/day2/02_transcript.json</a:t>
            </a:r>
          </a:p>
        </p:txBody>
      </p:sp>
      <p:sp>
        <p:nvSpPr>
          <p:cNvPr id="10" name="">
            <a:extLst xmlns:a="http://schemas.openxmlformats.org/drawingml/2006/main">
              <a:ext uri="{FF2B5EF4-FFF2-40B4-BE49-F238E27FC236}">
                <a16:creationId xmlns:a16="http://schemas.microsoft.com/office/drawing/2014/main" id="{9DFBD953-B3EA-479B-9AA5-A825098CEF3C}"/>
              </a:ext>
            </a:extLst>
          </p:cNvPr>
          <p:cNvSpPr>
            <a:spLocks xmlns:a="http://schemas.openxmlformats.org/drawingml/2006/main" noGrp="1"/>
          </p:cNvSpPr>
          <p:nvPr/>
        </p:nvSpPr>
        <p:spPr>
          <a:xfrm xmlns:a="http://schemas.openxmlformats.org/drawingml/2006/main">
            <a:off x="1066800" y="4838700"/>
            <a:ext cx="1005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segment마다 start·end·text가 있고 float가 JSON 직렬화된다.</a:t>
            </a:r>
          </a:p>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실패 시 transcript.json의 status·error_code를 먼저 확인</a:t>
            </a:r>
          </a:p>
        </p:txBody>
      </p:sp>
    </p:spTree>
    <p:extLst>
      <p:ext uri="{BB962C8B-B14F-4D97-AF65-F5344CB8AC3E}">
        <p14:creationId xmlns:p14="http://schemas.microsoft.com/office/powerpoint/2010/main" val="1334419812"/>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9A05DAD-0FA0-48C5-9FDF-3E7463EA27E3}"/>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실패 증거</a:t>
            </a:r>
          </a:p>
        </p:txBody>
      </p:sp>
      <p:sp>
        <p:nvSpPr>
          <p:cNvPr id="2" name="">
            <a:extLst xmlns:a="http://schemas.openxmlformats.org/drawingml/2006/main">
              <a:ext uri="{FF2B5EF4-FFF2-40B4-BE49-F238E27FC236}">
                <a16:creationId xmlns:a16="http://schemas.microsoft.com/office/drawing/2014/main" id="{4793AEEC-3AC1-4690-80E8-BA19F1630F2B}"/>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Boundary Evidence</a:t>
            </a:r>
          </a:p>
        </p:txBody>
      </p:sp>
      <p:sp>
        <p:nvSpPr>
          <p:cNvPr id="3" name="">
            <a:extLst xmlns:a="http://schemas.openxmlformats.org/drawingml/2006/main">
              <a:ext uri="{FF2B5EF4-FFF2-40B4-BE49-F238E27FC236}">
                <a16:creationId xmlns:a16="http://schemas.microsoft.com/office/drawing/2014/main" id="{2029D2C1-63C3-4F48-966A-4AF4A671DDC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CE8B92BE-AEE6-4CEA-A718-DF2D5FED2460}"/>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D3DB4A3A-A804-4857-9075-F1FDBC54CE87}"/>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92343A65-854F-4819-8FAA-061298B10E02}"/>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054</a:t>
            </a:r>
          </a:p>
        </p:txBody>
      </p:sp>
      <p:sp>
        <p:nvSpPr>
          <p:cNvPr id="7" name="">
            <a:extLst xmlns:a="http://schemas.openxmlformats.org/drawingml/2006/main">
              <a:ext uri="{FF2B5EF4-FFF2-40B4-BE49-F238E27FC236}">
                <a16:creationId xmlns:a16="http://schemas.microsoft.com/office/drawing/2014/main" id="{D960B4BC-9707-4FFB-9D75-E9E709C6EFCF}"/>
              </a:ext>
            </a:extLst>
          </p:cNvPr>
          <p:cNvSpPr>
            <a:spLocks xmlns:a="http://schemas.openxmlformats.org/drawingml/2006/main" noGrp="1"/>
          </p:cNvSpPr>
          <p:nvPr/>
        </p:nvSpPr>
        <p:spPr>
          <a:xfrm xmlns:a="http://schemas.openxmlformats.org/drawingml/2006/main">
            <a:off x="742950" y="1562100"/>
            <a:ext cx="1047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025" b="1">
                <a:solidFill>
                  <a:srgbClr val="191919"/>
                </a:solidFill>
                <a:latin typeface="NanumGothic"/>
                <a:ea typeface="NanumGothic"/>
                <a:cs typeface="NanumGothic"/>
              </a:defRPr>
            </a:pPr>
            <a:r>
              <a:rPr sz="2025" b="1">
                <a:solidFill>
                  <a:srgbClr val="191919"/>
                </a:solidFill>
                <a:latin typeface="NanumGothic"/>
                <a:ea typeface="NanumGothic"/>
                <a:cs typeface="NanumGothic"/>
              </a:rPr>
              <a:t>STT package가 없으면 fixture와 STT_FALLBACK_USED를 함께 남긴다.</a:t>
            </a:r>
          </a:p>
        </p:txBody>
      </p:sp>
      <p:sp>
        <p:nvSpPr>
          <p:cNvPr id="8" name="">
            <a:extLst xmlns:a="http://schemas.openxmlformats.org/drawingml/2006/main">
              <a:ext uri="{FF2B5EF4-FFF2-40B4-BE49-F238E27FC236}">
                <a16:creationId xmlns:a16="http://schemas.microsoft.com/office/drawing/2014/main" id="{870BD539-2880-43D8-93C8-6D2BDF6A048E}"/>
              </a:ext>
            </a:extLst>
          </p:cNvPr>
          <p:cNvSpPr>
            <a:spLocks xmlns:a="http://schemas.openxmlformats.org/drawingml/2006/main" noGrp="1"/>
          </p:cNvSpPr>
          <p:nvPr/>
        </p:nvSpPr>
        <p:spPr>
          <a:xfrm xmlns:a="http://schemas.openxmlformats.org/drawingml/2006/main">
            <a:off x="990600" y="2724150"/>
            <a:ext cx="10210800" cy="18097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419703F-E8CB-4EE3-B48D-96F00BD1F699}"/>
              </a:ext>
            </a:extLst>
          </p:cNvPr>
          <p:cNvSpPr>
            <a:spLocks xmlns:a="http://schemas.openxmlformats.org/drawingml/2006/main" noGrp="1"/>
          </p:cNvSpPr>
          <p:nvPr/>
        </p:nvSpPr>
        <p:spPr>
          <a:xfrm xmlns:a="http://schemas.openxmlformats.org/drawingml/2006/main">
            <a:off x="1333500" y="3086100"/>
            <a:ext cx="952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result_file = "output/course-labs/day2/02_transcript.json"</a:t>
            </a:r>
          </a:p>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expected = "HOLD | EXPECTED_FAILURE | BLOCKED"</a:t>
            </a:r>
          </a:p>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external_write = false</a:t>
            </a:r>
          </a:p>
        </p:txBody>
      </p:sp>
      <p:sp>
        <p:nvSpPr>
          <p:cNvPr id="10" name="">
            <a:extLst xmlns:a="http://schemas.openxmlformats.org/drawingml/2006/main">
              <a:ext uri="{FF2B5EF4-FFF2-40B4-BE49-F238E27FC236}">
                <a16:creationId xmlns:a16="http://schemas.microsoft.com/office/drawing/2014/main" id="{A8C92FC4-13BE-4CC2-9F46-9C38082B66B1}"/>
              </a:ext>
            </a:extLst>
          </p:cNvPr>
          <p:cNvSpPr>
            <a:spLocks xmlns:a="http://schemas.openxmlformats.org/drawingml/2006/main" noGrp="1"/>
          </p:cNvSpPr>
          <p:nvPr/>
        </p:nvSpPr>
        <p:spPr>
          <a:xfrm xmlns:a="http://schemas.openxmlformats.org/drawingml/2006/main">
            <a:off x="1238250" y="497205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transcript.json이 HOLD라면 외부 쓰기 없이 해당 차시 입력으로 돌아갑니다.</a:t>
            </a:r>
          </a:p>
        </p:txBody>
      </p:sp>
    </p:spTree>
    <p:extLst>
      <p:ext uri="{BB962C8B-B14F-4D97-AF65-F5344CB8AC3E}">
        <p14:creationId xmlns:p14="http://schemas.microsoft.com/office/powerpoint/2010/main" val="1007911785"/>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4165850-05C2-449C-AD82-98F9306148EE}"/>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정상 Case</a:t>
            </a:r>
          </a:p>
        </p:txBody>
      </p:sp>
      <p:sp>
        <p:nvSpPr>
          <p:cNvPr id="2" name="">
            <a:extLst xmlns:a="http://schemas.openxmlformats.org/drawingml/2006/main">
              <a:ext uri="{FF2B5EF4-FFF2-40B4-BE49-F238E27FC236}">
                <a16:creationId xmlns:a16="http://schemas.microsoft.com/office/drawing/2014/main" id="{20EBF601-F1AE-43B2-99B1-74CF67D68766}"/>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실행 확인</a:t>
            </a:r>
          </a:p>
        </p:txBody>
      </p:sp>
      <p:sp>
        <p:nvSpPr>
          <p:cNvPr id="3" name="">
            <a:extLst xmlns:a="http://schemas.openxmlformats.org/drawingml/2006/main">
              <a:ext uri="{FF2B5EF4-FFF2-40B4-BE49-F238E27FC236}">
                <a16:creationId xmlns:a16="http://schemas.microsoft.com/office/drawing/2014/main" id="{5633A0EC-C84F-4C65-8F46-A3894BB32DA3}"/>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943428E1-FCB2-4622-9E69-5617D2A740BD}"/>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1A9DC929-2B66-4E34-A9CE-5E6F63B83040}"/>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96BE20F1-4A6D-48CB-A25A-9FDD98C49AA7}"/>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055</a:t>
            </a:r>
          </a:p>
        </p:txBody>
      </p:sp>
      <p:sp>
        <p:nvSpPr>
          <p:cNvPr id="7" name="">
            <a:extLst xmlns:a="http://schemas.openxmlformats.org/drawingml/2006/main">
              <a:ext uri="{FF2B5EF4-FFF2-40B4-BE49-F238E27FC236}">
                <a16:creationId xmlns:a16="http://schemas.microsoft.com/office/drawing/2014/main" id="{1954890B-CCAB-485C-8889-A41D6D5A2FC8}"/>
              </a:ext>
            </a:extLst>
          </p:cNvPr>
          <p:cNvSpPr>
            <a:spLocks xmlns:a="http://schemas.openxmlformats.org/drawingml/2006/main" noGrp="1"/>
          </p:cNvSpPr>
          <p:nvPr/>
        </p:nvSpPr>
        <p:spPr>
          <a:xfrm xmlns:a="http://schemas.openxmlformats.org/drawingml/2006/main">
            <a:off x="685800" y="1562100"/>
            <a:ext cx="10820400" cy="12001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DD2F4CE-0625-4825-8CA2-E31F3983E997}"/>
              </a:ext>
            </a:extLst>
          </p:cNvPr>
          <p:cNvSpPr>
            <a:spLocks xmlns:a="http://schemas.openxmlformats.org/drawingml/2006/main" noGrp="1"/>
          </p:cNvSpPr>
          <p:nvPr/>
        </p:nvSpPr>
        <p:spPr>
          <a:xfrm xmlns:a="http://schemas.openxmlformats.org/drawingml/2006/main">
            <a:off x="990600" y="18478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C7C7C7"/>
                </a:solidFill>
                <a:latin typeface="NanumGothic"/>
                <a:ea typeface="NanumGothic"/>
                <a:cs typeface="NanumGothic"/>
              </a:defRPr>
            </a:pPr>
            <a:r>
              <a:rPr sz="975" b="1">
                <a:solidFill>
                  <a:srgbClr val="C7C7C7"/>
                </a:solidFill>
                <a:latin typeface="NanumGothic"/>
                <a:ea typeface="NanumGothic"/>
                <a:cs typeface="NanumGothic"/>
              </a:rPr>
              <a:t>NORMAL</a:t>
            </a:r>
          </a:p>
        </p:txBody>
      </p:sp>
      <p:sp>
        <p:nvSpPr>
          <p:cNvPr id="9" name="">
            <a:extLst xmlns:a="http://schemas.openxmlformats.org/drawingml/2006/main">
              <a:ext uri="{FF2B5EF4-FFF2-40B4-BE49-F238E27FC236}">
                <a16:creationId xmlns:a16="http://schemas.microsoft.com/office/drawing/2014/main" id="{BC4A52F3-6C8E-4D9B-98DB-81BDBDBFA156}"/>
              </a:ext>
            </a:extLst>
          </p:cNvPr>
          <p:cNvSpPr>
            <a:spLocks xmlns:a="http://schemas.openxmlformats.org/drawingml/2006/main" noGrp="1"/>
          </p:cNvSpPr>
          <p:nvPr/>
        </p:nvSpPr>
        <p:spPr>
          <a:xfrm xmlns:a="http://schemas.openxmlformats.org/drawingml/2006/main">
            <a:off x="2800350" y="1790700"/>
            <a:ext cx="809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FFFFFF"/>
                </a:solidFill>
                <a:latin typeface="NanumGothic"/>
                <a:ea typeface="NanumGothic"/>
                <a:cs typeface="NanumGothic"/>
              </a:defRPr>
            </a:pPr>
            <a:r>
              <a:rPr sz="1800" b="1">
                <a:solidFill>
                  <a:srgbClr val="FFFFFF"/>
                </a:solidFill>
                <a:latin typeface="NanumGothic"/>
                <a:ea typeface="NanumGothic"/>
                <a:cs typeface="NanumGothic"/>
              </a:rPr>
              <a:t>segment마다 start·end·text가 있고 float가 JSON 직렬화된다.</a:t>
            </a:r>
          </a:p>
        </p:txBody>
      </p:sp>
      <p:sp>
        <p:nvSpPr>
          <p:cNvPr id="10" name="">
            <a:extLst xmlns:a="http://schemas.openxmlformats.org/drawingml/2006/main">
              <a:ext uri="{FF2B5EF4-FFF2-40B4-BE49-F238E27FC236}">
                <a16:creationId xmlns:a16="http://schemas.microsoft.com/office/drawing/2014/main" id="{DD470D4C-931D-4116-A02A-95D1EE67FD66}"/>
              </a:ext>
            </a:extLst>
          </p:cNvPr>
          <p:cNvSpPr>
            <a:spLocks xmlns:a="http://schemas.openxmlformats.org/drawingml/2006/main" noGrp="1"/>
          </p:cNvSpPr>
          <p:nvPr/>
        </p:nvSpPr>
        <p:spPr>
          <a:xfrm xmlns:a="http://schemas.openxmlformats.org/drawingml/2006/main">
            <a:off x="91440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11" name="">
            <a:extLst xmlns:a="http://schemas.openxmlformats.org/drawingml/2006/main">
              <a:ext uri="{FF2B5EF4-FFF2-40B4-BE49-F238E27FC236}">
                <a16:creationId xmlns:a16="http://schemas.microsoft.com/office/drawing/2014/main" id="{40F03EE4-CE32-489E-99B8-44C6809FB8D6}"/>
              </a:ext>
            </a:extLst>
          </p:cNvPr>
          <p:cNvSpPr>
            <a:spLocks xmlns:a="http://schemas.openxmlformats.org/drawingml/2006/main" noGrp="1"/>
          </p:cNvSpPr>
          <p:nvPr/>
        </p:nvSpPr>
        <p:spPr>
          <a:xfrm xmlns:a="http://schemas.openxmlformats.org/drawingml/2006/main">
            <a:off x="135255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96D7B11B-8AE2-450B-A4CE-4DE82CBF5B4D}"/>
              </a:ext>
            </a:extLst>
          </p:cNvPr>
          <p:cNvSpPr>
            <a:spLocks xmlns:a="http://schemas.openxmlformats.org/drawingml/2006/main" noGrp="1"/>
          </p:cNvSpPr>
          <p:nvPr/>
        </p:nvSpPr>
        <p:spPr>
          <a:xfrm xmlns:a="http://schemas.openxmlformats.org/drawingml/2006/main">
            <a:off x="1828800" y="32575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src/meeting_demo.py 입력과 command가 기록됐는가</a:t>
            </a:r>
          </a:p>
        </p:txBody>
      </p:sp>
      <p:sp>
        <p:nvSpPr>
          <p:cNvPr id="13" name="">
            <a:extLst xmlns:a="http://schemas.openxmlformats.org/drawingml/2006/main">
              <a:ext uri="{FF2B5EF4-FFF2-40B4-BE49-F238E27FC236}">
                <a16:creationId xmlns:a16="http://schemas.microsoft.com/office/drawing/2014/main" id="{27A18B07-1527-43B6-9D53-25B9321BD8E5}"/>
              </a:ext>
            </a:extLst>
          </p:cNvPr>
          <p:cNvSpPr>
            <a:spLocks xmlns:a="http://schemas.openxmlformats.org/drawingml/2006/main" noGrp="1"/>
          </p:cNvSpPr>
          <p:nvPr/>
        </p:nvSpPr>
        <p:spPr>
          <a:xfrm xmlns:a="http://schemas.openxmlformats.org/drawingml/2006/main">
            <a:off x="914400" y="40957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4" name="">
            <a:extLst xmlns:a="http://schemas.openxmlformats.org/drawingml/2006/main">
              <a:ext uri="{FF2B5EF4-FFF2-40B4-BE49-F238E27FC236}">
                <a16:creationId xmlns:a16="http://schemas.microsoft.com/office/drawing/2014/main" id="{D55F441D-EA6D-4100-83CF-F4C74FFBD97E}"/>
              </a:ext>
            </a:extLst>
          </p:cNvPr>
          <p:cNvSpPr>
            <a:spLocks xmlns:a="http://schemas.openxmlformats.org/drawingml/2006/main" noGrp="1"/>
          </p:cNvSpPr>
          <p:nvPr/>
        </p:nvSpPr>
        <p:spPr>
          <a:xfrm xmlns:a="http://schemas.openxmlformats.org/drawingml/2006/main">
            <a:off x="1352550" y="42195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02192984-A416-4F96-869F-601001CEC1F6}"/>
              </a:ext>
            </a:extLst>
          </p:cNvPr>
          <p:cNvSpPr>
            <a:spLocks xmlns:a="http://schemas.openxmlformats.org/drawingml/2006/main" noGrp="1"/>
          </p:cNvSpPr>
          <p:nvPr/>
        </p:nvSpPr>
        <p:spPr>
          <a:xfrm xmlns:a="http://schemas.openxmlformats.org/drawingml/2006/main">
            <a:off x="1828800" y="40576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transcript.json schema가 validate되는가</a:t>
            </a:r>
          </a:p>
        </p:txBody>
      </p:sp>
      <p:sp>
        <p:nvSpPr>
          <p:cNvPr id="16" name="">
            <a:extLst xmlns:a="http://schemas.openxmlformats.org/drawingml/2006/main">
              <a:ext uri="{FF2B5EF4-FFF2-40B4-BE49-F238E27FC236}">
                <a16:creationId xmlns:a16="http://schemas.microsoft.com/office/drawing/2014/main" id="{36CD490A-01EE-4320-BD43-892ACF8175A9}"/>
              </a:ext>
            </a:extLst>
          </p:cNvPr>
          <p:cNvSpPr>
            <a:spLocks xmlns:a="http://schemas.openxmlformats.org/drawingml/2006/main" noGrp="1"/>
          </p:cNvSpPr>
          <p:nvPr/>
        </p:nvSpPr>
        <p:spPr>
          <a:xfrm xmlns:a="http://schemas.openxmlformats.org/drawingml/2006/main">
            <a:off x="914400" y="4895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7" name="">
            <a:extLst xmlns:a="http://schemas.openxmlformats.org/drawingml/2006/main">
              <a:ext uri="{FF2B5EF4-FFF2-40B4-BE49-F238E27FC236}">
                <a16:creationId xmlns:a16="http://schemas.microsoft.com/office/drawing/2014/main" id="{9ABFA638-423E-4622-B685-00D7CE56D351}"/>
              </a:ext>
            </a:extLst>
          </p:cNvPr>
          <p:cNvSpPr>
            <a:spLocks xmlns:a="http://schemas.openxmlformats.org/drawingml/2006/main" noGrp="1"/>
          </p:cNvSpPr>
          <p:nvPr/>
        </p:nvSpPr>
        <p:spPr>
          <a:xfrm xmlns:a="http://schemas.openxmlformats.org/drawingml/2006/main">
            <a:off x="1352550" y="5019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88B9D57B-F056-42AD-8007-FE7C0536AA28}"/>
              </a:ext>
            </a:extLst>
          </p:cNvPr>
          <p:cNvSpPr>
            <a:spLocks xmlns:a="http://schemas.openxmlformats.org/drawingml/2006/main" noGrp="1"/>
          </p:cNvSpPr>
          <p:nvPr/>
        </p:nvSpPr>
        <p:spPr>
          <a:xfrm xmlns:a="http://schemas.openxmlformats.org/drawingml/2006/main">
            <a:off x="1828800" y="48577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faster-whisper 로컬 STT Adapter focused test가 실제로 통과했는가</a:t>
            </a:r>
          </a:p>
        </p:txBody>
      </p:sp>
    </p:spTree>
    <p:extLst>
      <p:ext uri="{BB962C8B-B14F-4D97-AF65-F5344CB8AC3E}">
        <p14:creationId xmlns:p14="http://schemas.microsoft.com/office/powerpoint/2010/main" val="312941250"/>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9518EE9-5548-4695-84F1-7C9635378BDC}"/>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경계 Case</a:t>
            </a:r>
          </a:p>
        </p:txBody>
      </p:sp>
      <p:sp>
        <p:nvSpPr>
          <p:cNvPr id="2" name="">
            <a:extLst xmlns:a="http://schemas.openxmlformats.org/drawingml/2006/main">
              <a:ext uri="{FF2B5EF4-FFF2-40B4-BE49-F238E27FC236}">
                <a16:creationId xmlns:a16="http://schemas.microsoft.com/office/drawing/2014/main" id="{AE70FE68-0BAA-4D42-80DB-C96518938ECC}"/>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실행 확인</a:t>
            </a:r>
          </a:p>
        </p:txBody>
      </p:sp>
      <p:sp>
        <p:nvSpPr>
          <p:cNvPr id="3" name="">
            <a:extLst xmlns:a="http://schemas.openxmlformats.org/drawingml/2006/main">
              <a:ext uri="{FF2B5EF4-FFF2-40B4-BE49-F238E27FC236}">
                <a16:creationId xmlns:a16="http://schemas.microsoft.com/office/drawing/2014/main" id="{8659032B-149E-4CA1-8E44-E6E854A3436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8061E5B4-BC7C-49E1-9782-36F2A054CB99}"/>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4ED888A0-23BD-4E94-8E1F-A6DD43B43D9B}"/>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20660DD9-77C5-46CF-8A0D-D6EAC9BBD23D}"/>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056</a:t>
            </a:r>
          </a:p>
        </p:txBody>
      </p:sp>
      <p:sp>
        <p:nvSpPr>
          <p:cNvPr id="7" name="">
            <a:extLst xmlns:a="http://schemas.openxmlformats.org/drawingml/2006/main">
              <a:ext uri="{FF2B5EF4-FFF2-40B4-BE49-F238E27FC236}">
                <a16:creationId xmlns:a16="http://schemas.microsoft.com/office/drawing/2014/main" id="{FBA76755-42F1-40C9-9463-8360FE5C6FCE}"/>
              </a:ext>
            </a:extLst>
          </p:cNvPr>
          <p:cNvSpPr>
            <a:spLocks xmlns:a="http://schemas.openxmlformats.org/drawingml/2006/main" noGrp="1"/>
          </p:cNvSpPr>
          <p:nvPr/>
        </p:nvSpPr>
        <p:spPr>
          <a:xfrm xmlns:a="http://schemas.openxmlformats.org/drawingml/2006/main">
            <a:off x="685800" y="1562100"/>
            <a:ext cx="10820400" cy="12001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16A4CFC-0CCB-45A0-853B-779323196E19}"/>
              </a:ext>
            </a:extLst>
          </p:cNvPr>
          <p:cNvSpPr>
            <a:spLocks xmlns:a="http://schemas.openxmlformats.org/drawingml/2006/main" noGrp="1"/>
          </p:cNvSpPr>
          <p:nvPr/>
        </p:nvSpPr>
        <p:spPr>
          <a:xfrm xmlns:a="http://schemas.openxmlformats.org/drawingml/2006/main">
            <a:off x="990600" y="18478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C7C7C7"/>
                </a:solidFill>
                <a:latin typeface="NanumGothic"/>
                <a:ea typeface="NanumGothic"/>
                <a:cs typeface="NanumGothic"/>
              </a:defRPr>
            </a:pPr>
            <a:r>
              <a:rPr sz="975" b="1">
                <a:solidFill>
                  <a:srgbClr val="C7C7C7"/>
                </a:solidFill>
                <a:latin typeface="NanumGothic"/>
                <a:ea typeface="NanumGothic"/>
                <a:cs typeface="NanumGothic"/>
              </a:rPr>
              <a:t>BOUNDARY</a:t>
            </a:r>
          </a:p>
        </p:txBody>
      </p:sp>
      <p:sp>
        <p:nvSpPr>
          <p:cNvPr id="9" name="">
            <a:extLst xmlns:a="http://schemas.openxmlformats.org/drawingml/2006/main">
              <a:ext uri="{FF2B5EF4-FFF2-40B4-BE49-F238E27FC236}">
                <a16:creationId xmlns:a16="http://schemas.microsoft.com/office/drawing/2014/main" id="{15DF197E-E62D-4066-B505-3C292B46CB25}"/>
              </a:ext>
            </a:extLst>
          </p:cNvPr>
          <p:cNvSpPr>
            <a:spLocks xmlns:a="http://schemas.openxmlformats.org/drawingml/2006/main" noGrp="1"/>
          </p:cNvSpPr>
          <p:nvPr/>
        </p:nvSpPr>
        <p:spPr>
          <a:xfrm xmlns:a="http://schemas.openxmlformats.org/drawingml/2006/main">
            <a:off x="2800350" y="1790700"/>
            <a:ext cx="809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FFFFFF"/>
                </a:solidFill>
                <a:latin typeface="NanumGothic"/>
                <a:ea typeface="NanumGothic"/>
                <a:cs typeface="NanumGothic"/>
              </a:defRPr>
            </a:pPr>
            <a:r>
              <a:rPr sz="1800" b="1">
                <a:solidFill>
                  <a:srgbClr val="FFFFFF"/>
                </a:solidFill>
                <a:latin typeface="NanumGothic"/>
                <a:ea typeface="NanumGothic"/>
                <a:cs typeface="NanumGothic"/>
              </a:rPr>
              <a:t>STT package가 없으면 fixture와 STT_FALLBACK_USED를 함께 남긴다.</a:t>
            </a:r>
          </a:p>
        </p:txBody>
      </p:sp>
      <p:sp>
        <p:nvSpPr>
          <p:cNvPr id="10" name="">
            <a:extLst xmlns:a="http://schemas.openxmlformats.org/drawingml/2006/main">
              <a:ext uri="{FF2B5EF4-FFF2-40B4-BE49-F238E27FC236}">
                <a16:creationId xmlns:a16="http://schemas.microsoft.com/office/drawing/2014/main" id="{4CB8A591-C0B6-4CEB-9611-8B703AE7FF73}"/>
              </a:ext>
            </a:extLst>
          </p:cNvPr>
          <p:cNvSpPr>
            <a:spLocks xmlns:a="http://schemas.openxmlformats.org/drawingml/2006/main" noGrp="1"/>
          </p:cNvSpPr>
          <p:nvPr/>
        </p:nvSpPr>
        <p:spPr>
          <a:xfrm xmlns:a="http://schemas.openxmlformats.org/drawingml/2006/main">
            <a:off x="91440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11" name="">
            <a:extLst xmlns:a="http://schemas.openxmlformats.org/drawingml/2006/main">
              <a:ext uri="{FF2B5EF4-FFF2-40B4-BE49-F238E27FC236}">
                <a16:creationId xmlns:a16="http://schemas.microsoft.com/office/drawing/2014/main" id="{428786C1-2F78-4451-8E0D-64C10831AD16}"/>
              </a:ext>
            </a:extLst>
          </p:cNvPr>
          <p:cNvSpPr>
            <a:spLocks xmlns:a="http://schemas.openxmlformats.org/drawingml/2006/main" noGrp="1"/>
          </p:cNvSpPr>
          <p:nvPr/>
        </p:nvSpPr>
        <p:spPr>
          <a:xfrm xmlns:a="http://schemas.openxmlformats.org/drawingml/2006/main">
            <a:off x="135255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112437C9-62B2-464B-BD29-AB3A3EB018CA}"/>
              </a:ext>
            </a:extLst>
          </p:cNvPr>
          <p:cNvSpPr>
            <a:spLocks xmlns:a="http://schemas.openxmlformats.org/drawingml/2006/main" noGrp="1"/>
          </p:cNvSpPr>
          <p:nvPr/>
        </p:nvSpPr>
        <p:spPr>
          <a:xfrm xmlns:a="http://schemas.openxmlformats.org/drawingml/2006/main">
            <a:off x="1828800" y="32575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faster-whisper 로컬 STT Adapter: raw traceback 대신 stable error_code가 남는가</a:t>
            </a:r>
          </a:p>
        </p:txBody>
      </p:sp>
      <p:sp>
        <p:nvSpPr>
          <p:cNvPr id="13" name="">
            <a:extLst xmlns:a="http://schemas.openxmlformats.org/drawingml/2006/main">
              <a:ext uri="{FF2B5EF4-FFF2-40B4-BE49-F238E27FC236}">
                <a16:creationId xmlns:a16="http://schemas.microsoft.com/office/drawing/2014/main" id="{0DED9246-E4E5-4DED-AD07-DBFB9D8C0174}"/>
              </a:ext>
            </a:extLst>
          </p:cNvPr>
          <p:cNvSpPr>
            <a:spLocks xmlns:a="http://schemas.openxmlformats.org/drawingml/2006/main" noGrp="1"/>
          </p:cNvSpPr>
          <p:nvPr/>
        </p:nvSpPr>
        <p:spPr>
          <a:xfrm xmlns:a="http://schemas.openxmlformats.org/drawingml/2006/main">
            <a:off x="914400" y="40957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4" name="">
            <a:extLst xmlns:a="http://schemas.openxmlformats.org/drawingml/2006/main">
              <a:ext uri="{FF2B5EF4-FFF2-40B4-BE49-F238E27FC236}">
                <a16:creationId xmlns:a16="http://schemas.microsoft.com/office/drawing/2014/main" id="{B98FC5C2-8037-4CE4-ABD7-06F77EB6A324}"/>
              </a:ext>
            </a:extLst>
          </p:cNvPr>
          <p:cNvSpPr>
            <a:spLocks xmlns:a="http://schemas.openxmlformats.org/drawingml/2006/main" noGrp="1"/>
          </p:cNvSpPr>
          <p:nvPr/>
        </p:nvSpPr>
        <p:spPr>
          <a:xfrm xmlns:a="http://schemas.openxmlformats.org/drawingml/2006/main">
            <a:off x="1352550" y="42195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001D2503-5179-4F3E-AA1A-F09C0AD24390}"/>
              </a:ext>
            </a:extLst>
          </p:cNvPr>
          <p:cNvSpPr>
            <a:spLocks xmlns:a="http://schemas.openxmlformats.org/drawingml/2006/main" noGrp="1"/>
          </p:cNvSpPr>
          <p:nvPr/>
        </p:nvSpPr>
        <p:spPr>
          <a:xfrm xmlns:a="http://schemas.openxmlformats.org/drawingml/2006/main">
            <a:off x="1828800" y="40576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transcript.json: 외부 쓰기·자동 메일이 false인가</a:t>
            </a:r>
          </a:p>
        </p:txBody>
      </p:sp>
      <p:sp>
        <p:nvSpPr>
          <p:cNvPr id="16" name="">
            <a:extLst xmlns:a="http://schemas.openxmlformats.org/drawingml/2006/main">
              <a:ext uri="{FF2B5EF4-FFF2-40B4-BE49-F238E27FC236}">
                <a16:creationId xmlns:a16="http://schemas.microsoft.com/office/drawing/2014/main" id="{54743586-3009-43A0-892A-D9C40B7F8D3E}"/>
              </a:ext>
            </a:extLst>
          </p:cNvPr>
          <p:cNvSpPr>
            <a:spLocks xmlns:a="http://schemas.openxmlformats.org/drawingml/2006/main" noGrp="1"/>
          </p:cNvSpPr>
          <p:nvPr/>
        </p:nvSpPr>
        <p:spPr>
          <a:xfrm xmlns:a="http://schemas.openxmlformats.org/drawingml/2006/main">
            <a:off x="914400" y="4895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7" name="">
            <a:extLst xmlns:a="http://schemas.openxmlformats.org/drawingml/2006/main">
              <a:ext uri="{FF2B5EF4-FFF2-40B4-BE49-F238E27FC236}">
                <a16:creationId xmlns:a16="http://schemas.microsoft.com/office/drawing/2014/main" id="{4C780139-07BE-47E9-A31C-C2ACA0F50978}"/>
              </a:ext>
            </a:extLst>
          </p:cNvPr>
          <p:cNvSpPr>
            <a:spLocks xmlns:a="http://schemas.openxmlformats.org/drawingml/2006/main" noGrp="1"/>
          </p:cNvSpPr>
          <p:nvPr/>
        </p:nvSpPr>
        <p:spPr>
          <a:xfrm xmlns:a="http://schemas.openxmlformats.org/drawingml/2006/main">
            <a:off x="1352550" y="5019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66E510E2-1D9C-4988-8665-5744856E1BB9}"/>
              </a:ext>
            </a:extLst>
          </p:cNvPr>
          <p:cNvSpPr>
            <a:spLocks xmlns:a="http://schemas.openxmlformats.org/drawingml/2006/main" noGrp="1"/>
          </p:cNvSpPr>
          <p:nvPr/>
        </p:nvSpPr>
        <p:spPr>
          <a:xfrm xmlns:a="http://schemas.openxmlformats.org/drawingml/2006/main">
            <a:off x="1828800" y="48577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STT package가 없으면 fixture와 STT_FALLBACK_USED를 함께 남긴다. 재현이 가능한가</a:t>
            </a:r>
          </a:p>
        </p:txBody>
      </p:sp>
    </p:spTree>
    <p:extLst>
      <p:ext uri="{BB962C8B-B14F-4D97-AF65-F5344CB8AC3E}">
        <p14:creationId xmlns:p14="http://schemas.microsoft.com/office/powerpoint/2010/main" val="1217658315"/>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AC2DDCE-0AB7-4FCC-90DA-2E0C1E579B02}"/>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현업 적용</a:t>
            </a:r>
          </a:p>
        </p:txBody>
      </p:sp>
      <p:sp>
        <p:nvSpPr>
          <p:cNvPr id="2" name="">
            <a:extLst xmlns:a="http://schemas.openxmlformats.org/drawingml/2006/main">
              <a:ext uri="{FF2B5EF4-FFF2-40B4-BE49-F238E27FC236}">
                <a16:creationId xmlns:a16="http://schemas.microsoft.com/office/drawing/2014/main" id="{71D4225B-32B8-4F3C-98CC-0E3833802D55}"/>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재직자</a:t>
            </a:r>
          </a:p>
        </p:txBody>
      </p:sp>
      <p:sp>
        <p:nvSpPr>
          <p:cNvPr id="3" name="">
            <a:extLst xmlns:a="http://schemas.openxmlformats.org/drawingml/2006/main">
              <a:ext uri="{FF2B5EF4-FFF2-40B4-BE49-F238E27FC236}">
                <a16:creationId xmlns:a16="http://schemas.microsoft.com/office/drawing/2014/main" id="{A55987AE-9B93-4F31-B6E2-78A73953C37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15475304-38BE-453C-BCF7-C515B0E1CB20}"/>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937BFE14-1C59-41CD-91D0-6D2BAC7DDDEC}"/>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73189B7E-AFEA-4CAA-A645-72FC89F11EC6}"/>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057</a:t>
            </a:r>
          </a:p>
        </p:txBody>
      </p:sp>
      <p:sp>
        <p:nvSpPr>
          <p:cNvPr id="7" name="">
            <a:extLst xmlns:a="http://schemas.openxmlformats.org/drawingml/2006/main">
              <a:ext uri="{FF2B5EF4-FFF2-40B4-BE49-F238E27FC236}">
                <a16:creationId xmlns:a16="http://schemas.microsoft.com/office/drawing/2014/main" id="{622C2EA3-3191-4694-B367-9566D65B6BC0}"/>
              </a:ext>
            </a:extLst>
          </p:cNvPr>
          <p:cNvSpPr>
            <a:spLocks xmlns:a="http://schemas.openxmlformats.org/drawingml/2006/main" noGrp="1"/>
          </p:cNvSpPr>
          <p:nvPr/>
        </p:nvSpPr>
        <p:spPr>
          <a:xfrm xmlns:a="http://schemas.openxmlformats.org/drawingml/2006/main">
            <a:off x="857250" y="1619250"/>
            <a:ext cx="10477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325" b="1">
                <a:solidFill>
                  <a:srgbClr val="191919"/>
                </a:solidFill>
                <a:latin typeface="NanumGothic"/>
                <a:ea typeface="NanumGothic"/>
                <a:cs typeface="NanumGothic"/>
              </a:defRPr>
            </a:pPr>
            <a:r>
              <a:rPr sz="2325" b="1">
                <a:solidFill>
                  <a:srgbClr val="191919"/>
                </a:solidFill>
                <a:latin typeface="NanumGothic"/>
                <a:ea typeface="NanumGothic"/>
                <a:cs typeface="NanumGothic"/>
              </a:rPr>
              <a:t>사내망에서 원본 음성을 외부로 보내지 않는 상담 품질 분석</a:t>
            </a:r>
          </a:p>
        </p:txBody>
      </p:sp>
      <p:sp>
        <p:nvSpPr>
          <p:cNvPr id="8" name="">
            <a:extLst xmlns:a="http://schemas.openxmlformats.org/drawingml/2006/main">
              <a:ext uri="{FF2B5EF4-FFF2-40B4-BE49-F238E27FC236}">
                <a16:creationId xmlns:a16="http://schemas.microsoft.com/office/drawing/2014/main" id="{C12C99DE-57DA-42E5-93E5-ACF814559A28}"/>
              </a:ext>
            </a:extLst>
          </p:cNvPr>
          <p:cNvSpPr>
            <a:spLocks xmlns:a="http://schemas.openxmlformats.org/drawingml/2006/main" noGrp="1"/>
          </p:cNvSpPr>
          <p:nvPr/>
        </p:nvSpPr>
        <p:spPr>
          <a:xfrm xmlns:a="http://schemas.openxmlformats.org/drawingml/2006/main">
            <a:off x="123825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9" name="">
            <a:extLst xmlns:a="http://schemas.openxmlformats.org/drawingml/2006/main">
              <a:ext uri="{FF2B5EF4-FFF2-40B4-BE49-F238E27FC236}">
                <a16:creationId xmlns:a16="http://schemas.microsoft.com/office/drawing/2014/main" id="{E048AE88-8EE4-40C3-965B-B859199E8B86}"/>
              </a:ext>
            </a:extLst>
          </p:cNvPr>
          <p:cNvSpPr>
            <a:spLocks xmlns:a="http://schemas.openxmlformats.org/drawingml/2006/main" noGrp="1"/>
          </p:cNvSpPr>
          <p:nvPr/>
        </p:nvSpPr>
        <p:spPr>
          <a:xfrm xmlns:a="http://schemas.openxmlformats.org/drawingml/2006/main">
            <a:off x="167640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22A2C059-D423-4144-92B1-9D996ACA4B03}"/>
              </a:ext>
            </a:extLst>
          </p:cNvPr>
          <p:cNvSpPr>
            <a:spLocks xmlns:a="http://schemas.openxmlformats.org/drawingml/2006/main" noGrp="1"/>
          </p:cNvSpPr>
          <p:nvPr/>
        </p:nvSpPr>
        <p:spPr>
          <a:xfrm xmlns:a="http://schemas.openxmlformats.org/drawingml/2006/main">
            <a:off x="2152650" y="32575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faster-whisper 로컬 STT Adapter은 합성·비식별 sample로 먼저 실행</a:t>
            </a:r>
          </a:p>
        </p:txBody>
      </p:sp>
      <p:sp>
        <p:nvSpPr>
          <p:cNvPr id="11" name="">
            <a:extLst xmlns:a="http://schemas.openxmlformats.org/drawingml/2006/main">
              <a:ext uri="{FF2B5EF4-FFF2-40B4-BE49-F238E27FC236}">
                <a16:creationId xmlns:a16="http://schemas.microsoft.com/office/drawing/2014/main" id="{7AE134BF-551D-4605-B62F-7033375B0BAF}"/>
              </a:ext>
            </a:extLst>
          </p:cNvPr>
          <p:cNvSpPr>
            <a:spLocks xmlns:a="http://schemas.openxmlformats.org/drawingml/2006/main" noGrp="1"/>
          </p:cNvSpPr>
          <p:nvPr/>
        </p:nvSpPr>
        <p:spPr>
          <a:xfrm xmlns:a="http://schemas.openxmlformats.org/drawingml/2006/main">
            <a:off x="1238250" y="39624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171EC698-9DBD-400C-9922-2B79F38CFE88}"/>
              </a:ext>
            </a:extLst>
          </p:cNvPr>
          <p:cNvSpPr>
            <a:spLocks xmlns:a="http://schemas.openxmlformats.org/drawingml/2006/main" noGrp="1"/>
          </p:cNvSpPr>
          <p:nvPr/>
        </p:nvSpPr>
        <p:spPr>
          <a:xfrm xmlns:a="http://schemas.openxmlformats.org/drawingml/2006/main">
            <a:off x="1676400" y="40862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3" name="">
            <a:extLst xmlns:a="http://schemas.openxmlformats.org/drawingml/2006/main">
              <a:ext uri="{FF2B5EF4-FFF2-40B4-BE49-F238E27FC236}">
                <a16:creationId xmlns:a16="http://schemas.microsoft.com/office/drawing/2014/main" id="{224266D6-F303-4139-AF1B-0CA3A588A848}"/>
              </a:ext>
            </a:extLst>
          </p:cNvPr>
          <p:cNvSpPr>
            <a:spLocks xmlns:a="http://schemas.openxmlformats.org/drawingml/2006/main" noGrp="1"/>
          </p:cNvSpPr>
          <p:nvPr/>
        </p:nvSpPr>
        <p:spPr>
          <a:xfrm xmlns:a="http://schemas.openxmlformats.org/drawingml/2006/main">
            <a:off x="2152650" y="39243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사내망에서 원본 음성을 외부로 보내지 않는 상담 품질 분석의 현재 수작업 시간과 오류를 baseline으로 기록</a:t>
            </a:r>
          </a:p>
        </p:txBody>
      </p:sp>
      <p:sp>
        <p:nvSpPr>
          <p:cNvPr id="14" name="">
            <a:extLst xmlns:a="http://schemas.openxmlformats.org/drawingml/2006/main">
              <a:ext uri="{FF2B5EF4-FFF2-40B4-BE49-F238E27FC236}">
                <a16:creationId xmlns:a16="http://schemas.microsoft.com/office/drawing/2014/main" id="{D42DEC17-8CEF-499D-A87C-94F2559C4DFE}"/>
              </a:ext>
            </a:extLst>
          </p:cNvPr>
          <p:cNvSpPr>
            <a:spLocks xmlns:a="http://schemas.openxmlformats.org/drawingml/2006/main" noGrp="1"/>
          </p:cNvSpPr>
          <p:nvPr/>
        </p:nvSpPr>
        <p:spPr>
          <a:xfrm xmlns:a="http://schemas.openxmlformats.org/drawingml/2006/main">
            <a:off x="1238250" y="46291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5" name="">
            <a:extLst xmlns:a="http://schemas.openxmlformats.org/drawingml/2006/main">
              <a:ext uri="{FF2B5EF4-FFF2-40B4-BE49-F238E27FC236}">
                <a16:creationId xmlns:a16="http://schemas.microsoft.com/office/drawing/2014/main" id="{42574D1B-F5D6-4876-B07F-9FFBA317264D}"/>
              </a:ext>
            </a:extLst>
          </p:cNvPr>
          <p:cNvSpPr>
            <a:spLocks xmlns:a="http://schemas.openxmlformats.org/drawingml/2006/main" noGrp="1"/>
          </p:cNvSpPr>
          <p:nvPr/>
        </p:nvSpPr>
        <p:spPr>
          <a:xfrm xmlns:a="http://schemas.openxmlformats.org/drawingml/2006/main">
            <a:off x="1676400" y="47529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6" name="">
            <a:extLst xmlns:a="http://schemas.openxmlformats.org/drawingml/2006/main">
              <a:ext uri="{FF2B5EF4-FFF2-40B4-BE49-F238E27FC236}">
                <a16:creationId xmlns:a16="http://schemas.microsoft.com/office/drawing/2014/main" id="{B4B3F1BA-05E3-4ADE-B2E8-EF74A706C839}"/>
              </a:ext>
            </a:extLst>
          </p:cNvPr>
          <p:cNvSpPr>
            <a:spLocks xmlns:a="http://schemas.openxmlformats.org/drawingml/2006/main" noGrp="1"/>
          </p:cNvSpPr>
          <p:nvPr/>
        </p:nvSpPr>
        <p:spPr>
          <a:xfrm xmlns:a="http://schemas.openxmlformats.org/drawingml/2006/main">
            <a:off x="2152650" y="45910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transcript.json 사람 승인 전에는 외부 시스템을 바꾸지 않음</a:t>
            </a:r>
          </a:p>
        </p:txBody>
      </p:sp>
      <p:sp>
        <p:nvSpPr>
          <p:cNvPr id="17" name="">
            <a:extLst xmlns:a="http://schemas.openxmlformats.org/drawingml/2006/main">
              <a:ext uri="{FF2B5EF4-FFF2-40B4-BE49-F238E27FC236}">
                <a16:creationId xmlns:a16="http://schemas.microsoft.com/office/drawing/2014/main" id="{A78940DB-5762-40FA-B101-613931A397EF}"/>
              </a:ext>
            </a:extLst>
          </p:cNvPr>
          <p:cNvSpPr>
            <a:spLocks xmlns:a="http://schemas.openxmlformats.org/drawingml/2006/main" noGrp="1"/>
          </p:cNvSpPr>
          <p:nvPr/>
        </p:nvSpPr>
        <p:spPr>
          <a:xfrm xmlns:a="http://schemas.openxmlformats.org/drawingml/2006/main">
            <a:off x="1238250" y="5295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8" name="">
            <a:extLst xmlns:a="http://schemas.openxmlformats.org/drawingml/2006/main">
              <a:ext uri="{FF2B5EF4-FFF2-40B4-BE49-F238E27FC236}">
                <a16:creationId xmlns:a16="http://schemas.microsoft.com/office/drawing/2014/main" id="{E54510C3-AC26-4663-B6B4-4EA404B1BCEB}"/>
              </a:ext>
            </a:extLst>
          </p:cNvPr>
          <p:cNvSpPr>
            <a:spLocks xmlns:a="http://schemas.openxmlformats.org/drawingml/2006/main" noGrp="1"/>
          </p:cNvSpPr>
          <p:nvPr/>
        </p:nvSpPr>
        <p:spPr>
          <a:xfrm xmlns:a="http://schemas.openxmlformats.org/drawingml/2006/main">
            <a:off x="1676400" y="5419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9" name="">
            <a:extLst xmlns:a="http://schemas.openxmlformats.org/drawingml/2006/main">
              <a:ext uri="{FF2B5EF4-FFF2-40B4-BE49-F238E27FC236}">
                <a16:creationId xmlns:a16="http://schemas.microsoft.com/office/drawing/2014/main" id="{ED08F221-7D9B-4F3E-953D-89BC8E471014}"/>
              </a:ext>
            </a:extLst>
          </p:cNvPr>
          <p:cNvSpPr>
            <a:spLocks xmlns:a="http://schemas.openxmlformats.org/drawingml/2006/main" noGrp="1"/>
          </p:cNvSpPr>
          <p:nvPr/>
        </p:nvSpPr>
        <p:spPr>
          <a:xfrm xmlns:a="http://schemas.openxmlformats.org/drawingml/2006/main">
            <a:off x="2152650" y="52578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transcript.json을 운영 검토 자료로 사용</a:t>
            </a:r>
          </a:p>
        </p:txBody>
      </p:sp>
    </p:spTree>
    <p:extLst>
      <p:ext uri="{BB962C8B-B14F-4D97-AF65-F5344CB8AC3E}">
        <p14:creationId xmlns:p14="http://schemas.microsoft.com/office/powerpoint/2010/main" val="1375290902"/>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08B1279-283F-4EAF-BC77-54C68C78755F}"/>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포트폴리오 적용</a:t>
            </a:r>
          </a:p>
        </p:txBody>
      </p:sp>
      <p:sp>
        <p:nvSpPr>
          <p:cNvPr id="2" name="">
            <a:extLst xmlns:a="http://schemas.openxmlformats.org/drawingml/2006/main">
              <a:ext uri="{FF2B5EF4-FFF2-40B4-BE49-F238E27FC236}">
                <a16:creationId xmlns:a16="http://schemas.microsoft.com/office/drawing/2014/main" id="{8B107650-1CD9-4B3E-B844-10456257A92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구직자</a:t>
            </a:r>
          </a:p>
        </p:txBody>
      </p:sp>
      <p:sp>
        <p:nvSpPr>
          <p:cNvPr id="3" name="">
            <a:extLst xmlns:a="http://schemas.openxmlformats.org/drawingml/2006/main">
              <a:ext uri="{FF2B5EF4-FFF2-40B4-BE49-F238E27FC236}">
                <a16:creationId xmlns:a16="http://schemas.microsoft.com/office/drawing/2014/main" id="{9DD850A8-2E12-4DDC-A1F4-A7AC4D4864EC}"/>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8BBFDC85-47CA-4E12-927F-6C7ED162C341}"/>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0E960CE0-0A63-4F2B-BD5E-A7D4BA557317}"/>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457C0211-42BC-4008-8391-D1FDF201944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058</a:t>
            </a:r>
          </a:p>
        </p:txBody>
      </p:sp>
      <p:sp>
        <p:nvSpPr>
          <p:cNvPr id="7" name="">
            <a:extLst xmlns:a="http://schemas.openxmlformats.org/drawingml/2006/main">
              <a:ext uri="{FF2B5EF4-FFF2-40B4-BE49-F238E27FC236}">
                <a16:creationId xmlns:a16="http://schemas.microsoft.com/office/drawing/2014/main" id="{CCD07CED-2751-4F9B-8A20-404F759D1C6A}"/>
              </a:ext>
            </a:extLst>
          </p:cNvPr>
          <p:cNvSpPr>
            <a:spLocks xmlns:a="http://schemas.openxmlformats.org/drawingml/2006/main" noGrp="1"/>
          </p:cNvSpPr>
          <p:nvPr/>
        </p:nvSpPr>
        <p:spPr>
          <a:xfrm xmlns:a="http://schemas.openxmlformats.org/drawingml/2006/main">
            <a:off x="857250" y="1619250"/>
            <a:ext cx="10477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325" b="1">
                <a:solidFill>
                  <a:srgbClr val="191919"/>
                </a:solidFill>
                <a:latin typeface="NanumGothic"/>
                <a:ea typeface="NanumGothic"/>
                <a:cs typeface="NanumGothic"/>
              </a:defRPr>
            </a:pPr>
            <a:r>
              <a:rPr sz="2325" b="1">
                <a:solidFill>
                  <a:srgbClr val="191919"/>
                </a:solidFill>
                <a:latin typeface="NanumGothic"/>
                <a:ea typeface="NanumGothic"/>
                <a:cs typeface="NanumGothic"/>
              </a:rPr>
              <a:t>faster-whisper 로컬 STT Adapter · 문제·코드·실패·검증을 한 저장소로 제출</a:t>
            </a:r>
          </a:p>
        </p:txBody>
      </p:sp>
      <p:sp>
        <p:nvSpPr>
          <p:cNvPr id="8" name="">
            <a:extLst xmlns:a="http://schemas.openxmlformats.org/drawingml/2006/main">
              <a:ext uri="{FF2B5EF4-FFF2-40B4-BE49-F238E27FC236}">
                <a16:creationId xmlns:a16="http://schemas.microsoft.com/office/drawing/2014/main" id="{6A4A9092-45D4-475B-BA91-3B11B9D2B93B}"/>
              </a:ext>
            </a:extLst>
          </p:cNvPr>
          <p:cNvSpPr>
            <a:spLocks xmlns:a="http://schemas.openxmlformats.org/drawingml/2006/main" noGrp="1"/>
          </p:cNvSpPr>
          <p:nvPr/>
        </p:nvSpPr>
        <p:spPr>
          <a:xfrm xmlns:a="http://schemas.openxmlformats.org/drawingml/2006/main">
            <a:off x="123825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9" name="">
            <a:extLst xmlns:a="http://schemas.openxmlformats.org/drawingml/2006/main">
              <a:ext uri="{FF2B5EF4-FFF2-40B4-BE49-F238E27FC236}">
                <a16:creationId xmlns:a16="http://schemas.microsoft.com/office/drawing/2014/main" id="{4D22931E-28E9-44AF-BB3D-A9C7381DB3AB}"/>
              </a:ext>
            </a:extLst>
          </p:cNvPr>
          <p:cNvSpPr>
            <a:spLocks xmlns:a="http://schemas.openxmlformats.org/drawingml/2006/main" noGrp="1"/>
          </p:cNvSpPr>
          <p:nvPr/>
        </p:nvSpPr>
        <p:spPr>
          <a:xfrm xmlns:a="http://schemas.openxmlformats.org/drawingml/2006/main">
            <a:off x="167640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38BE8002-C6C1-4EE7-8B53-AC01BB74576A}"/>
              </a:ext>
            </a:extLst>
          </p:cNvPr>
          <p:cNvSpPr>
            <a:spLocks xmlns:a="http://schemas.openxmlformats.org/drawingml/2006/main" noGrp="1"/>
          </p:cNvSpPr>
          <p:nvPr/>
        </p:nvSpPr>
        <p:spPr>
          <a:xfrm xmlns:a="http://schemas.openxmlformats.org/drawingml/2006/main">
            <a:off x="2152650" y="32575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모델 download나 GPU OOM 때문에 후속 수업 전체가 멈춘다.의 사용자 영향을 한 문장으로 설명</a:t>
            </a:r>
          </a:p>
        </p:txBody>
      </p:sp>
      <p:sp>
        <p:nvSpPr>
          <p:cNvPr id="11" name="">
            <a:extLst xmlns:a="http://schemas.openxmlformats.org/drawingml/2006/main">
              <a:ext uri="{FF2B5EF4-FFF2-40B4-BE49-F238E27FC236}">
                <a16:creationId xmlns:a16="http://schemas.microsoft.com/office/drawing/2014/main" id="{32181B94-7F22-4FE3-82EA-48781A1708B4}"/>
              </a:ext>
            </a:extLst>
          </p:cNvPr>
          <p:cNvSpPr>
            <a:spLocks xmlns:a="http://schemas.openxmlformats.org/drawingml/2006/main" noGrp="1"/>
          </p:cNvSpPr>
          <p:nvPr/>
        </p:nvSpPr>
        <p:spPr>
          <a:xfrm xmlns:a="http://schemas.openxmlformats.org/drawingml/2006/main">
            <a:off x="1238250" y="39624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6789812B-3D86-4699-AB5D-DBA91CAB4A80}"/>
              </a:ext>
            </a:extLst>
          </p:cNvPr>
          <p:cNvSpPr>
            <a:spLocks xmlns:a="http://schemas.openxmlformats.org/drawingml/2006/main" noGrp="1"/>
          </p:cNvSpPr>
          <p:nvPr/>
        </p:nvSpPr>
        <p:spPr>
          <a:xfrm xmlns:a="http://schemas.openxmlformats.org/drawingml/2006/main">
            <a:off x="1676400" y="40862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3" name="">
            <a:extLst xmlns:a="http://schemas.openxmlformats.org/drawingml/2006/main">
              <a:ext uri="{FF2B5EF4-FFF2-40B4-BE49-F238E27FC236}">
                <a16:creationId xmlns:a16="http://schemas.microsoft.com/office/drawing/2014/main" id="{3C70E05A-FD85-44EF-B7C1-29765864C28D}"/>
              </a:ext>
            </a:extLst>
          </p:cNvPr>
          <p:cNvSpPr>
            <a:spLocks xmlns:a="http://schemas.openxmlformats.org/drawingml/2006/main" noGrp="1"/>
          </p:cNvSpPr>
          <p:nvPr/>
        </p:nvSpPr>
        <p:spPr>
          <a:xfrm xmlns:a="http://schemas.openxmlformats.org/drawingml/2006/main">
            <a:off x="2152650" y="39243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faster-whisper 로컬 STT Adapter 정상 Demo와 대표 실패 Demo를 함께 준비</a:t>
            </a:r>
          </a:p>
        </p:txBody>
      </p:sp>
      <p:sp>
        <p:nvSpPr>
          <p:cNvPr id="14" name="">
            <a:extLst xmlns:a="http://schemas.openxmlformats.org/drawingml/2006/main">
              <a:ext uri="{FF2B5EF4-FFF2-40B4-BE49-F238E27FC236}">
                <a16:creationId xmlns:a16="http://schemas.microsoft.com/office/drawing/2014/main" id="{D30777B1-C080-487E-96E5-3F437BC4FD3C}"/>
              </a:ext>
            </a:extLst>
          </p:cNvPr>
          <p:cNvSpPr>
            <a:spLocks xmlns:a="http://schemas.openxmlformats.org/drawingml/2006/main" noGrp="1"/>
          </p:cNvSpPr>
          <p:nvPr/>
        </p:nvSpPr>
        <p:spPr>
          <a:xfrm xmlns:a="http://schemas.openxmlformats.org/drawingml/2006/main">
            <a:off x="1238250" y="46291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5" name="">
            <a:extLst xmlns:a="http://schemas.openxmlformats.org/drawingml/2006/main">
              <a:ext uri="{FF2B5EF4-FFF2-40B4-BE49-F238E27FC236}">
                <a16:creationId xmlns:a16="http://schemas.microsoft.com/office/drawing/2014/main" id="{30947ABA-5B16-4A50-BA3B-F1576F5BC640}"/>
              </a:ext>
            </a:extLst>
          </p:cNvPr>
          <p:cNvSpPr>
            <a:spLocks xmlns:a="http://schemas.openxmlformats.org/drawingml/2006/main" noGrp="1"/>
          </p:cNvSpPr>
          <p:nvPr/>
        </p:nvSpPr>
        <p:spPr>
          <a:xfrm xmlns:a="http://schemas.openxmlformats.org/drawingml/2006/main">
            <a:off x="1676400" y="47529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6" name="">
            <a:extLst xmlns:a="http://schemas.openxmlformats.org/drawingml/2006/main">
              <a:ext uri="{FF2B5EF4-FFF2-40B4-BE49-F238E27FC236}">
                <a16:creationId xmlns:a16="http://schemas.microsoft.com/office/drawing/2014/main" id="{5FD533E3-ABC1-4C7C-B889-5581AC038D34}"/>
              </a:ext>
            </a:extLst>
          </p:cNvPr>
          <p:cNvSpPr>
            <a:spLocks xmlns:a="http://schemas.openxmlformats.org/drawingml/2006/main" noGrp="1"/>
          </p:cNvSpPr>
          <p:nvPr/>
        </p:nvSpPr>
        <p:spPr>
          <a:xfrm xmlns:a="http://schemas.openxmlformats.org/drawingml/2006/main">
            <a:off x="2152650" y="45910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provider adapter가 같은 transcript contract를 반환하는지 test로 고정한다.의 diff와 직접 검토한 test 증거를 구분</a:t>
            </a:r>
          </a:p>
        </p:txBody>
      </p:sp>
      <p:sp>
        <p:nvSpPr>
          <p:cNvPr id="17" name="">
            <a:extLst xmlns:a="http://schemas.openxmlformats.org/drawingml/2006/main">
              <a:ext uri="{FF2B5EF4-FFF2-40B4-BE49-F238E27FC236}">
                <a16:creationId xmlns:a16="http://schemas.microsoft.com/office/drawing/2014/main" id="{FBB1B64E-61B9-49F0-B51D-37513F830072}"/>
              </a:ext>
            </a:extLst>
          </p:cNvPr>
          <p:cNvSpPr>
            <a:spLocks xmlns:a="http://schemas.openxmlformats.org/drawingml/2006/main" noGrp="1"/>
          </p:cNvSpPr>
          <p:nvPr/>
        </p:nvSpPr>
        <p:spPr>
          <a:xfrm xmlns:a="http://schemas.openxmlformats.org/drawingml/2006/main">
            <a:off x="1238250" y="5295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8" name="">
            <a:extLst xmlns:a="http://schemas.openxmlformats.org/drawingml/2006/main">
              <a:ext uri="{FF2B5EF4-FFF2-40B4-BE49-F238E27FC236}">
                <a16:creationId xmlns:a16="http://schemas.microsoft.com/office/drawing/2014/main" id="{ACE9EA8B-5EF9-48EB-BCF3-D26BB74D6A6E}"/>
              </a:ext>
            </a:extLst>
          </p:cNvPr>
          <p:cNvSpPr>
            <a:spLocks xmlns:a="http://schemas.openxmlformats.org/drawingml/2006/main" noGrp="1"/>
          </p:cNvSpPr>
          <p:nvPr/>
        </p:nvSpPr>
        <p:spPr>
          <a:xfrm xmlns:a="http://schemas.openxmlformats.org/drawingml/2006/main">
            <a:off x="1676400" y="5419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9" name="">
            <a:extLst xmlns:a="http://schemas.openxmlformats.org/drawingml/2006/main">
              <a:ext uri="{FF2B5EF4-FFF2-40B4-BE49-F238E27FC236}">
                <a16:creationId xmlns:a16="http://schemas.microsoft.com/office/drawing/2014/main" id="{51C95D3E-494F-4533-B5C3-3155D1C9E8D0}"/>
              </a:ext>
            </a:extLst>
          </p:cNvPr>
          <p:cNvSpPr>
            <a:spLocks xmlns:a="http://schemas.openxmlformats.org/drawingml/2006/main" noGrp="1"/>
          </p:cNvSpPr>
          <p:nvPr/>
        </p:nvSpPr>
        <p:spPr>
          <a:xfrm xmlns:a="http://schemas.openxmlformats.org/drawingml/2006/main">
            <a:off x="2152650" y="52578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transcript.json과 README 재현 절차를 제출</a:t>
            </a:r>
          </a:p>
        </p:txBody>
      </p:sp>
    </p:spTree>
    <p:extLst>
      <p:ext uri="{BB962C8B-B14F-4D97-AF65-F5344CB8AC3E}">
        <p14:creationId xmlns:p14="http://schemas.microsoft.com/office/powerpoint/2010/main" val="253492780"/>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9709F74-7A22-4269-8141-2EE4D23858B1}"/>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faster-whisper 로컬 STT Adapter 운영 점검</a:t>
            </a:r>
          </a:p>
        </p:txBody>
      </p:sp>
      <p:sp>
        <p:nvSpPr>
          <p:cNvPr id="2" name="">
            <a:extLst xmlns:a="http://schemas.openxmlformats.org/drawingml/2006/main">
              <a:ext uri="{FF2B5EF4-FFF2-40B4-BE49-F238E27FC236}">
                <a16:creationId xmlns:a16="http://schemas.microsoft.com/office/drawing/2014/main" id="{0B2A5C86-B7D0-4752-A3E0-A6E2F6A79CFC}"/>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운영 기준</a:t>
            </a:r>
          </a:p>
        </p:txBody>
      </p:sp>
      <p:sp>
        <p:nvSpPr>
          <p:cNvPr id="3" name="">
            <a:extLst xmlns:a="http://schemas.openxmlformats.org/drawingml/2006/main">
              <a:ext uri="{FF2B5EF4-FFF2-40B4-BE49-F238E27FC236}">
                <a16:creationId xmlns:a16="http://schemas.microsoft.com/office/drawing/2014/main" id="{827A50D6-DB34-431E-82C6-D9E634C33DC0}"/>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F9CA47A8-E12A-4B75-91B1-EE3084FB7F21}"/>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992858E3-B608-41D7-993F-26895F08E81B}"/>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6B92ABBE-0AE2-4743-9B68-740A0E9A80C1}"/>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059</a:t>
            </a:r>
          </a:p>
        </p:txBody>
      </p:sp>
      <p:sp>
        <p:nvSpPr>
          <p:cNvPr id="7" name="">
            <a:extLst xmlns:a="http://schemas.openxmlformats.org/drawingml/2006/main">
              <a:ext uri="{FF2B5EF4-FFF2-40B4-BE49-F238E27FC236}">
                <a16:creationId xmlns:a16="http://schemas.microsoft.com/office/drawing/2014/main" id="{E6555BB4-1364-4A92-921C-FD9B3EE3C347}"/>
              </a:ext>
            </a:extLst>
          </p:cNvPr>
          <p:cNvSpPr>
            <a:spLocks xmlns:a="http://schemas.openxmlformats.org/drawingml/2006/main" noGrp="1"/>
          </p:cNvSpPr>
          <p:nvPr/>
        </p:nvSpPr>
        <p:spPr>
          <a:xfrm xmlns:a="http://schemas.openxmlformats.org/drawingml/2006/main">
            <a:off x="685800" y="1524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품질</a:t>
            </a:r>
          </a:p>
        </p:txBody>
      </p:sp>
      <p:sp>
        <p:nvSpPr>
          <p:cNvPr id="8" name="">
            <a:extLst xmlns:a="http://schemas.openxmlformats.org/drawingml/2006/main">
              <a:ext uri="{FF2B5EF4-FFF2-40B4-BE49-F238E27FC236}">
                <a16:creationId xmlns:a16="http://schemas.microsoft.com/office/drawing/2014/main" id="{23E00F3F-1136-4B5F-9E63-885733E9B547}"/>
              </a:ext>
            </a:extLst>
          </p:cNvPr>
          <p:cNvSpPr>
            <a:spLocks xmlns:a="http://schemas.openxmlformats.org/drawingml/2006/main" noGrp="1"/>
          </p:cNvSpPr>
          <p:nvPr/>
        </p:nvSpPr>
        <p:spPr>
          <a:xfrm xmlns:a="http://schemas.openxmlformats.org/drawingml/2006/main">
            <a:off x="685800" y="194310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1C7BFA19-82E2-4C07-BBCA-E4EF21E31FEB}"/>
              </a:ext>
            </a:extLst>
          </p:cNvPr>
          <p:cNvSpPr>
            <a:spLocks xmlns:a="http://schemas.openxmlformats.org/drawingml/2006/main" noGrp="1"/>
          </p:cNvSpPr>
          <p:nvPr/>
        </p:nvSpPr>
        <p:spPr>
          <a:xfrm xmlns:a="http://schemas.openxmlformats.org/drawingml/2006/main">
            <a:off x="685800" y="220980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무엇을 segment마다 start·end·text가 있고 float가 JSON 직렬화된다.로 정의하는가</a:t>
            </a:r>
          </a:p>
        </p:txBody>
      </p:sp>
      <p:sp>
        <p:nvSpPr>
          <p:cNvPr id="10" name="">
            <a:extLst xmlns:a="http://schemas.openxmlformats.org/drawingml/2006/main">
              <a:ext uri="{FF2B5EF4-FFF2-40B4-BE49-F238E27FC236}">
                <a16:creationId xmlns:a16="http://schemas.microsoft.com/office/drawing/2014/main" id="{D2F57E0B-67E9-4EA1-90D3-AD8ECBF0868A}"/>
              </a:ext>
            </a:extLst>
          </p:cNvPr>
          <p:cNvSpPr>
            <a:spLocks xmlns:a="http://schemas.openxmlformats.org/drawingml/2006/main" noGrp="1"/>
          </p:cNvSpPr>
          <p:nvPr/>
        </p:nvSpPr>
        <p:spPr>
          <a:xfrm xmlns:a="http://schemas.openxmlformats.org/drawingml/2006/main">
            <a:off x="6096000" y="1524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안전</a:t>
            </a:r>
          </a:p>
        </p:txBody>
      </p:sp>
      <p:sp>
        <p:nvSpPr>
          <p:cNvPr id="11" name="">
            <a:extLst xmlns:a="http://schemas.openxmlformats.org/drawingml/2006/main">
              <a:ext uri="{FF2B5EF4-FFF2-40B4-BE49-F238E27FC236}">
                <a16:creationId xmlns:a16="http://schemas.microsoft.com/office/drawing/2014/main" id="{2207F092-E92E-45DF-84D6-FB1B22097CC7}"/>
              </a:ext>
            </a:extLst>
          </p:cNvPr>
          <p:cNvSpPr>
            <a:spLocks xmlns:a="http://schemas.openxmlformats.org/drawingml/2006/main" noGrp="1"/>
          </p:cNvSpPr>
          <p:nvPr/>
        </p:nvSpPr>
        <p:spPr>
          <a:xfrm xmlns:a="http://schemas.openxmlformats.org/drawingml/2006/main">
            <a:off x="6096000" y="194310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E0394103-9365-488B-A6B8-9BC7107DD692}"/>
              </a:ext>
            </a:extLst>
          </p:cNvPr>
          <p:cNvSpPr>
            <a:spLocks xmlns:a="http://schemas.openxmlformats.org/drawingml/2006/main" noGrp="1"/>
          </p:cNvSpPr>
          <p:nvPr/>
        </p:nvSpPr>
        <p:spPr>
          <a:xfrm xmlns:a="http://schemas.openxmlformats.org/drawingml/2006/main">
            <a:off x="6096000" y="220980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faster-whisper 로컬 STT Adapter의 사람 승인과 external_write=false 위치</a:t>
            </a:r>
          </a:p>
        </p:txBody>
      </p:sp>
      <p:sp>
        <p:nvSpPr>
          <p:cNvPr id="13" name="">
            <a:extLst xmlns:a="http://schemas.openxmlformats.org/drawingml/2006/main">
              <a:ext uri="{FF2B5EF4-FFF2-40B4-BE49-F238E27FC236}">
                <a16:creationId xmlns:a16="http://schemas.microsoft.com/office/drawing/2014/main" id="{BB60FAFA-2CB7-49D3-905B-FBCC19DB8A79}"/>
              </a:ext>
            </a:extLst>
          </p:cNvPr>
          <p:cNvSpPr>
            <a:spLocks xmlns:a="http://schemas.openxmlformats.org/drawingml/2006/main" noGrp="1"/>
          </p:cNvSpPr>
          <p:nvPr/>
        </p:nvSpPr>
        <p:spPr>
          <a:xfrm xmlns:a="http://schemas.openxmlformats.org/drawingml/2006/main">
            <a:off x="685800" y="3600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복구</a:t>
            </a:r>
          </a:p>
        </p:txBody>
      </p:sp>
      <p:sp>
        <p:nvSpPr>
          <p:cNvPr id="14" name="">
            <a:extLst xmlns:a="http://schemas.openxmlformats.org/drawingml/2006/main">
              <a:ext uri="{FF2B5EF4-FFF2-40B4-BE49-F238E27FC236}">
                <a16:creationId xmlns:a16="http://schemas.microsoft.com/office/drawing/2014/main" id="{9DCF0368-0C6B-47E4-8452-A74D54528ED5}"/>
              </a:ext>
            </a:extLst>
          </p:cNvPr>
          <p:cNvSpPr>
            <a:spLocks xmlns:a="http://schemas.openxmlformats.org/drawingml/2006/main" noGrp="1"/>
          </p:cNvSpPr>
          <p:nvPr/>
        </p:nvSpPr>
        <p:spPr>
          <a:xfrm xmlns:a="http://schemas.openxmlformats.org/drawingml/2006/main">
            <a:off x="685800" y="401955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65E9EB46-47AB-4AF2-9F0E-9F948BC8F08D}"/>
              </a:ext>
            </a:extLst>
          </p:cNvPr>
          <p:cNvSpPr>
            <a:spLocks xmlns:a="http://schemas.openxmlformats.org/drawingml/2006/main" noGrp="1"/>
          </p:cNvSpPr>
          <p:nvPr/>
        </p:nvSpPr>
        <p:spPr>
          <a:xfrm xmlns:a="http://schemas.openxmlformats.org/drawingml/2006/main">
            <a:off x="685800" y="428625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모델 download나 GPU OOM 때문에 후속 수업 전체가 멈춘다. 발생 시 transcript.json에서 원인 상태를 확인</a:t>
            </a:r>
          </a:p>
        </p:txBody>
      </p:sp>
      <p:sp>
        <p:nvSpPr>
          <p:cNvPr id="16" name="">
            <a:extLst xmlns:a="http://schemas.openxmlformats.org/drawingml/2006/main">
              <a:ext uri="{FF2B5EF4-FFF2-40B4-BE49-F238E27FC236}">
                <a16:creationId xmlns:a16="http://schemas.microsoft.com/office/drawing/2014/main" id="{24F9A262-583D-417C-9C00-4A51EB786169}"/>
              </a:ext>
            </a:extLst>
          </p:cNvPr>
          <p:cNvSpPr>
            <a:spLocks xmlns:a="http://schemas.openxmlformats.org/drawingml/2006/main" noGrp="1"/>
          </p:cNvSpPr>
          <p:nvPr/>
        </p:nvSpPr>
        <p:spPr>
          <a:xfrm xmlns:a="http://schemas.openxmlformats.org/drawingml/2006/main">
            <a:off x="6096000" y="3600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관측</a:t>
            </a:r>
          </a:p>
        </p:txBody>
      </p:sp>
      <p:sp>
        <p:nvSpPr>
          <p:cNvPr id="17" name="">
            <a:extLst xmlns:a="http://schemas.openxmlformats.org/drawingml/2006/main">
              <a:ext uri="{FF2B5EF4-FFF2-40B4-BE49-F238E27FC236}">
                <a16:creationId xmlns:a16="http://schemas.microsoft.com/office/drawing/2014/main" id="{268E60BA-95BA-4038-9F63-0EEF430E32B3}"/>
              </a:ext>
            </a:extLst>
          </p:cNvPr>
          <p:cNvSpPr>
            <a:spLocks xmlns:a="http://schemas.openxmlformats.org/drawingml/2006/main" noGrp="1"/>
          </p:cNvSpPr>
          <p:nvPr/>
        </p:nvSpPr>
        <p:spPr>
          <a:xfrm xmlns:a="http://schemas.openxmlformats.org/drawingml/2006/main">
            <a:off x="6096000" y="401955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79586191-430D-4025-97C0-A46BBD6E5188}"/>
              </a:ext>
            </a:extLst>
          </p:cNvPr>
          <p:cNvSpPr>
            <a:spLocks xmlns:a="http://schemas.openxmlformats.org/drawingml/2006/main" noGrp="1"/>
          </p:cNvSpPr>
          <p:nvPr/>
        </p:nvSpPr>
        <p:spPr>
          <a:xfrm xmlns:a="http://schemas.openxmlformats.org/drawingml/2006/main">
            <a:off x="6096000" y="428625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transcript.json에서 어떤 status·error_code를 보는가</a:t>
            </a:r>
          </a:p>
        </p:txBody>
      </p:sp>
    </p:spTree>
    <p:extLst>
      <p:ext uri="{BB962C8B-B14F-4D97-AF65-F5344CB8AC3E}">
        <p14:creationId xmlns:p14="http://schemas.microsoft.com/office/powerpoint/2010/main" val="95600566"/>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A7D5DF5-9CEE-4C4C-BEE2-3AAB2CA33453}"/>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transcript.json 실행 증거</a:t>
            </a:r>
          </a:p>
        </p:txBody>
      </p:sp>
      <p:sp>
        <p:nvSpPr>
          <p:cNvPr id="2" name="">
            <a:extLst xmlns:a="http://schemas.openxmlformats.org/drawingml/2006/main">
              <a:ext uri="{FF2B5EF4-FFF2-40B4-BE49-F238E27FC236}">
                <a16:creationId xmlns:a16="http://schemas.microsoft.com/office/drawing/2014/main" id="{9401335E-AC39-4493-B5F8-98272F58B06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차시 마무리</a:t>
            </a:r>
          </a:p>
        </p:txBody>
      </p:sp>
      <p:sp>
        <p:nvSpPr>
          <p:cNvPr id="3" name="">
            <a:extLst xmlns:a="http://schemas.openxmlformats.org/drawingml/2006/main">
              <a:ext uri="{FF2B5EF4-FFF2-40B4-BE49-F238E27FC236}">
                <a16:creationId xmlns:a16="http://schemas.microsoft.com/office/drawing/2014/main" id="{3B97D28D-4AB5-4899-BBE8-383AD26437A0}"/>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9708CD9F-27C9-4DAC-B96C-D0F5B49BAA45}"/>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7C23CC43-CCA3-4272-A056-F9052FB612B4}"/>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09:50-10:40 · 2차시</a:t>
            </a:r>
          </a:p>
        </p:txBody>
      </p:sp>
      <p:sp>
        <p:nvSpPr>
          <p:cNvPr id="6" name="">
            <a:extLst xmlns:a="http://schemas.openxmlformats.org/drawingml/2006/main">
              <a:ext uri="{FF2B5EF4-FFF2-40B4-BE49-F238E27FC236}">
                <a16:creationId xmlns:a16="http://schemas.microsoft.com/office/drawing/2014/main" id="{849F60E2-3163-4DAF-8B16-CAEA237B69BC}"/>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060</a:t>
            </a:r>
          </a:p>
        </p:txBody>
      </p:sp>
      <p:sp>
        <p:nvSpPr>
          <p:cNvPr id="7" name="">
            <a:extLst xmlns:a="http://schemas.openxmlformats.org/drawingml/2006/main">
              <a:ext uri="{FF2B5EF4-FFF2-40B4-BE49-F238E27FC236}">
                <a16:creationId xmlns:a16="http://schemas.microsoft.com/office/drawing/2014/main" id="{5CD94D71-B403-42D5-8BB4-79A302FF9296}"/>
              </a:ext>
            </a:extLst>
          </p:cNvPr>
          <p:cNvSpPr>
            <a:spLocks xmlns:a="http://schemas.openxmlformats.org/drawingml/2006/main" noGrp="1"/>
          </p:cNvSpPr>
          <p:nvPr/>
        </p:nvSpPr>
        <p:spPr>
          <a:xfrm xmlns:a="http://schemas.openxmlformats.org/drawingml/2006/main">
            <a:off x="914400" y="17335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5377DCC8-BAB0-4A01-A7BE-4FA53E41A435}"/>
              </a:ext>
            </a:extLst>
          </p:cNvPr>
          <p:cNvSpPr>
            <a:spLocks xmlns:a="http://schemas.openxmlformats.org/drawingml/2006/main" noGrp="1"/>
          </p:cNvSpPr>
          <p:nvPr/>
        </p:nvSpPr>
        <p:spPr>
          <a:xfrm xmlns:a="http://schemas.openxmlformats.org/drawingml/2006/main">
            <a:off x="1352550" y="18573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C841FD04-63AA-4C2D-98FD-33A707389B29}"/>
              </a:ext>
            </a:extLst>
          </p:cNvPr>
          <p:cNvSpPr>
            <a:spLocks xmlns:a="http://schemas.openxmlformats.org/drawingml/2006/main" noGrp="1"/>
          </p:cNvSpPr>
          <p:nvPr/>
        </p:nvSpPr>
        <p:spPr>
          <a:xfrm xmlns:a="http://schemas.openxmlformats.org/drawingml/2006/main">
            <a:off x="1828800" y="16954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설명: faster-whisper 로컬 STT Adapter이 필요한 이유를 한 문장으로 말할 수 있다.</a:t>
            </a:r>
          </a:p>
        </p:txBody>
      </p:sp>
      <p:sp>
        <p:nvSpPr>
          <p:cNvPr id="10" name="">
            <a:extLst xmlns:a="http://schemas.openxmlformats.org/drawingml/2006/main">
              <a:ext uri="{FF2B5EF4-FFF2-40B4-BE49-F238E27FC236}">
                <a16:creationId xmlns:a16="http://schemas.microsoft.com/office/drawing/2014/main" id="{453DA690-F918-4337-8041-881FE860ED74}"/>
              </a:ext>
            </a:extLst>
          </p:cNvPr>
          <p:cNvSpPr>
            <a:spLocks xmlns:a="http://schemas.openxmlformats.org/drawingml/2006/main" noGrp="1"/>
          </p:cNvSpPr>
          <p:nvPr/>
        </p:nvSpPr>
        <p:spPr>
          <a:xfrm xmlns:a="http://schemas.openxmlformats.org/drawingml/2006/main">
            <a:off x="914400" y="28956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5E600720-45D5-43D7-BAC3-5DF30069050D}"/>
              </a:ext>
            </a:extLst>
          </p:cNvPr>
          <p:cNvSpPr>
            <a:spLocks xmlns:a="http://schemas.openxmlformats.org/drawingml/2006/main" noGrp="1"/>
          </p:cNvSpPr>
          <p:nvPr/>
        </p:nvSpPr>
        <p:spPr>
          <a:xfrm xmlns:a="http://schemas.openxmlformats.org/drawingml/2006/main">
            <a:off x="1352550" y="30194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2FE19E64-5E11-4317-8FB7-188FEBCDC538}"/>
              </a:ext>
            </a:extLst>
          </p:cNvPr>
          <p:cNvSpPr>
            <a:spLocks xmlns:a="http://schemas.openxmlformats.org/drawingml/2006/main" noGrp="1"/>
          </p:cNvSpPr>
          <p:nvPr/>
        </p:nvSpPr>
        <p:spPr>
          <a:xfrm xmlns:a="http://schemas.openxmlformats.org/drawingml/2006/main">
            <a:off x="1828800" y="285750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실행: python -m src.meeting_demo --audio data/demo_meeting.wav --model small --device cpu --compute-type int8</a:t>
            </a:r>
          </a:p>
        </p:txBody>
      </p:sp>
      <p:sp>
        <p:nvSpPr>
          <p:cNvPr id="13" name="">
            <a:extLst xmlns:a="http://schemas.openxmlformats.org/drawingml/2006/main">
              <a:ext uri="{FF2B5EF4-FFF2-40B4-BE49-F238E27FC236}">
                <a16:creationId xmlns:a16="http://schemas.microsoft.com/office/drawing/2014/main" id="{CAB83478-68E7-43A3-BECD-C8FA6B2C8F4A}"/>
              </a:ext>
            </a:extLst>
          </p:cNvPr>
          <p:cNvSpPr>
            <a:spLocks xmlns:a="http://schemas.openxmlformats.org/drawingml/2006/main" noGrp="1"/>
          </p:cNvSpPr>
          <p:nvPr/>
        </p:nvSpPr>
        <p:spPr>
          <a:xfrm xmlns:a="http://schemas.openxmlformats.org/drawingml/2006/main">
            <a:off x="914400" y="4057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AC196DF0-28A6-428B-8135-D057D8AF90FE}"/>
              </a:ext>
            </a:extLst>
          </p:cNvPr>
          <p:cNvSpPr>
            <a:spLocks xmlns:a="http://schemas.openxmlformats.org/drawingml/2006/main" noGrp="1"/>
          </p:cNvSpPr>
          <p:nvPr/>
        </p:nvSpPr>
        <p:spPr>
          <a:xfrm xmlns:a="http://schemas.openxmlformats.org/drawingml/2006/main">
            <a:off x="1352550" y="4181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A8DB0B52-5728-4938-A672-405607C7961E}"/>
              </a:ext>
            </a:extLst>
          </p:cNvPr>
          <p:cNvSpPr>
            <a:spLocks xmlns:a="http://schemas.openxmlformats.org/drawingml/2006/main" noGrp="1"/>
          </p:cNvSpPr>
          <p:nvPr/>
        </p:nvSpPr>
        <p:spPr>
          <a:xfrm xmlns:a="http://schemas.openxmlformats.org/drawingml/2006/main">
            <a:off x="1828800" y="40195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증거: transcript.json과 정상·실패 test 결과가 남아 있다.</a:t>
            </a:r>
          </a:p>
        </p:txBody>
      </p:sp>
      <p:sp>
        <p:nvSpPr>
          <p:cNvPr id="16" name="">
            <a:extLst xmlns:a="http://schemas.openxmlformats.org/drawingml/2006/main">
              <a:ext uri="{FF2B5EF4-FFF2-40B4-BE49-F238E27FC236}">
                <a16:creationId xmlns:a16="http://schemas.microsoft.com/office/drawing/2014/main" id="{BE7D4A12-4E5D-4B60-9DA8-3388C54D27E3}"/>
              </a:ext>
            </a:extLst>
          </p:cNvPr>
          <p:cNvSpPr>
            <a:spLocks xmlns:a="http://schemas.openxmlformats.org/drawingml/2006/main" noGrp="1"/>
          </p:cNvSpPr>
          <p:nvPr/>
        </p:nvSpPr>
        <p:spPr>
          <a:xfrm xmlns:a="http://schemas.openxmlformats.org/drawingml/2006/main">
            <a:off x="1524000" y="5391150"/>
            <a:ext cx="914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다음 차시: STT 품질 Gate</a:t>
            </a:r>
          </a:p>
        </p:txBody>
      </p:sp>
    </p:spTree>
    <p:extLst>
      <p:ext uri="{BB962C8B-B14F-4D97-AF65-F5344CB8AC3E}">
        <p14:creationId xmlns:p14="http://schemas.microsoft.com/office/powerpoint/2010/main" val="858202482"/>
      </p:ext>
    </p:extLst>
  </p:cSld>
</p:sld>
</file>

<file path=ppt/slides/slide6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0175970-C2CF-480F-BF01-F8DE000D3DE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528FAF1-AE49-41E5-B3C4-5BEAB86B8288}"/>
              </a:ext>
            </a:extLst>
          </p:cNvPr>
          <p:cNvSpPr>
            <a:spLocks xmlns:a="http://schemas.openxmlformats.org/drawingml/2006/main" noGrp="1"/>
          </p:cNvSpPr>
          <p:nvPr/>
        </p:nvSpPr>
        <p:spPr>
          <a:xfrm xmlns:a="http://schemas.openxmlformats.org/drawingml/2006/main">
            <a:off x="800100" y="1676400"/>
            <a:ext cx="10287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98000"/>
              </a:lnSpc>
              <a:buNone/>
              <a:defRPr sz="4050" b="1">
                <a:solidFill>
                  <a:srgbClr val="FFFFFF"/>
                </a:solidFill>
                <a:latin typeface="NanumGothic"/>
                <a:ea typeface="NanumGothic"/>
                <a:cs typeface="NanumGothic"/>
              </a:defRPr>
            </a:pPr>
            <a:r>
              <a:rPr sz="4050" b="1">
                <a:solidFill>
                  <a:srgbClr val="FFFFFF"/>
                </a:solidFill>
                <a:latin typeface="NanumGothic"/>
                <a:ea typeface="NanumGothic"/>
                <a:cs typeface="NanumGothic"/>
              </a:rPr>
              <a:t>STT 품질 Gate</a:t>
            </a:r>
          </a:p>
        </p:txBody>
      </p:sp>
      <p:sp>
        <p:nvSpPr>
          <p:cNvPr id="3" name="">
            <a:extLst xmlns:a="http://schemas.openxmlformats.org/drawingml/2006/main">
              <a:ext uri="{FF2B5EF4-FFF2-40B4-BE49-F238E27FC236}">
                <a16:creationId xmlns:a16="http://schemas.microsoft.com/office/drawing/2014/main" id="{45B9D5F5-6B32-491C-8153-999593E86112}"/>
              </a:ext>
            </a:extLst>
          </p:cNvPr>
          <p:cNvSpPr>
            <a:spLocks xmlns:a="http://schemas.openxmlformats.org/drawingml/2006/main" noGrp="1"/>
          </p:cNvSpPr>
          <p:nvPr/>
        </p:nvSpPr>
        <p:spPr>
          <a:xfrm xmlns:a="http://schemas.openxmlformats.org/drawingml/2006/main">
            <a:off x="800100" y="5905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DAY 2 · 3차시</a:t>
            </a:r>
          </a:p>
        </p:txBody>
      </p:sp>
      <p:sp>
        <p:nvSpPr>
          <p:cNvPr id="4" name="">
            <a:extLst xmlns:a="http://schemas.openxmlformats.org/drawingml/2006/main">
              <a:ext uri="{FF2B5EF4-FFF2-40B4-BE49-F238E27FC236}">
                <a16:creationId xmlns:a16="http://schemas.microsoft.com/office/drawing/2014/main" id="{8CCCB10F-6806-4A79-8790-3CFDFF4E3F24}"/>
              </a:ext>
            </a:extLst>
          </p:cNvPr>
          <p:cNvSpPr>
            <a:spLocks xmlns:a="http://schemas.openxmlformats.org/drawingml/2006/main" noGrp="1"/>
          </p:cNvSpPr>
          <p:nvPr/>
        </p:nvSpPr>
        <p:spPr>
          <a:xfrm xmlns:a="http://schemas.openxmlformats.org/drawingml/2006/main">
            <a:off x="800100" y="102870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1">
                <a:solidFill>
                  <a:srgbClr val="2563EB"/>
                </a:solidFill>
                <a:latin typeface="NanumGothic"/>
                <a:ea typeface="NanumGothic"/>
                <a:cs typeface="NanumGothic"/>
              </a:defRPr>
            </a:pPr>
            <a:r>
              <a:rPr sz="1500" b="1">
                <a:solidFill>
                  <a:srgbClr val="2563EB"/>
                </a:solidFill>
                <a:latin typeface="NanumGothic"/>
                <a:ea typeface="NanumGothic"/>
                <a:cs typeface="NanumGothic"/>
              </a:rPr>
              <a:t>10:40-11:30  (쉬는 시간 11:30-12:00)</a:t>
            </a:r>
          </a:p>
        </p:txBody>
      </p:sp>
      <p:sp>
        <p:nvSpPr>
          <p:cNvPr id="5" name="">
            <a:extLst xmlns:a="http://schemas.openxmlformats.org/drawingml/2006/main">
              <a:ext uri="{FF2B5EF4-FFF2-40B4-BE49-F238E27FC236}">
                <a16:creationId xmlns:a16="http://schemas.microsoft.com/office/drawing/2014/main" id="{5B797E92-8E86-4D4C-A632-4494D695A5A3}"/>
              </a:ext>
            </a:extLst>
          </p:cNvPr>
          <p:cNvSpPr>
            <a:spLocks xmlns:a="http://schemas.openxmlformats.org/drawingml/2006/main" noGrp="1"/>
          </p:cNvSpPr>
          <p:nvPr/>
        </p:nvSpPr>
        <p:spPr>
          <a:xfrm xmlns:a="http://schemas.openxmlformats.org/drawingml/2006/main">
            <a:off x="838200" y="323850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1">
                <a:solidFill>
                  <a:srgbClr val="E0E0E0"/>
                </a:solidFill>
                <a:latin typeface="NanumGothic"/>
                <a:ea typeface="NanumGothic"/>
                <a:cs typeface="NanumGothic"/>
              </a:defRPr>
            </a:pPr>
            <a:r>
              <a:rPr sz="1875" b="1">
                <a:solidFill>
                  <a:srgbClr val="E0E0E0"/>
                </a:solidFill>
                <a:latin typeface="NanumGothic"/>
                <a:ea typeface="NanumGothic"/>
                <a:cs typeface="NanumGothic"/>
              </a:rPr>
              <a:t>VAD · no-speech · quality_gate.json</a:t>
            </a:r>
          </a:p>
        </p:txBody>
      </p:sp>
      <p:sp>
        <p:nvSpPr>
          <p:cNvPr id="6" name="">
            <a:extLst xmlns:a="http://schemas.openxmlformats.org/drawingml/2006/main">
              <a:ext uri="{FF2B5EF4-FFF2-40B4-BE49-F238E27FC236}">
                <a16:creationId xmlns:a16="http://schemas.microsoft.com/office/drawing/2014/main" id="{6EFCEBBD-9703-4C1F-B6A7-AAE1E08D8591}"/>
              </a:ext>
            </a:extLst>
          </p:cNvPr>
          <p:cNvSpPr>
            <a:spLocks xmlns:a="http://schemas.openxmlformats.org/drawingml/2006/main" noGrp="1"/>
          </p:cNvSpPr>
          <p:nvPr/>
        </p:nvSpPr>
        <p:spPr>
          <a:xfrm xmlns:a="http://schemas.openxmlformats.org/drawingml/2006/main">
            <a:off x="800100" y="4267200"/>
            <a:ext cx="10401300" cy="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7" name="">
            <a:extLst xmlns:a="http://schemas.openxmlformats.org/drawingml/2006/main">
              <a:ext uri="{FF2B5EF4-FFF2-40B4-BE49-F238E27FC236}">
                <a16:creationId xmlns:a16="http://schemas.microsoft.com/office/drawing/2014/main" id="{164911DB-84DD-4D74-979D-095A55419F97}"/>
              </a:ext>
            </a:extLst>
          </p:cNvPr>
          <p:cNvSpPr>
            <a:spLocks xmlns:a="http://schemas.openxmlformats.org/drawingml/2006/main" noGrp="1"/>
          </p:cNvSpPr>
          <p:nvPr/>
        </p:nvSpPr>
        <p:spPr>
          <a:xfrm xmlns:a="http://schemas.openxmlformats.org/drawingml/2006/main">
            <a:off x="8001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진행</a:t>
            </a:r>
          </a:p>
        </p:txBody>
      </p:sp>
      <p:sp>
        <p:nvSpPr>
          <p:cNvPr id="8" name="">
            <a:extLst xmlns:a="http://schemas.openxmlformats.org/drawingml/2006/main">
              <a:ext uri="{FF2B5EF4-FFF2-40B4-BE49-F238E27FC236}">
                <a16:creationId xmlns:a16="http://schemas.microsoft.com/office/drawing/2014/main" id="{0F8C1825-6242-4BC1-B4A6-35AA3EDC922D}"/>
              </a:ext>
            </a:extLst>
          </p:cNvPr>
          <p:cNvSpPr>
            <a:spLocks xmlns:a="http://schemas.openxmlformats.org/drawingml/2006/main" noGrp="1"/>
          </p:cNvSpPr>
          <p:nvPr/>
        </p:nvSpPr>
        <p:spPr>
          <a:xfrm xmlns:a="http://schemas.openxmlformats.org/drawingml/2006/main">
            <a:off x="8001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STT 품질 Gate</a:t>
            </a:r>
          </a:p>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강의 12분 · 강사 시연 10분 · Codex 소프트웨어 제작 23분 · 실행 확인 5분</a:t>
            </a:r>
          </a:p>
        </p:txBody>
      </p:sp>
      <p:sp>
        <p:nvSpPr>
          <p:cNvPr id="9" name="">
            <a:extLst xmlns:a="http://schemas.openxmlformats.org/drawingml/2006/main">
              <a:ext uri="{FF2B5EF4-FFF2-40B4-BE49-F238E27FC236}">
                <a16:creationId xmlns:a16="http://schemas.microsoft.com/office/drawing/2014/main" id="{EB839CAD-2DDD-4FB6-BD27-233C35DFA855}"/>
              </a:ext>
            </a:extLst>
          </p:cNvPr>
          <p:cNvSpPr>
            <a:spLocks xmlns:a="http://schemas.openxmlformats.org/drawingml/2006/main" noGrp="1"/>
          </p:cNvSpPr>
          <p:nvPr/>
        </p:nvSpPr>
        <p:spPr>
          <a:xfrm xmlns:a="http://schemas.openxmlformats.org/drawingml/2006/main">
            <a:off x="42672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사용 파일</a:t>
            </a:r>
          </a:p>
        </p:txBody>
      </p:sp>
      <p:sp>
        <p:nvSpPr>
          <p:cNvPr id="10" name="">
            <a:extLst xmlns:a="http://schemas.openxmlformats.org/drawingml/2006/main">
              <a:ext uri="{FF2B5EF4-FFF2-40B4-BE49-F238E27FC236}">
                <a16:creationId xmlns:a16="http://schemas.microsoft.com/office/drawing/2014/main" id="{A7F9A46B-A991-4003-BC2A-B2DAE330F163}"/>
              </a:ext>
            </a:extLst>
          </p:cNvPr>
          <p:cNvSpPr>
            <a:spLocks xmlns:a="http://schemas.openxmlformats.org/drawingml/2006/main" noGrp="1"/>
          </p:cNvSpPr>
          <p:nvPr/>
        </p:nvSpPr>
        <p:spPr>
          <a:xfrm xmlns:a="http://schemas.openxmlformats.org/drawingml/2006/main">
            <a:off x="42672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src/meeting_demo.py</a:t>
            </a:r>
          </a:p>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tests/test_meeting_agent_workflow.py</a:t>
            </a:r>
          </a:p>
        </p:txBody>
      </p:sp>
      <p:sp>
        <p:nvSpPr>
          <p:cNvPr id="11" name="">
            <a:extLst xmlns:a="http://schemas.openxmlformats.org/drawingml/2006/main">
              <a:ext uri="{FF2B5EF4-FFF2-40B4-BE49-F238E27FC236}">
                <a16:creationId xmlns:a16="http://schemas.microsoft.com/office/drawing/2014/main" id="{D81B65AB-D34B-47DF-BEC3-1E56B41CA8E7}"/>
              </a:ext>
            </a:extLst>
          </p:cNvPr>
          <p:cNvSpPr>
            <a:spLocks xmlns:a="http://schemas.openxmlformats.org/drawingml/2006/main" noGrp="1"/>
          </p:cNvSpPr>
          <p:nvPr/>
        </p:nvSpPr>
        <p:spPr>
          <a:xfrm xmlns:a="http://schemas.openxmlformats.org/drawingml/2006/main">
            <a:off x="77343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확인할 결과</a:t>
            </a:r>
          </a:p>
        </p:txBody>
      </p:sp>
      <p:sp>
        <p:nvSpPr>
          <p:cNvPr id="12" name="">
            <a:extLst xmlns:a="http://schemas.openxmlformats.org/drawingml/2006/main">
              <a:ext uri="{FF2B5EF4-FFF2-40B4-BE49-F238E27FC236}">
                <a16:creationId xmlns:a16="http://schemas.microsoft.com/office/drawing/2014/main" id="{B0E00522-F1FB-41EA-912F-D16A9217697F}"/>
              </a:ext>
            </a:extLst>
          </p:cNvPr>
          <p:cNvSpPr>
            <a:spLocks xmlns:a="http://schemas.openxmlformats.org/drawingml/2006/main" noGrp="1"/>
          </p:cNvSpPr>
          <p:nvPr/>
        </p:nvSpPr>
        <p:spPr>
          <a:xfrm xmlns:a="http://schemas.openxmlformats.org/drawingml/2006/main">
            <a:off x="77343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quality_gate.json</a:t>
            </a:r>
          </a:p>
        </p:txBody>
      </p:sp>
      <p:sp>
        <p:nvSpPr>
          <p:cNvPr id="13" name="">
            <a:extLst xmlns:a="http://schemas.openxmlformats.org/drawingml/2006/main">
              <a:ext uri="{FF2B5EF4-FFF2-40B4-BE49-F238E27FC236}">
                <a16:creationId xmlns:a16="http://schemas.microsoft.com/office/drawing/2014/main" id="{8FDA4E72-638C-48AF-A306-6A624E1D1977}"/>
              </a:ext>
            </a:extLst>
          </p:cNvPr>
          <p:cNvSpPr>
            <a:spLocks xmlns:a="http://schemas.openxmlformats.org/drawingml/2006/main" noGrp="1"/>
          </p:cNvSpPr>
          <p:nvPr/>
        </p:nvSpPr>
        <p:spPr>
          <a:xfrm xmlns:a="http://schemas.openxmlformats.org/drawingml/2006/main">
            <a:off x="800100" y="6096000"/>
            <a:ext cx="10401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825" b="1">
                <a:solidFill>
                  <a:srgbClr val="C7C7C7"/>
                </a:solidFill>
                <a:latin typeface="NanumGothic"/>
                <a:ea typeface="NanumGothic"/>
                <a:cs typeface="NanumGothic"/>
              </a:defRPr>
            </a:pPr>
            <a:r>
              <a:rPr sz="825" b="1">
                <a:solidFill>
                  <a:srgbClr val="C7C7C7"/>
                </a:solidFill>
                <a:latin typeface="NanumGothic"/>
                <a:ea typeface="NanumGothic"/>
                <a:cs typeface="NanumGothic"/>
              </a:rPr>
              <a:t>Day 2 · 한국어 회의 Agent · 3차시</a:t>
            </a:r>
          </a:p>
        </p:txBody>
      </p:sp>
    </p:spTree>
    <p:extLst>
      <p:ext uri="{BB962C8B-B14F-4D97-AF65-F5344CB8AC3E}">
        <p14:creationId xmlns:p14="http://schemas.microsoft.com/office/powerpoint/2010/main" val="930073603"/>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1673E69-A346-45C7-9D6F-15FAE6A8C166}"/>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3차시 입력과 결과</a:t>
            </a:r>
          </a:p>
        </p:txBody>
      </p:sp>
      <p:sp>
        <p:nvSpPr>
          <p:cNvPr id="2" name="">
            <a:extLst xmlns:a="http://schemas.openxmlformats.org/drawingml/2006/main">
              <a:ext uri="{FF2B5EF4-FFF2-40B4-BE49-F238E27FC236}">
                <a16:creationId xmlns:a16="http://schemas.microsoft.com/office/drawing/2014/main" id="{0817DEC8-0785-4953-AE98-355BBDA5AA03}"/>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현재 위치</a:t>
            </a:r>
          </a:p>
        </p:txBody>
      </p:sp>
      <p:sp>
        <p:nvSpPr>
          <p:cNvPr id="3" name="">
            <a:extLst xmlns:a="http://schemas.openxmlformats.org/drawingml/2006/main">
              <a:ext uri="{FF2B5EF4-FFF2-40B4-BE49-F238E27FC236}">
                <a16:creationId xmlns:a16="http://schemas.microsoft.com/office/drawing/2014/main" id="{6BC765B2-AC60-4609-ABC4-EFADD4047C6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E68E7CB1-0196-43B8-8FB0-E6983A50EB5C}"/>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3B69CDAB-1EFF-4F42-ADE2-7AC203D8EEA9}"/>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B4B918BD-C838-4263-9308-E1E85E7DF7A6}"/>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062</a:t>
            </a:r>
          </a:p>
        </p:txBody>
      </p:sp>
      <p:sp>
        <p:nvSpPr>
          <p:cNvPr id="7" name="">
            <a:extLst xmlns:a="http://schemas.openxmlformats.org/drawingml/2006/main">
              <a:ext uri="{FF2B5EF4-FFF2-40B4-BE49-F238E27FC236}">
                <a16:creationId xmlns:a16="http://schemas.microsoft.com/office/drawing/2014/main" id="{C5015ABF-0A8C-4568-9A64-54A7B2EA5813}"/>
              </a:ext>
            </a:extLst>
          </p:cNvPr>
          <p:cNvSpPr>
            <a:spLocks xmlns:a="http://schemas.openxmlformats.org/drawingml/2006/main" noGrp="1"/>
          </p:cNvSpPr>
          <p:nvPr/>
        </p:nvSpPr>
        <p:spPr>
          <a:xfrm xmlns:a="http://schemas.openxmlformats.org/drawingml/2006/main">
            <a:off x="685800" y="17335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입력</a:t>
            </a:r>
          </a:p>
        </p:txBody>
      </p:sp>
      <p:sp>
        <p:nvSpPr>
          <p:cNvPr id="8" name="">
            <a:extLst xmlns:a="http://schemas.openxmlformats.org/drawingml/2006/main">
              <a:ext uri="{FF2B5EF4-FFF2-40B4-BE49-F238E27FC236}">
                <a16:creationId xmlns:a16="http://schemas.microsoft.com/office/drawing/2014/main" id="{935E5B79-8143-426A-A670-2F3DE309183B}"/>
              </a:ext>
            </a:extLst>
          </p:cNvPr>
          <p:cNvSpPr>
            <a:spLocks xmlns:a="http://schemas.openxmlformats.org/drawingml/2006/main" noGrp="1"/>
          </p:cNvSpPr>
          <p:nvPr/>
        </p:nvSpPr>
        <p:spPr>
          <a:xfrm xmlns:a="http://schemas.openxmlformats.org/drawingml/2006/main">
            <a:off x="1962150" y="1857375"/>
            <a:ext cx="762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ADDA63FD-4BE8-4FC9-8623-DD948629A8BE}"/>
              </a:ext>
            </a:extLst>
          </p:cNvPr>
          <p:cNvSpPr>
            <a:spLocks xmlns:a="http://schemas.openxmlformats.org/drawingml/2006/main" noGrp="1"/>
          </p:cNvSpPr>
          <p:nvPr/>
        </p:nvSpPr>
        <p:spPr>
          <a:xfrm xmlns:a="http://schemas.openxmlformats.org/drawingml/2006/main">
            <a:off x="3009900" y="15621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0">
                <a:solidFill>
                  <a:srgbClr val="191919"/>
                </a:solidFill>
                <a:latin typeface="NanumGothic"/>
                <a:ea typeface="NanumGothic"/>
                <a:cs typeface="NanumGothic"/>
              </a:defRPr>
            </a:pPr>
            <a:r>
              <a:rPr sz="1875" b="0">
                <a:solidFill>
                  <a:srgbClr val="191919"/>
                </a:solidFill>
                <a:latin typeface="NanumGothic"/>
                <a:ea typeface="NanumGothic"/>
                <a:cs typeface="NanumGothic"/>
              </a:rPr>
              <a:t>transcript.json</a:t>
            </a:r>
          </a:p>
        </p:txBody>
      </p:sp>
      <p:sp>
        <p:nvSpPr>
          <p:cNvPr id="10" name="">
            <a:extLst xmlns:a="http://schemas.openxmlformats.org/drawingml/2006/main">
              <a:ext uri="{FF2B5EF4-FFF2-40B4-BE49-F238E27FC236}">
                <a16:creationId xmlns:a16="http://schemas.microsoft.com/office/drawing/2014/main" id="{CEB50DB8-D9A3-4641-93AC-D0E9FDEEB394}"/>
              </a:ext>
            </a:extLst>
          </p:cNvPr>
          <p:cNvSpPr>
            <a:spLocks xmlns:a="http://schemas.openxmlformats.org/drawingml/2006/main" noGrp="1"/>
          </p:cNvSpPr>
          <p:nvPr/>
        </p:nvSpPr>
        <p:spPr>
          <a:xfrm xmlns:a="http://schemas.openxmlformats.org/drawingml/2006/main">
            <a:off x="685800" y="28003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이번 차시</a:t>
            </a:r>
          </a:p>
        </p:txBody>
      </p:sp>
      <p:sp>
        <p:nvSpPr>
          <p:cNvPr id="11" name="">
            <a:extLst xmlns:a="http://schemas.openxmlformats.org/drawingml/2006/main">
              <a:ext uri="{FF2B5EF4-FFF2-40B4-BE49-F238E27FC236}">
                <a16:creationId xmlns:a16="http://schemas.microsoft.com/office/drawing/2014/main" id="{4F1CA16B-5184-4F80-B5A3-1E5EA037F539}"/>
              </a:ext>
            </a:extLst>
          </p:cNvPr>
          <p:cNvSpPr>
            <a:spLocks xmlns:a="http://schemas.openxmlformats.org/drawingml/2006/main" noGrp="1"/>
          </p:cNvSpPr>
          <p:nvPr/>
        </p:nvSpPr>
        <p:spPr>
          <a:xfrm xmlns:a="http://schemas.openxmlformats.org/drawingml/2006/main">
            <a:off x="1962150" y="2924175"/>
            <a:ext cx="76200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2" name="">
            <a:extLst xmlns:a="http://schemas.openxmlformats.org/drawingml/2006/main">
              <a:ext uri="{FF2B5EF4-FFF2-40B4-BE49-F238E27FC236}">
                <a16:creationId xmlns:a16="http://schemas.microsoft.com/office/drawing/2014/main" id="{52A015D1-3061-4A41-98C4-D842AF1900BC}"/>
              </a:ext>
            </a:extLst>
          </p:cNvPr>
          <p:cNvSpPr>
            <a:spLocks xmlns:a="http://schemas.openxmlformats.org/drawingml/2006/main" noGrp="1"/>
          </p:cNvSpPr>
          <p:nvPr/>
        </p:nvSpPr>
        <p:spPr>
          <a:xfrm xmlns:a="http://schemas.openxmlformats.org/drawingml/2006/main">
            <a:off x="3009900" y="26289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1">
                <a:solidFill>
                  <a:srgbClr val="191919"/>
                </a:solidFill>
                <a:latin typeface="NanumGothic"/>
                <a:ea typeface="NanumGothic"/>
                <a:cs typeface="NanumGothic"/>
              </a:defRPr>
            </a:pPr>
            <a:r>
              <a:rPr sz="1875" b="1">
                <a:solidFill>
                  <a:srgbClr val="191919"/>
                </a:solidFill>
                <a:latin typeface="NanumGothic"/>
                <a:ea typeface="NanumGothic"/>
                <a:cs typeface="NanumGothic"/>
              </a:rPr>
              <a:t>STT 품질 Gate</a:t>
            </a:r>
          </a:p>
        </p:txBody>
      </p:sp>
      <p:sp>
        <p:nvSpPr>
          <p:cNvPr id="13" name="">
            <a:extLst xmlns:a="http://schemas.openxmlformats.org/drawingml/2006/main">
              <a:ext uri="{FF2B5EF4-FFF2-40B4-BE49-F238E27FC236}">
                <a16:creationId xmlns:a16="http://schemas.microsoft.com/office/drawing/2014/main" id="{587DC83F-CA5D-4AF2-B7AB-96A672B8C970}"/>
              </a:ext>
            </a:extLst>
          </p:cNvPr>
          <p:cNvSpPr>
            <a:spLocks xmlns:a="http://schemas.openxmlformats.org/drawingml/2006/main" noGrp="1"/>
          </p:cNvSpPr>
          <p:nvPr/>
        </p:nvSpPr>
        <p:spPr>
          <a:xfrm xmlns:a="http://schemas.openxmlformats.org/drawingml/2006/main">
            <a:off x="685800" y="38671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결과</a:t>
            </a:r>
          </a:p>
        </p:txBody>
      </p:sp>
      <p:sp>
        <p:nvSpPr>
          <p:cNvPr id="14" name="">
            <a:extLst xmlns:a="http://schemas.openxmlformats.org/drawingml/2006/main">
              <a:ext uri="{FF2B5EF4-FFF2-40B4-BE49-F238E27FC236}">
                <a16:creationId xmlns:a16="http://schemas.microsoft.com/office/drawing/2014/main" id="{649470E6-D1A3-4158-8266-EA6698C315FC}"/>
              </a:ext>
            </a:extLst>
          </p:cNvPr>
          <p:cNvSpPr>
            <a:spLocks xmlns:a="http://schemas.openxmlformats.org/drawingml/2006/main" noGrp="1"/>
          </p:cNvSpPr>
          <p:nvPr/>
        </p:nvSpPr>
        <p:spPr>
          <a:xfrm xmlns:a="http://schemas.openxmlformats.org/drawingml/2006/main">
            <a:off x="1962150" y="3990975"/>
            <a:ext cx="762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61389173-CB6D-45CC-8F10-FE96D3500918}"/>
              </a:ext>
            </a:extLst>
          </p:cNvPr>
          <p:cNvSpPr>
            <a:spLocks xmlns:a="http://schemas.openxmlformats.org/drawingml/2006/main" noGrp="1"/>
          </p:cNvSpPr>
          <p:nvPr/>
        </p:nvSpPr>
        <p:spPr>
          <a:xfrm xmlns:a="http://schemas.openxmlformats.org/drawingml/2006/main">
            <a:off x="3009900" y="36957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0">
                <a:solidFill>
                  <a:srgbClr val="191919"/>
                </a:solidFill>
                <a:latin typeface="NanumGothic"/>
                <a:ea typeface="NanumGothic"/>
                <a:cs typeface="NanumGothic"/>
              </a:defRPr>
            </a:pPr>
            <a:r>
              <a:rPr sz="1875" b="0">
                <a:solidFill>
                  <a:srgbClr val="191919"/>
                </a:solidFill>
                <a:latin typeface="NanumGothic"/>
                <a:ea typeface="NanumGothic"/>
                <a:cs typeface="NanumGothic"/>
              </a:rPr>
              <a:t>quality_gate.json</a:t>
            </a:r>
          </a:p>
        </p:txBody>
      </p:sp>
      <p:sp>
        <p:nvSpPr>
          <p:cNvPr id="16" name="">
            <a:extLst xmlns:a="http://schemas.openxmlformats.org/drawingml/2006/main">
              <a:ext uri="{FF2B5EF4-FFF2-40B4-BE49-F238E27FC236}">
                <a16:creationId xmlns:a16="http://schemas.microsoft.com/office/drawing/2014/main" id="{78D5A62D-AB75-41EC-8468-9E255FEF55BD}"/>
              </a:ext>
            </a:extLst>
          </p:cNvPr>
          <p:cNvSpPr>
            <a:spLocks xmlns:a="http://schemas.openxmlformats.org/drawingml/2006/main" noGrp="1"/>
          </p:cNvSpPr>
          <p:nvPr/>
        </p:nvSpPr>
        <p:spPr>
          <a:xfrm xmlns:a="http://schemas.openxmlformats.org/drawingml/2006/main">
            <a:off x="685800" y="4933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다음 연결</a:t>
            </a:r>
          </a:p>
        </p:txBody>
      </p:sp>
      <p:sp>
        <p:nvSpPr>
          <p:cNvPr id="17" name="">
            <a:extLst xmlns:a="http://schemas.openxmlformats.org/drawingml/2006/main">
              <a:ext uri="{FF2B5EF4-FFF2-40B4-BE49-F238E27FC236}">
                <a16:creationId xmlns:a16="http://schemas.microsoft.com/office/drawing/2014/main" id="{0594E175-FF9A-4D20-8141-9B41931CB2DF}"/>
              </a:ext>
            </a:extLst>
          </p:cNvPr>
          <p:cNvSpPr>
            <a:spLocks xmlns:a="http://schemas.openxmlformats.org/drawingml/2006/main" noGrp="1"/>
          </p:cNvSpPr>
          <p:nvPr/>
        </p:nvSpPr>
        <p:spPr>
          <a:xfrm xmlns:a="http://schemas.openxmlformats.org/drawingml/2006/main">
            <a:off x="1962150" y="5057775"/>
            <a:ext cx="762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BF682745-41E2-40D2-8B34-70D4E3B07730}"/>
              </a:ext>
            </a:extLst>
          </p:cNvPr>
          <p:cNvSpPr>
            <a:spLocks xmlns:a="http://schemas.openxmlformats.org/drawingml/2006/main" noGrp="1"/>
          </p:cNvSpPr>
          <p:nvPr/>
        </p:nvSpPr>
        <p:spPr>
          <a:xfrm xmlns:a="http://schemas.openxmlformats.org/drawingml/2006/main">
            <a:off x="3009900" y="47625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0">
                <a:solidFill>
                  <a:srgbClr val="191919"/>
                </a:solidFill>
                <a:latin typeface="NanumGothic"/>
                <a:ea typeface="NanumGothic"/>
                <a:cs typeface="NanumGothic"/>
              </a:defRPr>
            </a:pPr>
            <a:r>
              <a:rPr sz="1875" b="0">
                <a:solidFill>
                  <a:srgbClr val="191919"/>
                </a:solidFill>
                <a:latin typeface="NanumGothic"/>
                <a:ea typeface="NanumGothic"/>
                <a:cs typeface="NanumGothic"/>
              </a:rPr>
              <a:t>회의록 Schema와 Pydantic 계약</a:t>
            </a:r>
          </a:p>
        </p:txBody>
      </p:sp>
    </p:spTree>
    <p:extLst>
      <p:ext uri="{BB962C8B-B14F-4D97-AF65-F5344CB8AC3E}">
        <p14:creationId xmlns:p14="http://schemas.microsoft.com/office/powerpoint/2010/main" val="1581034676"/>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B8E9040-577F-4094-917E-89906A3F2F8C}"/>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필요성</a:t>
            </a:r>
          </a:p>
        </p:txBody>
      </p:sp>
      <p:sp>
        <p:nvSpPr>
          <p:cNvPr id="2" name="">
            <a:extLst xmlns:a="http://schemas.openxmlformats.org/drawingml/2006/main">
              <a:ext uri="{FF2B5EF4-FFF2-40B4-BE49-F238E27FC236}">
                <a16:creationId xmlns:a16="http://schemas.microsoft.com/office/drawing/2014/main" id="{DCFD464B-C974-4C5C-9339-2F2D355B71B0}"/>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64B05E79-9962-454E-99C3-ECB9D0934455}"/>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AC3A8191-1B71-4544-9448-A0D6ADEAB5D1}"/>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5" name="">
            <a:extLst xmlns:a="http://schemas.openxmlformats.org/drawingml/2006/main">
              <a:ext uri="{FF2B5EF4-FFF2-40B4-BE49-F238E27FC236}">
                <a16:creationId xmlns:a16="http://schemas.microsoft.com/office/drawing/2014/main" id="{2768EC3D-A16A-4ABB-8B43-62C3F7F67127}"/>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063</a:t>
            </a:r>
          </a:p>
        </p:txBody>
      </p:sp>
      <p:sp>
        <p:nvSpPr>
          <p:cNvPr id="6" name="">
            <a:extLst xmlns:a="http://schemas.openxmlformats.org/drawingml/2006/main">
              <a:ext uri="{FF2B5EF4-FFF2-40B4-BE49-F238E27FC236}">
                <a16:creationId xmlns:a16="http://schemas.microsoft.com/office/drawing/2014/main" id="{7464BFFC-9DD5-4894-B042-CCE020591B1F}"/>
              </a:ext>
            </a:extLst>
          </p:cNvPr>
          <p:cNvSpPr>
            <a:spLocks xmlns:a="http://schemas.openxmlformats.org/drawingml/2006/main" noGrp="1"/>
          </p:cNvSpPr>
          <p:nvPr/>
        </p:nvSpPr>
        <p:spPr>
          <a:xfrm xmlns:a="http://schemas.openxmlformats.org/drawingml/2006/main">
            <a:off x="762000" y="1733550"/>
            <a:ext cx="9906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325" b="1">
                <a:solidFill>
                  <a:srgbClr val="191919"/>
                </a:solidFill>
                <a:latin typeface="NanumGothic"/>
                <a:ea typeface="NanumGothic"/>
                <a:cs typeface="NanumGothic"/>
              </a:defRPr>
            </a:pPr>
            <a:r>
              <a:rPr sz="2325" b="1">
                <a:solidFill>
                  <a:srgbClr val="191919"/>
                </a:solidFill>
                <a:latin typeface="NanumGothic"/>
                <a:ea typeface="NanumGothic"/>
                <a:cs typeface="NanumGothic"/>
              </a:rPr>
              <a:t>문자가 생성됐다는 사실만으로 회의 결과를 만들면 이름과 숫자 오류가 그대로 번진다.</a:t>
            </a:r>
          </a:p>
        </p:txBody>
      </p:sp>
      <p:sp>
        <p:nvSpPr>
          <p:cNvPr id="7" name="">
            <a:extLst xmlns:a="http://schemas.openxmlformats.org/drawingml/2006/main">
              <a:ext uri="{FF2B5EF4-FFF2-40B4-BE49-F238E27FC236}">
                <a16:creationId xmlns:a16="http://schemas.microsoft.com/office/drawing/2014/main" id="{E0A3A07C-A77B-443D-BFCD-4BCD68867135}"/>
              </a:ext>
            </a:extLst>
          </p:cNvPr>
          <p:cNvSpPr>
            <a:spLocks xmlns:a="http://schemas.openxmlformats.org/drawingml/2006/main" noGrp="1"/>
          </p:cNvSpPr>
          <p:nvPr/>
        </p:nvSpPr>
        <p:spPr>
          <a:xfrm xmlns:a="http://schemas.openxmlformats.org/drawingml/2006/main">
            <a:off x="1143000" y="2857500"/>
            <a:ext cx="914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1650" b="0">
                <a:solidFill>
                  <a:srgbClr val="555555"/>
                </a:solidFill>
                <a:latin typeface="NanumGothic"/>
                <a:ea typeface="NanumGothic"/>
                <a:cs typeface="NanumGothic"/>
              </a:defRPr>
            </a:pPr>
            <a:r>
              <a:rPr sz="1650" b="0">
                <a:solidFill>
                  <a:srgbClr val="555555"/>
                </a:solidFill>
                <a:latin typeface="NanumGothic"/>
                <a:ea typeface="NanumGothic"/>
                <a:cs typeface="NanumGothic"/>
              </a:rPr>
              <a:t>segment metric 수집에서 quality_gate.json까지, 가장 먼저 고정할 판단은 무엇인가</a:t>
            </a:r>
          </a:p>
        </p:txBody>
      </p:sp>
      <p:sp>
        <p:nvSpPr>
          <p:cNvPr id="8" name="">
            <a:extLst xmlns:a="http://schemas.openxmlformats.org/drawingml/2006/main">
              <a:ext uri="{FF2B5EF4-FFF2-40B4-BE49-F238E27FC236}">
                <a16:creationId xmlns:a16="http://schemas.microsoft.com/office/drawing/2014/main" id="{B72EC5AF-BBF5-400C-BAB3-6C2115675E68}"/>
              </a:ext>
            </a:extLst>
          </p:cNvPr>
          <p:cNvSpPr>
            <a:spLocks xmlns:a="http://schemas.openxmlformats.org/drawingml/2006/main" noGrp="1"/>
          </p:cNvSpPr>
          <p:nvPr/>
        </p:nvSpPr>
        <p:spPr>
          <a:xfrm xmlns:a="http://schemas.openxmlformats.org/drawingml/2006/main">
            <a:off x="3657600" y="3581400"/>
            <a:ext cx="487680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9" name="">
            <a:extLst xmlns:a="http://schemas.openxmlformats.org/drawingml/2006/main">
              <a:ext uri="{FF2B5EF4-FFF2-40B4-BE49-F238E27FC236}">
                <a16:creationId xmlns:a16="http://schemas.microsoft.com/office/drawing/2014/main" id="{185E4EE9-5B2B-41DD-B783-D4A7B4279B9D}"/>
              </a:ext>
            </a:extLst>
          </p:cNvPr>
          <p:cNvSpPr>
            <a:spLocks xmlns:a="http://schemas.openxmlformats.org/drawingml/2006/main" noGrp="1"/>
          </p:cNvSpPr>
          <p:nvPr/>
        </p:nvSpPr>
        <p:spPr>
          <a:xfrm xmlns:a="http://schemas.openxmlformats.org/drawingml/2006/main">
            <a:off x="1714500" y="3981450"/>
            <a:ext cx="876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425" b="1">
                <a:solidFill>
                  <a:srgbClr val="555555"/>
                </a:solidFill>
                <a:latin typeface="NanumGothic"/>
                <a:ea typeface="NanumGothic"/>
                <a:cs typeface="NanumGothic"/>
              </a:defRPr>
            </a:pPr>
            <a:r>
              <a:rPr sz="1425" b="1">
                <a:solidFill>
                  <a:srgbClr val="555555"/>
                </a:solidFill>
                <a:latin typeface="NanumGothic"/>
                <a:ea typeface="NanumGothic"/>
                <a:cs typeface="NanumGothic"/>
              </a:rPr>
              <a:t>이번 차시의 확인 결과: quality_gate.json</a:t>
            </a:r>
          </a:p>
        </p:txBody>
      </p:sp>
    </p:spTree>
    <p:extLst>
      <p:ext uri="{BB962C8B-B14F-4D97-AF65-F5344CB8AC3E}">
        <p14:creationId xmlns:p14="http://schemas.microsoft.com/office/powerpoint/2010/main" val="928115131"/>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BD82FDE-E989-4989-BED9-BE326524281D}"/>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학습 결과</a:t>
            </a:r>
          </a:p>
        </p:txBody>
      </p:sp>
      <p:sp>
        <p:nvSpPr>
          <p:cNvPr id="2" name="">
            <a:extLst xmlns:a="http://schemas.openxmlformats.org/drawingml/2006/main">
              <a:ext uri="{FF2B5EF4-FFF2-40B4-BE49-F238E27FC236}">
                <a16:creationId xmlns:a16="http://schemas.microsoft.com/office/drawing/2014/main" id="{2037ABA1-A338-4EE3-B613-839AFB2809A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9581B822-64D8-4251-842C-453467FC8336}"/>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DDDA0784-26AA-40BE-86A5-EF9DDBBAD127}"/>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5" name="">
            <a:extLst xmlns:a="http://schemas.openxmlformats.org/drawingml/2006/main">
              <a:ext uri="{FF2B5EF4-FFF2-40B4-BE49-F238E27FC236}">
                <a16:creationId xmlns:a16="http://schemas.microsoft.com/office/drawing/2014/main" id="{ACCA71F7-3E3D-4B3F-897D-2186689EF4B0}"/>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064</a:t>
            </a:r>
          </a:p>
        </p:txBody>
      </p:sp>
      <p:sp>
        <p:nvSpPr>
          <p:cNvPr id="6" name="">
            <a:extLst xmlns:a="http://schemas.openxmlformats.org/drawingml/2006/main">
              <a:ext uri="{FF2B5EF4-FFF2-40B4-BE49-F238E27FC236}">
                <a16:creationId xmlns:a16="http://schemas.microsoft.com/office/drawing/2014/main" id="{22F2F359-9E40-4BDB-88E8-B7F3BFF7E150}"/>
              </a:ext>
            </a:extLst>
          </p:cNvPr>
          <p:cNvSpPr>
            <a:spLocks xmlns:a="http://schemas.openxmlformats.org/drawingml/2006/main" noGrp="1"/>
          </p:cNvSpPr>
          <p:nvPr/>
        </p:nvSpPr>
        <p:spPr>
          <a:xfrm xmlns:a="http://schemas.openxmlformats.org/drawingml/2006/main">
            <a:off x="914400" y="1847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9DC68BF0-D872-4212-84D8-3CAA5A028DED}"/>
              </a:ext>
            </a:extLst>
          </p:cNvPr>
          <p:cNvSpPr>
            <a:spLocks xmlns:a="http://schemas.openxmlformats.org/drawingml/2006/main" noGrp="1"/>
          </p:cNvSpPr>
          <p:nvPr/>
        </p:nvSpPr>
        <p:spPr>
          <a:xfrm xmlns:a="http://schemas.openxmlformats.org/drawingml/2006/main">
            <a:off x="1352550" y="1971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7B2902BE-1571-4DA4-9DE0-F760D377BFD8}"/>
              </a:ext>
            </a:extLst>
          </p:cNvPr>
          <p:cNvSpPr>
            <a:spLocks xmlns:a="http://schemas.openxmlformats.org/drawingml/2006/main" noGrp="1"/>
          </p:cNvSpPr>
          <p:nvPr/>
        </p:nvSpPr>
        <p:spPr>
          <a:xfrm xmlns:a="http://schemas.openxmlformats.org/drawingml/2006/main">
            <a:off x="1828800" y="18097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무음·반복·낮은 확률·언어 불일치를 품질 flag로 분리한다.</a:t>
            </a:r>
          </a:p>
        </p:txBody>
      </p:sp>
      <p:sp>
        <p:nvSpPr>
          <p:cNvPr id="9" name="">
            <a:extLst xmlns:a="http://schemas.openxmlformats.org/drawingml/2006/main">
              <a:ext uri="{FF2B5EF4-FFF2-40B4-BE49-F238E27FC236}">
                <a16:creationId xmlns:a16="http://schemas.microsoft.com/office/drawing/2014/main" id="{D57A22FF-144C-482B-89AE-01B9D041E3A0}"/>
              </a:ext>
            </a:extLst>
          </p:cNvPr>
          <p:cNvSpPr>
            <a:spLocks xmlns:a="http://schemas.openxmlformats.org/drawingml/2006/main" noGrp="1"/>
          </p:cNvSpPr>
          <p:nvPr/>
        </p:nvSpPr>
        <p:spPr>
          <a:xfrm xmlns:a="http://schemas.openxmlformats.org/drawingml/2006/main">
            <a:off x="914400" y="3009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0" name="">
            <a:extLst xmlns:a="http://schemas.openxmlformats.org/drawingml/2006/main">
              <a:ext uri="{FF2B5EF4-FFF2-40B4-BE49-F238E27FC236}">
                <a16:creationId xmlns:a16="http://schemas.microsoft.com/office/drawing/2014/main" id="{41A503BA-068D-416F-8C61-5029AB06692C}"/>
              </a:ext>
            </a:extLst>
          </p:cNvPr>
          <p:cNvSpPr>
            <a:spLocks xmlns:a="http://schemas.openxmlformats.org/drawingml/2006/main" noGrp="1"/>
          </p:cNvSpPr>
          <p:nvPr/>
        </p:nvSpPr>
        <p:spPr>
          <a:xfrm xmlns:a="http://schemas.openxmlformats.org/drawingml/2006/main">
            <a:off x="1352550" y="3133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9102CAD5-0EFB-4BD7-B0E1-C9479230CA04}"/>
              </a:ext>
            </a:extLst>
          </p:cNvPr>
          <p:cNvSpPr>
            <a:spLocks xmlns:a="http://schemas.openxmlformats.org/drawingml/2006/main" noGrp="1"/>
          </p:cNvSpPr>
          <p:nvPr/>
        </p:nvSpPr>
        <p:spPr>
          <a:xfrm xmlns:a="http://schemas.openxmlformats.org/drawingml/2006/main">
            <a:off x="1828800" y="297180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낮은 품질 segment 하나를 전체 성공으로 숨긴다. 왜 위험한지 설명한다.</a:t>
            </a:r>
          </a:p>
        </p:txBody>
      </p:sp>
      <p:sp>
        <p:nvSpPr>
          <p:cNvPr id="12" name="">
            <a:extLst xmlns:a="http://schemas.openxmlformats.org/drawingml/2006/main">
              <a:ext uri="{FF2B5EF4-FFF2-40B4-BE49-F238E27FC236}">
                <a16:creationId xmlns:a16="http://schemas.microsoft.com/office/drawing/2014/main" id="{8413EF71-7D6F-4BF2-85EB-06D8A8CD0BE7}"/>
              </a:ext>
            </a:extLst>
          </p:cNvPr>
          <p:cNvSpPr>
            <a:spLocks xmlns:a="http://schemas.openxmlformats.org/drawingml/2006/main" noGrp="1"/>
          </p:cNvSpPr>
          <p:nvPr/>
        </p:nvSpPr>
        <p:spPr>
          <a:xfrm xmlns:a="http://schemas.openxmlformats.org/drawingml/2006/main">
            <a:off x="914400" y="41719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3" name="">
            <a:extLst xmlns:a="http://schemas.openxmlformats.org/drawingml/2006/main">
              <a:ext uri="{FF2B5EF4-FFF2-40B4-BE49-F238E27FC236}">
                <a16:creationId xmlns:a16="http://schemas.microsoft.com/office/drawing/2014/main" id="{DBFC8FA4-4D73-4791-AC91-98ABD8A55C3C}"/>
              </a:ext>
            </a:extLst>
          </p:cNvPr>
          <p:cNvSpPr>
            <a:spLocks xmlns:a="http://schemas.openxmlformats.org/drawingml/2006/main" noGrp="1"/>
          </p:cNvSpPr>
          <p:nvPr/>
        </p:nvSpPr>
        <p:spPr>
          <a:xfrm xmlns:a="http://schemas.openxmlformats.org/drawingml/2006/main">
            <a:off x="1352550" y="42957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00E35E9B-5513-4E3F-AE21-6D60765BAEA0}"/>
              </a:ext>
            </a:extLst>
          </p:cNvPr>
          <p:cNvSpPr>
            <a:spLocks xmlns:a="http://schemas.openxmlformats.org/drawingml/2006/main" noGrp="1"/>
          </p:cNvSpPr>
          <p:nvPr/>
        </p:nvSpPr>
        <p:spPr>
          <a:xfrm xmlns:a="http://schemas.openxmlformats.org/drawingml/2006/main">
            <a:off x="1828800" y="41338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quality_gate.json에서 정상과 실패 상태를 직접 확인한다.</a:t>
            </a:r>
          </a:p>
        </p:txBody>
      </p:sp>
    </p:spTree>
    <p:extLst>
      <p:ext uri="{BB962C8B-B14F-4D97-AF65-F5344CB8AC3E}">
        <p14:creationId xmlns:p14="http://schemas.microsoft.com/office/powerpoint/2010/main" val="1997413947"/>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F4894E5-F898-4D52-9A1A-07E2E3520CD3}"/>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용어</a:t>
            </a:r>
          </a:p>
        </p:txBody>
      </p:sp>
      <p:sp>
        <p:nvSpPr>
          <p:cNvPr id="2" name="">
            <a:extLst xmlns:a="http://schemas.openxmlformats.org/drawingml/2006/main">
              <a:ext uri="{FF2B5EF4-FFF2-40B4-BE49-F238E27FC236}">
                <a16:creationId xmlns:a16="http://schemas.microsoft.com/office/drawing/2014/main" id="{F1B797E5-6425-45A5-A30E-28E7CEE2E40D}"/>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용어 풀이</a:t>
            </a:r>
          </a:p>
        </p:txBody>
      </p:sp>
      <p:sp>
        <p:nvSpPr>
          <p:cNvPr id="3" name="">
            <a:extLst xmlns:a="http://schemas.openxmlformats.org/drawingml/2006/main">
              <a:ext uri="{FF2B5EF4-FFF2-40B4-BE49-F238E27FC236}">
                <a16:creationId xmlns:a16="http://schemas.microsoft.com/office/drawing/2014/main" id="{1E9CC1DC-4A93-46FC-B902-BEBB8C65153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D9335EA6-637E-4024-A15D-2B292FB224DE}"/>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A3AEE243-82D4-412A-B382-48470E795CAA}"/>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B0914562-20EB-4019-85CC-4F50469970E6}"/>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065</a:t>
            </a:r>
          </a:p>
        </p:txBody>
      </p:sp>
      <p:sp>
        <p:nvSpPr>
          <p:cNvPr id="7" name="">
            <a:extLst xmlns:a="http://schemas.openxmlformats.org/drawingml/2006/main">
              <a:ext uri="{FF2B5EF4-FFF2-40B4-BE49-F238E27FC236}">
                <a16:creationId xmlns:a16="http://schemas.microsoft.com/office/drawing/2014/main" id="{DC61E07A-84B9-4C9F-A49E-5FA21757FC83}"/>
              </a:ext>
            </a:extLst>
          </p:cNvPr>
          <p:cNvSpPr>
            <a:spLocks xmlns:a="http://schemas.openxmlformats.org/drawingml/2006/main" noGrp="1"/>
          </p:cNvSpPr>
          <p:nvPr/>
        </p:nvSpPr>
        <p:spPr>
          <a:xfrm xmlns:a="http://schemas.openxmlformats.org/drawingml/2006/main">
            <a:off x="762000" y="1504950"/>
            <a:ext cx="2476500" cy="8572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8" name="">
            <a:extLst xmlns:a="http://schemas.openxmlformats.org/drawingml/2006/main">
              <a:ext uri="{FF2B5EF4-FFF2-40B4-BE49-F238E27FC236}">
                <a16:creationId xmlns:a16="http://schemas.microsoft.com/office/drawing/2014/main" id="{18E74892-25B1-402A-9742-FD01511D150C}"/>
              </a:ext>
            </a:extLst>
          </p:cNvPr>
          <p:cNvSpPr>
            <a:spLocks xmlns:a="http://schemas.openxmlformats.org/drawingml/2006/main" noGrp="1"/>
          </p:cNvSpPr>
          <p:nvPr/>
        </p:nvSpPr>
        <p:spPr>
          <a:xfrm xmlns:a="http://schemas.openxmlformats.org/drawingml/2006/main">
            <a:off x="933450" y="16764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용어</a:t>
            </a:r>
          </a:p>
        </p:txBody>
      </p:sp>
      <p:sp>
        <p:nvSpPr>
          <p:cNvPr id="9" name="">
            <a:extLst xmlns:a="http://schemas.openxmlformats.org/drawingml/2006/main">
              <a:ext uri="{FF2B5EF4-FFF2-40B4-BE49-F238E27FC236}">
                <a16:creationId xmlns:a16="http://schemas.microsoft.com/office/drawing/2014/main" id="{DDBC13F6-395E-405B-B6FF-8E2B3C701C14}"/>
              </a:ext>
            </a:extLst>
          </p:cNvPr>
          <p:cNvSpPr>
            <a:spLocks xmlns:a="http://schemas.openxmlformats.org/drawingml/2006/main" noGrp="1"/>
          </p:cNvSpPr>
          <p:nvPr/>
        </p:nvSpPr>
        <p:spPr>
          <a:xfrm xmlns:a="http://schemas.openxmlformats.org/drawingml/2006/main">
            <a:off x="3238500" y="1504950"/>
            <a:ext cx="7810500" cy="8572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0" name="">
            <a:extLst xmlns:a="http://schemas.openxmlformats.org/drawingml/2006/main">
              <a:ext uri="{FF2B5EF4-FFF2-40B4-BE49-F238E27FC236}">
                <a16:creationId xmlns:a16="http://schemas.microsoft.com/office/drawing/2014/main" id="{38C1DD0E-EB55-4B39-B85E-CC31ACA0F50B}"/>
              </a:ext>
            </a:extLst>
          </p:cNvPr>
          <p:cNvSpPr>
            <a:spLocks xmlns:a="http://schemas.openxmlformats.org/drawingml/2006/main" noGrp="1"/>
          </p:cNvSpPr>
          <p:nvPr/>
        </p:nvSpPr>
        <p:spPr>
          <a:xfrm xmlns:a="http://schemas.openxmlformats.org/drawingml/2006/main">
            <a:off x="3409950" y="16764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이 수업에서 쓰는 뜻</a:t>
            </a:r>
          </a:p>
        </p:txBody>
      </p:sp>
      <p:sp>
        <p:nvSpPr>
          <p:cNvPr id="11" name="">
            <a:extLst xmlns:a="http://schemas.openxmlformats.org/drawingml/2006/main">
              <a:ext uri="{FF2B5EF4-FFF2-40B4-BE49-F238E27FC236}">
                <a16:creationId xmlns:a16="http://schemas.microsoft.com/office/drawing/2014/main" id="{56A6C7B9-3ACD-4D13-AD8A-25B6EC6211D2}"/>
              </a:ext>
            </a:extLst>
          </p:cNvPr>
          <p:cNvSpPr>
            <a:spLocks xmlns:a="http://schemas.openxmlformats.org/drawingml/2006/main" noGrp="1"/>
          </p:cNvSpPr>
          <p:nvPr/>
        </p:nvSpPr>
        <p:spPr>
          <a:xfrm xmlns:a="http://schemas.openxmlformats.org/drawingml/2006/main">
            <a:off x="762000" y="2362200"/>
            <a:ext cx="2476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5FFD1E19-3CE8-4749-A3E9-93108482042E}"/>
              </a:ext>
            </a:extLst>
          </p:cNvPr>
          <p:cNvSpPr>
            <a:spLocks xmlns:a="http://schemas.openxmlformats.org/drawingml/2006/main" noGrp="1"/>
          </p:cNvSpPr>
          <p:nvPr/>
        </p:nvSpPr>
        <p:spPr>
          <a:xfrm xmlns:a="http://schemas.openxmlformats.org/drawingml/2006/main">
            <a:off x="933450" y="253365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VAD</a:t>
            </a:r>
          </a:p>
        </p:txBody>
      </p:sp>
      <p:sp>
        <p:nvSpPr>
          <p:cNvPr id="13" name="">
            <a:extLst xmlns:a="http://schemas.openxmlformats.org/drawingml/2006/main">
              <a:ext uri="{FF2B5EF4-FFF2-40B4-BE49-F238E27FC236}">
                <a16:creationId xmlns:a16="http://schemas.microsoft.com/office/drawing/2014/main" id="{71D38B83-B548-4FE1-8427-88753748C0DC}"/>
              </a:ext>
            </a:extLst>
          </p:cNvPr>
          <p:cNvSpPr>
            <a:spLocks xmlns:a="http://schemas.openxmlformats.org/drawingml/2006/main" noGrp="1"/>
          </p:cNvSpPr>
          <p:nvPr/>
        </p:nvSpPr>
        <p:spPr>
          <a:xfrm xmlns:a="http://schemas.openxmlformats.org/drawingml/2006/main">
            <a:off x="3238500" y="2362200"/>
            <a:ext cx="7810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3CD83A2A-42AF-4A8B-A4BB-B3C99C7222FF}"/>
              </a:ext>
            </a:extLst>
          </p:cNvPr>
          <p:cNvSpPr>
            <a:spLocks xmlns:a="http://schemas.openxmlformats.org/drawingml/2006/main" noGrp="1"/>
          </p:cNvSpPr>
          <p:nvPr/>
        </p:nvSpPr>
        <p:spPr>
          <a:xfrm xmlns:a="http://schemas.openxmlformats.org/drawingml/2006/main">
            <a:off x="3409950" y="253365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말소리 구간을 먼저 찾는 처리</a:t>
            </a:r>
          </a:p>
        </p:txBody>
      </p:sp>
      <p:sp>
        <p:nvSpPr>
          <p:cNvPr id="15" name="">
            <a:extLst xmlns:a="http://schemas.openxmlformats.org/drawingml/2006/main">
              <a:ext uri="{FF2B5EF4-FFF2-40B4-BE49-F238E27FC236}">
                <a16:creationId xmlns:a16="http://schemas.microsoft.com/office/drawing/2014/main" id="{4503AB95-5B14-4EE3-88B9-A5672BFEA0CA}"/>
              </a:ext>
            </a:extLst>
          </p:cNvPr>
          <p:cNvSpPr>
            <a:spLocks xmlns:a="http://schemas.openxmlformats.org/drawingml/2006/main" noGrp="1"/>
          </p:cNvSpPr>
          <p:nvPr/>
        </p:nvSpPr>
        <p:spPr>
          <a:xfrm xmlns:a="http://schemas.openxmlformats.org/drawingml/2006/main">
            <a:off x="762000" y="3219450"/>
            <a:ext cx="2476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6" name="">
            <a:extLst xmlns:a="http://schemas.openxmlformats.org/drawingml/2006/main">
              <a:ext uri="{FF2B5EF4-FFF2-40B4-BE49-F238E27FC236}">
                <a16:creationId xmlns:a16="http://schemas.microsoft.com/office/drawing/2014/main" id="{BBE8F919-2B53-426B-A0E5-6DE631C3E109}"/>
              </a:ext>
            </a:extLst>
          </p:cNvPr>
          <p:cNvSpPr>
            <a:spLocks xmlns:a="http://schemas.openxmlformats.org/drawingml/2006/main" noGrp="1"/>
          </p:cNvSpPr>
          <p:nvPr/>
        </p:nvSpPr>
        <p:spPr>
          <a:xfrm xmlns:a="http://schemas.openxmlformats.org/drawingml/2006/main">
            <a:off x="933450" y="33909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no-speech</a:t>
            </a:r>
          </a:p>
        </p:txBody>
      </p:sp>
      <p:sp>
        <p:nvSpPr>
          <p:cNvPr id="17" name="">
            <a:extLst xmlns:a="http://schemas.openxmlformats.org/drawingml/2006/main">
              <a:ext uri="{FF2B5EF4-FFF2-40B4-BE49-F238E27FC236}">
                <a16:creationId xmlns:a16="http://schemas.microsoft.com/office/drawing/2014/main" id="{9B109A70-8217-483D-A6DB-D7D95B7E32D7}"/>
              </a:ext>
            </a:extLst>
          </p:cNvPr>
          <p:cNvSpPr>
            <a:spLocks xmlns:a="http://schemas.openxmlformats.org/drawingml/2006/main" noGrp="1"/>
          </p:cNvSpPr>
          <p:nvPr/>
        </p:nvSpPr>
        <p:spPr>
          <a:xfrm xmlns:a="http://schemas.openxmlformats.org/drawingml/2006/main">
            <a:off x="3238500" y="3219450"/>
            <a:ext cx="7810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A1A9A5C8-87FA-4AC9-9437-2F091E871FBA}"/>
              </a:ext>
            </a:extLst>
          </p:cNvPr>
          <p:cNvSpPr>
            <a:spLocks xmlns:a="http://schemas.openxmlformats.org/drawingml/2006/main" noGrp="1"/>
          </p:cNvSpPr>
          <p:nvPr/>
        </p:nvSpPr>
        <p:spPr>
          <a:xfrm xmlns:a="http://schemas.openxmlformats.org/drawingml/2006/main">
            <a:off x="3409950" y="33909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해당 구간이 무음일 가능성</a:t>
            </a:r>
          </a:p>
        </p:txBody>
      </p:sp>
      <p:sp>
        <p:nvSpPr>
          <p:cNvPr id="19" name="">
            <a:extLst xmlns:a="http://schemas.openxmlformats.org/drawingml/2006/main">
              <a:ext uri="{FF2B5EF4-FFF2-40B4-BE49-F238E27FC236}">
                <a16:creationId xmlns:a16="http://schemas.microsoft.com/office/drawing/2014/main" id="{32DBDA0D-B57D-493B-81B2-7761F7A089B3}"/>
              </a:ext>
            </a:extLst>
          </p:cNvPr>
          <p:cNvSpPr>
            <a:spLocks xmlns:a="http://schemas.openxmlformats.org/drawingml/2006/main" noGrp="1"/>
          </p:cNvSpPr>
          <p:nvPr/>
        </p:nvSpPr>
        <p:spPr>
          <a:xfrm xmlns:a="http://schemas.openxmlformats.org/drawingml/2006/main">
            <a:off x="762000" y="4076700"/>
            <a:ext cx="2476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0" name="">
            <a:extLst xmlns:a="http://schemas.openxmlformats.org/drawingml/2006/main">
              <a:ext uri="{FF2B5EF4-FFF2-40B4-BE49-F238E27FC236}">
                <a16:creationId xmlns:a16="http://schemas.microsoft.com/office/drawing/2014/main" id="{C885FACA-DED5-4792-ACA9-EB782C22DC64}"/>
              </a:ext>
            </a:extLst>
          </p:cNvPr>
          <p:cNvSpPr>
            <a:spLocks xmlns:a="http://schemas.openxmlformats.org/drawingml/2006/main" noGrp="1"/>
          </p:cNvSpPr>
          <p:nvPr/>
        </p:nvSpPr>
        <p:spPr>
          <a:xfrm xmlns:a="http://schemas.openxmlformats.org/drawingml/2006/main">
            <a:off x="933450" y="424815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log probability</a:t>
            </a:r>
          </a:p>
        </p:txBody>
      </p:sp>
      <p:sp>
        <p:nvSpPr>
          <p:cNvPr id="21" name="">
            <a:extLst xmlns:a="http://schemas.openxmlformats.org/drawingml/2006/main">
              <a:ext uri="{FF2B5EF4-FFF2-40B4-BE49-F238E27FC236}">
                <a16:creationId xmlns:a16="http://schemas.microsoft.com/office/drawing/2014/main" id="{517B7B77-7895-4D88-B330-35A14C56EF5D}"/>
              </a:ext>
            </a:extLst>
          </p:cNvPr>
          <p:cNvSpPr>
            <a:spLocks xmlns:a="http://schemas.openxmlformats.org/drawingml/2006/main" noGrp="1"/>
          </p:cNvSpPr>
          <p:nvPr/>
        </p:nvSpPr>
        <p:spPr>
          <a:xfrm xmlns:a="http://schemas.openxmlformats.org/drawingml/2006/main">
            <a:off x="3238500" y="4076700"/>
            <a:ext cx="7810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3D48534E-D85E-44B4-921D-51EB24A53B11}"/>
              </a:ext>
            </a:extLst>
          </p:cNvPr>
          <p:cNvSpPr>
            <a:spLocks xmlns:a="http://schemas.openxmlformats.org/drawingml/2006/main" noGrp="1"/>
          </p:cNvSpPr>
          <p:nvPr/>
        </p:nvSpPr>
        <p:spPr>
          <a:xfrm xmlns:a="http://schemas.openxmlformats.org/drawingml/2006/main">
            <a:off x="3409950" y="424815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모델이 전사에 가진 상대 신뢰</a:t>
            </a:r>
          </a:p>
        </p:txBody>
      </p:sp>
      <p:sp>
        <p:nvSpPr>
          <p:cNvPr id="23" name="">
            <a:extLst xmlns:a="http://schemas.openxmlformats.org/drawingml/2006/main">
              <a:ext uri="{FF2B5EF4-FFF2-40B4-BE49-F238E27FC236}">
                <a16:creationId xmlns:a16="http://schemas.microsoft.com/office/drawing/2014/main" id="{24A9A879-E683-44D7-9134-70455BBA12E1}"/>
              </a:ext>
            </a:extLst>
          </p:cNvPr>
          <p:cNvSpPr>
            <a:spLocks xmlns:a="http://schemas.openxmlformats.org/drawingml/2006/main" noGrp="1"/>
          </p:cNvSpPr>
          <p:nvPr/>
        </p:nvSpPr>
        <p:spPr>
          <a:xfrm xmlns:a="http://schemas.openxmlformats.org/drawingml/2006/main">
            <a:off x="762000" y="4933950"/>
            <a:ext cx="2476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4" name="">
            <a:extLst xmlns:a="http://schemas.openxmlformats.org/drawingml/2006/main">
              <a:ext uri="{FF2B5EF4-FFF2-40B4-BE49-F238E27FC236}">
                <a16:creationId xmlns:a16="http://schemas.microsoft.com/office/drawing/2014/main" id="{304A1A38-2C11-4AB9-B955-6F0D816F2F29}"/>
              </a:ext>
            </a:extLst>
          </p:cNvPr>
          <p:cNvSpPr>
            <a:spLocks xmlns:a="http://schemas.openxmlformats.org/drawingml/2006/main" noGrp="1"/>
          </p:cNvSpPr>
          <p:nvPr/>
        </p:nvSpPr>
        <p:spPr>
          <a:xfrm xmlns:a="http://schemas.openxmlformats.org/drawingml/2006/main">
            <a:off x="933450" y="51054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Hotwords</a:t>
            </a:r>
          </a:p>
        </p:txBody>
      </p:sp>
      <p:sp>
        <p:nvSpPr>
          <p:cNvPr id="25" name="">
            <a:extLst xmlns:a="http://schemas.openxmlformats.org/drawingml/2006/main">
              <a:ext uri="{FF2B5EF4-FFF2-40B4-BE49-F238E27FC236}">
                <a16:creationId xmlns:a16="http://schemas.microsoft.com/office/drawing/2014/main" id="{30C530A3-2B14-4A70-B219-88A170712081}"/>
              </a:ext>
            </a:extLst>
          </p:cNvPr>
          <p:cNvSpPr>
            <a:spLocks xmlns:a="http://schemas.openxmlformats.org/drawingml/2006/main" noGrp="1"/>
          </p:cNvSpPr>
          <p:nvPr/>
        </p:nvSpPr>
        <p:spPr>
          <a:xfrm xmlns:a="http://schemas.openxmlformats.org/drawingml/2006/main">
            <a:off x="3238500" y="4933950"/>
            <a:ext cx="7810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6" name="">
            <a:extLst xmlns:a="http://schemas.openxmlformats.org/drawingml/2006/main">
              <a:ext uri="{FF2B5EF4-FFF2-40B4-BE49-F238E27FC236}">
                <a16:creationId xmlns:a16="http://schemas.microsoft.com/office/drawing/2014/main" id="{944DF6DA-432B-45A0-91D6-C5CA5723281F}"/>
              </a:ext>
            </a:extLst>
          </p:cNvPr>
          <p:cNvSpPr>
            <a:spLocks xmlns:a="http://schemas.openxmlformats.org/drawingml/2006/main" noGrp="1"/>
          </p:cNvSpPr>
          <p:nvPr/>
        </p:nvSpPr>
        <p:spPr>
          <a:xfrm xmlns:a="http://schemas.openxmlformats.org/drawingml/2006/main">
            <a:off x="3409950" y="51054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제품명 등 인식 힌트</a:t>
            </a:r>
          </a:p>
        </p:txBody>
      </p:sp>
    </p:spTree>
    <p:extLst>
      <p:ext uri="{BB962C8B-B14F-4D97-AF65-F5344CB8AC3E}">
        <p14:creationId xmlns:p14="http://schemas.microsoft.com/office/powerpoint/2010/main" val="983886581"/>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B6EA1CA-ED88-48EC-8942-D8E514A54F42}"/>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quality_gate.json 입출력</a:t>
            </a:r>
          </a:p>
        </p:txBody>
      </p:sp>
      <p:sp>
        <p:nvSpPr>
          <p:cNvPr id="2" name="">
            <a:extLst xmlns:a="http://schemas.openxmlformats.org/drawingml/2006/main">
              <a:ext uri="{FF2B5EF4-FFF2-40B4-BE49-F238E27FC236}">
                <a16:creationId xmlns:a16="http://schemas.microsoft.com/office/drawing/2014/main" id="{FF46A49D-907E-43E4-A601-C0FD07FCAF1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C5313819-448C-453E-8846-2FCC0F416500}"/>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61E835CB-BF03-4F58-83E4-520F282EDF14}"/>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5" name="">
            <a:extLst xmlns:a="http://schemas.openxmlformats.org/drawingml/2006/main">
              <a:ext uri="{FF2B5EF4-FFF2-40B4-BE49-F238E27FC236}">
                <a16:creationId xmlns:a16="http://schemas.microsoft.com/office/drawing/2014/main" id="{0F4B487E-1E8A-4CBA-9598-83758DDFD1D4}"/>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066</a:t>
            </a:r>
          </a:p>
        </p:txBody>
      </p:sp>
      <p:sp>
        <p:nvSpPr>
          <p:cNvPr id="6" name="">
            <a:extLst xmlns:a="http://schemas.openxmlformats.org/drawingml/2006/main">
              <a:ext uri="{FF2B5EF4-FFF2-40B4-BE49-F238E27FC236}">
                <a16:creationId xmlns:a16="http://schemas.microsoft.com/office/drawing/2014/main" id="{EF4D6E68-1A98-4BE6-8780-612162BD7668}"/>
              </a:ext>
            </a:extLst>
          </p:cNvPr>
          <p:cNvSpPr>
            <a:spLocks xmlns:a="http://schemas.openxmlformats.org/drawingml/2006/main" noGrp="1"/>
          </p:cNvSpPr>
          <p:nvPr/>
        </p:nvSpPr>
        <p:spPr>
          <a:xfrm xmlns:a="http://schemas.openxmlformats.org/drawingml/2006/main">
            <a:off x="685800" y="1581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INPUT</a:t>
            </a:r>
          </a:p>
        </p:txBody>
      </p:sp>
      <p:sp>
        <p:nvSpPr>
          <p:cNvPr id="7" name="">
            <a:extLst xmlns:a="http://schemas.openxmlformats.org/drawingml/2006/main">
              <a:ext uri="{FF2B5EF4-FFF2-40B4-BE49-F238E27FC236}">
                <a16:creationId xmlns:a16="http://schemas.microsoft.com/office/drawing/2014/main" id="{54BDA8B4-F773-492C-8060-8C6380E89767}"/>
              </a:ext>
            </a:extLst>
          </p:cNvPr>
          <p:cNvSpPr>
            <a:spLocks xmlns:a="http://schemas.openxmlformats.org/drawingml/2006/main" noGrp="1"/>
          </p:cNvSpPr>
          <p:nvPr/>
        </p:nvSpPr>
        <p:spPr>
          <a:xfrm xmlns:a="http://schemas.openxmlformats.org/drawingml/2006/main">
            <a:off x="685800" y="196215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83196B5B-367E-499A-90E7-9D2D391B2255}"/>
              </a:ext>
            </a:extLst>
          </p:cNvPr>
          <p:cNvSpPr>
            <a:spLocks xmlns:a="http://schemas.openxmlformats.org/drawingml/2006/main" noGrp="1"/>
          </p:cNvSpPr>
          <p:nvPr/>
        </p:nvSpPr>
        <p:spPr>
          <a:xfrm xmlns:a="http://schemas.openxmlformats.org/drawingml/2006/main">
            <a:off x="685800" y="21717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src/meeting_demo.py</a:t>
            </a:r>
          </a:p>
        </p:txBody>
      </p:sp>
      <p:sp>
        <p:nvSpPr>
          <p:cNvPr id="9" name="">
            <a:extLst xmlns:a="http://schemas.openxmlformats.org/drawingml/2006/main">
              <a:ext uri="{FF2B5EF4-FFF2-40B4-BE49-F238E27FC236}">
                <a16:creationId xmlns:a16="http://schemas.microsoft.com/office/drawing/2014/main" id="{B0E0ED78-BC10-4182-BEC9-1D8E5E9BF2EC}"/>
              </a:ext>
            </a:extLst>
          </p:cNvPr>
          <p:cNvSpPr>
            <a:spLocks xmlns:a="http://schemas.openxmlformats.org/drawingml/2006/main" noGrp="1"/>
          </p:cNvSpPr>
          <p:nvPr/>
        </p:nvSpPr>
        <p:spPr>
          <a:xfrm xmlns:a="http://schemas.openxmlformats.org/drawingml/2006/main">
            <a:off x="6096000" y="1581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PROCESS</a:t>
            </a:r>
          </a:p>
        </p:txBody>
      </p:sp>
      <p:sp>
        <p:nvSpPr>
          <p:cNvPr id="10" name="">
            <a:extLst xmlns:a="http://schemas.openxmlformats.org/drawingml/2006/main">
              <a:ext uri="{FF2B5EF4-FFF2-40B4-BE49-F238E27FC236}">
                <a16:creationId xmlns:a16="http://schemas.microsoft.com/office/drawing/2014/main" id="{4DB9E2C0-0EC8-41AA-9F30-D55B1D31EED3}"/>
              </a:ext>
            </a:extLst>
          </p:cNvPr>
          <p:cNvSpPr>
            <a:spLocks xmlns:a="http://schemas.openxmlformats.org/drawingml/2006/main" noGrp="1"/>
          </p:cNvSpPr>
          <p:nvPr/>
        </p:nvSpPr>
        <p:spPr>
          <a:xfrm xmlns:a="http://schemas.openxmlformats.org/drawingml/2006/main">
            <a:off x="6096000" y="196215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BBAAB263-6A5D-4390-B7DF-8FF71E114094}"/>
              </a:ext>
            </a:extLst>
          </p:cNvPr>
          <p:cNvSpPr>
            <a:spLocks xmlns:a="http://schemas.openxmlformats.org/drawingml/2006/main" noGrp="1"/>
          </p:cNvSpPr>
          <p:nvPr/>
        </p:nvSpPr>
        <p:spPr>
          <a:xfrm xmlns:a="http://schemas.openxmlformats.org/drawingml/2006/main">
            <a:off x="6096000" y="21717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segment metric 수집 → 반복 탐지 → 언어 확인</a:t>
            </a:r>
          </a:p>
        </p:txBody>
      </p:sp>
      <p:sp>
        <p:nvSpPr>
          <p:cNvPr id="12" name="">
            <a:extLst xmlns:a="http://schemas.openxmlformats.org/drawingml/2006/main">
              <a:ext uri="{FF2B5EF4-FFF2-40B4-BE49-F238E27FC236}">
                <a16:creationId xmlns:a16="http://schemas.microsoft.com/office/drawing/2014/main" id="{0F84DA8C-C0E0-4FAC-87F7-B6BC1D4CB28B}"/>
              </a:ext>
            </a:extLst>
          </p:cNvPr>
          <p:cNvSpPr>
            <a:spLocks xmlns:a="http://schemas.openxmlformats.org/drawingml/2006/main" noGrp="1"/>
          </p:cNvSpPr>
          <p:nvPr/>
        </p:nvSpPr>
        <p:spPr>
          <a:xfrm xmlns:a="http://schemas.openxmlformats.org/drawingml/2006/main">
            <a:off x="685800" y="3619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OUTPUT</a:t>
            </a:r>
          </a:p>
        </p:txBody>
      </p:sp>
      <p:sp>
        <p:nvSpPr>
          <p:cNvPr id="13" name="">
            <a:extLst xmlns:a="http://schemas.openxmlformats.org/drawingml/2006/main">
              <a:ext uri="{FF2B5EF4-FFF2-40B4-BE49-F238E27FC236}">
                <a16:creationId xmlns:a16="http://schemas.microsoft.com/office/drawing/2014/main" id="{57CEBAD4-45B0-472D-98DF-1E8189AC891D}"/>
              </a:ext>
            </a:extLst>
          </p:cNvPr>
          <p:cNvSpPr>
            <a:spLocks xmlns:a="http://schemas.openxmlformats.org/drawingml/2006/main" noGrp="1"/>
          </p:cNvSpPr>
          <p:nvPr/>
        </p:nvSpPr>
        <p:spPr>
          <a:xfrm xmlns:a="http://schemas.openxmlformats.org/drawingml/2006/main">
            <a:off x="685800" y="400050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EEF116A4-0A35-43AC-9988-8A3222C4101C}"/>
              </a:ext>
            </a:extLst>
          </p:cNvPr>
          <p:cNvSpPr>
            <a:spLocks xmlns:a="http://schemas.openxmlformats.org/drawingml/2006/main" noGrp="1"/>
          </p:cNvSpPr>
          <p:nvPr/>
        </p:nvSpPr>
        <p:spPr>
          <a:xfrm xmlns:a="http://schemas.openxmlformats.org/drawingml/2006/main">
            <a:off x="685800" y="42100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quality_gate.json</a:t>
            </a:r>
          </a:p>
        </p:txBody>
      </p:sp>
      <p:sp>
        <p:nvSpPr>
          <p:cNvPr id="15" name="">
            <a:extLst xmlns:a="http://schemas.openxmlformats.org/drawingml/2006/main">
              <a:ext uri="{FF2B5EF4-FFF2-40B4-BE49-F238E27FC236}">
                <a16:creationId xmlns:a16="http://schemas.microsoft.com/office/drawing/2014/main" id="{754CC26B-03AC-4EB1-9A17-C3DEE44D9B54}"/>
              </a:ext>
            </a:extLst>
          </p:cNvPr>
          <p:cNvSpPr>
            <a:spLocks xmlns:a="http://schemas.openxmlformats.org/drawingml/2006/main" noGrp="1"/>
          </p:cNvSpPr>
          <p:nvPr/>
        </p:nvSpPr>
        <p:spPr>
          <a:xfrm xmlns:a="http://schemas.openxmlformats.org/drawingml/2006/main">
            <a:off x="6096000" y="3619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VERIFY</a:t>
            </a:r>
          </a:p>
        </p:txBody>
      </p:sp>
      <p:sp>
        <p:nvSpPr>
          <p:cNvPr id="16" name="">
            <a:extLst xmlns:a="http://schemas.openxmlformats.org/drawingml/2006/main">
              <a:ext uri="{FF2B5EF4-FFF2-40B4-BE49-F238E27FC236}">
                <a16:creationId xmlns:a16="http://schemas.microsoft.com/office/drawing/2014/main" id="{8316ECB2-2F98-42BE-80CB-EE81E5F910F5}"/>
              </a:ext>
            </a:extLst>
          </p:cNvPr>
          <p:cNvSpPr>
            <a:spLocks xmlns:a="http://schemas.openxmlformats.org/drawingml/2006/main" noGrp="1"/>
          </p:cNvSpPr>
          <p:nvPr/>
        </p:nvSpPr>
        <p:spPr>
          <a:xfrm xmlns:a="http://schemas.openxmlformats.org/drawingml/2006/main">
            <a:off x="6096000" y="400050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7" name="">
            <a:extLst xmlns:a="http://schemas.openxmlformats.org/drawingml/2006/main">
              <a:ext uri="{FF2B5EF4-FFF2-40B4-BE49-F238E27FC236}">
                <a16:creationId xmlns:a16="http://schemas.microsoft.com/office/drawing/2014/main" id="{7EF38227-03E3-4DD3-9AB7-E70F5961172C}"/>
              </a:ext>
            </a:extLst>
          </p:cNvPr>
          <p:cNvSpPr>
            <a:spLocks xmlns:a="http://schemas.openxmlformats.org/drawingml/2006/main" noGrp="1"/>
          </p:cNvSpPr>
          <p:nvPr/>
        </p:nvSpPr>
        <p:spPr>
          <a:xfrm xmlns:a="http://schemas.openxmlformats.org/drawingml/2006/main">
            <a:off x="6096000" y="42100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한국어·충분한 길이·무 flag일 때 READY다.</a:t>
            </a:r>
          </a:p>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fallback·짧은 전사·reference 유사도 저하는 HOLD다.</a:t>
            </a:r>
          </a:p>
        </p:txBody>
      </p:sp>
    </p:spTree>
    <p:extLst>
      <p:ext uri="{BB962C8B-B14F-4D97-AF65-F5344CB8AC3E}">
        <p14:creationId xmlns:p14="http://schemas.microsoft.com/office/powerpoint/2010/main" val="1370634551"/>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D781387-3546-42C6-8D65-9819E8FE060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실행 흐름</a:t>
            </a:r>
          </a:p>
        </p:txBody>
      </p:sp>
      <p:sp>
        <p:nvSpPr>
          <p:cNvPr id="2" name="">
            <a:extLst xmlns:a="http://schemas.openxmlformats.org/drawingml/2006/main">
              <a:ext uri="{FF2B5EF4-FFF2-40B4-BE49-F238E27FC236}">
                <a16:creationId xmlns:a16="http://schemas.microsoft.com/office/drawing/2014/main" id="{3347E9C3-2E0F-4C9A-864B-47A915D5F0C3}"/>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업무 흐름</a:t>
            </a:r>
          </a:p>
        </p:txBody>
      </p:sp>
      <p:sp>
        <p:nvSpPr>
          <p:cNvPr id="3" name="">
            <a:extLst xmlns:a="http://schemas.openxmlformats.org/drawingml/2006/main">
              <a:ext uri="{FF2B5EF4-FFF2-40B4-BE49-F238E27FC236}">
                <a16:creationId xmlns:a16="http://schemas.microsoft.com/office/drawing/2014/main" id="{3D0A8631-9244-4985-BF28-4B4F006D5D5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2471552B-4F45-4776-9F2C-B18D063F0409}"/>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876F74B6-E0A8-4AF8-B8CF-25D86E65159F}"/>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F871DAD7-3091-4A3B-B43B-3CFEDA1651ED}"/>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067</a:t>
            </a:r>
          </a:p>
        </p:txBody>
      </p:sp>
      <p:sp>
        <p:nvSpPr>
          <p:cNvPr id="7" name="">
            <a:extLst xmlns:a="http://schemas.openxmlformats.org/drawingml/2006/main">
              <a:ext uri="{FF2B5EF4-FFF2-40B4-BE49-F238E27FC236}">
                <a16:creationId xmlns:a16="http://schemas.microsoft.com/office/drawing/2014/main" id="{1D2F8EC6-B764-42F9-8940-D04C1AFE5AD7}"/>
              </a:ext>
            </a:extLst>
          </p:cNvPr>
          <p:cNvSpPr>
            <a:spLocks xmlns:a="http://schemas.openxmlformats.org/drawingml/2006/main" noGrp="1"/>
          </p:cNvSpPr>
          <p:nvPr/>
        </p:nvSpPr>
        <p:spPr>
          <a:xfrm xmlns:a="http://schemas.openxmlformats.org/drawingml/2006/main">
            <a:off x="6858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2563EB"/>
                </a:solidFill>
                <a:latin typeface="NanumGothic"/>
                <a:ea typeface="NanumGothic"/>
                <a:cs typeface="NanumGothic"/>
              </a:defRPr>
            </a:pPr>
            <a:r>
              <a:rPr sz="2625" b="1">
                <a:solidFill>
                  <a:srgbClr val="2563EB"/>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61F090B4-DA9A-4304-A213-61B9924A2352}"/>
              </a:ext>
            </a:extLst>
          </p:cNvPr>
          <p:cNvSpPr>
            <a:spLocks xmlns:a="http://schemas.openxmlformats.org/drawingml/2006/main" noGrp="1"/>
          </p:cNvSpPr>
          <p:nvPr/>
        </p:nvSpPr>
        <p:spPr>
          <a:xfrm xmlns:a="http://schemas.openxmlformats.org/drawingml/2006/main">
            <a:off x="6858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6CC196CE-AA1B-4288-8149-B3D017F57AE6}"/>
              </a:ext>
            </a:extLst>
          </p:cNvPr>
          <p:cNvSpPr>
            <a:spLocks xmlns:a="http://schemas.openxmlformats.org/drawingml/2006/main" noGrp="1"/>
          </p:cNvSpPr>
          <p:nvPr/>
        </p:nvSpPr>
        <p:spPr>
          <a:xfrm xmlns:a="http://schemas.openxmlformats.org/drawingml/2006/main">
            <a:off x="6858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segment metric 수집</a:t>
            </a:r>
          </a:p>
        </p:txBody>
      </p:sp>
      <p:sp>
        <p:nvSpPr>
          <p:cNvPr id="10" name="">
            <a:extLst xmlns:a="http://schemas.openxmlformats.org/drawingml/2006/main">
              <a:ext uri="{FF2B5EF4-FFF2-40B4-BE49-F238E27FC236}">
                <a16:creationId xmlns:a16="http://schemas.microsoft.com/office/drawing/2014/main" id="{0A7FF3A1-FE56-4FE8-B28D-3D20ABE54F17}"/>
              </a:ext>
            </a:extLst>
          </p:cNvPr>
          <p:cNvSpPr>
            <a:spLocks xmlns:a="http://schemas.openxmlformats.org/drawingml/2006/main" noGrp="1"/>
          </p:cNvSpPr>
          <p:nvPr/>
        </p:nvSpPr>
        <p:spPr>
          <a:xfrm xmlns:a="http://schemas.openxmlformats.org/drawingml/2006/main">
            <a:off x="283845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4D0C50C0-1485-4D00-8324-DB2539508F6D}"/>
              </a:ext>
            </a:extLst>
          </p:cNvPr>
          <p:cNvSpPr>
            <a:spLocks xmlns:a="http://schemas.openxmlformats.org/drawingml/2006/main" noGrp="1"/>
          </p:cNvSpPr>
          <p:nvPr/>
        </p:nvSpPr>
        <p:spPr>
          <a:xfrm xmlns:a="http://schemas.openxmlformats.org/drawingml/2006/main">
            <a:off x="283845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0EB409C1-2CD5-4C2C-ADE9-034B7BF3199E}"/>
              </a:ext>
            </a:extLst>
          </p:cNvPr>
          <p:cNvSpPr>
            <a:spLocks xmlns:a="http://schemas.openxmlformats.org/drawingml/2006/main" noGrp="1"/>
          </p:cNvSpPr>
          <p:nvPr/>
        </p:nvSpPr>
        <p:spPr>
          <a:xfrm xmlns:a="http://schemas.openxmlformats.org/drawingml/2006/main">
            <a:off x="283845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반복 탐지</a:t>
            </a:r>
          </a:p>
        </p:txBody>
      </p:sp>
      <p:sp>
        <p:nvSpPr>
          <p:cNvPr id="13" name="">
            <a:extLst xmlns:a="http://schemas.openxmlformats.org/drawingml/2006/main">
              <a:ext uri="{FF2B5EF4-FFF2-40B4-BE49-F238E27FC236}">
                <a16:creationId xmlns:a16="http://schemas.microsoft.com/office/drawing/2014/main" id="{DD1D7486-1192-42DC-B701-C32AB8EAC37E}"/>
              </a:ext>
            </a:extLst>
          </p:cNvPr>
          <p:cNvSpPr>
            <a:spLocks xmlns:a="http://schemas.openxmlformats.org/drawingml/2006/main" noGrp="1"/>
          </p:cNvSpPr>
          <p:nvPr/>
        </p:nvSpPr>
        <p:spPr>
          <a:xfrm xmlns:a="http://schemas.openxmlformats.org/drawingml/2006/main">
            <a:off x="49911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1C720048-790E-4BB5-8B4B-E1EF886ADB2B}"/>
              </a:ext>
            </a:extLst>
          </p:cNvPr>
          <p:cNvSpPr>
            <a:spLocks xmlns:a="http://schemas.openxmlformats.org/drawingml/2006/main" noGrp="1"/>
          </p:cNvSpPr>
          <p:nvPr/>
        </p:nvSpPr>
        <p:spPr>
          <a:xfrm xmlns:a="http://schemas.openxmlformats.org/drawingml/2006/main">
            <a:off x="49911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84FD4343-1939-45BC-A615-896CCFCD6B9F}"/>
              </a:ext>
            </a:extLst>
          </p:cNvPr>
          <p:cNvSpPr>
            <a:spLocks xmlns:a="http://schemas.openxmlformats.org/drawingml/2006/main" noGrp="1"/>
          </p:cNvSpPr>
          <p:nvPr/>
        </p:nvSpPr>
        <p:spPr>
          <a:xfrm xmlns:a="http://schemas.openxmlformats.org/drawingml/2006/main">
            <a:off x="49911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언어 확인</a:t>
            </a:r>
          </a:p>
        </p:txBody>
      </p:sp>
      <p:sp>
        <p:nvSpPr>
          <p:cNvPr id="16" name="">
            <a:extLst xmlns:a="http://schemas.openxmlformats.org/drawingml/2006/main">
              <a:ext uri="{FF2B5EF4-FFF2-40B4-BE49-F238E27FC236}">
                <a16:creationId xmlns:a16="http://schemas.microsoft.com/office/drawing/2014/main" id="{731E5773-E547-4E16-980D-CDDC14DDD2AB}"/>
              </a:ext>
            </a:extLst>
          </p:cNvPr>
          <p:cNvSpPr>
            <a:spLocks xmlns:a="http://schemas.openxmlformats.org/drawingml/2006/main" noGrp="1"/>
          </p:cNvSpPr>
          <p:nvPr/>
        </p:nvSpPr>
        <p:spPr>
          <a:xfrm xmlns:a="http://schemas.openxmlformats.org/drawingml/2006/main">
            <a:off x="714375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E9213F5B-49C6-4FE7-BA20-D9068AF28BA1}"/>
              </a:ext>
            </a:extLst>
          </p:cNvPr>
          <p:cNvSpPr>
            <a:spLocks xmlns:a="http://schemas.openxmlformats.org/drawingml/2006/main" noGrp="1"/>
          </p:cNvSpPr>
          <p:nvPr/>
        </p:nvSpPr>
        <p:spPr>
          <a:xfrm xmlns:a="http://schemas.openxmlformats.org/drawingml/2006/main">
            <a:off x="714375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F81F2DC6-50B8-4C72-A07B-5876BA5EFE48}"/>
              </a:ext>
            </a:extLst>
          </p:cNvPr>
          <p:cNvSpPr>
            <a:spLocks xmlns:a="http://schemas.openxmlformats.org/drawingml/2006/main" noGrp="1"/>
          </p:cNvSpPr>
          <p:nvPr/>
        </p:nvSpPr>
        <p:spPr>
          <a:xfrm xmlns:a="http://schemas.openxmlformats.org/drawingml/2006/main">
            <a:off x="714375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reference 비교</a:t>
            </a:r>
          </a:p>
        </p:txBody>
      </p:sp>
      <p:sp>
        <p:nvSpPr>
          <p:cNvPr id="19" name="">
            <a:extLst xmlns:a="http://schemas.openxmlformats.org/drawingml/2006/main">
              <a:ext uri="{FF2B5EF4-FFF2-40B4-BE49-F238E27FC236}">
                <a16:creationId xmlns:a16="http://schemas.microsoft.com/office/drawing/2014/main" id="{8196A077-604C-44EF-9177-792F68002308}"/>
              </a:ext>
            </a:extLst>
          </p:cNvPr>
          <p:cNvSpPr>
            <a:spLocks xmlns:a="http://schemas.openxmlformats.org/drawingml/2006/main" noGrp="1"/>
          </p:cNvSpPr>
          <p:nvPr/>
        </p:nvSpPr>
        <p:spPr>
          <a:xfrm xmlns:a="http://schemas.openxmlformats.org/drawingml/2006/main">
            <a:off x="92964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05</a:t>
            </a:r>
          </a:p>
        </p:txBody>
      </p:sp>
      <p:sp>
        <p:nvSpPr>
          <p:cNvPr id="20" name="">
            <a:extLst xmlns:a="http://schemas.openxmlformats.org/drawingml/2006/main">
              <a:ext uri="{FF2B5EF4-FFF2-40B4-BE49-F238E27FC236}">
                <a16:creationId xmlns:a16="http://schemas.microsoft.com/office/drawing/2014/main" id="{14E40937-291B-425F-A7E1-97461433D796}"/>
              </a:ext>
            </a:extLst>
          </p:cNvPr>
          <p:cNvSpPr>
            <a:spLocks xmlns:a="http://schemas.openxmlformats.org/drawingml/2006/main" noGrp="1"/>
          </p:cNvSpPr>
          <p:nvPr/>
        </p:nvSpPr>
        <p:spPr>
          <a:xfrm xmlns:a="http://schemas.openxmlformats.org/drawingml/2006/main">
            <a:off x="92964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21" name="">
            <a:extLst xmlns:a="http://schemas.openxmlformats.org/drawingml/2006/main">
              <a:ext uri="{FF2B5EF4-FFF2-40B4-BE49-F238E27FC236}">
                <a16:creationId xmlns:a16="http://schemas.microsoft.com/office/drawing/2014/main" id="{942A9C1C-223C-42C9-8EF7-979437B41FDA}"/>
              </a:ext>
            </a:extLst>
          </p:cNvPr>
          <p:cNvSpPr>
            <a:spLocks xmlns:a="http://schemas.openxmlformats.org/drawingml/2006/main" noGrp="1"/>
          </p:cNvSpPr>
          <p:nvPr/>
        </p:nvSpPr>
        <p:spPr>
          <a:xfrm xmlns:a="http://schemas.openxmlformats.org/drawingml/2006/main">
            <a:off x="92964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READY 또는 HOLD</a:t>
            </a:r>
          </a:p>
        </p:txBody>
      </p:sp>
      <p:sp>
        <p:nvSpPr>
          <p:cNvPr id="22" name="">
            <a:extLst xmlns:a="http://schemas.openxmlformats.org/drawingml/2006/main">
              <a:ext uri="{FF2B5EF4-FFF2-40B4-BE49-F238E27FC236}">
                <a16:creationId xmlns:a16="http://schemas.microsoft.com/office/drawing/2014/main" id="{9F8FB1F9-7CBE-4713-B34A-1220AB527067}"/>
              </a:ext>
            </a:extLst>
          </p:cNvPr>
          <p:cNvSpPr>
            <a:spLocks xmlns:a="http://schemas.openxmlformats.org/drawingml/2006/main" noGrp="1"/>
          </p:cNvSpPr>
          <p:nvPr/>
        </p:nvSpPr>
        <p:spPr>
          <a:xfrm xmlns:a="http://schemas.openxmlformats.org/drawingml/2006/main">
            <a:off x="1524000" y="46291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마지막 판단은 quality_gate.json에서 사람이 확인합니다.</a:t>
            </a:r>
          </a:p>
        </p:txBody>
      </p:sp>
    </p:spTree>
    <p:extLst>
      <p:ext uri="{BB962C8B-B14F-4D97-AF65-F5344CB8AC3E}">
        <p14:creationId xmlns:p14="http://schemas.microsoft.com/office/powerpoint/2010/main" val="1008133037"/>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13E2F5A-AB4E-49F9-8624-A5AFCA1DC41B}"/>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quality_gate.json 정상·실패 계약</a:t>
            </a:r>
          </a:p>
        </p:txBody>
      </p:sp>
      <p:sp>
        <p:nvSpPr>
          <p:cNvPr id="2" name="">
            <a:extLst xmlns:a="http://schemas.openxmlformats.org/drawingml/2006/main">
              <a:ext uri="{FF2B5EF4-FFF2-40B4-BE49-F238E27FC236}">
                <a16:creationId xmlns:a16="http://schemas.microsoft.com/office/drawing/2014/main" id="{D4C414A9-A14B-4C53-99EC-F12822A5242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06384997-9C89-4920-9566-4FEC65FCB0CB}"/>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E8831229-044A-41BA-B595-BECA724FF1E1}"/>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5" name="">
            <a:extLst xmlns:a="http://schemas.openxmlformats.org/drawingml/2006/main">
              <a:ext uri="{FF2B5EF4-FFF2-40B4-BE49-F238E27FC236}">
                <a16:creationId xmlns:a16="http://schemas.microsoft.com/office/drawing/2014/main" id="{1A6E4F01-FD41-4931-8598-0037ED9063E9}"/>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068</a:t>
            </a:r>
          </a:p>
        </p:txBody>
      </p:sp>
      <p:sp>
        <p:nvSpPr>
          <p:cNvPr id="6" name="">
            <a:extLst xmlns:a="http://schemas.openxmlformats.org/drawingml/2006/main">
              <a:ext uri="{FF2B5EF4-FFF2-40B4-BE49-F238E27FC236}">
                <a16:creationId xmlns:a16="http://schemas.microsoft.com/office/drawing/2014/main" id="{B88F5075-6E04-4169-A28A-352C32E04F21}"/>
              </a:ext>
            </a:extLst>
          </p:cNvPr>
          <p:cNvSpPr>
            <a:spLocks xmlns:a="http://schemas.openxmlformats.org/drawingml/2006/main" noGrp="1"/>
          </p:cNvSpPr>
          <p:nvPr/>
        </p:nvSpPr>
        <p:spPr>
          <a:xfrm xmlns:a="http://schemas.openxmlformats.org/drawingml/2006/main">
            <a:off x="762000" y="17145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정상</a:t>
            </a:r>
          </a:p>
        </p:txBody>
      </p:sp>
      <p:sp>
        <p:nvSpPr>
          <p:cNvPr id="7" name="">
            <a:extLst xmlns:a="http://schemas.openxmlformats.org/drawingml/2006/main">
              <a:ext uri="{FF2B5EF4-FFF2-40B4-BE49-F238E27FC236}">
                <a16:creationId xmlns:a16="http://schemas.microsoft.com/office/drawing/2014/main" id="{6E355BE6-F984-476E-8DCF-1F3999E8E314}"/>
              </a:ext>
            </a:extLst>
          </p:cNvPr>
          <p:cNvSpPr>
            <a:spLocks xmlns:a="http://schemas.openxmlformats.org/drawingml/2006/main" noGrp="1"/>
          </p:cNvSpPr>
          <p:nvPr/>
        </p:nvSpPr>
        <p:spPr>
          <a:xfrm xmlns:a="http://schemas.openxmlformats.org/drawingml/2006/main">
            <a:off x="2343150" y="18478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04A4056E-3E14-4BD1-905D-95E05DB8FC3F}"/>
              </a:ext>
            </a:extLst>
          </p:cNvPr>
          <p:cNvSpPr>
            <a:spLocks xmlns:a="http://schemas.openxmlformats.org/drawingml/2006/main" noGrp="1"/>
          </p:cNvSpPr>
          <p:nvPr/>
        </p:nvSpPr>
        <p:spPr>
          <a:xfrm xmlns:a="http://schemas.openxmlformats.org/drawingml/2006/main">
            <a:off x="3238500" y="15240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한국어·충분한 길이·무 flag일 때 READY다.</a:t>
            </a:r>
          </a:p>
        </p:txBody>
      </p:sp>
      <p:sp>
        <p:nvSpPr>
          <p:cNvPr id="9" name="">
            <a:extLst xmlns:a="http://schemas.openxmlformats.org/drawingml/2006/main">
              <a:ext uri="{FF2B5EF4-FFF2-40B4-BE49-F238E27FC236}">
                <a16:creationId xmlns:a16="http://schemas.microsoft.com/office/drawing/2014/main" id="{1F317E52-7F9B-448C-AC40-D435EEFDFAF5}"/>
              </a:ext>
            </a:extLst>
          </p:cNvPr>
          <p:cNvSpPr>
            <a:spLocks xmlns:a="http://schemas.openxmlformats.org/drawingml/2006/main" noGrp="1"/>
          </p:cNvSpPr>
          <p:nvPr/>
        </p:nvSpPr>
        <p:spPr>
          <a:xfrm xmlns:a="http://schemas.openxmlformats.org/drawingml/2006/main">
            <a:off x="762000" y="27813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경계</a:t>
            </a:r>
          </a:p>
        </p:txBody>
      </p:sp>
      <p:sp>
        <p:nvSpPr>
          <p:cNvPr id="10" name="">
            <a:extLst xmlns:a="http://schemas.openxmlformats.org/drawingml/2006/main">
              <a:ext uri="{FF2B5EF4-FFF2-40B4-BE49-F238E27FC236}">
                <a16:creationId xmlns:a16="http://schemas.microsoft.com/office/drawing/2014/main" id="{705E6AA8-BA69-4F17-8B37-E6AC3289A4E6}"/>
              </a:ext>
            </a:extLst>
          </p:cNvPr>
          <p:cNvSpPr>
            <a:spLocks xmlns:a="http://schemas.openxmlformats.org/drawingml/2006/main" noGrp="1"/>
          </p:cNvSpPr>
          <p:nvPr/>
        </p:nvSpPr>
        <p:spPr>
          <a:xfrm xmlns:a="http://schemas.openxmlformats.org/drawingml/2006/main">
            <a:off x="2343150" y="29146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395CF02F-0047-4397-B59D-A2902E16FB57}"/>
              </a:ext>
            </a:extLst>
          </p:cNvPr>
          <p:cNvSpPr>
            <a:spLocks xmlns:a="http://schemas.openxmlformats.org/drawingml/2006/main" noGrp="1"/>
          </p:cNvSpPr>
          <p:nvPr/>
        </p:nvSpPr>
        <p:spPr>
          <a:xfrm xmlns:a="http://schemas.openxmlformats.org/drawingml/2006/main">
            <a:off x="3238500" y="25908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fallback·짧은 전사·reference 유사도 저하는 HOLD다.</a:t>
            </a:r>
          </a:p>
        </p:txBody>
      </p:sp>
      <p:sp>
        <p:nvSpPr>
          <p:cNvPr id="12" name="">
            <a:extLst xmlns:a="http://schemas.openxmlformats.org/drawingml/2006/main">
              <a:ext uri="{FF2B5EF4-FFF2-40B4-BE49-F238E27FC236}">
                <a16:creationId xmlns:a16="http://schemas.microsoft.com/office/drawing/2014/main" id="{C2A58806-74E5-4D17-B355-2E42B9C23DF5}"/>
              </a:ext>
            </a:extLst>
          </p:cNvPr>
          <p:cNvSpPr>
            <a:spLocks xmlns:a="http://schemas.openxmlformats.org/drawingml/2006/main" noGrp="1"/>
          </p:cNvSpPr>
          <p:nvPr/>
        </p:nvSpPr>
        <p:spPr>
          <a:xfrm xmlns:a="http://schemas.openxmlformats.org/drawingml/2006/main">
            <a:off x="762000" y="38481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외부 쓰기</a:t>
            </a:r>
          </a:p>
        </p:txBody>
      </p:sp>
      <p:sp>
        <p:nvSpPr>
          <p:cNvPr id="13" name="">
            <a:extLst xmlns:a="http://schemas.openxmlformats.org/drawingml/2006/main">
              <a:ext uri="{FF2B5EF4-FFF2-40B4-BE49-F238E27FC236}">
                <a16:creationId xmlns:a16="http://schemas.microsoft.com/office/drawing/2014/main" id="{D2F21458-D91E-48B8-B193-3160D3F3E482}"/>
              </a:ext>
            </a:extLst>
          </p:cNvPr>
          <p:cNvSpPr>
            <a:spLocks xmlns:a="http://schemas.openxmlformats.org/drawingml/2006/main" noGrp="1"/>
          </p:cNvSpPr>
          <p:nvPr/>
        </p:nvSpPr>
        <p:spPr>
          <a:xfrm xmlns:a="http://schemas.openxmlformats.org/drawingml/2006/main">
            <a:off x="2343150" y="39814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D5F07F8C-6325-4CB7-904E-4805B234FE66}"/>
              </a:ext>
            </a:extLst>
          </p:cNvPr>
          <p:cNvSpPr>
            <a:spLocks xmlns:a="http://schemas.openxmlformats.org/drawingml/2006/main" noGrp="1"/>
          </p:cNvSpPr>
          <p:nvPr/>
        </p:nvSpPr>
        <p:spPr>
          <a:xfrm xmlns:a="http://schemas.openxmlformats.org/drawingml/2006/main">
            <a:off x="3238500" y="36576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STT 품질 Gate: 기본값 false · dry-run과 사람 승인 뒤 별도 adapter 호출</a:t>
            </a:r>
          </a:p>
        </p:txBody>
      </p:sp>
      <p:sp>
        <p:nvSpPr>
          <p:cNvPr id="15" name="">
            <a:extLst xmlns:a="http://schemas.openxmlformats.org/drawingml/2006/main">
              <a:ext uri="{FF2B5EF4-FFF2-40B4-BE49-F238E27FC236}">
                <a16:creationId xmlns:a16="http://schemas.microsoft.com/office/drawing/2014/main" id="{B539D631-12D1-4694-9564-2BB26B1730B4}"/>
              </a:ext>
            </a:extLst>
          </p:cNvPr>
          <p:cNvSpPr>
            <a:spLocks xmlns:a="http://schemas.openxmlformats.org/drawingml/2006/main" noGrp="1"/>
          </p:cNvSpPr>
          <p:nvPr/>
        </p:nvSpPr>
        <p:spPr>
          <a:xfrm xmlns:a="http://schemas.openxmlformats.org/drawingml/2006/main">
            <a:off x="762000" y="49149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기록</a:t>
            </a:r>
          </a:p>
        </p:txBody>
      </p:sp>
      <p:sp>
        <p:nvSpPr>
          <p:cNvPr id="16" name="">
            <a:extLst xmlns:a="http://schemas.openxmlformats.org/drawingml/2006/main">
              <a:ext uri="{FF2B5EF4-FFF2-40B4-BE49-F238E27FC236}">
                <a16:creationId xmlns:a16="http://schemas.microsoft.com/office/drawing/2014/main" id="{0001F874-18A4-430A-BED4-97BB2CD85303}"/>
              </a:ext>
            </a:extLst>
          </p:cNvPr>
          <p:cNvSpPr>
            <a:spLocks xmlns:a="http://schemas.openxmlformats.org/drawingml/2006/main" noGrp="1"/>
          </p:cNvSpPr>
          <p:nvPr/>
        </p:nvSpPr>
        <p:spPr>
          <a:xfrm xmlns:a="http://schemas.openxmlformats.org/drawingml/2006/main">
            <a:off x="2343150" y="50482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7" name="">
            <a:extLst xmlns:a="http://schemas.openxmlformats.org/drawingml/2006/main">
              <a:ext uri="{FF2B5EF4-FFF2-40B4-BE49-F238E27FC236}">
                <a16:creationId xmlns:a16="http://schemas.microsoft.com/office/drawing/2014/main" id="{4D64654B-B0E6-4D21-9E10-31F61C56529B}"/>
              </a:ext>
            </a:extLst>
          </p:cNvPr>
          <p:cNvSpPr>
            <a:spLocks xmlns:a="http://schemas.openxmlformats.org/drawingml/2006/main" noGrp="1"/>
          </p:cNvSpPr>
          <p:nvPr/>
        </p:nvSpPr>
        <p:spPr>
          <a:xfrm xmlns:a="http://schemas.openxmlformats.org/drawingml/2006/main">
            <a:off x="3238500" y="47244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status·error_code·입력 식별자·quality_gate.json</a:t>
            </a:r>
          </a:p>
        </p:txBody>
      </p:sp>
    </p:spTree>
    <p:extLst>
      <p:ext uri="{BB962C8B-B14F-4D97-AF65-F5344CB8AC3E}">
        <p14:creationId xmlns:p14="http://schemas.microsoft.com/office/powerpoint/2010/main" val="190640440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61A4295-CDE2-4C00-ABD6-FE279E0BDB9D}"/>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파일 지도</a:t>
            </a:r>
          </a:p>
        </p:txBody>
      </p:sp>
      <p:sp>
        <p:nvSpPr>
          <p:cNvPr id="2" name="">
            <a:extLst xmlns:a="http://schemas.openxmlformats.org/drawingml/2006/main">
              <a:ext uri="{FF2B5EF4-FFF2-40B4-BE49-F238E27FC236}">
                <a16:creationId xmlns:a16="http://schemas.microsoft.com/office/drawing/2014/main" id="{CF0193D2-9F1F-4778-AD14-AE319BA5ADE3}"/>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저장소 구조</a:t>
            </a:r>
          </a:p>
        </p:txBody>
      </p:sp>
      <p:sp>
        <p:nvSpPr>
          <p:cNvPr id="3" name="">
            <a:extLst xmlns:a="http://schemas.openxmlformats.org/drawingml/2006/main">
              <a:ext uri="{FF2B5EF4-FFF2-40B4-BE49-F238E27FC236}">
                <a16:creationId xmlns:a16="http://schemas.microsoft.com/office/drawing/2014/main" id="{D2EACDC7-BE69-4CEB-9170-39DCBAE3EA03}"/>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B9599C9C-2367-44AA-917A-05DE7C152F98}"/>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8057CBBA-6327-4EC8-B7E3-065D2BF89F3D}"/>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985609ED-5A46-420F-8B5C-445242D7C923}"/>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069</a:t>
            </a:r>
          </a:p>
        </p:txBody>
      </p:sp>
      <p:sp>
        <p:nvSpPr>
          <p:cNvPr id="7" name="">
            <a:extLst xmlns:a="http://schemas.openxmlformats.org/drawingml/2006/main">
              <a:ext uri="{FF2B5EF4-FFF2-40B4-BE49-F238E27FC236}">
                <a16:creationId xmlns:a16="http://schemas.microsoft.com/office/drawing/2014/main" id="{77DB3CB1-F1F4-457C-817A-FBCCBB4910DF}"/>
              </a:ext>
            </a:extLst>
          </p:cNvPr>
          <p:cNvSpPr>
            <a:spLocks xmlns:a="http://schemas.openxmlformats.org/drawingml/2006/main" noGrp="1"/>
          </p:cNvSpPr>
          <p:nvPr/>
        </p:nvSpPr>
        <p:spPr>
          <a:xfrm xmlns:a="http://schemas.openxmlformats.org/drawingml/2006/main">
            <a:off x="685800" y="1676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입력·fixture</a:t>
            </a:r>
          </a:p>
        </p:txBody>
      </p:sp>
      <p:sp>
        <p:nvSpPr>
          <p:cNvPr id="8" name="">
            <a:extLst xmlns:a="http://schemas.openxmlformats.org/drawingml/2006/main">
              <a:ext uri="{FF2B5EF4-FFF2-40B4-BE49-F238E27FC236}">
                <a16:creationId xmlns:a16="http://schemas.microsoft.com/office/drawing/2014/main" id="{8E8C886E-250D-40FA-AEFD-5FC6FC7A8ED8}"/>
              </a:ext>
            </a:extLst>
          </p:cNvPr>
          <p:cNvSpPr>
            <a:spLocks xmlns:a="http://schemas.openxmlformats.org/drawingml/2006/main" noGrp="1"/>
          </p:cNvSpPr>
          <p:nvPr/>
        </p:nvSpPr>
        <p:spPr>
          <a:xfrm xmlns:a="http://schemas.openxmlformats.org/drawingml/2006/main">
            <a:off x="2724150" y="1504950"/>
            <a:ext cx="8191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9" name="">
            <a:extLst xmlns:a="http://schemas.openxmlformats.org/drawingml/2006/main">
              <a:ext uri="{FF2B5EF4-FFF2-40B4-BE49-F238E27FC236}">
                <a16:creationId xmlns:a16="http://schemas.microsoft.com/office/drawing/2014/main" id="{EA0DF53E-C500-4922-A52C-3A7DA936A8AC}"/>
              </a:ext>
            </a:extLst>
          </p:cNvPr>
          <p:cNvSpPr>
            <a:spLocks xmlns:a="http://schemas.openxmlformats.org/drawingml/2006/main" noGrp="1"/>
          </p:cNvSpPr>
          <p:nvPr/>
        </p:nvSpPr>
        <p:spPr>
          <a:xfrm xmlns:a="http://schemas.openxmlformats.org/drawingml/2006/main">
            <a:off x="2952750" y="16764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src/meeting_demo.py</a:t>
            </a:r>
          </a:p>
        </p:txBody>
      </p:sp>
      <p:sp>
        <p:nvSpPr>
          <p:cNvPr id="10" name="">
            <a:extLst xmlns:a="http://schemas.openxmlformats.org/drawingml/2006/main">
              <a:ext uri="{FF2B5EF4-FFF2-40B4-BE49-F238E27FC236}">
                <a16:creationId xmlns:a16="http://schemas.microsoft.com/office/drawing/2014/main" id="{E01D348A-EC04-494E-A69C-FE3C6B36B91C}"/>
              </a:ext>
            </a:extLst>
          </p:cNvPr>
          <p:cNvSpPr>
            <a:spLocks xmlns:a="http://schemas.openxmlformats.org/drawingml/2006/main" noGrp="1"/>
          </p:cNvSpPr>
          <p:nvPr/>
        </p:nvSpPr>
        <p:spPr>
          <a:xfrm xmlns:a="http://schemas.openxmlformats.org/drawingml/2006/main">
            <a:off x="685800" y="27432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구현 코드</a:t>
            </a:r>
          </a:p>
        </p:txBody>
      </p:sp>
      <p:sp>
        <p:nvSpPr>
          <p:cNvPr id="11" name="">
            <a:extLst xmlns:a="http://schemas.openxmlformats.org/drawingml/2006/main">
              <a:ext uri="{FF2B5EF4-FFF2-40B4-BE49-F238E27FC236}">
                <a16:creationId xmlns:a16="http://schemas.microsoft.com/office/drawing/2014/main" id="{20DD3071-B49A-4942-B570-D978A82C9622}"/>
              </a:ext>
            </a:extLst>
          </p:cNvPr>
          <p:cNvSpPr>
            <a:spLocks xmlns:a="http://schemas.openxmlformats.org/drawingml/2006/main" noGrp="1"/>
          </p:cNvSpPr>
          <p:nvPr/>
        </p:nvSpPr>
        <p:spPr>
          <a:xfrm xmlns:a="http://schemas.openxmlformats.org/drawingml/2006/main">
            <a:off x="2724150" y="2571750"/>
            <a:ext cx="8191500" cy="6858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2F1EA24E-98C2-47DB-AAA0-903394FBFA5E}"/>
              </a:ext>
            </a:extLst>
          </p:cNvPr>
          <p:cNvSpPr>
            <a:spLocks xmlns:a="http://schemas.openxmlformats.org/drawingml/2006/main" noGrp="1"/>
          </p:cNvSpPr>
          <p:nvPr/>
        </p:nvSpPr>
        <p:spPr>
          <a:xfrm xmlns:a="http://schemas.openxmlformats.org/drawingml/2006/main">
            <a:off x="2952750" y="27432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tests/test_meeting_agent_workflow.py</a:t>
            </a:r>
          </a:p>
        </p:txBody>
      </p:sp>
      <p:sp>
        <p:nvSpPr>
          <p:cNvPr id="13" name="">
            <a:extLst xmlns:a="http://schemas.openxmlformats.org/drawingml/2006/main">
              <a:ext uri="{FF2B5EF4-FFF2-40B4-BE49-F238E27FC236}">
                <a16:creationId xmlns:a16="http://schemas.microsoft.com/office/drawing/2014/main" id="{F2B2FA4D-7DCA-42E6-9CBA-0020FD3E1C50}"/>
              </a:ext>
            </a:extLst>
          </p:cNvPr>
          <p:cNvSpPr>
            <a:spLocks xmlns:a="http://schemas.openxmlformats.org/drawingml/2006/main" noGrp="1"/>
          </p:cNvSpPr>
          <p:nvPr/>
        </p:nvSpPr>
        <p:spPr>
          <a:xfrm xmlns:a="http://schemas.openxmlformats.org/drawingml/2006/main">
            <a:off x="685800" y="38100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검증·test</a:t>
            </a:r>
          </a:p>
        </p:txBody>
      </p:sp>
      <p:sp>
        <p:nvSpPr>
          <p:cNvPr id="14" name="">
            <a:extLst xmlns:a="http://schemas.openxmlformats.org/drawingml/2006/main">
              <a:ext uri="{FF2B5EF4-FFF2-40B4-BE49-F238E27FC236}">
                <a16:creationId xmlns:a16="http://schemas.microsoft.com/office/drawing/2014/main" id="{CE3C680F-2F29-411E-A1C1-D72B5E454A7F}"/>
              </a:ext>
            </a:extLst>
          </p:cNvPr>
          <p:cNvSpPr>
            <a:spLocks xmlns:a="http://schemas.openxmlformats.org/drawingml/2006/main" noGrp="1"/>
          </p:cNvSpPr>
          <p:nvPr/>
        </p:nvSpPr>
        <p:spPr>
          <a:xfrm xmlns:a="http://schemas.openxmlformats.org/drawingml/2006/main">
            <a:off x="2724150" y="3638550"/>
            <a:ext cx="8191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5" name="">
            <a:extLst xmlns:a="http://schemas.openxmlformats.org/drawingml/2006/main">
              <a:ext uri="{FF2B5EF4-FFF2-40B4-BE49-F238E27FC236}">
                <a16:creationId xmlns:a16="http://schemas.microsoft.com/office/drawing/2014/main" id="{24AEC700-E355-4290-8F58-A2185FEFA729}"/>
              </a:ext>
            </a:extLst>
          </p:cNvPr>
          <p:cNvSpPr>
            <a:spLocks xmlns:a="http://schemas.openxmlformats.org/drawingml/2006/main" noGrp="1"/>
          </p:cNvSpPr>
          <p:nvPr/>
        </p:nvSpPr>
        <p:spPr>
          <a:xfrm xmlns:a="http://schemas.openxmlformats.org/drawingml/2006/main">
            <a:off x="2952750" y="38100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data/demo_meeting_transcript.txt</a:t>
            </a:r>
          </a:p>
        </p:txBody>
      </p:sp>
      <p:sp>
        <p:nvSpPr>
          <p:cNvPr id="16" name="">
            <a:extLst xmlns:a="http://schemas.openxmlformats.org/drawingml/2006/main">
              <a:ext uri="{FF2B5EF4-FFF2-40B4-BE49-F238E27FC236}">
                <a16:creationId xmlns:a16="http://schemas.microsoft.com/office/drawing/2014/main" id="{1C52E07C-4EC7-4B71-8D8D-CCDE665F9F32}"/>
              </a:ext>
            </a:extLst>
          </p:cNvPr>
          <p:cNvSpPr>
            <a:spLocks xmlns:a="http://schemas.openxmlformats.org/drawingml/2006/main" noGrp="1"/>
          </p:cNvSpPr>
          <p:nvPr/>
        </p:nvSpPr>
        <p:spPr>
          <a:xfrm xmlns:a="http://schemas.openxmlformats.org/drawingml/2006/main">
            <a:off x="685800" y="48768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따라하기 notebook</a:t>
            </a:r>
          </a:p>
        </p:txBody>
      </p:sp>
      <p:sp>
        <p:nvSpPr>
          <p:cNvPr id="17" name="">
            <a:extLst xmlns:a="http://schemas.openxmlformats.org/drawingml/2006/main">
              <a:ext uri="{FF2B5EF4-FFF2-40B4-BE49-F238E27FC236}">
                <a16:creationId xmlns:a16="http://schemas.microsoft.com/office/drawing/2014/main" id="{625E0EFE-60C4-4602-8D8C-0DF81C406BEF}"/>
              </a:ext>
            </a:extLst>
          </p:cNvPr>
          <p:cNvSpPr>
            <a:spLocks xmlns:a="http://schemas.openxmlformats.org/drawingml/2006/main" noGrp="1"/>
          </p:cNvSpPr>
          <p:nvPr/>
        </p:nvSpPr>
        <p:spPr>
          <a:xfrm xmlns:a="http://schemas.openxmlformats.org/drawingml/2006/main">
            <a:off x="2724150" y="4705350"/>
            <a:ext cx="8191500" cy="6858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FEB4F1AF-52D4-4E96-BAFD-F5082374AE10}"/>
              </a:ext>
            </a:extLst>
          </p:cNvPr>
          <p:cNvSpPr>
            <a:spLocks xmlns:a="http://schemas.openxmlformats.org/drawingml/2006/main" noGrp="1"/>
          </p:cNvSpPr>
          <p:nvPr/>
        </p:nvSpPr>
        <p:spPr>
          <a:xfrm xmlns:a="http://schemas.openxmlformats.org/drawingml/2006/main">
            <a:off x="2952750" y="48768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output/day2-stt-lab/meeting_result.json</a:t>
            </a:r>
          </a:p>
        </p:txBody>
      </p:sp>
    </p:spTree>
    <p:extLst>
      <p:ext uri="{BB962C8B-B14F-4D97-AF65-F5344CB8AC3E}">
        <p14:creationId xmlns:p14="http://schemas.microsoft.com/office/powerpoint/2010/main" val="1473991988"/>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165C04F-98D1-49DD-B805-E4719D0525BC}"/>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개념·코드</a:t>
            </a:r>
          </a:p>
        </p:txBody>
      </p:sp>
      <p:sp>
        <p:nvSpPr>
          <p:cNvPr id="2" name="">
            <a:extLst xmlns:a="http://schemas.openxmlformats.org/drawingml/2006/main">
              <a:ext uri="{FF2B5EF4-FFF2-40B4-BE49-F238E27FC236}">
                <a16:creationId xmlns:a16="http://schemas.microsoft.com/office/drawing/2014/main" id="{764F47D7-7624-4A80-9582-F82A21D187B9}"/>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개념 연결</a:t>
            </a:r>
          </a:p>
        </p:txBody>
      </p:sp>
      <p:sp>
        <p:nvSpPr>
          <p:cNvPr id="3" name="">
            <a:extLst xmlns:a="http://schemas.openxmlformats.org/drawingml/2006/main">
              <a:ext uri="{FF2B5EF4-FFF2-40B4-BE49-F238E27FC236}">
                <a16:creationId xmlns:a16="http://schemas.microsoft.com/office/drawing/2014/main" id="{A50E0E63-5AC0-4485-AE94-2E1E539B0C5C}"/>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3FCA111E-7F9A-4BB6-A88E-A97CA0AEBB6C}"/>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F285F3D5-0233-4D60-8A25-4BC8B4F68212}"/>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955DE736-BA25-4E83-B6F0-3559AE2D961A}"/>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070</a:t>
            </a:r>
          </a:p>
        </p:txBody>
      </p:sp>
      <p:sp>
        <p:nvSpPr>
          <p:cNvPr id="7" name="">
            <a:extLst xmlns:a="http://schemas.openxmlformats.org/drawingml/2006/main">
              <a:ext uri="{FF2B5EF4-FFF2-40B4-BE49-F238E27FC236}">
                <a16:creationId xmlns:a16="http://schemas.microsoft.com/office/drawing/2014/main" id="{921C1CCC-7916-4DD2-B6BC-5365E72FECA6}"/>
              </a:ext>
            </a:extLst>
          </p:cNvPr>
          <p:cNvSpPr>
            <a:spLocks xmlns:a="http://schemas.openxmlformats.org/drawingml/2006/main" noGrp="1"/>
          </p:cNvSpPr>
          <p:nvPr/>
        </p:nvSpPr>
        <p:spPr>
          <a:xfrm xmlns:a="http://schemas.openxmlformats.org/drawingml/2006/main">
            <a:off x="685800" y="1504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VAD</a:t>
            </a:r>
          </a:p>
        </p:txBody>
      </p:sp>
      <p:sp>
        <p:nvSpPr>
          <p:cNvPr id="8" name="">
            <a:extLst xmlns:a="http://schemas.openxmlformats.org/drawingml/2006/main">
              <a:ext uri="{FF2B5EF4-FFF2-40B4-BE49-F238E27FC236}">
                <a16:creationId xmlns:a16="http://schemas.microsoft.com/office/drawing/2014/main" id="{904ADB09-ADC0-4EF9-B5BD-4ADD16A9016F}"/>
              </a:ext>
            </a:extLst>
          </p:cNvPr>
          <p:cNvSpPr>
            <a:spLocks xmlns:a="http://schemas.openxmlformats.org/drawingml/2006/main" noGrp="1"/>
          </p:cNvSpPr>
          <p:nvPr/>
        </p:nvSpPr>
        <p:spPr>
          <a:xfrm xmlns:a="http://schemas.openxmlformats.org/drawingml/2006/main">
            <a:off x="685800" y="19621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말소리 구간을 먼저 찾는 처리</a:t>
            </a:r>
          </a:p>
        </p:txBody>
      </p:sp>
      <p:sp>
        <p:nvSpPr>
          <p:cNvPr id="9" name="">
            <a:extLst xmlns:a="http://schemas.openxmlformats.org/drawingml/2006/main">
              <a:ext uri="{FF2B5EF4-FFF2-40B4-BE49-F238E27FC236}">
                <a16:creationId xmlns:a16="http://schemas.microsoft.com/office/drawing/2014/main" id="{3854352E-0789-44AF-8849-DFABE07A4F2A}"/>
              </a:ext>
            </a:extLst>
          </p:cNvPr>
          <p:cNvSpPr>
            <a:spLocks xmlns:a="http://schemas.openxmlformats.org/drawingml/2006/main" noGrp="1"/>
          </p:cNvSpPr>
          <p:nvPr/>
        </p:nvSpPr>
        <p:spPr>
          <a:xfrm xmlns:a="http://schemas.openxmlformats.org/drawingml/2006/main">
            <a:off x="685800" y="26670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0" name="">
            <a:extLst xmlns:a="http://schemas.openxmlformats.org/drawingml/2006/main">
              <a:ext uri="{FF2B5EF4-FFF2-40B4-BE49-F238E27FC236}">
                <a16:creationId xmlns:a16="http://schemas.microsoft.com/office/drawing/2014/main" id="{8B5770A8-F83A-4F0A-93F4-9B0B675654FA}"/>
              </a:ext>
            </a:extLst>
          </p:cNvPr>
          <p:cNvSpPr>
            <a:spLocks xmlns:a="http://schemas.openxmlformats.org/drawingml/2006/main" noGrp="1"/>
          </p:cNvSpPr>
          <p:nvPr/>
        </p:nvSpPr>
        <p:spPr>
          <a:xfrm xmlns:a="http://schemas.openxmlformats.org/drawingml/2006/main">
            <a:off x="819150" y="27813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src/meeting_demo.py</a:t>
            </a:r>
          </a:p>
        </p:txBody>
      </p:sp>
      <p:sp>
        <p:nvSpPr>
          <p:cNvPr id="11" name="">
            <a:extLst xmlns:a="http://schemas.openxmlformats.org/drawingml/2006/main">
              <a:ext uri="{FF2B5EF4-FFF2-40B4-BE49-F238E27FC236}">
                <a16:creationId xmlns:a16="http://schemas.microsoft.com/office/drawing/2014/main" id="{B16A2371-3B11-4940-AF24-8648ABF8A0F4}"/>
              </a:ext>
            </a:extLst>
          </p:cNvPr>
          <p:cNvSpPr>
            <a:spLocks xmlns:a="http://schemas.openxmlformats.org/drawingml/2006/main" noGrp="1"/>
          </p:cNvSpPr>
          <p:nvPr/>
        </p:nvSpPr>
        <p:spPr>
          <a:xfrm xmlns:a="http://schemas.openxmlformats.org/drawingml/2006/main">
            <a:off x="6096000" y="1504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no-speech</a:t>
            </a:r>
          </a:p>
        </p:txBody>
      </p:sp>
      <p:sp>
        <p:nvSpPr>
          <p:cNvPr id="12" name="">
            <a:extLst xmlns:a="http://schemas.openxmlformats.org/drawingml/2006/main">
              <a:ext uri="{FF2B5EF4-FFF2-40B4-BE49-F238E27FC236}">
                <a16:creationId xmlns:a16="http://schemas.microsoft.com/office/drawing/2014/main" id="{80078BE9-AC05-45E8-8BCB-03A1786BFB32}"/>
              </a:ext>
            </a:extLst>
          </p:cNvPr>
          <p:cNvSpPr>
            <a:spLocks xmlns:a="http://schemas.openxmlformats.org/drawingml/2006/main" noGrp="1"/>
          </p:cNvSpPr>
          <p:nvPr/>
        </p:nvSpPr>
        <p:spPr>
          <a:xfrm xmlns:a="http://schemas.openxmlformats.org/drawingml/2006/main">
            <a:off x="6096000" y="19621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해당 구간이 무음일 가능성</a:t>
            </a:r>
          </a:p>
        </p:txBody>
      </p:sp>
      <p:sp>
        <p:nvSpPr>
          <p:cNvPr id="13" name="">
            <a:extLst xmlns:a="http://schemas.openxmlformats.org/drawingml/2006/main">
              <a:ext uri="{FF2B5EF4-FFF2-40B4-BE49-F238E27FC236}">
                <a16:creationId xmlns:a16="http://schemas.microsoft.com/office/drawing/2014/main" id="{7842303D-61A1-4FF6-BA6C-6968C82D1A67}"/>
              </a:ext>
            </a:extLst>
          </p:cNvPr>
          <p:cNvSpPr>
            <a:spLocks xmlns:a="http://schemas.openxmlformats.org/drawingml/2006/main" noGrp="1"/>
          </p:cNvSpPr>
          <p:nvPr/>
        </p:nvSpPr>
        <p:spPr>
          <a:xfrm xmlns:a="http://schemas.openxmlformats.org/drawingml/2006/main">
            <a:off x="6096000" y="26670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44D9FD51-F88E-48F4-8C35-8A2BD734E6E8}"/>
              </a:ext>
            </a:extLst>
          </p:cNvPr>
          <p:cNvSpPr>
            <a:spLocks xmlns:a="http://schemas.openxmlformats.org/drawingml/2006/main" noGrp="1"/>
          </p:cNvSpPr>
          <p:nvPr/>
        </p:nvSpPr>
        <p:spPr>
          <a:xfrm xmlns:a="http://schemas.openxmlformats.org/drawingml/2006/main">
            <a:off x="6229350" y="27813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tests/test_meeting_agent_workflow.py</a:t>
            </a:r>
          </a:p>
        </p:txBody>
      </p:sp>
      <p:sp>
        <p:nvSpPr>
          <p:cNvPr id="15" name="">
            <a:extLst xmlns:a="http://schemas.openxmlformats.org/drawingml/2006/main">
              <a:ext uri="{FF2B5EF4-FFF2-40B4-BE49-F238E27FC236}">
                <a16:creationId xmlns:a16="http://schemas.microsoft.com/office/drawing/2014/main" id="{83791654-5BD9-486E-ABE0-9AC26D7E98D2}"/>
              </a:ext>
            </a:extLst>
          </p:cNvPr>
          <p:cNvSpPr>
            <a:spLocks xmlns:a="http://schemas.openxmlformats.org/drawingml/2006/main" noGrp="1"/>
          </p:cNvSpPr>
          <p:nvPr/>
        </p:nvSpPr>
        <p:spPr>
          <a:xfrm xmlns:a="http://schemas.openxmlformats.org/drawingml/2006/main">
            <a:off x="685800" y="3486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log probability</a:t>
            </a:r>
          </a:p>
        </p:txBody>
      </p:sp>
      <p:sp>
        <p:nvSpPr>
          <p:cNvPr id="16" name="">
            <a:extLst xmlns:a="http://schemas.openxmlformats.org/drawingml/2006/main">
              <a:ext uri="{FF2B5EF4-FFF2-40B4-BE49-F238E27FC236}">
                <a16:creationId xmlns:a16="http://schemas.microsoft.com/office/drawing/2014/main" id="{E87CD4D1-292C-40F6-8DA9-0E30A39E7D61}"/>
              </a:ext>
            </a:extLst>
          </p:cNvPr>
          <p:cNvSpPr>
            <a:spLocks xmlns:a="http://schemas.openxmlformats.org/drawingml/2006/main" noGrp="1"/>
          </p:cNvSpPr>
          <p:nvPr/>
        </p:nvSpPr>
        <p:spPr>
          <a:xfrm xmlns:a="http://schemas.openxmlformats.org/drawingml/2006/main">
            <a:off x="685800" y="39433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모델이 전사에 가진 상대 신뢰</a:t>
            </a:r>
          </a:p>
        </p:txBody>
      </p:sp>
      <p:sp>
        <p:nvSpPr>
          <p:cNvPr id="17" name="">
            <a:extLst xmlns:a="http://schemas.openxmlformats.org/drawingml/2006/main">
              <a:ext uri="{FF2B5EF4-FFF2-40B4-BE49-F238E27FC236}">
                <a16:creationId xmlns:a16="http://schemas.microsoft.com/office/drawing/2014/main" id="{87439918-E691-46CA-9B82-0843A6CA4164}"/>
              </a:ext>
            </a:extLst>
          </p:cNvPr>
          <p:cNvSpPr>
            <a:spLocks xmlns:a="http://schemas.openxmlformats.org/drawingml/2006/main" noGrp="1"/>
          </p:cNvSpPr>
          <p:nvPr/>
        </p:nvSpPr>
        <p:spPr>
          <a:xfrm xmlns:a="http://schemas.openxmlformats.org/drawingml/2006/main">
            <a:off x="685800" y="46482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8E26B7F1-35E9-47A1-A9E8-8380B3D9A5EB}"/>
              </a:ext>
            </a:extLst>
          </p:cNvPr>
          <p:cNvSpPr>
            <a:spLocks xmlns:a="http://schemas.openxmlformats.org/drawingml/2006/main" noGrp="1"/>
          </p:cNvSpPr>
          <p:nvPr/>
        </p:nvSpPr>
        <p:spPr>
          <a:xfrm xmlns:a="http://schemas.openxmlformats.org/drawingml/2006/main">
            <a:off x="819150" y="47625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data/demo_meeting_transcript.txt</a:t>
            </a:r>
          </a:p>
        </p:txBody>
      </p:sp>
      <p:sp>
        <p:nvSpPr>
          <p:cNvPr id="19" name="">
            <a:extLst xmlns:a="http://schemas.openxmlformats.org/drawingml/2006/main">
              <a:ext uri="{FF2B5EF4-FFF2-40B4-BE49-F238E27FC236}">
                <a16:creationId xmlns:a16="http://schemas.microsoft.com/office/drawing/2014/main" id="{CF19656A-5076-43C5-8CAA-3429A59E3C98}"/>
              </a:ext>
            </a:extLst>
          </p:cNvPr>
          <p:cNvSpPr>
            <a:spLocks xmlns:a="http://schemas.openxmlformats.org/drawingml/2006/main" noGrp="1"/>
          </p:cNvSpPr>
          <p:nvPr/>
        </p:nvSpPr>
        <p:spPr>
          <a:xfrm xmlns:a="http://schemas.openxmlformats.org/drawingml/2006/main">
            <a:off x="6096000" y="3486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Hotwords</a:t>
            </a:r>
          </a:p>
        </p:txBody>
      </p:sp>
      <p:sp>
        <p:nvSpPr>
          <p:cNvPr id="20" name="">
            <a:extLst xmlns:a="http://schemas.openxmlformats.org/drawingml/2006/main">
              <a:ext uri="{FF2B5EF4-FFF2-40B4-BE49-F238E27FC236}">
                <a16:creationId xmlns:a16="http://schemas.microsoft.com/office/drawing/2014/main" id="{DD977B4B-48C6-4470-8D67-00F0550AFA85}"/>
              </a:ext>
            </a:extLst>
          </p:cNvPr>
          <p:cNvSpPr>
            <a:spLocks xmlns:a="http://schemas.openxmlformats.org/drawingml/2006/main" noGrp="1"/>
          </p:cNvSpPr>
          <p:nvPr/>
        </p:nvSpPr>
        <p:spPr>
          <a:xfrm xmlns:a="http://schemas.openxmlformats.org/drawingml/2006/main">
            <a:off x="6096000" y="39433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제품명 등 인식 힌트</a:t>
            </a:r>
          </a:p>
        </p:txBody>
      </p:sp>
      <p:sp>
        <p:nvSpPr>
          <p:cNvPr id="21" name="">
            <a:extLst xmlns:a="http://schemas.openxmlformats.org/drawingml/2006/main">
              <a:ext uri="{FF2B5EF4-FFF2-40B4-BE49-F238E27FC236}">
                <a16:creationId xmlns:a16="http://schemas.microsoft.com/office/drawing/2014/main" id="{28126991-6A7D-4012-B3A8-9B40411B4A2F}"/>
              </a:ext>
            </a:extLst>
          </p:cNvPr>
          <p:cNvSpPr>
            <a:spLocks xmlns:a="http://schemas.openxmlformats.org/drawingml/2006/main" noGrp="1"/>
          </p:cNvSpPr>
          <p:nvPr/>
        </p:nvSpPr>
        <p:spPr>
          <a:xfrm xmlns:a="http://schemas.openxmlformats.org/drawingml/2006/main">
            <a:off x="6096000" y="46482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1D13EB5A-24EE-4EB3-87EE-D8A3F97AEC8D}"/>
              </a:ext>
            </a:extLst>
          </p:cNvPr>
          <p:cNvSpPr>
            <a:spLocks xmlns:a="http://schemas.openxmlformats.org/drawingml/2006/main" noGrp="1"/>
          </p:cNvSpPr>
          <p:nvPr/>
        </p:nvSpPr>
        <p:spPr>
          <a:xfrm xmlns:a="http://schemas.openxmlformats.org/drawingml/2006/main">
            <a:off x="6229350" y="47625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output/day2-stt-lab/meeting_result.json</a:t>
            </a:r>
          </a:p>
        </p:txBody>
      </p:sp>
    </p:spTree>
    <p:extLst>
      <p:ext uri="{BB962C8B-B14F-4D97-AF65-F5344CB8AC3E}">
        <p14:creationId xmlns:p14="http://schemas.microsoft.com/office/powerpoint/2010/main" val="1780184471"/>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926E3984-00E9-4D3C-916C-162894BDC979}"/>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선택 기준</a:t>
            </a:r>
          </a:p>
        </p:txBody>
      </p:sp>
      <p:sp>
        <p:nvSpPr>
          <p:cNvPr id="2" name="">
            <a:extLst xmlns:a="http://schemas.openxmlformats.org/drawingml/2006/main">
              <a:ext uri="{FF2B5EF4-FFF2-40B4-BE49-F238E27FC236}">
                <a16:creationId xmlns:a16="http://schemas.microsoft.com/office/drawing/2014/main" id="{34B0736E-9B8A-47E2-A6A3-8DC705B61A2E}"/>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비교</a:t>
            </a:r>
          </a:p>
        </p:txBody>
      </p:sp>
      <p:sp>
        <p:nvSpPr>
          <p:cNvPr id="3" name="">
            <a:extLst xmlns:a="http://schemas.openxmlformats.org/drawingml/2006/main">
              <a:ext uri="{FF2B5EF4-FFF2-40B4-BE49-F238E27FC236}">
                <a16:creationId xmlns:a16="http://schemas.microsoft.com/office/drawing/2014/main" id="{069863F8-E920-4E21-A7C6-A20BB1085D81}"/>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EDC408AA-ACCA-4059-9459-8E4E8562A966}"/>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78DF22DC-6B01-43B9-918A-9BC3068EFCDF}"/>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B86628A3-656C-4508-ABA7-5EC5DA833620}"/>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071</a:t>
            </a:r>
          </a:p>
        </p:txBody>
      </p:sp>
      <p:sp>
        <p:nvSpPr>
          <p:cNvPr id="7" name="">
            <a:extLst xmlns:a="http://schemas.openxmlformats.org/drawingml/2006/main">
              <a:ext uri="{FF2B5EF4-FFF2-40B4-BE49-F238E27FC236}">
                <a16:creationId xmlns:a16="http://schemas.microsoft.com/office/drawing/2014/main" id="{849603CA-5F7E-406D-8589-1F5641BDF5D9}"/>
              </a:ext>
            </a:extLst>
          </p:cNvPr>
          <p:cNvSpPr>
            <a:spLocks xmlns:a="http://schemas.openxmlformats.org/drawingml/2006/main" noGrp="1"/>
          </p:cNvSpPr>
          <p:nvPr/>
        </p:nvSpPr>
        <p:spPr>
          <a:xfrm xmlns:a="http://schemas.openxmlformats.org/drawingml/2006/main">
            <a:off x="666750" y="1504950"/>
            <a:ext cx="238125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8" name="">
            <a:extLst xmlns:a="http://schemas.openxmlformats.org/drawingml/2006/main">
              <a:ext uri="{FF2B5EF4-FFF2-40B4-BE49-F238E27FC236}">
                <a16:creationId xmlns:a16="http://schemas.microsoft.com/office/drawing/2014/main" id="{F98339F2-8772-4795-B929-4EB9F43A5278}"/>
              </a:ext>
            </a:extLst>
          </p:cNvPr>
          <p:cNvSpPr>
            <a:spLocks xmlns:a="http://schemas.openxmlformats.org/drawingml/2006/main" noGrp="1"/>
          </p:cNvSpPr>
          <p:nvPr/>
        </p:nvSpPr>
        <p:spPr>
          <a:xfrm xmlns:a="http://schemas.openxmlformats.org/drawingml/2006/main">
            <a:off x="819150" y="16573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구분</a:t>
            </a:r>
          </a:p>
        </p:txBody>
      </p:sp>
      <p:sp>
        <p:nvSpPr>
          <p:cNvPr id="9" name="">
            <a:extLst xmlns:a="http://schemas.openxmlformats.org/drawingml/2006/main">
              <a:ext uri="{FF2B5EF4-FFF2-40B4-BE49-F238E27FC236}">
                <a16:creationId xmlns:a16="http://schemas.microsoft.com/office/drawing/2014/main" id="{171C0487-3A8B-4C15-A397-DF237C177743}"/>
              </a:ext>
            </a:extLst>
          </p:cNvPr>
          <p:cNvSpPr>
            <a:spLocks xmlns:a="http://schemas.openxmlformats.org/drawingml/2006/main" noGrp="1"/>
          </p:cNvSpPr>
          <p:nvPr/>
        </p:nvSpPr>
        <p:spPr>
          <a:xfrm xmlns:a="http://schemas.openxmlformats.org/drawingml/2006/main">
            <a:off x="3048000" y="1504950"/>
            <a:ext cx="457200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0" name="">
            <a:extLst xmlns:a="http://schemas.openxmlformats.org/drawingml/2006/main">
              <a:ext uri="{FF2B5EF4-FFF2-40B4-BE49-F238E27FC236}">
                <a16:creationId xmlns:a16="http://schemas.microsoft.com/office/drawing/2014/main" id="{77777B89-381B-4D3A-8D46-0B62A8B6AC63}"/>
              </a:ext>
            </a:extLst>
          </p:cNvPr>
          <p:cNvSpPr>
            <a:spLocks xmlns:a="http://schemas.openxmlformats.org/drawingml/2006/main" noGrp="1"/>
          </p:cNvSpPr>
          <p:nvPr/>
        </p:nvSpPr>
        <p:spPr>
          <a:xfrm xmlns:a="http://schemas.openxmlformats.org/drawingml/2006/main">
            <a:off x="3200400" y="16573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역할</a:t>
            </a:r>
          </a:p>
        </p:txBody>
      </p:sp>
      <p:sp>
        <p:nvSpPr>
          <p:cNvPr id="11" name="">
            <a:extLst xmlns:a="http://schemas.openxmlformats.org/drawingml/2006/main">
              <a:ext uri="{FF2B5EF4-FFF2-40B4-BE49-F238E27FC236}">
                <a16:creationId xmlns:a16="http://schemas.microsoft.com/office/drawing/2014/main" id="{82D70F6D-32E9-435B-B580-206059ED5FD5}"/>
              </a:ext>
            </a:extLst>
          </p:cNvPr>
          <p:cNvSpPr>
            <a:spLocks xmlns:a="http://schemas.openxmlformats.org/drawingml/2006/main" noGrp="1"/>
          </p:cNvSpPr>
          <p:nvPr/>
        </p:nvSpPr>
        <p:spPr>
          <a:xfrm xmlns:a="http://schemas.openxmlformats.org/drawingml/2006/main">
            <a:off x="7620000" y="1504950"/>
            <a:ext cx="390525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2" name="">
            <a:extLst xmlns:a="http://schemas.openxmlformats.org/drawingml/2006/main">
              <a:ext uri="{FF2B5EF4-FFF2-40B4-BE49-F238E27FC236}">
                <a16:creationId xmlns:a16="http://schemas.microsoft.com/office/drawing/2014/main" id="{DD01CD39-8F0E-4AB0-A9C2-449AC5B5CDBB}"/>
              </a:ext>
            </a:extLst>
          </p:cNvPr>
          <p:cNvSpPr>
            <a:spLocks xmlns:a="http://schemas.openxmlformats.org/drawingml/2006/main" noGrp="1"/>
          </p:cNvSpPr>
          <p:nvPr/>
        </p:nvSpPr>
        <p:spPr>
          <a:xfrm xmlns:a="http://schemas.openxmlformats.org/drawingml/2006/main">
            <a:off x="7772400" y="16573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이번 차시의 판단 기준</a:t>
            </a:r>
          </a:p>
        </p:txBody>
      </p:sp>
      <p:sp>
        <p:nvSpPr>
          <p:cNvPr id="13" name="">
            <a:extLst xmlns:a="http://schemas.openxmlformats.org/drawingml/2006/main">
              <a:ext uri="{FF2B5EF4-FFF2-40B4-BE49-F238E27FC236}">
                <a16:creationId xmlns:a16="http://schemas.microsoft.com/office/drawing/2014/main" id="{E47B8C23-8275-4C70-B59C-1704B36B4FC9}"/>
              </a:ext>
            </a:extLst>
          </p:cNvPr>
          <p:cNvSpPr>
            <a:spLocks xmlns:a="http://schemas.openxmlformats.org/drawingml/2006/main" noGrp="1"/>
          </p:cNvSpPr>
          <p:nvPr/>
        </p:nvSpPr>
        <p:spPr>
          <a:xfrm xmlns:a="http://schemas.openxmlformats.org/drawingml/2006/main">
            <a:off x="666750" y="2381250"/>
            <a:ext cx="2381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5582F1C5-0D3A-4477-BEEF-3F031A77ED1E}"/>
              </a:ext>
            </a:extLst>
          </p:cNvPr>
          <p:cNvSpPr>
            <a:spLocks xmlns:a="http://schemas.openxmlformats.org/drawingml/2006/main" noGrp="1"/>
          </p:cNvSpPr>
          <p:nvPr/>
        </p:nvSpPr>
        <p:spPr>
          <a:xfrm xmlns:a="http://schemas.openxmlformats.org/drawingml/2006/main">
            <a:off x="819150" y="25336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VAD</a:t>
            </a:r>
          </a:p>
        </p:txBody>
      </p:sp>
      <p:sp>
        <p:nvSpPr>
          <p:cNvPr id="15" name="">
            <a:extLst xmlns:a="http://schemas.openxmlformats.org/drawingml/2006/main">
              <a:ext uri="{FF2B5EF4-FFF2-40B4-BE49-F238E27FC236}">
                <a16:creationId xmlns:a16="http://schemas.microsoft.com/office/drawing/2014/main" id="{3420D064-14A8-43AC-B221-C6D7338916D0}"/>
              </a:ext>
            </a:extLst>
          </p:cNvPr>
          <p:cNvSpPr>
            <a:spLocks xmlns:a="http://schemas.openxmlformats.org/drawingml/2006/main" noGrp="1"/>
          </p:cNvSpPr>
          <p:nvPr/>
        </p:nvSpPr>
        <p:spPr>
          <a:xfrm xmlns:a="http://schemas.openxmlformats.org/drawingml/2006/main">
            <a:off x="3048000" y="2381250"/>
            <a:ext cx="457200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6" name="">
            <a:extLst xmlns:a="http://schemas.openxmlformats.org/drawingml/2006/main">
              <a:ext uri="{FF2B5EF4-FFF2-40B4-BE49-F238E27FC236}">
                <a16:creationId xmlns:a16="http://schemas.microsoft.com/office/drawing/2014/main" id="{740B1050-F64B-45F7-9F13-0FEB6C53226D}"/>
              </a:ext>
            </a:extLst>
          </p:cNvPr>
          <p:cNvSpPr>
            <a:spLocks xmlns:a="http://schemas.openxmlformats.org/drawingml/2006/main" noGrp="1"/>
          </p:cNvSpPr>
          <p:nvPr/>
        </p:nvSpPr>
        <p:spPr>
          <a:xfrm xmlns:a="http://schemas.openxmlformats.org/drawingml/2006/main">
            <a:off x="3200400" y="25336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segment metric 수집 단계의 입력 기준</a:t>
            </a:r>
          </a:p>
        </p:txBody>
      </p:sp>
      <p:sp>
        <p:nvSpPr>
          <p:cNvPr id="17" name="">
            <a:extLst xmlns:a="http://schemas.openxmlformats.org/drawingml/2006/main">
              <a:ext uri="{FF2B5EF4-FFF2-40B4-BE49-F238E27FC236}">
                <a16:creationId xmlns:a16="http://schemas.microsoft.com/office/drawing/2014/main" id="{84FF0F24-1C14-4FA7-A9C4-CE1C588DC420}"/>
              </a:ext>
            </a:extLst>
          </p:cNvPr>
          <p:cNvSpPr>
            <a:spLocks xmlns:a="http://schemas.openxmlformats.org/drawingml/2006/main" noGrp="1"/>
          </p:cNvSpPr>
          <p:nvPr/>
        </p:nvSpPr>
        <p:spPr>
          <a:xfrm xmlns:a="http://schemas.openxmlformats.org/drawingml/2006/main">
            <a:off x="7620000" y="2381250"/>
            <a:ext cx="3905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54FA45EF-7083-4661-AC65-04A83E404264}"/>
              </a:ext>
            </a:extLst>
          </p:cNvPr>
          <p:cNvSpPr>
            <a:spLocks xmlns:a="http://schemas.openxmlformats.org/drawingml/2006/main" noGrp="1"/>
          </p:cNvSpPr>
          <p:nvPr/>
        </p:nvSpPr>
        <p:spPr>
          <a:xfrm xmlns:a="http://schemas.openxmlformats.org/drawingml/2006/main">
            <a:off x="7772400" y="25336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결정론 test로 먼저 확인</a:t>
            </a:r>
          </a:p>
        </p:txBody>
      </p:sp>
      <p:sp>
        <p:nvSpPr>
          <p:cNvPr id="19" name="">
            <a:extLst xmlns:a="http://schemas.openxmlformats.org/drawingml/2006/main">
              <a:ext uri="{FF2B5EF4-FFF2-40B4-BE49-F238E27FC236}">
                <a16:creationId xmlns:a16="http://schemas.microsoft.com/office/drawing/2014/main" id="{F3E713D7-1625-46C2-9797-BD31BD0FC386}"/>
              </a:ext>
            </a:extLst>
          </p:cNvPr>
          <p:cNvSpPr>
            <a:spLocks xmlns:a="http://schemas.openxmlformats.org/drawingml/2006/main" noGrp="1"/>
          </p:cNvSpPr>
          <p:nvPr/>
        </p:nvSpPr>
        <p:spPr>
          <a:xfrm xmlns:a="http://schemas.openxmlformats.org/drawingml/2006/main">
            <a:off x="666750" y="3257550"/>
            <a:ext cx="2381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0" name="">
            <a:extLst xmlns:a="http://schemas.openxmlformats.org/drawingml/2006/main">
              <a:ext uri="{FF2B5EF4-FFF2-40B4-BE49-F238E27FC236}">
                <a16:creationId xmlns:a16="http://schemas.microsoft.com/office/drawing/2014/main" id="{0B7AC589-8249-492C-81D1-23948C98F9A2}"/>
              </a:ext>
            </a:extLst>
          </p:cNvPr>
          <p:cNvSpPr>
            <a:spLocks xmlns:a="http://schemas.openxmlformats.org/drawingml/2006/main" noGrp="1"/>
          </p:cNvSpPr>
          <p:nvPr/>
        </p:nvSpPr>
        <p:spPr>
          <a:xfrm xmlns:a="http://schemas.openxmlformats.org/drawingml/2006/main">
            <a:off x="819150" y="34099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no-speech</a:t>
            </a:r>
          </a:p>
        </p:txBody>
      </p:sp>
      <p:sp>
        <p:nvSpPr>
          <p:cNvPr id="21" name="">
            <a:extLst xmlns:a="http://schemas.openxmlformats.org/drawingml/2006/main">
              <a:ext uri="{FF2B5EF4-FFF2-40B4-BE49-F238E27FC236}">
                <a16:creationId xmlns:a16="http://schemas.microsoft.com/office/drawing/2014/main" id="{8ED86A74-7874-42FB-9668-3E215B90D5DA}"/>
              </a:ext>
            </a:extLst>
          </p:cNvPr>
          <p:cNvSpPr>
            <a:spLocks xmlns:a="http://schemas.openxmlformats.org/drawingml/2006/main" noGrp="1"/>
          </p:cNvSpPr>
          <p:nvPr/>
        </p:nvSpPr>
        <p:spPr>
          <a:xfrm xmlns:a="http://schemas.openxmlformats.org/drawingml/2006/main">
            <a:off x="3048000" y="3257550"/>
            <a:ext cx="45720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7035D716-EA43-437F-AEA3-653DED085C6B}"/>
              </a:ext>
            </a:extLst>
          </p:cNvPr>
          <p:cNvSpPr>
            <a:spLocks xmlns:a="http://schemas.openxmlformats.org/drawingml/2006/main" noGrp="1"/>
          </p:cNvSpPr>
          <p:nvPr/>
        </p:nvSpPr>
        <p:spPr>
          <a:xfrm xmlns:a="http://schemas.openxmlformats.org/drawingml/2006/main">
            <a:off x="3200400" y="34099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반복 탐지 단계의 교체 경계</a:t>
            </a:r>
          </a:p>
        </p:txBody>
      </p:sp>
      <p:sp>
        <p:nvSpPr>
          <p:cNvPr id="23" name="">
            <a:extLst xmlns:a="http://schemas.openxmlformats.org/drawingml/2006/main">
              <a:ext uri="{FF2B5EF4-FFF2-40B4-BE49-F238E27FC236}">
                <a16:creationId xmlns:a16="http://schemas.microsoft.com/office/drawing/2014/main" id="{25E4FACF-957D-47B2-BD56-69B1B34581B5}"/>
              </a:ext>
            </a:extLst>
          </p:cNvPr>
          <p:cNvSpPr>
            <a:spLocks xmlns:a="http://schemas.openxmlformats.org/drawingml/2006/main" noGrp="1"/>
          </p:cNvSpPr>
          <p:nvPr/>
        </p:nvSpPr>
        <p:spPr>
          <a:xfrm xmlns:a="http://schemas.openxmlformats.org/drawingml/2006/main">
            <a:off x="7620000" y="3257550"/>
            <a:ext cx="3905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4" name="">
            <a:extLst xmlns:a="http://schemas.openxmlformats.org/drawingml/2006/main">
              <a:ext uri="{FF2B5EF4-FFF2-40B4-BE49-F238E27FC236}">
                <a16:creationId xmlns:a16="http://schemas.microsoft.com/office/drawing/2014/main" id="{E45D5E1E-6937-4915-BCD2-21A1188C5AAA}"/>
              </a:ext>
            </a:extLst>
          </p:cNvPr>
          <p:cNvSpPr>
            <a:spLocks xmlns:a="http://schemas.openxmlformats.org/drawingml/2006/main" noGrp="1"/>
          </p:cNvSpPr>
          <p:nvPr/>
        </p:nvSpPr>
        <p:spPr>
          <a:xfrm xmlns:a="http://schemas.openxmlformats.org/drawingml/2006/main">
            <a:off x="7772400" y="34099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adapter 경계를 확인</a:t>
            </a:r>
          </a:p>
        </p:txBody>
      </p:sp>
      <p:sp>
        <p:nvSpPr>
          <p:cNvPr id="25" name="">
            <a:extLst xmlns:a="http://schemas.openxmlformats.org/drawingml/2006/main">
              <a:ext uri="{FF2B5EF4-FFF2-40B4-BE49-F238E27FC236}">
                <a16:creationId xmlns:a16="http://schemas.microsoft.com/office/drawing/2014/main" id="{9DBDEDA1-38F7-4A8E-ABD3-FF9B15EA3A27}"/>
              </a:ext>
            </a:extLst>
          </p:cNvPr>
          <p:cNvSpPr>
            <a:spLocks xmlns:a="http://schemas.openxmlformats.org/drawingml/2006/main" noGrp="1"/>
          </p:cNvSpPr>
          <p:nvPr/>
        </p:nvSpPr>
        <p:spPr>
          <a:xfrm xmlns:a="http://schemas.openxmlformats.org/drawingml/2006/main">
            <a:off x="666750" y="4133850"/>
            <a:ext cx="2381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6" name="">
            <a:extLst xmlns:a="http://schemas.openxmlformats.org/drawingml/2006/main">
              <a:ext uri="{FF2B5EF4-FFF2-40B4-BE49-F238E27FC236}">
                <a16:creationId xmlns:a16="http://schemas.microsoft.com/office/drawing/2014/main" id="{46395A81-6794-4487-B9AD-08FEC5138D6C}"/>
              </a:ext>
            </a:extLst>
          </p:cNvPr>
          <p:cNvSpPr>
            <a:spLocks xmlns:a="http://schemas.openxmlformats.org/drawingml/2006/main" noGrp="1"/>
          </p:cNvSpPr>
          <p:nvPr/>
        </p:nvSpPr>
        <p:spPr>
          <a:xfrm xmlns:a="http://schemas.openxmlformats.org/drawingml/2006/main">
            <a:off x="819150" y="42862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log probability</a:t>
            </a:r>
          </a:p>
        </p:txBody>
      </p:sp>
      <p:sp>
        <p:nvSpPr>
          <p:cNvPr id="27" name="">
            <a:extLst xmlns:a="http://schemas.openxmlformats.org/drawingml/2006/main">
              <a:ext uri="{FF2B5EF4-FFF2-40B4-BE49-F238E27FC236}">
                <a16:creationId xmlns:a16="http://schemas.microsoft.com/office/drawing/2014/main" id="{5EB80C81-7397-406A-84B7-0ACC423D2646}"/>
              </a:ext>
            </a:extLst>
          </p:cNvPr>
          <p:cNvSpPr>
            <a:spLocks xmlns:a="http://schemas.openxmlformats.org/drawingml/2006/main" noGrp="1"/>
          </p:cNvSpPr>
          <p:nvPr/>
        </p:nvSpPr>
        <p:spPr>
          <a:xfrm xmlns:a="http://schemas.openxmlformats.org/drawingml/2006/main">
            <a:off x="3048000" y="4133850"/>
            <a:ext cx="457200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8" name="">
            <a:extLst xmlns:a="http://schemas.openxmlformats.org/drawingml/2006/main">
              <a:ext uri="{FF2B5EF4-FFF2-40B4-BE49-F238E27FC236}">
                <a16:creationId xmlns:a16="http://schemas.microsoft.com/office/drawing/2014/main" id="{48ECB6A0-409D-45A9-930D-054F6382C730}"/>
              </a:ext>
            </a:extLst>
          </p:cNvPr>
          <p:cNvSpPr>
            <a:spLocks xmlns:a="http://schemas.openxmlformats.org/drawingml/2006/main" noGrp="1"/>
          </p:cNvSpPr>
          <p:nvPr/>
        </p:nvSpPr>
        <p:spPr>
          <a:xfrm xmlns:a="http://schemas.openxmlformats.org/drawingml/2006/main">
            <a:off x="3200400" y="42862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언어 확인 단계의 운영 조건</a:t>
            </a:r>
          </a:p>
        </p:txBody>
      </p:sp>
      <p:sp>
        <p:nvSpPr>
          <p:cNvPr id="29" name="">
            <a:extLst xmlns:a="http://schemas.openxmlformats.org/drawingml/2006/main">
              <a:ext uri="{FF2B5EF4-FFF2-40B4-BE49-F238E27FC236}">
                <a16:creationId xmlns:a16="http://schemas.microsoft.com/office/drawing/2014/main" id="{7392049A-9841-4293-96C2-F3B8458E3E22}"/>
              </a:ext>
            </a:extLst>
          </p:cNvPr>
          <p:cNvSpPr>
            <a:spLocks xmlns:a="http://schemas.openxmlformats.org/drawingml/2006/main" noGrp="1"/>
          </p:cNvSpPr>
          <p:nvPr/>
        </p:nvSpPr>
        <p:spPr>
          <a:xfrm xmlns:a="http://schemas.openxmlformats.org/drawingml/2006/main">
            <a:off x="7620000" y="4133850"/>
            <a:ext cx="3905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30" name="">
            <a:extLst xmlns:a="http://schemas.openxmlformats.org/drawingml/2006/main">
              <a:ext uri="{FF2B5EF4-FFF2-40B4-BE49-F238E27FC236}">
                <a16:creationId xmlns:a16="http://schemas.microsoft.com/office/drawing/2014/main" id="{FBD9935D-5BAD-413C-A0F5-BA18E08BEC80}"/>
              </a:ext>
            </a:extLst>
          </p:cNvPr>
          <p:cNvSpPr>
            <a:spLocks xmlns:a="http://schemas.openxmlformats.org/drawingml/2006/main" noGrp="1"/>
          </p:cNvSpPr>
          <p:nvPr/>
        </p:nvSpPr>
        <p:spPr>
          <a:xfrm xmlns:a="http://schemas.openxmlformats.org/drawingml/2006/main">
            <a:off x="7772400" y="42862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비용·지연·권한을 확인</a:t>
            </a:r>
          </a:p>
        </p:txBody>
      </p:sp>
      <p:sp>
        <p:nvSpPr>
          <p:cNvPr id="31" name="">
            <a:extLst xmlns:a="http://schemas.openxmlformats.org/drawingml/2006/main">
              <a:ext uri="{FF2B5EF4-FFF2-40B4-BE49-F238E27FC236}">
                <a16:creationId xmlns:a16="http://schemas.microsoft.com/office/drawing/2014/main" id="{6405B7CE-CD3D-4C0B-8514-786AF136FFC5}"/>
              </a:ext>
            </a:extLst>
          </p:cNvPr>
          <p:cNvSpPr>
            <a:spLocks xmlns:a="http://schemas.openxmlformats.org/drawingml/2006/main" noGrp="1"/>
          </p:cNvSpPr>
          <p:nvPr/>
        </p:nvSpPr>
        <p:spPr>
          <a:xfrm xmlns:a="http://schemas.openxmlformats.org/drawingml/2006/main">
            <a:off x="666750" y="5010150"/>
            <a:ext cx="2381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2" name="">
            <a:extLst xmlns:a="http://schemas.openxmlformats.org/drawingml/2006/main">
              <a:ext uri="{FF2B5EF4-FFF2-40B4-BE49-F238E27FC236}">
                <a16:creationId xmlns:a16="http://schemas.microsoft.com/office/drawing/2014/main" id="{0FA0DE4E-33E1-48A1-8774-AAB26E74581A}"/>
              </a:ext>
            </a:extLst>
          </p:cNvPr>
          <p:cNvSpPr>
            <a:spLocks xmlns:a="http://schemas.openxmlformats.org/drawingml/2006/main" noGrp="1"/>
          </p:cNvSpPr>
          <p:nvPr/>
        </p:nvSpPr>
        <p:spPr>
          <a:xfrm xmlns:a="http://schemas.openxmlformats.org/drawingml/2006/main">
            <a:off x="819150" y="51625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Hotwords</a:t>
            </a:r>
          </a:p>
        </p:txBody>
      </p:sp>
      <p:sp>
        <p:nvSpPr>
          <p:cNvPr id="33" name="">
            <a:extLst xmlns:a="http://schemas.openxmlformats.org/drawingml/2006/main">
              <a:ext uri="{FF2B5EF4-FFF2-40B4-BE49-F238E27FC236}">
                <a16:creationId xmlns:a16="http://schemas.microsoft.com/office/drawing/2014/main" id="{F77D78E5-64DE-49C2-B387-68476A6E5209}"/>
              </a:ext>
            </a:extLst>
          </p:cNvPr>
          <p:cNvSpPr>
            <a:spLocks xmlns:a="http://schemas.openxmlformats.org/drawingml/2006/main" noGrp="1"/>
          </p:cNvSpPr>
          <p:nvPr/>
        </p:nvSpPr>
        <p:spPr>
          <a:xfrm xmlns:a="http://schemas.openxmlformats.org/drawingml/2006/main">
            <a:off x="3048000" y="5010150"/>
            <a:ext cx="45720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4" name="">
            <a:extLst xmlns:a="http://schemas.openxmlformats.org/drawingml/2006/main">
              <a:ext uri="{FF2B5EF4-FFF2-40B4-BE49-F238E27FC236}">
                <a16:creationId xmlns:a16="http://schemas.microsoft.com/office/drawing/2014/main" id="{82D0871E-52C7-456B-B375-D9DC79ED1249}"/>
              </a:ext>
            </a:extLst>
          </p:cNvPr>
          <p:cNvSpPr>
            <a:spLocks xmlns:a="http://schemas.openxmlformats.org/drawingml/2006/main" noGrp="1"/>
          </p:cNvSpPr>
          <p:nvPr/>
        </p:nvSpPr>
        <p:spPr>
          <a:xfrm xmlns:a="http://schemas.openxmlformats.org/drawingml/2006/main">
            <a:off x="3200400" y="51625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reference 비교 단계의 판단 기록</a:t>
            </a:r>
          </a:p>
        </p:txBody>
      </p:sp>
      <p:sp>
        <p:nvSpPr>
          <p:cNvPr id="35" name="">
            <a:extLst xmlns:a="http://schemas.openxmlformats.org/drawingml/2006/main">
              <a:ext uri="{FF2B5EF4-FFF2-40B4-BE49-F238E27FC236}">
                <a16:creationId xmlns:a16="http://schemas.microsoft.com/office/drawing/2014/main" id="{6FF6391A-F907-4DF8-91F8-D7A432C2C952}"/>
              </a:ext>
            </a:extLst>
          </p:cNvPr>
          <p:cNvSpPr>
            <a:spLocks xmlns:a="http://schemas.openxmlformats.org/drawingml/2006/main" noGrp="1"/>
          </p:cNvSpPr>
          <p:nvPr/>
        </p:nvSpPr>
        <p:spPr>
          <a:xfrm xmlns:a="http://schemas.openxmlformats.org/drawingml/2006/main">
            <a:off x="7620000" y="5010150"/>
            <a:ext cx="3905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6" name="">
            <a:extLst xmlns:a="http://schemas.openxmlformats.org/drawingml/2006/main">
              <a:ext uri="{FF2B5EF4-FFF2-40B4-BE49-F238E27FC236}">
                <a16:creationId xmlns:a16="http://schemas.microsoft.com/office/drawing/2014/main" id="{6E8871B5-CBFD-4C82-A2E0-048847325AB4}"/>
              </a:ext>
            </a:extLst>
          </p:cNvPr>
          <p:cNvSpPr>
            <a:spLocks xmlns:a="http://schemas.openxmlformats.org/drawingml/2006/main" noGrp="1"/>
          </p:cNvSpPr>
          <p:nvPr/>
        </p:nvSpPr>
        <p:spPr>
          <a:xfrm xmlns:a="http://schemas.openxmlformats.org/drawingml/2006/main">
            <a:off x="7772400" y="51625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사람 판단과 운영 기록을 확인</a:t>
            </a:r>
          </a:p>
        </p:txBody>
      </p:sp>
    </p:spTree>
    <p:extLst>
      <p:ext uri="{BB962C8B-B14F-4D97-AF65-F5344CB8AC3E}">
        <p14:creationId xmlns:p14="http://schemas.microsoft.com/office/powerpoint/2010/main" val="1939187355"/>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1CB36B7-69F4-49EB-AEFC-D1425795583E}"/>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대표 실패</a:t>
            </a:r>
          </a:p>
        </p:txBody>
      </p:sp>
      <p:sp>
        <p:nvSpPr>
          <p:cNvPr id="2" name="">
            <a:extLst xmlns:a="http://schemas.openxmlformats.org/drawingml/2006/main">
              <a:ext uri="{FF2B5EF4-FFF2-40B4-BE49-F238E27FC236}">
                <a16:creationId xmlns:a16="http://schemas.microsoft.com/office/drawing/2014/main" id="{CA67F006-408D-44E3-A2EC-CB5061304EB1}"/>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실패 사례</a:t>
            </a:r>
          </a:p>
        </p:txBody>
      </p:sp>
      <p:sp>
        <p:nvSpPr>
          <p:cNvPr id="3" name="">
            <a:extLst xmlns:a="http://schemas.openxmlformats.org/drawingml/2006/main">
              <a:ext uri="{FF2B5EF4-FFF2-40B4-BE49-F238E27FC236}">
                <a16:creationId xmlns:a16="http://schemas.microsoft.com/office/drawing/2014/main" id="{61DB2DD8-BA65-4034-8113-8D441C9AF41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ED539A06-7D49-494C-A0AB-ADA0C6128F41}"/>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833644FA-F1A1-4977-98F7-3B25FCA83FB8}"/>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1169EF5D-6A6B-4D2A-9D02-4358219DDD1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072</a:t>
            </a:r>
          </a:p>
        </p:txBody>
      </p:sp>
      <p:sp>
        <p:nvSpPr>
          <p:cNvPr id="7" name="">
            <a:extLst xmlns:a="http://schemas.openxmlformats.org/drawingml/2006/main">
              <a:ext uri="{FF2B5EF4-FFF2-40B4-BE49-F238E27FC236}">
                <a16:creationId xmlns:a16="http://schemas.microsoft.com/office/drawing/2014/main" id="{433A73A6-639F-4746-A5B1-D7FD668167B7}"/>
              </a:ext>
            </a:extLst>
          </p:cNvPr>
          <p:cNvSpPr>
            <a:spLocks xmlns:a="http://schemas.openxmlformats.org/drawingml/2006/main" noGrp="1"/>
          </p:cNvSpPr>
          <p:nvPr/>
        </p:nvSpPr>
        <p:spPr>
          <a:xfrm xmlns:a="http://schemas.openxmlformats.org/drawingml/2006/main">
            <a:off x="685800" y="1619250"/>
            <a:ext cx="4724400" cy="33147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75B0A12-4147-47DD-870F-13D095169A78}"/>
              </a:ext>
            </a:extLst>
          </p:cNvPr>
          <p:cNvSpPr>
            <a:spLocks xmlns:a="http://schemas.openxmlformats.org/drawingml/2006/main" noGrp="1"/>
          </p:cNvSpPr>
          <p:nvPr/>
        </p:nvSpPr>
        <p:spPr>
          <a:xfrm xmlns:a="http://schemas.openxmlformats.org/drawingml/2006/main">
            <a:off x="990600" y="19240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C7C7C7"/>
                </a:solidFill>
                <a:latin typeface="NanumGothic"/>
                <a:ea typeface="NanumGothic"/>
                <a:cs typeface="NanumGothic"/>
              </a:defRPr>
            </a:pPr>
            <a:r>
              <a:rPr sz="1050" b="1">
                <a:solidFill>
                  <a:srgbClr val="C7C7C7"/>
                </a:solidFill>
                <a:latin typeface="NanumGothic"/>
                <a:ea typeface="NanumGothic"/>
                <a:cs typeface="NanumGothic"/>
              </a:rPr>
              <a:t>실패</a:t>
            </a:r>
          </a:p>
        </p:txBody>
      </p:sp>
      <p:sp>
        <p:nvSpPr>
          <p:cNvPr id="9" name="">
            <a:extLst xmlns:a="http://schemas.openxmlformats.org/drawingml/2006/main">
              <a:ext uri="{FF2B5EF4-FFF2-40B4-BE49-F238E27FC236}">
                <a16:creationId xmlns:a16="http://schemas.microsoft.com/office/drawing/2014/main" id="{E909136D-C2BE-41C6-BB88-C1285800E914}"/>
              </a:ext>
            </a:extLst>
          </p:cNvPr>
          <p:cNvSpPr>
            <a:spLocks xmlns:a="http://schemas.openxmlformats.org/drawingml/2006/main" noGrp="1"/>
          </p:cNvSpPr>
          <p:nvPr/>
        </p:nvSpPr>
        <p:spPr>
          <a:xfrm xmlns:a="http://schemas.openxmlformats.org/drawingml/2006/main">
            <a:off x="990600" y="2476500"/>
            <a:ext cx="41148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낮은 품질 segment 하나를 전체 성공으로 숨긴다.</a:t>
            </a:r>
          </a:p>
        </p:txBody>
      </p:sp>
      <p:sp>
        <p:nvSpPr>
          <p:cNvPr id="10" name="">
            <a:extLst xmlns:a="http://schemas.openxmlformats.org/drawingml/2006/main">
              <a:ext uri="{FF2B5EF4-FFF2-40B4-BE49-F238E27FC236}">
                <a16:creationId xmlns:a16="http://schemas.microsoft.com/office/drawing/2014/main" id="{B0041990-FB41-4F26-8819-EEDEC029A05C}"/>
              </a:ext>
            </a:extLst>
          </p:cNvPr>
          <p:cNvSpPr>
            <a:spLocks xmlns:a="http://schemas.openxmlformats.org/drawingml/2006/main" noGrp="1"/>
          </p:cNvSpPr>
          <p:nvPr/>
        </p:nvSpPr>
        <p:spPr>
          <a:xfrm xmlns:a="http://schemas.openxmlformats.org/drawingml/2006/main">
            <a:off x="5981700" y="19240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사용자 영향</a:t>
            </a:r>
          </a:p>
        </p:txBody>
      </p:sp>
      <p:sp>
        <p:nvSpPr>
          <p:cNvPr id="11" name="">
            <a:extLst xmlns:a="http://schemas.openxmlformats.org/drawingml/2006/main">
              <a:ext uri="{FF2B5EF4-FFF2-40B4-BE49-F238E27FC236}">
                <a16:creationId xmlns:a16="http://schemas.microsoft.com/office/drawing/2014/main" id="{C5631CD6-F079-4814-9F88-DDF9B0932DCD}"/>
              </a:ext>
            </a:extLst>
          </p:cNvPr>
          <p:cNvSpPr>
            <a:spLocks xmlns:a="http://schemas.openxmlformats.org/drawingml/2006/main" noGrp="1"/>
          </p:cNvSpPr>
          <p:nvPr/>
        </p:nvSpPr>
        <p:spPr>
          <a:xfrm xmlns:a="http://schemas.openxmlformats.org/drawingml/2006/main">
            <a:off x="5981700" y="2476500"/>
            <a:ext cx="48196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1">
                <a:solidFill>
                  <a:srgbClr val="191919"/>
                </a:solidFill>
                <a:latin typeface="NanumGothic"/>
                <a:ea typeface="NanumGothic"/>
                <a:cs typeface="NanumGothic"/>
              </a:defRPr>
            </a:pPr>
            <a:r>
              <a:rPr sz="1875" b="1">
                <a:solidFill>
                  <a:srgbClr val="191919"/>
                </a:solidFill>
                <a:latin typeface="NanumGothic"/>
                <a:ea typeface="NanumGothic"/>
                <a:cs typeface="NanumGothic"/>
              </a:rPr>
              <a:t>낮은 품질 segment 하나를 전체 성공으로 숨긴다. 상태에서는 quality_gate.json을 운영 판단에 사용할 수 없다.</a:t>
            </a:r>
          </a:p>
        </p:txBody>
      </p:sp>
      <p:sp>
        <p:nvSpPr>
          <p:cNvPr id="12" name="">
            <a:extLst xmlns:a="http://schemas.openxmlformats.org/drawingml/2006/main">
              <a:ext uri="{FF2B5EF4-FFF2-40B4-BE49-F238E27FC236}">
                <a16:creationId xmlns:a16="http://schemas.microsoft.com/office/drawing/2014/main" id="{CD68B5D1-CA74-4D5C-BEA9-51D37EF05698}"/>
              </a:ext>
            </a:extLst>
          </p:cNvPr>
          <p:cNvSpPr>
            <a:spLocks xmlns:a="http://schemas.openxmlformats.org/drawingml/2006/main" noGrp="1"/>
          </p:cNvSpPr>
          <p:nvPr/>
        </p:nvSpPr>
        <p:spPr>
          <a:xfrm xmlns:a="http://schemas.openxmlformats.org/drawingml/2006/main">
            <a:off x="1524000" y="5410200"/>
            <a:ext cx="914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STT 품질 Gate 실패가 재현돼야 복구 코드와 회귀 test를 만들 수 있습니다.</a:t>
            </a:r>
          </a:p>
        </p:txBody>
      </p:sp>
    </p:spTree>
    <p:extLst>
      <p:ext uri="{BB962C8B-B14F-4D97-AF65-F5344CB8AC3E}">
        <p14:creationId xmlns:p14="http://schemas.microsoft.com/office/powerpoint/2010/main" val="1488583553"/>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3A56653-8527-4E27-AD5B-5F03B9CA6C22}"/>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복구 경로</a:t>
            </a:r>
          </a:p>
        </p:txBody>
      </p:sp>
      <p:sp>
        <p:nvSpPr>
          <p:cNvPr id="2" name="">
            <a:extLst xmlns:a="http://schemas.openxmlformats.org/drawingml/2006/main">
              <a:ext uri="{FF2B5EF4-FFF2-40B4-BE49-F238E27FC236}">
                <a16:creationId xmlns:a16="http://schemas.microsoft.com/office/drawing/2014/main" id="{1C433F12-DF74-422C-B88B-8757DE63BD61}"/>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오류 처리</a:t>
            </a:r>
          </a:p>
        </p:txBody>
      </p:sp>
      <p:sp>
        <p:nvSpPr>
          <p:cNvPr id="3" name="">
            <a:extLst xmlns:a="http://schemas.openxmlformats.org/drawingml/2006/main">
              <a:ext uri="{FF2B5EF4-FFF2-40B4-BE49-F238E27FC236}">
                <a16:creationId xmlns:a16="http://schemas.microsoft.com/office/drawing/2014/main" id="{CE122E14-4421-4553-B269-E22FB7D7FB63}"/>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D37C081D-B5CF-43C3-8604-BA3F198DE8AF}"/>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A23F4D43-89D0-40F3-8970-657DEA10806B}"/>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FE044858-A71E-48D0-9E7B-D45D9C0DB8A9}"/>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073</a:t>
            </a:r>
          </a:p>
        </p:txBody>
      </p:sp>
      <p:sp>
        <p:nvSpPr>
          <p:cNvPr id="7" name="">
            <a:extLst xmlns:a="http://schemas.openxmlformats.org/drawingml/2006/main">
              <a:ext uri="{FF2B5EF4-FFF2-40B4-BE49-F238E27FC236}">
                <a16:creationId xmlns:a16="http://schemas.microsoft.com/office/drawing/2014/main" id="{C9BF3F34-C8E8-45B6-9A7E-D9D2236D7075}"/>
              </a:ext>
            </a:extLst>
          </p:cNvPr>
          <p:cNvSpPr>
            <a:spLocks xmlns:a="http://schemas.openxmlformats.org/drawingml/2006/main" noGrp="1"/>
          </p:cNvSpPr>
          <p:nvPr/>
        </p:nvSpPr>
        <p:spPr>
          <a:xfrm xmlns:a="http://schemas.openxmlformats.org/drawingml/2006/main">
            <a:off x="838200" y="15430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0C1A0E66-623A-4D6C-8496-8BEDD6C11351}"/>
              </a:ext>
            </a:extLst>
          </p:cNvPr>
          <p:cNvSpPr>
            <a:spLocks xmlns:a="http://schemas.openxmlformats.org/drawingml/2006/main" noGrp="1"/>
          </p:cNvSpPr>
          <p:nvPr/>
        </p:nvSpPr>
        <p:spPr>
          <a:xfrm xmlns:a="http://schemas.openxmlformats.org/drawingml/2006/main">
            <a:off x="1276350" y="16668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78707602-C896-4B05-A90E-18BF8E3E0DAA}"/>
              </a:ext>
            </a:extLst>
          </p:cNvPr>
          <p:cNvSpPr>
            <a:spLocks xmlns:a="http://schemas.openxmlformats.org/drawingml/2006/main" noGrp="1"/>
          </p:cNvSpPr>
          <p:nvPr/>
        </p:nvSpPr>
        <p:spPr>
          <a:xfrm xmlns:a="http://schemas.openxmlformats.org/drawingml/2006/main">
            <a:off x="1752600" y="1504950"/>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탐지: fallback·짧은 전사·reference 유사도 저하는 HOLD다.</a:t>
            </a:r>
          </a:p>
        </p:txBody>
      </p:sp>
      <p:sp>
        <p:nvSpPr>
          <p:cNvPr id="10" name="">
            <a:extLst xmlns:a="http://schemas.openxmlformats.org/drawingml/2006/main">
              <a:ext uri="{FF2B5EF4-FFF2-40B4-BE49-F238E27FC236}">
                <a16:creationId xmlns:a16="http://schemas.microsoft.com/office/drawing/2014/main" id="{DDACF58A-D313-491F-BD52-E689FAF3A93E}"/>
              </a:ext>
            </a:extLst>
          </p:cNvPr>
          <p:cNvSpPr>
            <a:spLocks xmlns:a="http://schemas.openxmlformats.org/drawingml/2006/main" noGrp="1"/>
          </p:cNvSpPr>
          <p:nvPr/>
        </p:nvSpPr>
        <p:spPr>
          <a:xfrm xmlns:a="http://schemas.openxmlformats.org/drawingml/2006/main">
            <a:off x="838200" y="254317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1913BCF9-C78D-487C-A3D4-655B937D9DE6}"/>
              </a:ext>
            </a:extLst>
          </p:cNvPr>
          <p:cNvSpPr>
            <a:spLocks xmlns:a="http://schemas.openxmlformats.org/drawingml/2006/main" noGrp="1"/>
          </p:cNvSpPr>
          <p:nvPr/>
        </p:nvSpPr>
        <p:spPr>
          <a:xfrm xmlns:a="http://schemas.openxmlformats.org/drawingml/2006/main">
            <a:off x="1276350" y="2667000"/>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0A85E3AA-BEDA-4B5B-AF90-9267D5254CBA}"/>
              </a:ext>
            </a:extLst>
          </p:cNvPr>
          <p:cNvSpPr>
            <a:spLocks xmlns:a="http://schemas.openxmlformats.org/drawingml/2006/main" noGrp="1"/>
          </p:cNvSpPr>
          <p:nvPr/>
        </p:nvSpPr>
        <p:spPr>
          <a:xfrm xmlns:a="http://schemas.openxmlformats.org/drawingml/2006/main">
            <a:off x="1752600" y="2505075"/>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중단: 낮은 품질 segment 하나를 전체 성공으로 숨긴다.</a:t>
            </a:r>
          </a:p>
        </p:txBody>
      </p:sp>
      <p:sp>
        <p:nvSpPr>
          <p:cNvPr id="13" name="">
            <a:extLst xmlns:a="http://schemas.openxmlformats.org/drawingml/2006/main">
              <a:ext uri="{FF2B5EF4-FFF2-40B4-BE49-F238E27FC236}">
                <a16:creationId xmlns:a16="http://schemas.microsoft.com/office/drawing/2014/main" id="{8B17DC38-4336-4F64-A303-D14F3ECEB9EB}"/>
              </a:ext>
            </a:extLst>
          </p:cNvPr>
          <p:cNvSpPr>
            <a:spLocks xmlns:a="http://schemas.openxmlformats.org/drawingml/2006/main" noGrp="1"/>
          </p:cNvSpPr>
          <p:nvPr/>
        </p:nvSpPr>
        <p:spPr>
          <a:xfrm xmlns:a="http://schemas.openxmlformats.org/drawingml/2006/main">
            <a:off x="838200" y="35433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C0490A77-1B54-49C4-902A-AC743E6F0CD8}"/>
              </a:ext>
            </a:extLst>
          </p:cNvPr>
          <p:cNvSpPr>
            <a:spLocks xmlns:a="http://schemas.openxmlformats.org/drawingml/2006/main" noGrp="1"/>
          </p:cNvSpPr>
          <p:nvPr/>
        </p:nvSpPr>
        <p:spPr>
          <a:xfrm xmlns:a="http://schemas.openxmlformats.org/drawingml/2006/main">
            <a:off x="1276350" y="36671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6A9B83A3-DE43-4E23-815A-F069656A0EBE}"/>
              </a:ext>
            </a:extLst>
          </p:cNvPr>
          <p:cNvSpPr>
            <a:spLocks xmlns:a="http://schemas.openxmlformats.org/drawingml/2006/main" noGrp="1"/>
          </p:cNvSpPr>
          <p:nvPr/>
        </p:nvSpPr>
        <p:spPr>
          <a:xfrm xmlns:a="http://schemas.openxmlformats.org/drawingml/2006/main">
            <a:off x="1752600" y="3505200"/>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복구: flagged segment와 timestamp만 사람에게 보여주고 accept·edit·reject를 받는다.</a:t>
            </a:r>
          </a:p>
        </p:txBody>
      </p:sp>
      <p:sp>
        <p:nvSpPr>
          <p:cNvPr id="16" name="">
            <a:extLst xmlns:a="http://schemas.openxmlformats.org/drawingml/2006/main">
              <a:ext uri="{FF2B5EF4-FFF2-40B4-BE49-F238E27FC236}">
                <a16:creationId xmlns:a16="http://schemas.microsoft.com/office/drawing/2014/main" id="{D1C410A1-CB9C-482A-AE28-9688EA0B77B1}"/>
              </a:ext>
            </a:extLst>
          </p:cNvPr>
          <p:cNvSpPr>
            <a:spLocks xmlns:a="http://schemas.openxmlformats.org/drawingml/2006/main" noGrp="1"/>
          </p:cNvSpPr>
          <p:nvPr/>
        </p:nvSpPr>
        <p:spPr>
          <a:xfrm xmlns:a="http://schemas.openxmlformats.org/drawingml/2006/main">
            <a:off x="838200" y="454342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59F40071-4D0A-468A-9F20-03124058A215}"/>
              </a:ext>
            </a:extLst>
          </p:cNvPr>
          <p:cNvSpPr>
            <a:spLocks xmlns:a="http://schemas.openxmlformats.org/drawingml/2006/main" noGrp="1"/>
          </p:cNvSpPr>
          <p:nvPr/>
        </p:nvSpPr>
        <p:spPr>
          <a:xfrm xmlns:a="http://schemas.openxmlformats.org/drawingml/2006/main">
            <a:off x="1276350" y="4667250"/>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F8174AAC-F644-4A70-B065-EA2AF32D16BA}"/>
              </a:ext>
            </a:extLst>
          </p:cNvPr>
          <p:cNvSpPr>
            <a:spLocks xmlns:a="http://schemas.openxmlformats.org/drawingml/2006/main" noGrp="1"/>
          </p:cNvSpPr>
          <p:nvPr/>
        </p:nvSpPr>
        <p:spPr>
          <a:xfrm xmlns:a="http://schemas.openxmlformats.org/drawingml/2006/main">
            <a:off x="1752600" y="4505325"/>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증거: quality_gate.json과 test 결과를 함께 남긴다.</a:t>
            </a:r>
          </a:p>
        </p:txBody>
      </p:sp>
    </p:spTree>
    <p:extLst>
      <p:ext uri="{BB962C8B-B14F-4D97-AF65-F5344CB8AC3E}">
        <p14:creationId xmlns:p14="http://schemas.microsoft.com/office/powerpoint/2010/main" val="1314286794"/>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5645046-35E1-43BD-9734-26F8A0851CE9}"/>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Codex 검증 루프</a:t>
            </a:r>
          </a:p>
        </p:txBody>
      </p:sp>
      <p:sp>
        <p:nvSpPr>
          <p:cNvPr id="2" name="">
            <a:extLst xmlns:a="http://schemas.openxmlformats.org/drawingml/2006/main">
              <a:ext uri="{FF2B5EF4-FFF2-40B4-BE49-F238E27FC236}">
                <a16:creationId xmlns:a16="http://schemas.microsoft.com/office/drawing/2014/main" id="{4CFE8111-7D65-4DF3-B7CD-447FBDDBD8B2}"/>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공식·로컬 참고 화면</a:t>
            </a:r>
          </a:p>
        </p:txBody>
      </p:sp>
      <p:sp>
        <p:nvSpPr>
          <p:cNvPr id="3" name="">
            <a:extLst xmlns:a="http://schemas.openxmlformats.org/drawingml/2006/main">
              <a:ext uri="{FF2B5EF4-FFF2-40B4-BE49-F238E27FC236}">
                <a16:creationId xmlns:a16="http://schemas.microsoft.com/office/drawing/2014/main" id="{11E1E44D-AFAB-4A59-AE7D-5F4A6CA825D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50F66860-CED0-4426-ACE3-1A7B2B224BAB}"/>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F82CBBC5-FC62-4125-AA06-F6082CA3B8B3}"/>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8072AF33-C8AB-4725-8D21-805E37F8ACBC}"/>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074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d54f78d6600479e"/>
          <a:stretch xmlns:a="http://schemas.openxmlformats.org/drawingml/2006/main"/>
        </p:blipFill>
        <p:spPr>
          <a:xfrm xmlns:a="http://schemas.openxmlformats.org/drawingml/2006/main">
            <a:off x="5010150" y="1829515"/>
            <a:ext cx="6191250" cy="3484719"/>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5E5E9BE-1803-4274-84D5-42E84A3EFE43}"/>
              </a:ext>
            </a:extLst>
          </p:cNvPr>
          <p:cNvSpPr>
            <a:spLocks xmlns:a="http://schemas.openxmlformats.org/drawingml/2006/main" noGrp="1"/>
          </p:cNvSpPr>
          <p:nvPr/>
        </p:nvSpPr>
        <p:spPr>
          <a:xfrm xmlns:a="http://schemas.openxmlformats.org/drawingml/2006/main">
            <a:off x="685800" y="1714500"/>
            <a:ext cx="382905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025" b="1">
                <a:solidFill>
                  <a:srgbClr val="191919"/>
                </a:solidFill>
                <a:latin typeface="NanumGothic"/>
                <a:ea typeface="NanumGothic"/>
                <a:cs typeface="NanumGothic"/>
              </a:defRPr>
            </a:pPr>
            <a:r>
              <a:rPr sz="2025" b="1">
                <a:solidFill>
                  <a:srgbClr val="191919"/>
                </a:solidFill>
                <a:latin typeface="NanumGothic"/>
                <a:ea typeface="NanumGothic"/>
                <a:cs typeface="NanumGothic"/>
              </a:rPr>
              <a:t>tests/test_meeting_agent_workflow.py의 책임을 찾고 quality_gate.json 계약을 focused test로 고정합니다.</a:t>
            </a:r>
          </a:p>
        </p:txBody>
      </p:sp>
      <p:sp>
        <p:nvSpPr>
          <p:cNvPr id="9" name="">
            <a:extLst xmlns:a="http://schemas.openxmlformats.org/drawingml/2006/main">
              <a:ext uri="{FF2B5EF4-FFF2-40B4-BE49-F238E27FC236}">
                <a16:creationId xmlns:a16="http://schemas.microsoft.com/office/drawing/2014/main" id="{F410EC5F-0809-4D1F-9FED-FB8AAF0D0659}"/>
              </a:ext>
            </a:extLst>
          </p:cNvPr>
          <p:cNvSpPr>
            <a:spLocks xmlns:a="http://schemas.openxmlformats.org/drawingml/2006/main" noGrp="1"/>
          </p:cNvSpPr>
          <p:nvPr/>
        </p:nvSpPr>
        <p:spPr>
          <a:xfrm xmlns:a="http://schemas.openxmlformats.org/drawingml/2006/main">
            <a:off x="685800" y="3867150"/>
            <a:ext cx="38290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STT 품질 Gate</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저장소 이해 → 허용 범위 변경</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 focused test → diff 리뷰</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 사람 merge</a:t>
            </a:r>
          </a:p>
        </p:txBody>
      </p:sp>
    </p:spTree>
    <p:extLst>
      <p:ext uri="{BB962C8B-B14F-4D97-AF65-F5344CB8AC3E}">
        <p14:creationId xmlns:p14="http://schemas.microsoft.com/office/powerpoint/2010/main" val="1355455115"/>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B25681F-2FE8-47D9-8AE2-2D2335E91155}"/>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Codex 작업 명세</a:t>
            </a:r>
          </a:p>
        </p:txBody>
      </p:sp>
      <p:sp>
        <p:nvSpPr>
          <p:cNvPr id="2" name="">
            <a:extLst xmlns:a="http://schemas.openxmlformats.org/drawingml/2006/main">
              <a:ext uri="{FF2B5EF4-FFF2-40B4-BE49-F238E27FC236}">
                <a16:creationId xmlns:a16="http://schemas.microsoft.com/office/drawing/2014/main" id="{2308BEB0-F8BB-464A-857E-80F0DF596388}"/>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작업 요청 예시</a:t>
            </a:r>
          </a:p>
        </p:txBody>
      </p:sp>
      <p:sp>
        <p:nvSpPr>
          <p:cNvPr id="3" name="">
            <a:extLst xmlns:a="http://schemas.openxmlformats.org/drawingml/2006/main">
              <a:ext uri="{FF2B5EF4-FFF2-40B4-BE49-F238E27FC236}">
                <a16:creationId xmlns:a16="http://schemas.microsoft.com/office/drawing/2014/main" id="{9DA80D90-CCB5-49FD-BF23-34DD597C5A1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CC97F09B-E15E-4AA7-8AEA-1156648A7620}"/>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A28B6D07-9C5A-4C95-ABD7-FB2DAAEF65CA}"/>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3841A653-809A-42D8-BA9B-F116289CD295}"/>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075</a:t>
            </a:r>
          </a:p>
        </p:txBody>
      </p:sp>
      <p:sp>
        <p:nvSpPr>
          <p:cNvPr id="7" name="">
            <a:extLst xmlns:a="http://schemas.openxmlformats.org/drawingml/2006/main">
              <a:ext uri="{FF2B5EF4-FFF2-40B4-BE49-F238E27FC236}">
                <a16:creationId xmlns:a16="http://schemas.microsoft.com/office/drawing/2014/main" id="{DEB1360C-0718-47F4-99B8-0FC153451948}"/>
              </a:ext>
            </a:extLst>
          </p:cNvPr>
          <p:cNvSpPr>
            <a:spLocks xmlns:a="http://schemas.openxmlformats.org/drawingml/2006/main" noGrp="1"/>
          </p:cNvSpPr>
          <p:nvPr/>
        </p:nvSpPr>
        <p:spPr>
          <a:xfrm xmlns:a="http://schemas.openxmlformats.org/drawingml/2006/main">
            <a:off x="685800" y="15811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목표</a:t>
            </a:r>
          </a:p>
        </p:txBody>
      </p:sp>
      <p:sp>
        <p:nvSpPr>
          <p:cNvPr id="8" name="">
            <a:extLst xmlns:a="http://schemas.openxmlformats.org/drawingml/2006/main">
              <a:ext uri="{FF2B5EF4-FFF2-40B4-BE49-F238E27FC236}">
                <a16:creationId xmlns:a16="http://schemas.microsoft.com/office/drawing/2014/main" id="{F8FDD254-765B-4E65-B385-6E66E974B50D}"/>
              </a:ext>
            </a:extLst>
          </p:cNvPr>
          <p:cNvSpPr>
            <a:spLocks xmlns:a="http://schemas.openxmlformats.org/drawingml/2006/main" noGrp="1"/>
          </p:cNvSpPr>
          <p:nvPr/>
        </p:nvSpPr>
        <p:spPr>
          <a:xfrm xmlns:a="http://schemas.openxmlformats.org/drawingml/2006/main">
            <a:off x="2286000" y="142875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9" name="">
            <a:extLst xmlns:a="http://schemas.openxmlformats.org/drawingml/2006/main">
              <a:ext uri="{FF2B5EF4-FFF2-40B4-BE49-F238E27FC236}">
                <a16:creationId xmlns:a16="http://schemas.microsoft.com/office/drawing/2014/main" id="{9D47B9B6-8414-48B1-9627-6FE721C293A2}"/>
              </a:ext>
            </a:extLst>
          </p:cNvPr>
          <p:cNvSpPr>
            <a:spLocks xmlns:a="http://schemas.openxmlformats.org/drawingml/2006/main" noGrp="1"/>
          </p:cNvSpPr>
          <p:nvPr/>
        </p:nvSpPr>
        <p:spPr>
          <a:xfrm xmlns:a="http://schemas.openxmlformats.org/drawingml/2006/main">
            <a:off x="2533650" y="158115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1">
                <a:solidFill>
                  <a:srgbClr val="191919"/>
                </a:solidFill>
                <a:latin typeface="NanumGothic"/>
                <a:ea typeface="NanumGothic"/>
                <a:cs typeface="NanumGothic"/>
              </a:defRPr>
            </a:pPr>
            <a:r>
              <a:rPr sz="1425" b="1">
                <a:solidFill>
                  <a:srgbClr val="191919"/>
                </a:solidFill>
                <a:latin typeface="NanumGothic"/>
                <a:ea typeface="NanumGothic"/>
                <a:cs typeface="NanumGothic"/>
              </a:rPr>
              <a:t>품질 threshold 변경이 기존 정상 음성을 HOLD로 만들지 회귀 test를 작성한다.</a:t>
            </a:r>
          </a:p>
        </p:txBody>
      </p:sp>
      <p:sp>
        <p:nvSpPr>
          <p:cNvPr id="10" name="">
            <a:extLst xmlns:a="http://schemas.openxmlformats.org/drawingml/2006/main">
              <a:ext uri="{FF2B5EF4-FFF2-40B4-BE49-F238E27FC236}">
                <a16:creationId xmlns:a16="http://schemas.microsoft.com/office/drawing/2014/main" id="{B1860EB6-643F-4906-979E-EE903B987C6B}"/>
              </a:ext>
            </a:extLst>
          </p:cNvPr>
          <p:cNvSpPr>
            <a:spLocks xmlns:a="http://schemas.openxmlformats.org/drawingml/2006/main" noGrp="1"/>
          </p:cNvSpPr>
          <p:nvPr/>
        </p:nvSpPr>
        <p:spPr>
          <a:xfrm xmlns:a="http://schemas.openxmlformats.org/drawingml/2006/main">
            <a:off x="685800" y="27051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허용 경로</a:t>
            </a:r>
          </a:p>
        </p:txBody>
      </p:sp>
      <p:sp>
        <p:nvSpPr>
          <p:cNvPr id="11" name="">
            <a:extLst xmlns:a="http://schemas.openxmlformats.org/drawingml/2006/main">
              <a:ext uri="{FF2B5EF4-FFF2-40B4-BE49-F238E27FC236}">
                <a16:creationId xmlns:a16="http://schemas.microsoft.com/office/drawing/2014/main" id="{436F14C3-B7DC-48E9-8BF5-A2FEC3CD1B41}"/>
              </a:ext>
            </a:extLst>
          </p:cNvPr>
          <p:cNvSpPr>
            <a:spLocks xmlns:a="http://schemas.openxmlformats.org/drawingml/2006/main" noGrp="1"/>
          </p:cNvSpPr>
          <p:nvPr/>
        </p:nvSpPr>
        <p:spPr>
          <a:xfrm xmlns:a="http://schemas.openxmlformats.org/drawingml/2006/main">
            <a:off x="2286000" y="255270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B623A99F-7644-4B20-AD82-75B229B47580}"/>
              </a:ext>
            </a:extLst>
          </p:cNvPr>
          <p:cNvSpPr>
            <a:spLocks xmlns:a="http://schemas.openxmlformats.org/drawingml/2006/main" noGrp="1"/>
          </p:cNvSpPr>
          <p:nvPr/>
        </p:nvSpPr>
        <p:spPr>
          <a:xfrm xmlns:a="http://schemas.openxmlformats.org/drawingml/2006/main">
            <a:off x="2533650" y="270510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tests/test_meeting_agent_workflow.py</a:t>
            </a:r>
          </a:p>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data/demo_meeting_transcript.txt</a:t>
            </a:r>
          </a:p>
        </p:txBody>
      </p:sp>
      <p:sp>
        <p:nvSpPr>
          <p:cNvPr id="13" name="">
            <a:extLst xmlns:a="http://schemas.openxmlformats.org/drawingml/2006/main">
              <a:ext uri="{FF2B5EF4-FFF2-40B4-BE49-F238E27FC236}">
                <a16:creationId xmlns:a16="http://schemas.microsoft.com/office/drawing/2014/main" id="{DD2EF9CA-DD85-416B-AAD3-B3E4E9744AD4}"/>
              </a:ext>
            </a:extLst>
          </p:cNvPr>
          <p:cNvSpPr>
            <a:spLocks xmlns:a="http://schemas.openxmlformats.org/drawingml/2006/main" noGrp="1"/>
          </p:cNvSpPr>
          <p:nvPr/>
        </p:nvSpPr>
        <p:spPr>
          <a:xfrm xmlns:a="http://schemas.openxmlformats.org/drawingml/2006/main">
            <a:off x="685800" y="38290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완료 조건</a:t>
            </a:r>
          </a:p>
        </p:txBody>
      </p:sp>
      <p:sp>
        <p:nvSpPr>
          <p:cNvPr id="14" name="">
            <a:extLst xmlns:a="http://schemas.openxmlformats.org/drawingml/2006/main">
              <a:ext uri="{FF2B5EF4-FFF2-40B4-BE49-F238E27FC236}">
                <a16:creationId xmlns:a16="http://schemas.microsoft.com/office/drawing/2014/main" id="{1632CCC5-CC7B-4572-93DD-CDED73CF53D8}"/>
              </a:ext>
            </a:extLst>
          </p:cNvPr>
          <p:cNvSpPr>
            <a:spLocks xmlns:a="http://schemas.openxmlformats.org/drawingml/2006/main" noGrp="1"/>
          </p:cNvSpPr>
          <p:nvPr/>
        </p:nvSpPr>
        <p:spPr>
          <a:xfrm xmlns:a="http://schemas.openxmlformats.org/drawingml/2006/main">
            <a:off x="2286000" y="3676650"/>
            <a:ext cx="8763000" cy="800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5" name="">
            <a:extLst xmlns:a="http://schemas.openxmlformats.org/drawingml/2006/main">
              <a:ext uri="{FF2B5EF4-FFF2-40B4-BE49-F238E27FC236}">
                <a16:creationId xmlns:a16="http://schemas.microsoft.com/office/drawing/2014/main" id="{6E740C4B-C34A-4E23-95C8-E31A05CF92E0}"/>
              </a:ext>
            </a:extLst>
          </p:cNvPr>
          <p:cNvSpPr>
            <a:spLocks xmlns:a="http://schemas.openxmlformats.org/drawingml/2006/main" noGrp="1"/>
          </p:cNvSpPr>
          <p:nvPr/>
        </p:nvSpPr>
        <p:spPr>
          <a:xfrm xmlns:a="http://schemas.openxmlformats.org/drawingml/2006/main">
            <a:off x="2533650" y="382905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한국어·충분한 길이·무 flag일 때 READY다.</a:t>
            </a:r>
          </a:p>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fallback·짧은 전사·reference 유사도 저하는 HOLD다.</a:t>
            </a:r>
          </a:p>
        </p:txBody>
      </p:sp>
      <p:sp>
        <p:nvSpPr>
          <p:cNvPr id="16" name="">
            <a:extLst xmlns:a="http://schemas.openxmlformats.org/drawingml/2006/main">
              <a:ext uri="{FF2B5EF4-FFF2-40B4-BE49-F238E27FC236}">
                <a16:creationId xmlns:a16="http://schemas.microsoft.com/office/drawing/2014/main" id="{2A110F58-A22B-4102-B1D0-FA9B84DE9D9C}"/>
              </a:ext>
            </a:extLst>
          </p:cNvPr>
          <p:cNvSpPr>
            <a:spLocks xmlns:a="http://schemas.openxmlformats.org/drawingml/2006/main" noGrp="1"/>
          </p:cNvSpPr>
          <p:nvPr/>
        </p:nvSpPr>
        <p:spPr>
          <a:xfrm xmlns:a="http://schemas.openxmlformats.org/drawingml/2006/main">
            <a:off x="685800" y="49530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금지</a:t>
            </a:r>
          </a:p>
        </p:txBody>
      </p:sp>
      <p:sp>
        <p:nvSpPr>
          <p:cNvPr id="17" name="">
            <a:extLst xmlns:a="http://schemas.openxmlformats.org/drawingml/2006/main">
              <a:ext uri="{FF2B5EF4-FFF2-40B4-BE49-F238E27FC236}">
                <a16:creationId xmlns:a16="http://schemas.microsoft.com/office/drawing/2014/main" id="{94831DBF-C4E2-48E7-A7CD-4FF1AE84364A}"/>
              </a:ext>
            </a:extLst>
          </p:cNvPr>
          <p:cNvSpPr>
            <a:spLocks xmlns:a="http://schemas.openxmlformats.org/drawingml/2006/main" noGrp="1"/>
          </p:cNvSpPr>
          <p:nvPr/>
        </p:nvSpPr>
        <p:spPr>
          <a:xfrm xmlns:a="http://schemas.openxmlformats.org/drawingml/2006/main">
            <a:off x="2286000" y="480060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95237955-223C-4EC5-B63B-96CE3E370423}"/>
              </a:ext>
            </a:extLst>
          </p:cNvPr>
          <p:cNvSpPr>
            <a:spLocks xmlns:a="http://schemas.openxmlformats.org/drawingml/2006/main" noGrp="1"/>
          </p:cNvSpPr>
          <p:nvPr/>
        </p:nvSpPr>
        <p:spPr>
          <a:xfrm xmlns:a="http://schemas.openxmlformats.org/drawingml/2006/main">
            <a:off x="2533650" y="495300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STT 품질 Gate: secret 출력 · workspace 밖 변경 · test 약화 · 승인 없는 외부 쓰기</a:t>
            </a:r>
          </a:p>
        </p:txBody>
      </p:sp>
    </p:spTree>
    <p:extLst>
      <p:ext uri="{BB962C8B-B14F-4D97-AF65-F5344CB8AC3E}">
        <p14:creationId xmlns:p14="http://schemas.microsoft.com/office/powerpoint/2010/main" val="1551208325"/>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A4B083C-EBF1-4C94-A36C-601AB7A690F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독립 리뷰</a:t>
            </a:r>
          </a:p>
        </p:txBody>
      </p:sp>
      <p:sp>
        <p:nvSpPr>
          <p:cNvPr id="2" name="">
            <a:extLst xmlns:a="http://schemas.openxmlformats.org/drawingml/2006/main">
              <a:ext uri="{FF2B5EF4-FFF2-40B4-BE49-F238E27FC236}">
                <a16:creationId xmlns:a16="http://schemas.microsoft.com/office/drawing/2014/main" id="{68E168E6-F551-4CC3-8B50-40290165E99D}"/>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Codex·Claude Code</a:t>
            </a:r>
          </a:p>
        </p:txBody>
      </p:sp>
      <p:sp>
        <p:nvSpPr>
          <p:cNvPr id="3" name="">
            <a:extLst xmlns:a="http://schemas.openxmlformats.org/drawingml/2006/main">
              <a:ext uri="{FF2B5EF4-FFF2-40B4-BE49-F238E27FC236}">
                <a16:creationId xmlns:a16="http://schemas.microsoft.com/office/drawing/2014/main" id="{2706C096-563C-4F92-9256-217352423AA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D96479FA-4D6E-4774-9194-B3F3E9DF51C6}"/>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24966E95-B7EC-4D2C-A0AA-2617461982C3}"/>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427D9817-A80B-4157-9FAA-4B120F597EBB}"/>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076</a:t>
            </a:r>
          </a:p>
        </p:txBody>
      </p:sp>
      <p:sp>
        <p:nvSpPr>
          <p:cNvPr id="7" name="">
            <a:extLst xmlns:a="http://schemas.openxmlformats.org/drawingml/2006/main">
              <a:ext uri="{FF2B5EF4-FFF2-40B4-BE49-F238E27FC236}">
                <a16:creationId xmlns:a16="http://schemas.microsoft.com/office/drawing/2014/main" id="{9DBC2D6A-6801-4A1B-AA4B-F7B804D2F8F5}"/>
              </a:ext>
            </a:extLst>
          </p:cNvPr>
          <p:cNvSpPr>
            <a:spLocks xmlns:a="http://schemas.openxmlformats.org/drawingml/2006/main" noGrp="1"/>
          </p:cNvSpPr>
          <p:nvPr/>
        </p:nvSpPr>
        <p:spPr>
          <a:xfrm xmlns:a="http://schemas.openxmlformats.org/drawingml/2006/main">
            <a:off x="723900" y="16192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724F909B-1B5C-42CF-93F9-CF441EFFE570}"/>
              </a:ext>
            </a:extLst>
          </p:cNvPr>
          <p:cNvSpPr>
            <a:spLocks xmlns:a="http://schemas.openxmlformats.org/drawingml/2006/main" noGrp="1"/>
          </p:cNvSpPr>
          <p:nvPr/>
        </p:nvSpPr>
        <p:spPr>
          <a:xfrm xmlns:a="http://schemas.openxmlformats.org/drawingml/2006/main">
            <a:off x="1428750" y="15049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Codex diff</a:t>
            </a:r>
          </a:p>
        </p:txBody>
      </p:sp>
      <p:sp>
        <p:nvSpPr>
          <p:cNvPr id="9" name="">
            <a:extLst xmlns:a="http://schemas.openxmlformats.org/drawingml/2006/main">
              <a:ext uri="{FF2B5EF4-FFF2-40B4-BE49-F238E27FC236}">
                <a16:creationId xmlns:a16="http://schemas.microsoft.com/office/drawing/2014/main" id="{678484A7-F506-4B7D-8EA1-01C3B581B2C5}"/>
              </a:ext>
            </a:extLst>
          </p:cNvPr>
          <p:cNvSpPr>
            <a:spLocks xmlns:a="http://schemas.openxmlformats.org/drawingml/2006/main" noGrp="1"/>
          </p:cNvSpPr>
          <p:nvPr/>
        </p:nvSpPr>
        <p:spPr>
          <a:xfrm xmlns:a="http://schemas.openxmlformats.org/drawingml/2006/main">
            <a:off x="3733800" y="17716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D86FD787-4C3E-4737-BD3B-092FC76F4905}"/>
              </a:ext>
            </a:extLst>
          </p:cNvPr>
          <p:cNvSpPr>
            <a:spLocks xmlns:a="http://schemas.openxmlformats.org/drawingml/2006/main" noGrp="1"/>
          </p:cNvSpPr>
          <p:nvPr/>
        </p:nvSpPr>
        <p:spPr>
          <a:xfrm xmlns:a="http://schemas.openxmlformats.org/drawingml/2006/main">
            <a:off x="4629150" y="15049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STT 품질 Gate 허용 경로 밖 파일이 바뀌지 않았는가</a:t>
            </a:r>
          </a:p>
        </p:txBody>
      </p:sp>
      <p:sp>
        <p:nvSpPr>
          <p:cNvPr id="11" name="">
            <a:extLst xmlns:a="http://schemas.openxmlformats.org/drawingml/2006/main">
              <a:ext uri="{FF2B5EF4-FFF2-40B4-BE49-F238E27FC236}">
                <a16:creationId xmlns:a16="http://schemas.microsoft.com/office/drawing/2014/main" id="{9DDFC34A-FA99-466A-96BF-B88492CE94A8}"/>
              </a:ext>
            </a:extLst>
          </p:cNvPr>
          <p:cNvSpPr>
            <a:spLocks xmlns:a="http://schemas.openxmlformats.org/drawingml/2006/main" noGrp="1"/>
          </p:cNvSpPr>
          <p:nvPr/>
        </p:nvSpPr>
        <p:spPr>
          <a:xfrm xmlns:a="http://schemas.openxmlformats.org/drawingml/2006/main">
            <a:off x="723900" y="26860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06E05B94-3BA4-42A8-910B-8943B5D6B42C}"/>
              </a:ext>
            </a:extLst>
          </p:cNvPr>
          <p:cNvSpPr>
            <a:spLocks xmlns:a="http://schemas.openxmlformats.org/drawingml/2006/main" noGrp="1"/>
          </p:cNvSpPr>
          <p:nvPr/>
        </p:nvSpPr>
        <p:spPr>
          <a:xfrm xmlns:a="http://schemas.openxmlformats.org/drawingml/2006/main">
            <a:off x="1428750" y="25717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Focused test</a:t>
            </a:r>
          </a:p>
        </p:txBody>
      </p:sp>
      <p:sp>
        <p:nvSpPr>
          <p:cNvPr id="13" name="">
            <a:extLst xmlns:a="http://schemas.openxmlformats.org/drawingml/2006/main">
              <a:ext uri="{FF2B5EF4-FFF2-40B4-BE49-F238E27FC236}">
                <a16:creationId xmlns:a16="http://schemas.microsoft.com/office/drawing/2014/main" id="{9A258FD4-FB5A-4522-A7A5-54CE31DC180A}"/>
              </a:ext>
            </a:extLst>
          </p:cNvPr>
          <p:cNvSpPr>
            <a:spLocks xmlns:a="http://schemas.openxmlformats.org/drawingml/2006/main" noGrp="1"/>
          </p:cNvSpPr>
          <p:nvPr/>
        </p:nvSpPr>
        <p:spPr>
          <a:xfrm xmlns:a="http://schemas.openxmlformats.org/drawingml/2006/main">
            <a:off x="3733800" y="28384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DC6C4A1F-8DDB-4BCD-A268-F35D104E7A7F}"/>
              </a:ext>
            </a:extLst>
          </p:cNvPr>
          <p:cNvSpPr>
            <a:spLocks xmlns:a="http://schemas.openxmlformats.org/drawingml/2006/main" noGrp="1"/>
          </p:cNvSpPr>
          <p:nvPr/>
        </p:nvSpPr>
        <p:spPr>
          <a:xfrm xmlns:a="http://schemas.openxmlformats.org/drawingml/2006/main">
            <a:off x="4629150" y="25717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한국어·충분한 길이·무 flag일 때 READY다.</a:t>
            </a:r>
          </a:p>
        </p:txBody>
      </p:sp>
      <p:sp>
        <p:nvSpPr>
          <p:cNvPr id="15" name="">
            <a:extLst xmlns:a="http://schemas.openxmlformats.org/drawingml/2006/main">
              <a:ext uri="{FF2B5EF4-FFF2-40B4-BE49-F238E27FC236}">
                <a16:creationId xmlns:a16="http://schemas.microsoft.com/office/drawing/2014/main" id="{F26A3A48-3F15-4100-B788-B8F552899AA3}"/>
              </a:ext>
            </a:extLst>
          </p:cNvPr>
          <p:cNvSpPr>
            <a:spLocks xmlns:a="http://schemas.openxmlformats.org/drawingml/2006/main" noGrp="1"/>
          </p:cNvSpPr>
          <p:nvPr/>
        </p:nvSpPr>
        <p:spPr>
          <a:xfrm xmlns:a="http://schemas.openxmlformats.org/drawingml/2006/main">
            <a:off x="723900" y="37528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03</a:t>
            </a:r>
          </a:p>
        </p:txBody>
      </p:sp>
      <p:sp>
        <p:nvSpPr>
          <p:cNvPr id="16" name="">
            <a:extLst xmlns:a="http://schemas.openxmlformats.org/drawingml/2006/main">
              <a:ext uri="{FF2B5EF4-FFF2-40B4-BE49-F238E27FC236}">
                <a16:creationId xmlns:a16="http://schemas.microsoft.com/office/drawing/2014/main" id="{8A0AD997-811B-4DD1-9E08-D22DD1DAB566}"/>
              </a:ext>
            </a:extLst>
          </p:cNvPr>
          <p:cNvSpPr>
            <a:spLocks xmlns:a="http://schemas.openxmlformats.org/drawingml/2006/main" noGrp="1"/>
          </p:cNvSpPr>
          <p:nvPr/>
        </p:nvSpPr>
        <p:spPr>
          <a:xfrm xmlns:a="http://schemas.openxmlformats.org/drawingml/2006/main">
            <a:off x="1428750" y="36385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Claude review</a:t>
            </a:r>
          </a:p>
        </p:txBody>
      </p:sp>
      <p:sp>
        <p:nvSpPr>
          <p:cNvPr id="17" name="">
            <a:extLst xmlns:a="http://schemas.openxmlformats.org/drawingml/2006/main">
              <a:ext uri="{FF2B5EF4-FFF2-40B4-BE49-F238E27FC236}">
                <a16:creationId xmlns:a16="http://schemas.microsoft.com/office/drawing/2014/main" id="{4EE5337A-604C-42E5-B53D-5DAA7A091320}"/>
              </a:ext>
            </a:extLst>
          </p:cNvPr>
          <p:cNvSpPr>
            <a:spLocks xmlns:a="http://schemas.openxmlformats.org/drawingml/2006/main" noGrp="1"/>
          </p:cNvSpPr>
          <p:nvPr/>
        </p:nvSpPr>
        <p:spPr>
          <a:xfrm xmlns:a="http://schemas.openxmlformats.org/drawingml/2006/main">
            <a:off x="3733800" y="39052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C1E2D270-D579-4924-A972-AED010543DDE}"/>
              </a:ext>
            </a:extLst>
          </p:cNvPr>
          <p:cNvSpPr>
            <a:spLocks xmlns:a="http://schemas.openxmlformats.org/drawingml/2006/main" noGrp="1"/>
          </p:cNvSpPr>
          <p:nvPr/>
        </p:nvSpPr>
        <p:spPr>
          <a:xfrm xmlns:a="http://schemas.openxmlformats.org/drawingml/2006/main">
            <a:off x="4629150" y="36385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quality_gate.json 변경 라인·누락 경계를 별도 session에서 검토</a:t>
            </a:r>
          </a:p>
        </p:txBody>
      </p:sp>
      <p:sp>
        <p:nvSpPr>
          <p:cNvPr id="19" name="">
            <a:extLst xmlns:a="http://schemas.openxmlformats.org/drawingml/2006/main">
              <a:ext uri="{FF2B5EF4-FFF2-40B4-BE49-F238E27FC236}">
                <a16:creationId xmlns:a16="http://schemas.microsoft.com/office/drawing/2014/main" id="{0EC4184A-5756-4700-AAB0-F665600E2ADD}"/>
              </a:ext>
            </a:extLst>
          </p:cNvPr>
          <p:cNvSpPr>
            <a:spLocks xmlns:a="http://schemas.openxmlformats.org/drawingml/2006/main" noGrp="1"/>
          </p:cNvSpPr>
          <p:nvPr/>
        </p:nvSpPr>
        <p:spPr>
          <a:xfrm xmlns:a="http://schemas.openxmlformats.org/drawingml/2006/main">
            <a:off x="723900" y="48196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04</a:t>
            </a:r>
          </a:p>
        </p:txBody>
      </p:sp>
      <p:sp>
        <p:nvSpPr>
          <p:cNvPr id="20" name="">
            <a:extLst xmlns:a="http://schemas.openxmlformats.org/drawingml/2006/main">
              <a:ext uri="{FF2B5EF4-FFF2-40B4-BE49-F238E27FC236}">
                <a16:creationId xmlns:a16="http://schemas.microsoft.com/office/drawing/2014/main" id="{35B55506-6E74-4E28-9D32-5D2F0F26779D}"/>
              </a:ext>
            </a:extLst>
          </p:cNvPr>
          <p:cNvSpPr>
            <a:spLocks xmlns:a="http://schemas.openxmlformats.org/drawingml/2006/main" noGrp="1"/>
          </p:cNvSpPr>
          <p:nvPr/>
        </p:nvSpPr>
        <p:spPr>
          <a:xfrm xmlns:a="http://schemas.openxmlformats.org/drawingml/2006/main">
            <a:off x="1428750" y="47053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Human merge</a:t>
            </a:r>
          </a:p>
        </p:txBody>
      </p:sp>
      <p:sp>
        <p:nvSpPr>
          <p:cNvPr id="21" name="">
            <a:extLst xmlns:a="http://schemas.openxmlformats.org/drawingml/2006/main">
              <a:ext uri="{FF2B5EF4-FFF2-40B4-BE49-F238E27FC236}">
                <a16:creationId xmlns:a16="http://schemas.microsoft.com/office/drawing/2014/main" id="{6E4EA2C9-3AE2-4653-9155-2BAB29B1AB33}"/>
              </a:ext>
            </a:extLst>
          </p:cNvPr>
          <p:cNvSpPr>
            <a:spLocks xmlns:a="http://schemas.openxmlformats.org/drawingml/2006/main" noGrp="1"/>
          </p:cNvSpPr>
          <p:nvPr/>
        </p:nvSpPr>
        <p:spPr>
          <a:xfrm xmlns:a="http://schemas.openxmlformats.org/drawingml/2006/main">
            <a:off x="3733800" y="49720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22" name="">
            <a:extLst xmlns:a="http://schemas.openxmlformats.org/drawingml/2006/main">
              <a:ext uri="{FF2B5EF4-FFF2-40B4-BE49-F238E27FC236}">
                <a16:creationId xmlns:a16="http://schemas.microsoft.com/office/drawing/2014/main" id="{54E2289B-5A76-4BE1-9963-D4C7078B0734}"/>
              </a:ext>
            </a:extLst>
          </p:cNvPr>
          <p:cNvSpPr>
            <a:spLocks xmlns:a="http://schemas.openxmlformats.org/drawingml/2006/main" noGrp="1"/>
          </p:cNvSpPr>
          <p:nvPr/>
        </p:nvSpPr>
        <p:spPr>
          <a:xfrm xmlns:a="http://schemas.openxmlformats.org/drawingml/2006/main">
            <a:off x="4629150" y="47053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STT 품질 Gate의 두 LLM 의견과 test는 자동 승인이 아니다</a:t>
            </a:r>
          </a:p>
        </p:txBody>
      </p:sp>
    </p:spTree>
    <p:extLst>
      <p:ext uri="{BB962C8B-B14F-4D97-AF65-F5344CB8AC3E}">
        <p14:creationId xmlns:p14="http://schemas.microsoft.com/office/powerpoint/2010/main" val="1765065418"/>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171435F-79EE-41F3-A710-FB0344BD5DEA}"/>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정상 시연</a:t>
            </a:r>
          </a:p>
        </p:txBody>
      </p:sp>
      <p:sp>
        <p:nvSpPr>
          <p:cNvPr id="2" name="">
            <a:extLst xmlns:a="http://schemas.openxmlformats.org/drawingml/2006/main">
              <a:ext uri="{FF2B5EF4-FFF2-40B4-BE49-F238E27FC236}">
                <a16:creationId xmlns:a16="http://schemas.microsoft.com/office/drawing/2014/main" id="{24AB51DE-7B5A-429E-88F3-732BBB43E5A6}"/>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강사 시연</a:t>
            </a:r>
          </a:p>
        </p:txBody>
      </p:sp>
      <p:sp>
        <p:nvSpPr>
          <p:cNvPr id="3" name="">
            <a:extLst xmlns:a="http://schemas.openxmlformats.org/drawingml/2006/main">
              <a:ext uri="{FF2B5EF4-FFF2-40B4-BE49-F238E27FC236}">
                <a16:creationId xmlns:a16="http://schemas.microsoft.com/office/drawing/2014/main" id="{396177C2-1757-4002-9166-29AD97CEC2C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F9DF0CF5-F475-497E-8C7B-6962F170C916}"/>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DC7DCF0B-DBE6-4A47-9F5F-11BFC646B79F}"/>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2E004F58-F640-4D17-AC29-B4D046776C9B}"/>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077</a:t>
            </a:r>
          </a:p>
        </p:txBody>
      </p:sp>
      <p:sp>
        <p:nvSpPr>
          <p:cNvPr id="7" name="">
            <a:extLst xmlns:a="http://schemas.openxmlformats.org/drawingml/2006/main">
              <a:ext uri="{FF2B5EF4-FFF2-40B4-BE49-F238E27FC236}">
                <a16:creationId xmlns:a16="http://schemas.microsoft.com/office/drawing/2014/main" id="{E82E7022-90D6-4A4A-92B7-A3C463891CA6}"/>
              </a:ext>
            </a:extLst>
          </p:cNvPr>
          <p:cNvSpPr>
            <a:spLocks xmlns:a="http://schemas.openxmlformats.org/drawingml/2006/main" noGrp="1"/>
          </p:cNvSpPr>
          <p:nvPr/>
        </p:nvSpPr>
        <p:spPr>
          <a:xfrm xmlns:a="http://schemas.openxmlformats.org/drawingml/2006/main">
            <a:off x="876300" y="15621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8758A584-28A0-4C5C-B7F6-A4C30169EDEF}"/>
              </a:ext>
            </a:extLst>
          </p:cNvPr>
          <p:cNvSpPr>
            <a:spLocks xmlns:a="http://schemas.openxmlformats.org/drawingml/2006/main" noGrp="1"/>
          </p:cNvSpPr>
          <p:nvPr/>
        </p:nvSpPr>
        <p:spPr>
          <a:xfrm xmlns:a="http://schemas.openxmlformats.org/drawingml/2006/main">
            <a:off x="1314450" y="16859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5C21DD38-39AC-40A3-B33C-7ECD03735600}"/>
              </a:ext>
            </a:extLst>
          </p:cNvPr>
          <p:cNvSpPr>
            <a:spLocks xmlns:a="http://schemas.openxmlformats.org/drawingml/2006/main" noGrp="1"/>
          </p:cNvSpPr>
          <p:nvPr/>
        </p:nvSpPr>
        <p:spPr>
          <a:xfrm xmlns:a="http://schemas.openxmlformats.org/drawingml/2006/main">
            <a:off x="1790700" y="15240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열기: src/meeting_demo.py</a:t>
            </a:r>
          </a:p>
        </p:txBody>
      </p:sp>
      <p:sp>
        <p:nvSpPr>
          <p:cNvPr id="10" name="">
            <a:extLst xmlns:a="http://schemas.openxmlformats.org/drawingml/2006/main">
              <a:ext uri="{FF2B5EF4-FFF2-40B4-BE49-F238E27FC236}">
                <a16:creationId xmlns:a16="http://schemas.microsoft.com/office/drawing/2014/main" id="{BF460A8F-A27D-40C5-93E1-FF9468997702}"/>
              </a:ext>
            </a:extLst>
          </p:cNvPr>
          <p:cNvSpPr>
            <a:spLocks xmlns:a="http://schemas.openxmlformats.org/drawingml/2006/main" noGrp="1"/>
          </p:cNvSpPr>
          <p:nvPr/>
        </p:nvSpPr>
        <p:spPr>
          <a:xfrm xmlns:a="http://schemas.openxmlformats.org/drawingml/2006/main">
            <a:off x="876300" y="25527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F9501757-68AE-4985-9925-F9E208D38579}"/>
              </a:ext>
            </a:extLst>
          </p:cNvPr>
          <p:cNvSpPr>
            <a:spLocks xmlns:a="http://schemas.openxmlformats.org/drawingml/2006/main" noGrp="1"/>
          </p:cNvSpPr>
          <p:nvPr/>
        </p:nvSpPr>
        <p:spPr>
          <a:xfrm xmlns:a="http://schemas.openxmlformats.org/drawingml/2006/main">
            <a:off x="1314450" y="26765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5EB4008F-D6C9-4A1B-9C72-681874F8B593}"/>
              </a:ext>
            </a:extLst>
          </p:cNvPr>
          <p:cNvSpPr>
            <a:spLocks xmlns:a="http://schemas.openxmlformats.org/drawingml/2006/main" noGrp="1"/>
          </p:cNvSpPr>
          <p:nvPr/>
        </p:nvSpPr>
        <p:spPr>
          <a:xfrm xmlns:a="http://schemas.openxmlformats.org/drawingml/2006/main">
            <a:off x="1790700" y="25146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구현 확인: tests/test_meeting_agent_workflow.py</a:t>
            </a:r>
          </a:p>
        </p:txBody>
      </p:sp>
      <p:sp>
        <p:nvSpPr>
          <p:cNvPr id="13" name="">
            <a:extLst xmlns:a="http://schemas.openxmlformats.org/drawingml/2006/main">
              <a:ext uri="{FF2B5EF4-FFF2-40B4-BE49-F238E27FC236}">
                <a16:creationId xmlns:a16="http://schemas.microsoft.com/office/drawing/2014/main" id="{EA76BB82-BD68-4FDB-B3ED-9D8252F8E252}"/>
              </a:ext>
            </a:extLst>
          </p:cNvPr>
          <p:cNvSpPr>
            <a:spLocks xmlns:a="http://schemas.openxmlformats.org/drawingml/2006/main" noGrp="1"/>
          </p:cNvSpPr>
          <p:nvPr/>
        </p:nvSpPr>
        <p:spPr>
          <a:xfrm xmlns:a="http://schemas.openxmlformats.org/drawingml/2006/main">
            <a:off x="876300" y="35433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DDE05A9D-0EF9-4FF5-A628-FE9BDEC9014C}"/>
              </a:ext>
            </a:extLst>
          </p:cNvPr>
          <p:cNvSpPr>
            <a:spLocks xmlns:a="http://schemas.openxmlformats.org/drawingml/2006/main" noGrp="1"/>
          </p:cNvSpPr>
          <p:nvPr/>
        </p:nvSpPr>
        <p:spPr>
          <a:xfrm xmlns:a="http://schemas.openxmlformats.org/drawingml/2006/main">
            <a:off x="1314450" y="36671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487C5F5A-7B78-433C-8DB3-2DEF6FA3BC99}"/>
              </a:ext>
            </a:extLst>
          </p:cNvPr>
          <p:cNvSpPr>
            <a:spLocks xmlns:a="http://schemas.openxmlformats.org/drawingml/2006/main" noGrp="1"/>
          </p:cNvSpPr>
          <p:nvPr/>
        </p:nvSpPr>
        <p:spPr>
          <a:xfrm xmlns:a="http://schemas.openxmlformats.org/drawingml/2006/main">
            <a:off x="1790700" y="35052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실행: python -m pytest -q tests/test_meeting_agent_workflow.py</a:t>
            </a:r>
          </a:p>
        </p:txBody>
      </p:sp>
      <p:sp>
        <p:nvSpPr>
          <p:cNvPr id="16" name="">
            <a:extLst xmlns:a="http://schemas.openxmlformats.org/drawingml/2006/main">
              <a:ext uri="{FF2B5EF4-FFF2-40B4-BE49-F238E27FC236}">
                <a16:creationId xmlns:a16="http://schemas.microsoft.com/office/drawing/2014/main" id="{A01BACBB-DCAA-4204-9B7A-AF80B646F987}"/>
              </a:ext>
            </a:extLst>
          </p:cNvPr>
          <p:cNvSpPr>
            <a:spLocks xmlns:a="http://schemas.openxmlformats.org/drawingml/2006/main" noGrp="1"/>
          </p:cNvSpPr>
          <p:nvPr/>
        </p:nvSpPr>
        <p:spPr>
          <a:xfrm xmlns:a="http://schemas.openxmlformats.org/drawingml/2006/main">
            <a:off x="876300" y="4533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868094B4-A6D6-4A91-BDFF-171B355805A7}"/>
              </a:ext>
            </a:extLst>
          </p:cNvPr>
          <p:cNvSpPr>
            <a:spLocks xmlns:a="http://schemas.openxmlformats.org/drawingml/2006/main" noGrp="1"/>
          </p:cNvSpPr>
          <p:nvPr/>
        </p:nvSpPr>
        <p:spPr>
          <a:xfrm xmlns:a="http://schemas.openxmlformats.org/drawingml/2006/main">
            <a:off x="1314450" y="4657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78C5A7CE-925F-4C35-A48B-968BD87D3C5F}"/>
              </a:ext>
            </a:extLst>
          </p:cNvPr>
          <p:cNvSpPr>
            <a:spLocks xmlns:a="http://schemas.openxmlformats.org/drawingml/2006/main" noGrp="1"/>
          </p:cNvSpPr>
          <p:nvPr/>
        </p:nvSpPr>
        <p:spPr>
          <a:xfrm xmlns:a="http://schemas.openxmlformats.org/drawingml/2006/main">
            <a:off x="1790700" y="44958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성공 신호: 한국어·충분한 길이·무 flag일 때 READY다.</a:t>
            </a:r>
          </a:p>
        </p:txBody>
      </p:sp>
    </p:spTree>
    <p:extLst>
      <p:ext uri="{BB962C8B-B14F-4D97-AF65-F5344CB8AC3E}">
        <p14:creationId xmlns:p14="http://schemas.microsoft.com/office/powerpoint/2010/main" val="1846408629"/>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8CBA291-7551-4EFF-A659-44B6CF7C0FD4}"/>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실행 명령</a:t>
            </a:r>
          </a:p>
        </p:txBody>
      </p:sp>
      <p:sp>
        <p:nvSpPr>
          <p:cNvPr id="2" name="">
            <a:extLst xmlns:a="http://schemas.openxmlformats.org/drawingml/2006/main">
              <a:ext uri="{FF2B5EF4-FFF2-40B4-BE49-F238E27FC236}">
                <a16:creationId xmlns:a16="http://schemas.microsoft.com/office/drawing/2014/main" id="{9607ACF7-784E-4EF6-BE88-0510B587C51A}"/>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Terminal</a:t>
            </a:r>
          </a:p>
        </p:txBody>
      </p:sp>
      <p:sp>
        <p:nvSpPr>
          <p:cNvPr id="3" name="">
            <a:extLst xmlns:a="http://schemas.openxmlformats.org/drawingml/2006/main">
              <a:ext uri="{FF2B5EF4-FFF2-40B4-BE49-F238E27FC236}">
                <a16:creationId xmlns:a16="http://schemas.microsoft.com/office/drawing/2014/main" id="{192E81D7-9EF0-4852-99C6-2258169ADB0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EEBC5C42-61ED-4522-9FB8-180F31B02639}"/>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E1963EC4-79D9-4366-9AD1-4D73EDFAF60D}"/>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C819DF83-D2AC-4563-8C38-8DC4114F5C6A}"/>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078</a:t>
            </a:r>
          </a:p>
        </p:txBody>
      </p:sp>
      <p:sp>
        <p:nvSpPr>
          <p:cNvPr id="7" name="">
            <a:extLst xmlns:a="http://schemas.openxmlformats.org/drawingml/2006/main">
              <a:ext uri="{FF2B5EF4-FFF2-40B4-BE49-F238E27FC236}">
                <a16:creationId xmlns:a16="http://schemas.microsoft.com/office/drawing/2014/main" id="{123CF1A7-B227-4309-A248-66322F711ECF}"/>
              </a:ext>
            </a:extLst>
          </p:cNvPr>
          <p:cNvSpPr>
            <a:spLocks xmlns:a="http://schemas.openxmlformats.org/drawingml/2006/main" noGrp="1"/>
          </p:cNvSpPr>
          <p:nvPr/>
        </p:nvSpPr>
        <p:spPr>
          <a:xfrm xmlns:a="http://schemas.openxmlformats.org/drawingml/2006/main">
            <a:off x="685800" y="1809750"/>
            <a:ext cx="10820400" cy="2305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0AB7CAA-6E4A-4DE0-92C4-6A6ECADCB1EF}"/>
              </a:ext>
            </a:extLst>
          </p:cNvPr>
          <p:cNvSpPr>
            <a:spLocks xmlns:a="http://schemas.openxmlformats.org/drawingml/2006/main" noGrp="1"/>
          </p:cNvSpPr>
          <p:nvPr/>
        </p:nvSpPr>
        <p:spPr>
          <a:xfrm xmlns:a="http://schemas.openxmlformats.org/drawingml/2006/main">
            <a:off x="1066800" y="2381250"/>
            <a:ext cx="342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025" b="1">
                <a:solidFill>
                  <a:srgbClr val="2563EB"/>
                </a:solidFill>
                <a:latin typeface="NanumGothic"/>
                <a:ea typeface="NanumGothic"/>
                <a:cs typeface="NanumGothic"/>
              </a:defRPr>
            </a:pPr>
            <a:r>
              <a:rPr sz="2025" b="1">
                <a:solidFill>
                  <a:srgbClr val="2563EB"/>
                </a:solidFill>
                <a:latin typeface="NanumGothic"/>
                <a:ea typeface="NanumGothic"/>
                <a:cs typeface="NanumGothic"/>
              </a:rPr>
              <a:t>$</a:t>
            </a:r>
          </a:p>
        </p:txBody>
      </p:sp>
      <p:sp>
        <p:nvSpPr>
          <p:cNvPr id="9" name="">
            <a:extLst xmlns:a="http://schemas.openxmlformats.org/drawingml/2006/main">
              <a:ext uri="{FF2B5EF4-FFF2-40B4-BE49-F238E27FC236}">
                <a16:creationId xmlns:a16="http://schemas.microsoft.com/office/drawing/2014/main" id="{B72814AB-7988-482E-A652-1D475FF2399F}"/>
              </a:ext>
            </a:extLst>
          </p:cNvPr>
          <p:cNvSpPr>
            <a:spLocks xmlns:a="http://schemas.openxmlformats.org/drawingml/2006/main" noGrp="1"/>
          </p:cNvSpPr>
          <p:nvPr/>
        </p:nvSpPr>
        <p:spPr>
          <a:xfrm xmlns:a="http://schemas.openxmlformats.org/drawingml/2006/main">
            <a:off x="1581150" y="22479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python -m pytest -q tests/test_meeting_agent_workflow.py</a:t>
            </a:r>
          </a:p>
        </p:txBody>
      </p:sp>
      <p:sp>
        <p:nvSpPr>
          <p:cNvPr id="10" name="">
            <a:extLst xmlns:a="http://schemas.openxmlformats.org/drawingml/2006/main">
              <a:ext uri="{FF2B5EF4-FFF2-40B4-BE49-F238E27FC236}">
                <a16:creationId xmlns:a16="http://schemas.microsoft.com/office/drawing/2014/main" id="{7825DF45-050B-4819-8316-22A992E2E09E}"/>
              </a:ext>
            </a:extLst>
          </p:cNvPr>
          <p:cNvSpPr>
            <a:spLocks xmlns:a="http://schemas.openxmlformats.org/drawingml/2006/main" noGrp="1"/>
          </p:cNvSpPr>
          <p:nvPr/>
        </p:nvSpPr>
        <p:spPr>
          <a:xfrm xmlns:a="http://schemas.openxmlformats.org/drawingml/2006/main">
            <a:off x="819150" y="4648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실행 전 확인</a:t>
            </a:r>
          </a:p>
        </p:txBody>
      </p:sp>
      <p:sp>
        <p:nvSpPr>
          <p:cNvPr id="11" name="">
            <a:extLst xmlns:a="http://schemas.openxmlformats.org/drawingml/2006/main">
              <a:ext uri="{FF2B5EF4-FFF2-40B4-BE49-F238E27FC236}">
                <a16:creationId xmlns:a16="http://schemas.microsoft.com/office/drawing/2014/main" id="{E56C2C4C-F7A7-4A52-80D3-2A0C1E922980}"/>
              </a:ext>
            </a:extLst>
          </p:cNvPr>
          <p:cNvSpPr>
            <a:spLocks xmlns:a="http://schemas.openxmlformats.org/drawingml/2006/main" noGrp="1"/>
          </p:cNvSpPr>
          <p:nvPr/>
        </p:nvSpPr>
        <p:spPr>
          <a:xfrm xmlns:a="http://schemas.openxmlformats.org/drawingml/2006/main">
            <a:off x="2857500" y="4552950"/>
            <a:ext cx="800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STT 품질 Gate: repository root · Python 3.12 · .env 미출력</a:t>
            </a:r>
          </a:p>
        </p:txBody>
      </p:sp>
    </p:spTree>
    <p:extLst>
      <p:ext uri="{BB962C8B-B14F-4D97-AF65-F5344CB8AC3E}">
        <p14:creationId xmlns:p14="http://schemas.microsoft.com/office/powerpoint/2010/main" val="397870880"/>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03F725-CF46-47CC-AAD0-477C552EBDF9}"/>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03_quality_gate.json 실행 결과</a:t>
            </a:r>
          </a:p>
        </p:txBody>
      </p:sp>
      <p:sp>
        <p:nvSpPr>
          <p:cNvPr id="2" name="">
            <a:extLst xmlns:a="http://schemas.openxmlformats.org/drawingml/2006/main">
              <a:ext uri="{FF2B5EF4-FFF2-40B4-BE49-F238E27FC236}">
                <a16:creationId xmlns:a16="http://schemas.microsoft.com/office/drawing/2014/main" id="{A9E7528C-C446-4141-A51A-3DB12E48985E}"/>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Actual Output</a:t>
            </a:r>
          </a:p>
        </p:txBody>
      </p:sp>
      <p:sp>
        <p:nvSpPr>
          <p:cNvPr id="3" name="">
            <a:extLst xmlns:a="http://schemas.openxmlformats.org/drawingml/2006/main">
              <a:ext uri="{FF2B5EF4-FFF2-40B4-BE49-F238E27FC236}">
                <a16:creationId xmlns:a16="http://schemas.microsoft.com/office/drawing/2014/main" id="{1D228A2D-C6E4-490E-8889-367D63E6FFC0}"/>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81C1304A-7F2C-4C02-943B-3B012C5FA299}"/>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36035F68-EF0D-4F48-B6CF-D169C3EDB7E0}"/>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C4A3A740-9429-4B2D-82ED-D946E5248FE0}"/>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079</a:t>
            </a:r>
          </a:p>
        </p:txBody>
      </p:sp>
      <p:sp>
        <p:nvSpPr>
          <p:cNvPr id="7" name="">
            <a:extLst xmlns:a="http://schemas.openxmlformats.org/drawingml/2006/main">
              <a:ext uri="{FF2B5EF4-FFF2-40B4-BE49-F238E27FC236}">
                <a16:creationId xmlns:a16="http://schemas.microsoft.com/office/drawing/2014/main" id="{2E473423-FC76-46B8-9A0C-8EC27274DA3C}"/>
              </a:ext>
            </a:extLst>
          </p:cNvPr>
          <p:cNvSpPr>
            <a:spLocks xmlns:a="http://schemas.openxmlformats.org/drawingml/2006/main" noGrp="1"/>
          </p:cNvSpPr>
          <p:nvPr/>
        </p:nvSpPr>
        <p:spPr>
          <a:xfrm xmlns:a="http://schemas.openxmlformats.org/drawingml/2006/main">
            <a:off x="685800" y="1466850"/>
            <a:ext cx="10820400" cy="44005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B7D0EE5-E2C6-4F70-BE2A-A3E1899B697F}"/>
              </a:ext>
            </a:extLst>
          </p:cNvPr>
          <p:cNvSpPr>
            <a:spLocks xmlns:a="http://schemas.openxmlformats.org/drawingml/2006/main" noGrp="1"/>
          </p:cNvSpPr>
          <p:nvPr/>
        </p:nvSpPr>
        <p:spPr>
          <a:xfrm xmlns:a="http://schemas.openxmlformats.org/drawingml/2006/main">
            <a:off x="933450" y="1695450"/>
            <a:ext cx="10325100" cy="394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625"/>
          </a:bodyPr>
          <a:lstStyle xmlns:a="http://schemas.openxmlformats.org/drawingml/2006/main"/>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"normal":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"decision": "READY",</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"flagged_segment_count": 0,</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"reasons":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"human_decision_required": true,</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"detected_language": "ko",</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"language_probability": 0.99,</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"segment_count": 45,</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"text_length": 5141,</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"reference_similarity": 1,</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"minimum_reference_similarity": 0.8</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"boundary":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"decision": "HOLD",</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"flagged_segment_count": 0,</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"reasons":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"NO_SPEECH_SEGMENTS",</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"STT_FALLBACK_USED",</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"TRANSCRIPT_TOO_SHORT"</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"human_decision_required": true,</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"detected_language": "ko",</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"language_probability": null,</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"segment_count": 0,</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a:t>
            </a:r>
          </a:p>
        </p:txBody>
      </p:sp>
    </p:spTree>
    <p:extLst>
      <p:ext uri="{BB962C8B-B14F-4D97-AF65-F5344CB8AC3E}">
        <p14:creationId xmlns:p14="http://schemas.microsoft.com/office/powerpoint/2010/main" val="21818609"/>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F8E0A7C-4A5E-430D-A3A5-626CBC0732D2}"/>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실패·복구 시연</a:t>
            </a:r>
          </a:p>
        </p:txBody>
      </p:sp>
      <p:sp>
        <p:nvSpPr>
          <p:cNvPr id="2" name="">
            <a:extLst xmlns:a="http://schemas.openxmlformats.org/drawingml/2006/main">
              <a:ext uri="{FF2B5EF4-FFF2-40B4-BE49-F238E27FC236}">
                <a16:creationId xmlns:a16="http://schemas.microsoft.com/office/drawing/2014/main" id="{2557B6D8-B0A9-46C6-B50A-2B1F71DFEC12}"/>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실패 시연</a:t>
            </a:r>
          </a:p>
        </p:txBody>
      </p:sp>
      <p:sp>
        <p:nvSpPr>
          <p:cNvPr id="3" name="">
            <a:extLst xmlns:a="http://schemas.openxmlformats.org/drawingml/2006/main">
              <a:ext uri="{FF2B5EF4-FFF2-40B4-BE49-F238E27FC236}">
                <a16:creationId xmlns:a16="http://schemas.microsoft.com/office/drawing/2014/main" id="{9DA14FDC-604D-4E0C-805E-01569C43024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E51A77A1-413F-4374-8F9F-ED66826183C1}"/>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62B88259-E21A-4639-AA58-72A6C9EE0D73}"/>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63F7C4B2-5875-4D72-8422-2498C2D1A7BD}"/>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080</a:t>
            </a:r>
          </a:p>
        </p:txBody>
      </p:sp>
      <p:sp>
        <p:nvSpPr>
          <p:cNvPr id="7" name="">
            <a:extLst xmlns:a="http://schemas.openxmlformats.org/drawingml/2006/main">
              <a:ext uri="{FF2B5EF4-FFF2-40B4-BE49-F238E27FC236}">
                <a16:creationId xmlns:a16="http://schemas.microsoft.com/office/drawing/2014/main" id="{C557F9AC-77F0-4B71-9230-D17062C985F0}"/>
              </a:ext>
            </a:extLst>
          </p:cNvPr>
          <p:cNvSpPr>
            <a:spLocks xmlns:a="http://schemas.openxmlformats.org/drawingml/2006/main" noGrp="1"/>
          </p:cNvSpPr>
          <p:nvPr/>
        </p:nvSpPr>
        <p:spPr>
          <a:xfrm xmlns:a="http://schemas.openxmlformats.org/drawingml/2006/main">
            <a:off x="762000" y="1619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재현</a:t>
            </a:r>
          </a:p>
        </p:txBody>
      </p:sp>
      <p:sp>
        <p:nvSpPr>
          <p:cNvPr id="8" name="">
            <a:extLst xmlns:a="http://schemas.openxmlformats.org/drawingml/2006/main">
              <a:ext uri="{FF2B5EF4-FFF2-40B4-BE49-F238E27FC236}">
                <a16:creationId xmlns:a16="http://schemas.microsoft.com/office/drawing/2014/main" id="{095E8F9D-B039-4F32-BEDA-C46313EDC49D}"/>
              </a:ext>
            </a:extLst>
          </p:cNvPr>
          <p:cNvSpPr>
            <a:spLocks xmlns:a="http://schemas.openxmlformats.org/drawingml/2006/main" noGrp="1"/>
          </p:cNvSpPr>
          <p:nvPr/>
        </p:nvSpPr>
        <p:spPr>
          <a:xfrm xmlns:a="http://schemas.openxmlformats.org/drawingml/2006/main">
            <a:off x="762000" y="2133600"/>
            <a:ext cx="4762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100" b="1">
                <a:solidFill>
                  <a:srgbClr val="191919"/>
                </a:solidFill>
                <a:latin typeface="NanumGothic"/>
                <a:ea typeface="NanumGothic"/>
                <a:cs typeface="NanumGothic"/>
              </a:defRPr>
            </a:pPr>
            <a:r>
              <a:rPr sz="2100" b="1">
                <a:solidFill>
                  <a:srgbClr val="191919"/>
                </a:solidFill>
                <a:latin typeface="NanumGothic"/>
                <a:ea typeface="NanumGothic"/>
                <a:cs typeface="NanumGothic"/>
              </a:rPr>
              <a:t>fallback·짧은 전사·reference 유사도 저하는 HOLD다.</a:t>
            </a:r>
          </a:p>
        </p:txBody>
      </p:sp>
      <p:sp>
        <p:nvSpPr>
          <p:cNvPr id="9" name="">
            <a:extLst xmlns:a="http://schemas.openxmlformats.org/drawingml/2006/main">
              <a:ext uri="{FF2B5EF4-FFF2-40B4-BE49-F238E27FC236}">
                <a16:creationId xmlns:a16="http://schemas.microsoft.com/office/drawing/2014/main" id="{F97FAC0E-8051-4284-810B-CA7A2D52BB8F}"/>
              </a:ext>
            </a:extLst>
          </p:cNvPr>
          <p:cNvSpPr>
            <a:spLocks xmlns:a="http://schemas.openxmlformats.org/drawingml/2006/main" noGrp="1"/>
          </p:cNvSpPr>
          <p:nvPr/>
        </p:nvSpPr>
        <p:spPr>
          <a:xfrm xmlns:a="http://schemas.openxmlformats.org/drawingml/2006/main">
            <a:off x="6000750" y="1657350"/>
            <a:ext cx="0" cy="342900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10" name="">
            <a:extLst xmlns:a="http://schemas.openxmlformats.org/drawingml/2006/main">
              <a:ext uri="{FF2B5EF4-FFF2-40B4-BE49-F238E27FC236}">
                <a16:creationId xmlns:a16="http://schemas.microsoft.com/office/drawing/2014/main" id="{EA01AF50-7265-4584-ABE8-C50755463F26}"/>
              </a:ext>
            </a:extLst>
          </p:cNvPr>
          <p:cNvSpPr>
            <a:spLocks xmlns:a="http://schemas.openxmlformats.org/drawingml/2006/main" noGrp="1"/>
          </p:cNvSpPr>
          <p:nvPr/>
        </p:nvSpPr>
        <p:spPr>
          <a:xfrm xmlns:a="http://schemas.openxmlformats.org/drawingml/2006/main">
            <a:off x="6553200" y="1619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복구</a:t>
            </a:r>
          </a:p>
        </p:txBody>
      </p:sp>
      <p:sp>
        <p:nvSpPr>
          <p:cNvPr id="11" name="">
            <a:extLst xmlns:a="http://schemas.openxmlformats.org/drawingml/2006/main">
              <a:ext uri="{FF2B5EF4-FFF2-40B4-BE49-F238E27FC236}">
                <a16:creationId xmlns:a16="http://schemas.microsoft.com/office/drawing/2014/main" id="{E2AD4D4E-696C-4346-A15F-43EA93834549}"/>
              </a:ext>
            </a:extLst>
          </p:cNvPr>
          <p:cNvSpPr>
            <a:spLocks xmlns:a="http://schemas.openxmlformats.org/drawingml/2006/main" noGrp="1"/>
          </p:cNvSpPr>
          <p:nvPr/>
        </p:nvSpPr>
        <p:spPr>
          <a:xfrm xmlns:a="http://schemas.openxmlformats.org/drawingml/2006/main">
            <a:off x="6553200" y="2133600"/>
            <a:ext cx="45529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100" b="1">
                <a:solidFill>
                  <a:srgbClr val="191919"/>
                </a:solidFill>
                <a:latin typeface="NanumGothic"/>
                <a:ea typeface="NanumGothic"/>
                <a:cs typeface="NanumGothic"/>
              </a:defRPr>
            </a:pPr>
            <a:r>
              <a:rPr sz="2100" b="1">
                <a:solidFill>
                  <a:srgbClr val="191919"/>
                </a:solidFill>
                <a:latin typeface="NanumGothic"/>
                <a:ea typeface="NanumGothic"/>
                <a:cs typeface="NanumGothic"/>
              </a:rPr>
              <a:t>flagged segment와 timestamp만 사람에게 보여주고 accept·edit·reject를 받는다.</a:t>
            </a:r>
          </a:p>
        </p:txBody>
      </p:sp>
      <p:sp>
        <p:nvSpPr>
          <p:cNvPr id="12" name="">
            <a:extLst xmlns:a="http://schemas.openxmlformats.org/drawingml/2006/main">
              <a:ext uri="{FF2B5EF4-FFF2-40B4-BE49-F238E27FC236}">
                <a16:creationId xmlns:a16="http://schemas.microsoft.com/office/drawing/2014/main" id="{8DA16F56-F1BA-470C-83DE-7C6E443EEC7F}"/>
              </a:ext>
            </a:extLst>
          </p:cNvPr>
          <p:cNvSpPr>
            <a:spLocks xmlns:a="http://schemas.openxmlformats.org/drawingml/2006/main" noGrp="1"/>
          </p:cNvSpPr>
          <p:nvPr/>
        </p:nvSpPr>
        <p:spPr>
          <a:xfrm xmlns:a="http://schemas.openxmlformats.org/drawingml/2006/main">
            <a:off x="1524000" y="4686300"/>
            <a:ext cx="914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확인: fallback·짧은 전사·reference 유사도 저하는 HOLD다.</a:t>
            </a:r>
          </a:p>
        </p:txBody>
      </p:sp>
    </p:spTree>
    <p:extLst>
      <p:ext uri="{BB962C8B-B14F-4D97-AF65-F5344CB8AC3E}">
        <p14:creationId xmlns:p14="http://schemas.microsoft.com/office/powerpoint/2010/main" val="993362655"/>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A7503DF-E915-46B5-9274-38118807CD1C}"/>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소프트웨어 제작</a:t>
            </a:r>
          </a:p>
        </p:txBody>
      </p:sp>
      <p:sp>
        <p:nvSpPr>
          <p:cNvPr id="2" name="">
            <a:extLst xmlns:a="http://schemas.openxmlformats.org/drawingml/2006/main">
              <a:ext uri="{FF2B5EF4-FFF2-40B4-BE49-F238E27FC236}">
                <a16:creationId xmlns:a16="http://schemas.microsoft.com/office/drawing/2014/main" id="{4DF2B1D0-399B-4D12-8784-7CDDD7782636}"/>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5B83A6D8-4567-4A14-AAD0-AEB6095A965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9C570F12-5018-4AAD-9CDE-A26E20D22AED}"/>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E872D4E8-7E66-4C96-A659-D072B135EB1F}"/>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F76B7998-BE8B-4BD2-BD51-3531FB2227EC}"/>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081</a:t>
            </a:r>
          </a:p>
        </p:txBody>
      </p:sp>
      <p:sp>
        <p:nvSpPr>
          <p:cNvPr id="7" name="">
            <a:extLst xmlns:a="http://schemas.openxmlformats.org/drawingml/2006/main">
              <a:ext uri="{FF2B5EF4-FFF2-40B4-BE49-F238E27FC236}">
                <a16:creationId xmlns:a16="http://schemas.microsoft.com/office/drawing/2014/main" id="{E1758EE8-A7F5-4859-A0E8-BEC446B24260}"/>
              </a:ext>
            </a:extLst>
          </p:cNvPr>
          <p:cNvSpPr>
            <a:spLocks xmlns:a="http://schemas.openxmlformats.org/drawingml/2006/main" noGrp="1"/>
          </p:cNvSpPr>
          <p:nvPr/>
        </p:nvSpPr>
        <p:spPr>
          <a:xfrm xmlns:a="http://schemas.openxmlformats.org/drawingml/2006/main">
            <a:off x="762000" y="16573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열 파일</a:t>
            </a:r>
          </a:p>
        </p:txBody>
      </p:sp>
      <p:sp>
        <p:nvSpPr>
          <p:cNvPr id="8" name="">
            <a:extLst xmlns:a="http://schemas.openxmlformats.org/drawingml/2006/main">
              <a:ext uri="{FF2B5EF4-FFF2-40B4-BE49-F238E27FC236}">
                <a16:creationId xmlns:a16="http://schemas.microsoft.com/office/drawing/2014/main" id="{09E46042-C67D-4444-A3A3-3DC62920B89F}"/>
              </a:ext>
            </a:extLst>
          </p:cNvPr>
          <p:cNvSpPr>
            <a:spLocks xmlns:a="http://schemas.openxmlformats.org/drawingml/2006/main" noGrp="1"/>
          </p:cNvSpPr>
          <p:nvPr/>
        </p:nvSpPr>
        <p:spPr>
          <a:xfrm xmlns:a="http://schemas.openxmlformats.org/drawingml/2006/main">
            <a:off x="2476500" y="1466850"/>
            <a:ext cx="819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tests/test_meeting_agent_workflow.py</a:t>
            </a:r>
          </a:p>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data/demo_meeting_transcript.txt</a:t>
            </a:r>
          </a:p>
        </p:txBody>
      </p:sp>
      <p:sp>
        <p:nvSpPr>
          <p:cNvPr id="9" name="">
            <a:extLst xmlns:a="http://schemas.openxmlformats.org/drawingml/2006/main">
              <a:ext uri="{FF2B5EF4-FFF2-40B4-BE49-F238E27FC236}">
                <a16:creationId xmlns:a16="http://schemas.microsoft.com/office/drawing/2014/main" id="{E08F08F4-98DF-4204-A7ED-C0A58C3871AC}"/>
              </a:ext>
            </a:extLst>
          </p:cNvPr>
          <p:cNvSpPr>
            <a:spLocks xmlns:a="http://schemas.openxmlformats.org/drawingml/2006/main" noGrp="1"/>
          </p:cNvSpPr>
          <p:nvPr/>
        </p:nvSpPr>
        <p:spPr>
          <a:xfrm xmlns:a="http://schemas.openxmlformats.org/drawingml/2006/main">
            <a:off x="762000" y="26670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작업 범위</a:t>
            </a:r>
          </a:p>
        </p:txBody>
      </p:sp>
      <p:sp>
        <p:nvSpPr>
          <p:cNvPr id="10" name="">
            <a:extLst xmlns:a="http://schemas.openxmlformats.org/drawingml/2006/main">
              <a:ext uri="{FF2B5EF4-FFF2-40B4-BE49-F238E27FC236}">
                <a16:creationId xmlns:a16="http://schemas.microsoft.com/office/drawing/2014/main" id="{387CBCD4-971A-400C-BD2A-48230A70F4DA}"/>
              </a:ext>
            </a:extLst>
          </p:cNvPr>
          <p:cNvSpPr>
            <a:spLocks xmlns:a="http://schemas.openxmlformats.org/drawingml/2006/main" noGrp="1"/>
          </p:cNvSpPr>
          <p:nvPr/>
        </p:nvSpPr>
        <p:spPr>
          <a:xfrm xmlns:a="http://schemas.openxmlformats.org/drawingml/2006/main">
            <a:off x="2476500" y="2571750"/>
            <a:ext cx="8191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STT 품질 Gate 명세 → 최소 Patch → Focused Test → Diff 검토</a:t>
            </a:r>
          </a:p>
        </p:txBody>
      </p:sp>
      <p:sp>
        <p:nvSpPr>
          <p:cNvPr id="11" name="">
            <a:extLst xmlns:a="http://schemas.openxmlformats.org/drawingml/2006/main">
              <a:ext uri="{FF2B5EF4-FFF2-40B4-BE49-F238E27FC236}">
                <a16:creationId xmlns:a16="http://schemas.microsoft.com/office/drawing/2014/main" id="{B87B3424-F7CB-48D8-9A85-EC89FFB9E494}"/>
              </a:ext>
            </a:extLst>
          </p:cNvPr>
          <p:cNvSpPr>
            <a:spLocks xmlns:a="http://schemas.openxmlformats.org/drawingml/2006/main" noGrp="1"/>
          </p:cNvSpPr>
          <p:nvPr/>
        </p:nvSpPr>
        <p:spPr>
          <a:xfrm xmlns:a="http://schemas.openxmlformats.org/drawingml/2006/main">
            <a:off x="762000" y="39052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완료 기준</a:t>
            </a:r>
          </a:p>
        </p:txBody>
      </p:sp>
      <p:sp>
        <p:nvSpPr>
          <p:cNvPr id="12" name="">
            <a:extLst xmlns:a="http://schemas.openxmlformats.org/drawingml/2006/main">
              <a:ext uri="{FF2B5EF4-FFF2-40B4-BE49-F238E27FC236}">
                <a16:creationId xmlns:a16="http://schemas.microsoft.com/office/drawing/2014/main" id="{CCD145EE-7555-42EE-B577-C99DF66630E4}"/>
              </a:ext>
            </a:extLst>
          </p:cNvPr>
          <p:cNvSpPr>
            <a:spLocks xmlns:a="http://schemas.openxmlformats.org/drawingml/2006/main" noGrp="1"/>
          </p:cNvSpPr>
          <p:nvPr/>
        </p:nvSpPr>
        <p:spPr>
          <a:xfrm xmlns:a="http://schemas.openxmlformats.org/drawingml/2006/main">
            <a:off x="2476500" y="3810000"/>
            <a:ext cx="8191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한국어·충분한 길이·무 flag일 때 READY다.</a:t>
            </a:r>
          </a:p>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quality_gate.json 저장</a:t>
            </a:r>
          </a:p>
        </p:txBody>
      </p:sp>
    </p:spTree>
    <p:extLst>
      <p:ext uri="{BB962C8B-B14F-4D97-AF65-F5344CB8AC3E}">
        <p14:creationId xmlns:p14="http://schemas.microsoft.com/office/powerpoint/2010/main" val="1424677627"/>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3766707-5413-4910-B318-736DD19A986D}"/>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Notebook 셀</a:t>
            </a:r>
          </a:p>
        </p:txBody>
      </p:sp>
      <p:sp>
        <p:nvSpPr>
          <p:cNvPr id="2" name="">
            <a:extLst xmlns:a="http://schemas.openxmlformats.org/drawingml/2006/main">
              <a:ext uri="{FF2B5EF4-FFF2-40B4-BE49-F238E27FC236}">
                <a16:creationId xmlns:a16="http://schemas.microsoft.com/office/drawing/2014/main" id="{2B8E759A-EE46-40C8-9971-7BDC3F58C388}"/>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A46155E9-C176-43D0-A7D5-C077AD4599F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11E18A62-A505-4F72-90F6-B2770F13D8E5}"/>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C3CD55BA-6217-4C7E-939A-C4760B4A2035}"/>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AC2957BE-E56D-4181-B453-F8D6847CA48C}"/>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082</a:t>
            </a:r>
          </a:p>
        </p:txBody>
      </p:sp>
      <p:sp>
        <p:nvSpPr>
          <p:cNvPr id="7" name="">
            <a:extLst xmlns:a="http://schemas.openxmlformats.org/drawingml/2006/main">
              <a:ext uri="{FF2B5EF4-FFF2-40B4-BE49-F238E27FC236}">
                <a16:creationId xmlns:a16="http://schemas.microsoft.com/office/drawing/2014/main" id="{B03BE10E-2230-4BE1-9317-0DA00E8F237E}"/>
              </a:ext>
            </a:extLst>
          </p:cNvPr>
          <p:cNvSpPr>
            <a:spLocks xmlns:a="http://schemas.openxmlformats.org/drawingml/2006/main" noGrp="1"/>
          </p:cNvSpPr>
          <p:nvPr/>
        </p:nvSpPr>
        <p:spPr>
          <a:xfrm xmlns:a="http://schemas.openxmlformats.org/drawingml/2006/main">
            <a:off x="685800" y="13716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Menlo"/>
                <a:ea typeface="Menlo"/>
                <a:cs typeface="Menlo"/>
              </a:defRPr>
            </a:pPr>
            <a:r>
              <a:rPr sz="975" b="1">
                <a:solidFill>
                  <a:srgbClr val="555555"/>
                </a:solidFill>
                <a:latin typeface="Menlo"/>
                <a:ea typeface="Menlo"/>
                <a:cs typeface="Menlo"/>
              </a:rPr>
              <a:t>materials/day2/day2_service_lab.ipynb · 3차시</a:t>
            </a:r>
          </a:p>
        </p:txBody>
      </p:sp>
      <p:sp>
        <p:nvSpPr>
          <p:cNvPr id="8" name="">
            <a:extLst xmlns:a="http://schemas.openxmlformats.org/drawingml/2006/main">
              <a:ext uri="{FF2B5EF4-FFF2-40B4-BE49-F238E27FC236}">
                <a16:creationId xmlns:a16="http://schemas.microsoft.com/office/drawing/2014/main" id="{68A1ED85-F94A-414C-9B21-E5E2C8BECF4E}"/>
              </a:ext>
            </a:extLst>
          </p:cNvPr>
          <p:cNvSpPr>
            <a:spLocks xmlns:a="http://schemas.openxmlformats.org/drawingml/2006/main" noGrp="1"/>
          </p:cNvSpPr>
          <p:nvPr/>
        </p:nvSpPr>
        <p:spPr>
          <a:xfrm xmlns:a="http://schemas.openxmlformats.org/drawingml/2006/main">
            <a:off x="685800" y="1733550"/>
            <a:ext cx="10820400" cy="39433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DD8ED4E-7DF2-4F3A-AB95-CDDB999310FC}"/>
              </a:ext>
            </a:extLst>
          </p:cNvPr>
          <p:cNvSpPr>
            <a:spLocks xmlns:a="http://schemas.openxmlformats.org/drawingml/2006/main" noGrp="1"/>
          </p:cNvSpPr>
          <p:nvPr/>
        </p:nvSpPr>
        <p:spPr>
          <a:xfrm xmlns:a="http://schemas.openxmlformats.org/drawingml/2006/main">
            <a:off x="933450" y="1962150"/>
            <a:ext cx="10325100" cy="3486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from src.meeting_demo import build_quality_gate</a:t>
            </a:r>
          </a:p>
          <a:p xmlns:a="http://schemas.openxmlformats.org/drawingml/2006/main">
            <a:r>
              <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ready_gate = build_quality_gate(</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stt_segments, mode="local_stt",</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metadata={"language": "ko", "language_probability": 0.99},</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reference_similarity=1.0,</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hold_gate = build_quality_gate([], mode="fixture", metadata={"language": "ko"})</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quality_result = {"normal": ready_gate, "boundary": hold_gate}</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assert ready_gate["decision"] == "READY"</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assert hold_gate["decision"] == "HOLD"</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save_json("03_quality_gate.json", quality_result)</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quality_result</a:t>
            </a:r>
          </a:p>
        </p:txBody>
      </p:sp>
    </p:spTree>
    <p:extLst>
      <p:ext uri="{BB962C8B-B14F-4D97-AF65-F5344CB8AC3E}">
        <p14:creationId xmlns:p14="http://schemas.microsoft.com/office/powerpoint/2010/main" val="2034779692"/>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59E1EED-D407-471F-BD6B-F14EF824E6B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Terminal 실행</a:t>
            </a:r>
          </a:p>
        </p:txBody>
      </p:sp>
      <p:sp>
        <p:nvSpPr>
          <p:cNvPr id="2" name="">
            <a:extLst xmlns:a="http://schemas.openxmlformats.org/drawingml/2006/main">
              <a:ext uri="{FF2B5EF4-FFF2-40B4-BE49-F238E27FC236}">
                <a16:creationId xmlns:a16="http://schemas.microsoft.com/office/drawing/2014/main" id="{1AABBE47-674C-44B5-8FB9-659AE8142869}"/>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8717C01C-A3F4-4B2D-932D-91270EB67F1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CBDE6D62-F682-4505-8465-3224686E3AC4}"/>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2E4AFEF3-6C14-4119-A467-899FA4D746AF}"/>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E9B51B73-733D-4F9D-9034-14BB716F48F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083</a:t>
            </a:r>
          </a:p>
        </p:txBody>
      </p:sp>
      <p:sp>
        <p:nvSpPr>
          <p:cNvPr id="7" name="">
            <a:extLst xmlns:a="http://schemas.openxmlformats.org/drawingml/2006/main">
              <a:ext uri="{FF2B5EF4-FFF2-40B4-BE49-F238E27FC236}">
                <a16:creationId xmlns:a16="http://schemas.microsoft.com/office/drawing/2014/main" id="{D97353CE-5792-47EE-86B1-39306EF33660}"/>
              </a:ext>
            </a:extLst>
          </p:cNvPr>
          <p:cNvSpPr>
            <a:spLocks xmlns:a="http://schemas.openxmlformats.org/drawingml/2006/main" noGrp="1"/>
          </p:cNvSpPr>
          <p:nvPr/>
        </p:nvSpPr>
        <p:spPr>
          <a:xfrm xmlns:a="http://schemas.openxmlformats.org/drawingml/2006/main">
            <a:off x="685800" y="1657350"/>
            <a:ext cx="10820400" cy="26670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33EC7F4-4096-42B5-8999-456400991174}"/>
              </a:ext>
            </a:extLst>
          </p:cNvPr>
          <p:cNvSpPr>
            <a:spLocks xmlns:a="http://schemas.openxmlformats.org/drawingml/2006/main" noGrp="1"/>
          </p:cNvSpPr>
          <p:nvPr/>
        </p:nvSpPr>
        <p:spPr>
          <a:xfrm xmlns:a="http://schemas.openxmlformats.org/drawingml/2006/main">
            <a:off x="952500" y="20193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FFFFFF"/>
                </a:solidFill>
                <a:latin typeface="Menlo"/>
                <a:ea typeface="Menlo"/>
                <a:cs typeface="Menlo"/>
              </a:defRPr>
            </a:pPr>
            <a:r>
              <a:rPr sz="1650" b="1">
                <a:solidFill>
                  <a:srgbClr val="FFFFFF"/>
                </a:solidFill>
                <a:latin typeface="Menlo"/>
                <a:ea typeface="Menlo"/>
                <a:cs typeface="Menlo"/>
              </a:rPr>
              <a:t>$ python -m pytest -q tests/test_meeting_agent_workflow.py</a:t>
            </a:r>
          </a:p>
        </p:txBody>
      </p:sp>
      <p:sp>
        <p:nvSpPr>
          <p:cNvPr id="9" name="">
            <a:extLst xmlns:a="http://schemas.openxmlformats.org/drawingml/2006/main">
              <a:ext uri="{FF2B5EF4-FFF2-40B4-BE49-F238E27FC236}">
                <a16:creationId xmlns:a16="http://schemas.microsoft.com/office/drawing/2014/main" id="{5123F20B-FBDD-4A8B-A945-50A27DAF6B8D}"/>
              </a:ext>
            </a:extLst>
          </p:cNvPr>
          <p:cNvSpPr>
            <a:spLocks xmlns:a="http://schemas.openxmlformats.org/drawingml/2006/main" noGrp="1"/>
          </p:cNvSpPr>
          <p:nvPr/>
        </p:nvSpPr>
        <p:spPr>
          <a:xfrm xmlns:a="http://schemas.openxmlformats.org/drawingml/2006/main">
            <a:off x="952500" y="310515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1">
                <a:solidFill>
                  <a:srgbClr val="C7C7C7"/>
                </a:solidFill>
                <a:latin typeface="Menlo"/>
                <a:ea typeface="Menlo"/>
                <a:cs typeface="Menlo"/>
              </a:defRPr>
            </a:pPr>
            <a:r>
              <a:rPr sz="1275" b="1">
                <a:solidFill>
                  <a:srgbClr val="C7C7C7"/>
                </a:solidFill>
                <a:latin typeface="Menlo"/>
                <a:ea typeface="Menlo"/>
                <a:cs typeface="Menlo"/>
              </a:rPr>
              <a:t>저장 위치</a:t>
            </a:r>
          </a:p>
          <a:p xmlns:a="http://schemas.openxmlformats.org/drawingml/2006/main">
            <a:pPr algn="l">
              <a:lnSpc>
                <a:spcPct val="110000"/>
              </a:lnSpc>
              <a:buNone/>
              <a:defRPr sz="1275" b="1">
                <a:solidFill>
                  <a:srgbClr val="C7C7C7"/>
                </a:solidFill>
                <a:latin typeface="Menlo"/>
                <a:ea typeface="Menlo"/>
                <a:cs typeface="Menlo"/>
              </a:defRPr>
            </a:pPr>
            <a:r>
              <a:rPr sz="1275" b="1">
                <a:solidFill>
                  <a:srgbClr val="C7C7C7"/>
                </a:solidFill>
                <a:latin typeface="Menlo"/>
                <a:ea typeface="Menlo"/>
                <a:cs typeface="Menlo"/>
              </a:rPr>
              <a:t>output/course-labs/day2/03_quality_gate.json</a:t>
            </a:r>
          </a:p>
        </p:txBody>
      </p:sp>
      <p:sp>
        <p:nvSpPr>
          <p:cNvPr id="10" name="">
            <a:extLst xmlns:a="http://schemas.openxmlformats.org/drawingml/2006/main">
              <a:ext uri="{FF2B5EF4-FFF2-40B4-BE49-F238E27FC236}">
                <a16:creationId xmlns:a16="http://schemas.microsoft.com/office/drawing/2014/main" id="{CC87DBDC-A850-41CF-9A9F-BDBAFCF38B53}"/>
              </a:ext>
            </a:extLst>
          </p:cNvPr>
          <p:cNvSpPr>
            <a:spLocks xmlns:a="http://schemas.openxmlformats.org/drawingml/2006/main" noGrp="1"/>
          </p:cNvSpPr>
          <p:nvPr/>
        </p:nvSpPr>
        <p:spPr>
          <a:xfrm xmlns:a="http://schemas.openxmlformats.org/drawingml/2006/main">
            <a:off x="1066800" y="4838700"/>
            <a:ext cx="1005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한국어·충분한 길이·무 flag일 때 READY다.</a:t>
            </a:r>
          </a:p>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실패 시 quality_gate.json의 status·error_code를 먼저 확인</a:t>
            </a:r>
          </a:p>
        </p:txBody>
      </p:sp>
    </p:spTree>
    <p:extLst>
      <p:ext uri="{BB962C8B-B14F-4D97-AF65-F5344CB8AC3E}">
        <p14:creationId xmlns:p14="http://schemas.microsoft.com/office/powerpoint/2010/main" val="846327359"/>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28BD2C7-192F-42A2-98A9-94D989EBE570}"/>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실패 증거</a:t>
            </a:r>
          </a:p>
        </p:txBody>
      </p:sp>
      <p:sp>
        <p:nvSpPr>
          <p:cNvPr id="2" name="">
            <a:extLst xmlns:a="http://schemas.openxmlformats.org/drawingml/2006/main">
              <a:ext uri="{FF2B5EF4-FFF2-40B4-BE49-F238E27FC236}">
                <a16:creationId xmlns:a16="http://schemas.microsoft.com/office/drawing/2014/main" id="{3314DFA5-B2EF-49E4-B858-302F991499C4}"/>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Boundary Evidence</a:t>
            </a:r>
          </a:p>
        </p:txBody>
      </p:sp>
      <p:sp>
        <p:nvSpPr>
          <p:cNvPr id="3" name="">
            <a:extLst xmlns:a="http://schemas.openxmlformats.org/drawingml/2006/main">
              <a:ext uri="{FF2B5EF4-FFF2-40B4-BE49-F238E27FC236}">
                <a16:creationId xmlns:a16="http://schemas.microsoft.com/office/drawing/2014/main" id="{A3F10D91-F603-467A-85E7-98D856FAA45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236CEF27-7032-4824-9C24-C9043255CB9D}"/>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B89F2A23-50B0-47DF-896A-895CB3836F89}"/>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19A0E12C-2B40-4342-ACC9-613092A71240}"/>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084</a:t>
            </a:r>
          </a:p>
        </p:txBody>
      </p:sp>
      <p:sp>
        <p:nvSpPr>
          <p:cNvPr id="7" name="">
            <a:extLst xmlns:a="http://schemas.openxmlformats.org/drawingml/2006/main">
              <a:ext uri="{FF2B5EF4-FFF2-40B4-BE49-F238E27FC236}">
                <a16:creationId xmlns:a16="http://schemas.microsoft.com/office/drawing/2014/main" id="{C3171F91-FE7B-4F7F-A12F-3BF2F08B3F91}"/>
              </a:ext>
            </a:extLst>
          </p:cNvPr>
          <p:cNvSpPr>
            <a:spLocks xmlns:a="http://schemas.openxmlformats.org/drawingml/2006/main" noGrp="1"/>
          </p:cNvSpPr>
          <p:nvPr/>
        </p:nvSpPr>
        <p:spPr>
          <a:xfrm xmlns:a="http://schemas.openxmlformats.org/drawingml/2006/main">
            <a:off x="742950" y="1562100"/>
            <a:ext cx="1047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025" b="1">
                <a:solidFill>
                  <a:srgbClr val="191919"/>
                </a:solidFill>
                <a:latin typeface="NanumGothic"/>
                <a:ea typeface="NanumGothic"/>
                <a:cs typeface="NanumGothic"/>
              </a:defRPr>
            </a:pPr>
            <a:r>
              <a:rPr sz="2025" b="1">
                <a:solidFill>
                  <a:srgbClr val="191919"/>
                </a:solidFill>
                <a:latin typeface="NanumGothic"/>
                <a:ea typeface="NanumGothic"/>
                <a:cs typeface="NanumGothic"/>
              </a:rPr>
              <a:t>fallback·짧은 전사·reference 유사도 저하는 HOLD다.</a:t>
            </a:r>
          </a:p>
        </p:txBody>
      </p:sp>
      <p:sp>
        <p:nvSpPr>
          <p:cNvPr id="8" name="">
            <a:extLst xmlns:a="http://schemas.openxmlformats.org/drawingml/2006/main">
              <a:ext uri="{FF2B5EF4-FFF2-40B4-BE49-F238E27FC236}">
                <a16:creationId xmlns:a16="http://schemas.microsoft.com/office/drawing/2014/main" id="{805C787B-6E6F-4B26-AC19-5EC40C45B577}"/>
              </a:ext>
            </a:extLst>
          </p:cNvPr>
          <p:cNvSpPr>
            <a:spLocks xmlns:a="http://schemas.openxmlformats.org/drawingml/2006/main" noGrp="1"/>
          </p:cNvSpPr>
          <p:nvPr/>
        </p:nvSpPr>
        <p:spPr>
          <a:xfrm xmlns:a="http://schemas.openxmlformats.org/drawingml/2006/main">
            <a:off x="990600" y="2724150"/>
            <a:ext cx="10210800" cy="18097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75465FD-FE67-4B66-B937-0C8A23116CAD}"/>
              </a:ext>
            </a:extLst>
          </p:cNvPr>
          <p:cNvSpPr>
            <a:spLocks xmlns:a="http://schemas.openxmlformats.org/drawingml/2006/main" noGrp="1"/>
          </p:cNvSpPr>
          <p:nvPr/>
        </p:nvSpPr>
        <p:spPr>
          <a:xfrm xmlns:a="http://schemas.openxmlformats.org/drawingml/2006/main">
            <a:off x="1333500" y="3086100"/>
            <a:ext cx="952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result_file = "output/course-labs/day2/03_quality_gate.json"</a:t>
            </a:r>
          </a:p>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expected = "HOLD | EXPECTED_FAILURE | BLOCKED"</a:t>
            </a:r>
          </a:p>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external_write = false</a:t>
            </a:r>
          </a:p>
        </p:txBody>
      </p:sp>
      <p:sp>
        <p:nvSpPr>
          <p:cNvPr id="10" name="">
            <a:extLst xmlns:a="http://schemas.openxmlformats.org/drawingml/2006/main">
              <a:ext uri="{FF2B5EF4-FFF2-40B4-BE49-F238E27FC236}">
                <a16:creationId xmlns:a16="http://schemas.microsoft.com/office/drawing/2014/main" id="{7279AE83-1E1C-48BB-BF62-DF6189EE174E}"/>
              </a:ext>
            </a:extLst>
          </p:cNvPr>
          <p:cNvSpPr>
            <a:spLocks xmlns:a="http://schemas.openxmlformats.org/drawingml/2006/main" noGrp="1"/>
          </p:cNvSpPr>
          <p:nvPr/>
        </p:nvSpPr>
        <p:spPr>
          <a:xfrm xmlns:a="http://schemas.openxmlformats.org/drawingml/2006/main">
            <a:off x="1238250" y="497205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quality_gate.json이 HOLD라면 외부 쓰기 없이 해당 차시 입력으로 돌아갑니다.</a:t>
            </a:r>
          </a:p>
        </p:txBody>
      </p:sp>
    </p:spTree>
    <p:extLst>
      <p:ext uri="{BB962C8B-B14F-4D97-AF65-F5344CB8AC3E}">
        <p14:creationId xmlns:p14="http://schemas.microsoft.com/office/powerpoint/2010/main" val="1188519195"/>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4B9E3E5-C551-4F88-A69F-BD59E4B19657}"/>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정상 Case</a:t>
            </a:r>
          </a:p>
        </p:txBody>
      </p:sp>
      <p:sp>
        <p:nvSpPr>
          <p:cNvPr id="2" name="">
            <a:extLst xmlns:a="http://schemas.openxmlformats.org/drawingml/2006/main">
              <a:ext uri="{FF2B5EF4-FFF2-40B4-BE49-F238E27FC236}">
                <a16:creationId xmlns:a16="http://schemas.microsoft.com/office/drawing/2014/main" id="{4CAC84F7-E2D9-49E9-A213-73FC81096811}"/>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실행 확인</a:t>
            </a:r>
          </a:p>
        </p:txBody>
      </p:sp>
      <p:sp>
        <p:nvSpPr>
          <p:cNvPr id="3" name="">
            <a:extLst xmlns:a="http://schemas.openxmlformats.org/drawingml/2006/main">
              <a:ext uri="{FF2B5EF4-FFF2-40B4-BE49-F238E27FC236}">
                <a16:creationId xmlns:a16="http://schemas.microsoft.com/office/drawing/2014/main" id="{46A66DD9-0904-4317-B84D-8D9399B06BD0}"/>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CBBECA0B-21FC-4F21-8F86-648E1E31C69D}"/>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B09F68D4-21CB-41D8-B5B3-8369B632AF32}"/>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51AA6706-D936-472B-A131-F8547C6A6A03}"/>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085</a:t>
            </a:r>
          </a:p>
        </p:txBody>
      </p:sp>
      <p:sp>
        <p:nvSpPr>
          <p:cNvPr id="7" name="">
            <a:extLst xmlns:a="http://schemas.openxmlformats.org/drawingml/2006/main">
              <a:ext uri="{FF2B5EF4-FFF2-40B4-BE49-F238E27FC236}">
                <a16:creationId xmlns:a16="http://schemas.microsoft.com/office/drawing/2014/main" id="{23C83881-FE07-4D56-823A-93290A2CBC7A}"/>
              </a:ext>
            </a:extLst>
          </p:cNvPr>
          <p:cNvSpPr>
            <a:spLocks xmlns:a="http://schemas.openxmlformats.org/drawingml/2006/main" noGrp="1"/>
          </p:cNvSpPr>
          <p:nvPr/>
        </p:nvSpPr>
        <p:spPr>
          <a:xfrm xmlns:a="http://schemas.openxmlformats.org/drawingml/2006/main">
            <a:off x="685800" y="1562100"/>
            <a:ext cx="10820400" cy="12001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C030485-BC76-4CD9-9380-D27BFBED1C46}"/>
              </a:ext>
            </a:extLst>
          </p:cNvPr>
          <p:cNvSpPr>
            <a:spLocks xmlns:a="http://schemas.openxmlformats.org/drawingml/2006/main" noGrp="1"/>
          </p:cNvSpPr>
          <p:nvPr/>
        </p:nvSpPr>
        <p:spPr>
          <a:xfrm xmlns:a="http://schemas.openxmlformats.org/drawingml/2006/main">
            <a:off x="990600" y="18478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C7C7C7"/>
                </a:solidFill>
                <a:latin typeface="NanumGothic"/>
                <a:ea typeface="NanumGothic"/>
                <a:cs typeface="NanumGothic"/>
              </a:defRPr>
            </a:pPr>
            <a:r>
              <a:rPr sz="975" b="1">
                <a:solidFill>
                  <a:srgbClr val="C7C7C7"/>
                </a:solidFill>
                <a:latin typeface="NanumGothic"/>
                <a:ea typeface="NanumGothic"/>
                <a:cs typeface="NanumGothic"/>
              </a:rPr>
              <a:t>NORMAL</a:t>
            </a:r>
          </a:p>
        </p:txBody>
      </p:sp>
      <p:sp>
        <p:nvSpPr>
          <p:cNvPr id="9" name="">
            <a:extLst xmlns:a="http://schemas.openxmlformats.org/drawingml/2006/main">
              <a:ext uri="{FF2B5EF4-FFF2-40B4-BE49-F238E27FC236}">
                <a16:creationId xmlns:a16="http://schemas.microsoft.com/office/drawing/2014/main" id="{31E103BD-C34B-42A5-9486-27C944175365}"/>
              </a:ext>
            </a:extLst>
          </p:cNvPr>
          <p:cNvSpPr>
            <a:spLocks xmlns:a="http://schemas.openxmlformats.org/drawingml/2006/main" noGrp="1"/>
          </p:cNvSpPr>
          <p:nvPr/>
        </p:nvSpPr>
        <p:spPr>
          <a:xfrm xmlns:a="http://schemas.openxmlformats.org/drawingml/2006/main">
            <a:off x="2800350" y="1790700"/>
            <a:ext cx="809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FFFFFF"/>
                </a:solidFill>
                <a:latin typeface="NanumGothic"/>
                <a:ea typeface="NanumGothic"/>
                <a:cs typeface="NanumGothic"/>
              </a:defRPr>
            </a:pPr>
            <a:r>
              <a:rPr sz="1800" b="1">
                <a:solidFill>
                  <a:srgbClr val="FFFFFF"/>
                </a:solidFill>
                <a:latin typeface="NanumGothic"/>
                <a:ea typeface="NanumGothic"/>
                <a:cs typeface="NanumGothic"/>
              </a:rPr>
              <a:t>한국어·충분한 길이·무 flag일 때 READY다.</a:t>
            </a:r>
          </a:p>
        </p:txBody>
      </p:sp>
      <p:sp>
        <p:nvSpPr>
          <p:cNvPr id="10" name="">
            <a:extLst xmlns:a="http://schemas.openxmlformats.org/drawingml/2006/main">
              <a:ext uri="{FF2B5EF4-FFF2-40B4-BE49-F238E27FC236}">
                <a16:creationId xmlns:a16="http://schemas.microsoft.com/office/drawing/2014/main" id="{FE40C728-F9AE-497F-8582-981DD5EADBA3}"/>
              </a:ext>
            </a:extLst>
          </p:cNvPr>
          <p:cNvSpPr>
            <a:spLocks xmlns:a="http://schemas.openxmlformats.org/drawingml/2006/main" noGrp="1"/>
          </p:cNvSpPr>
          <p:nvPr/>
        </p:nvSpPr>
        <p:spPr>
          <a:xfrm xmlns:a="http://schemas.openxmlformats.org/drawingml/2006/main">
            <a:off x="91440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11" name="">
            <a:extLst xmlns:a="http://schemas.openxmlformats.org/drawingml/2006/main">
              <a:ext uri="{FF2B5EF4-FFF2-40B4-BE49-F238E27FC236}">
                <a16:creationId xmlns:a16="http://schemas.microsoft.com/office/drawing/2014/main" id="{ADDB0259-E75B-488A-94EA-ECD86B2EE8C6}"/>
              </a:ext>
            </a:extLst>
          </p:cNvPr>
          <p:cNvSpPr>
            <a:spLocks xmlns:a="http://schemas.openxmlformats.org/drawingml/2006/main" noGrp="1"/>
          </p:cNvSpPr>
          <p:nvPr/>
        </p:nvSpPr>
        <p:spPr>
          <a:xfrm xmlns:a="http://schemas.openxmlformats.org/drawingml/2006/main">
            <a:off x="135255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F7176CBA-755A-4010-8F94-5B1C919D89E2}"/>
              </a:ext>
            </a:extLst>
          </p:cNvPr>
          <p:cNvSpPr>
            <a:spLocks xmlns:a="http://schemas.openxmlformats.org/drawingml/2006/main" noGrp="1"/>
          </p:cNvSpPr>
          <p:nvPr/>
        </p:nvSpPr>
        <p:spPr>
          <a:xfrm xmlns:a="http://schemas.openxmlformats.org/drawingml/2006/main">
            <a:off x="1828800" y="32575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src/meeting_demo.py 입력과 command가 기록됐는가</a:t>
            </a:r>
          </a:p>
        </p:txBody>
      </p:sp>
      <p:sp>
        <p:nvSpPr>
          <p:cNvPr id="13" name="">
            <a:extLst xmlns:a="http://schemas.openxmlformats.org/drawingml/2006/main">
              <a:ext uri="{FF2B5EF4-FFF2-40B4-BE49-F238E27FC236}">
                <a16:creationId xmlns:a16="http://schemas.microsoft.com/office/drawing/2014/main" id="{3DDC0AD0-627F-459F-A04C-52D33B5BD191}"/>
              </a:ext>
            </a:extLst>
          </p:cNvPr>
          <p:cNvSpPr>
            <a:spLocks xmlns:a="http://schemas.openxmlformats.org/drawingml/2006/main" noGrp="1"/>
          </p:cNvSpPr>
          <p:nvPr/>
        </p:nvSpPr>
        <p:spPr>
          <a:xfrm xmlns:a="http://schemas.openxmlformats.org/drawingml/2006/main">
            <a:off x="914400" y="40957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4" name="">
            <a:extLst xmlns:a="http://schemas.openxmlformats.org/drawingml/2006/main">
              <a:ext uri="{FF2B5EF4-FFF2-40B4-BE49-F238E27FC236}">
                <a16:creationId xmlns:a16="http://schemas.microsoft.com/office/drawing/2014/main" id="{B79C046E-52D7-4808-89D0-22CC8DC119DB}"/>
              </a:ext>
            </a:extLst>
          </p:cNvPr>
          <p:cNvSpPr>
            <a:spLocks xmlns:a="http://schemas.openxmlformats.org/drawingml/2006/main" noGrp="1"/>
          </p:cNvSpPr>
          <p:nvPr/>
        </p:nvSpPr>
        <p:spPr>
          <a:xfrm xmlns:a="http://schemas.openxmlformats.org/drawingml/2006/main">
            <a:off x="1352550" y="42195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6EBB33EA-BCE9-46DF-A1EA-64D4B3BB4DF4}"/>
              </a:ext>
            </a:extLst>
          </p:cNvPr>
          <p:cNvSpPr>
            <a:spLocks xmlns:a="http://schemas.openxmlformats.org/drawingml/2006/main" noGrp="1"/>
          </p:cNvSpPr>
          <p:nvPr/>
        </p:nvSpPr>
        <p:spPr>
          <a:xfrm xmlns:a="http://schemas.openxmlformats.org/drawingml/2006/main">
            <a:off x="1828800" y="40576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quality_gate.json schema가 validate되는가</a:t>
            </a:r>
          </a:p>
        </p:txBody>
      </p:sp>
      <p:sp>
        <p:nvSpPr>
          <p:cNvPr id="16" name="">
            <a:extLst xmlns:a="http://schemas.openxmlformats.org/drawingml/2006/main">
              <a:ext uri="{FF2B5EF4-FFF2-40B4-BE49-F238E27FC236}">
                <a16:creationId xmlns:a16="http://schemas.microsoft.com/office/drawing/2014/main" id="{05C48C00-B92B-4044-A3BF-E86569EB1D74}"/>
              </a:ext>
            </a:extLst>
          </p:cNvPr>
          <p:cNvSpPr>
            <a:spLocks xmlns:a="http://schemas.openxmlformats.org/drawingml/2006/main" noGrp="1"/>
          </p:cNvSpPr>
          <p:nvPr/>
        </p:nvSpPr>
        <p:spPr>
          <a:xfrm xmlns:a="http://schemas.openxmlformats.org/drawingml/2006/main">
            <a:off x="914400" y="4895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7" name="">
            <a:extLst xmlns:a="http://schemas.openxmlformats.org/drawingml/2006/main">
              <a:ext uri="{FF2B5EF4-FFF2-40B4-BE49-F238E27FC236}">
                <a16:creationId xmlns:a16="http://schemas.microsoft.com/office/drawing/2014/main" id="{E8435F34-D6D2-4CB5-9543-5A363AF36756}"/>
              </a:ext>
            </a:extLst>
          </p:cNvPr>
          <p:cNvSpPr>
            <a:spLocks xmlns:a="http://schemas.openxmlformats.org/drawingml/2006/main" noGrp="1"/>
          </p:cNvSpPr>
          <p:nvPr/>
        </p:nvSpPr>
        <p:spPr>
          <a:xfrm xmlns:a="http://schemas.openxmlformats.org/drawingml/2006/main">
            <a:off x="1352550" y="5019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3FE542B4-A832-4BB9-A876-5E6EA10CEDA7}"/>
              </a:ext>
            </a:extLst>
          </p:cNvPr>
          <p:cNvSpPr>
            <a:spLocks xmlns:a="http://schemas.openxmlformats.org/drawingml/2006/main" noGrp="1"/>
          </p:cNvSpPr>
          <p:nvPr/>
        </p:nvSpPr>
        <p:spPr>
          <a:xfrm xmlns:a="http://schemas.openxmlformats.org/drawingml/2006/main">
            <a:off x="1828800" y="48577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STT 품질 Gate focused test가 실제로 통과했는가</a:t>
            </a:r>
          </a:p>
        </p:txBody>
      </p:sp>
    </p:spTree>
    <p:extLst>
      <p:ext uri="{BB962C8B-B14F-4D97-AF65-F5344CB8AC3E}">
        <p14:creationId xmlns:p14="http://schemas.microsoft.com/office/powerpoint/2010/main" val="453455839"/>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F1EA609-0145-4A22-A767-5E80D6C7790E}"/>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경계 Case</a:t>
            </a:r>
          </a:p>
        </p:txBody>
      </p:sp>
      <p:sp>
        <p:nvSpPr>
          <p:cNvPr id="2" name="">
            <a:extLst xmlns:a="http://schemas.openxmlformats.org/drawingml/2006/main">
              <a:ext uri="{FF2B5EF4-FFF2-40B4-BE49-F238E27FC236}">
                <a16:creationId xmlns:a16="http://schemas.microsoft.com/office/drawing/2014/main" id="{D7F7AF77-29FD-4259-B9A2-5975277972AB}"/>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실행 확인</a:t>
            </a:r>
          </a:p>
        </p:txBody>
      </p:sp>
      <p:sp>
        <p:nvSpPr>
          <p:cNvPr id="3" name="">
            <a:extLst xmlns:a="http://schemas.openxmlformats.org/drawingml/2006/main">
              <a:ext uri="{FF2B5EF4-FFF2-40B4-BE49-F238E27FC236}">
                <a16:creationId xmlns:a16="http://schemas.microsoft.com/office/drawing/2014/main" id="{9C19945C-5089-4B36-B266-FD94848F7498}"/>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20095A81-C89E-4052-A02E-E414E9FD1D1F}"/>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4672BAB5-9FAE-477A-AF3E-196C44DD96AC}"/>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E6B39A5A-B7F2-4490-874F-432AC3B8EE3D}"/>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086</a:t>
            </a:r>
          </a:p>
        </p:txBody>
      </p:sp>
      <p:sp>
        <p:nvSpPr>
          <p:cNvPr id="7" name="">
            <a:extLst xmlns:a="http://schemas.openxmlformats.org/drawingml/2006/main">
              <a:ext uri="{FF2B5EF4-FFF2-40B4-BE49-F238E27FC236}">
                <a16:creationId xmlns:a16="http://schemas.microsoft.com/office/drawing/2014/main" id="{7390ACEC-D7EF-4390-A643-FF7D8BDEC5A9}"/>
              </a:ext>
            </a:extLst>
          </p:cNvPr>
          <p:cNvSpPr>
            <a:spLocks xmlns:a="http://schemas.openxmlformats.org/drawingml/2006/main" noGrp="1"/>
          </p:cNvSpPr>
          <p:nvPr/>
        </p:nvSpPr>
        <p:spPr>
          <a:xfrm xmlns:a="http://schemas.openxmlformats.org/drawingml/2006/main">
            <a:off x="685800" y="1562100"/>
            <a:ext cx="10820400" cy="12001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2298E0F-048A-4FD9-8E10-B211BB657EBD}"/>
              </a:ext>
            </a:extLst>
          </p:cNvPr>
          <p:cNvSpPr>
            <a:spLocks xmlns:a="http://schemas.openxmlformats.org/drawingml/2006/main" noGrp="1"/>
          </p:cNvSpPr>
          <p:nvPr/>
        </p:nvSpPr>
        <p:spPr>
          <a:xfrm xmlns:a="http://schemas.openxmlformats.org/drawingml/2006/main">
            <a:off x="990600" y="18478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C7C7C7"/>
                </a:solidFill>
                <a:latin typeface="NanumGothic"/>
                <a:ea typeface="NanumGothic"/>
                <a:cs typeface="NanumGothic"/>
              </a:defRPr>
            </a:pPr>
            <a:r>
              <a:rPr sz="975" b="1">
                <a:solidFill>
                  <a:srgbClr val="C7C7C7"/>
                </a:solidFill>
                <a:latin typeface="NanumGothic"/>
                <a:ea typeface="NanumGothic"/>
                <a:cs typeface="NanumGothic"/>
              </a:rPr>
              <a:t>BOUNDARY</a:t>
            </a:r>
          </a:p>
        </p:txBody>
      </p:sp>
      <p:sp>
        <p:nvSpPr>
          <p:cNvPr id="9" name="">
            <a:extLst xmlns:a="http://schemas.openxmlformats.org/drawingml/2006/main">
              <a:ext uri="{FF2B5EF4-FFF2-40B4-BE49-F238E27FC236}">
                <a16:creationId xmlns:a16="http://schemas.microsoft.com/office/drawing/2014/main" id="{A1170D1A-72BC-4B23-951A-66375D341FD0}"/>
              </a:ext>
            </a:extLst>
          </p:cNvPr>
          <p:cNvSpPr>
            <a:spLocks xmlns:a="http://schemas.openxmlformats.org/drawingml/2006/main" noGrp="1"/>
          </p:cNvSpPr>
          <p:nvPr/>
        </p:nvSpPr>
        <p:spPr>
          <a:xfrm xmlns:a="http://schemas.openxmlformats.org/drawingml/2006/main">
            <a:off x="2800350" y="1790700"/>
            <a:ext cx="809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FFFFFF"/>
                </a:solidFill>
                <a:latin typeface="NanumGothic"/>
                <a:ea typeface="NanumGothic"/>
                <a:cs typeface="NanumGothic"/>
              </a:defRPr>
            </a:pPr>
            <a:r>
              <a:rPr sz="1800" b="1">
                <a:solidFill>
                  <a:srgbClr val="FFFFFF"/>
                </a:solidFill>
                <a:latin typeface="NanumGothic"/>
                <a:ea typeface="NanumGothic"/>
                <a:cs typeface="NanumGothic"/>
              </a:rPr>
              <a:t>fallback·짧은 전사·reference 유사도 저하는 HOLD다.</a:t>
            </a:r>
          </a:p>
        </p:txBody>
      </p:sp>
      <p:sp>
        <p:nvSpPr>
          <p:cNvPr id="10" name="">
            <a:extLst xmlns:a="http://schemas.openxmlformats.org/drawingml/2006/main">
              <a:ext uri="{FF2B5EF4-FFF2-40B4-BE49-F238E27FC236}">
                <a16:creationId xmlns:a16="http://schemas.microsoft.com/office/drawing/2014/main" id="{943AD5BE-84A4-43C6-86C0-096EA883DADB}"/>
              </a:ext>
            </a:extLst>
          </p:cNvPr>
          <p:cNvSpPr>
            <a:spLocks xmlns:a="http://schemas.openxmlformats.org/drawingml/2006/main" noGrp="1"/>
          </p:cNvSpPr>
          <p:nvPr/>
        </p:nvSpPr>
        <p:spPr>
          <a:xfrm xmlns:a="http://schemas.openxmlformats.org/drawingml/2006/main">
            <a:off x="91440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11" name="">
            <a:extLst xmlns:a="http://schemas.openxmlformats.org/drawingml/2006/main">
              <a:ext uri="{FF2B5EF4-FFF2-40B4-BE49-F238E27FC236}">
                <a16:creationId xmlns:a16="http://schemas.microsoft.com/office/drawing/2014/main" id="{2E7A16B2-1EEE-465C-BCDA-E4B2BC774C39}"/>
              </a:ext>
            </a:extLst>
          </p:cNvPr>
          <p:cNvSpPr>
            <a:spLocks xmlns:a="http://schemas.openxmlformats.org/drawingml/2006/main" noGrp="1"/>
          </p:cNvSpPr>
          <p:nvPr/>
        </p:nvSpPr>
        <p:spPr>
          <a:xfrm xmlns:a="http://schemas.openxmlformats.org/drawingml/2006/main">
            <a:off x="135255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8C0F86DD-08FC-4922-9614-8005507605E4}"/>
              </a:ext>
            </a:extLst>
          </p:cNvPr>
          <p:cNvSpPr>
            <a:spLocks xmlns:a="http://schemas.openxmlformats.org/drawingml/2006/main" noGrp="1"/>
          </p:cNvSpPr>
          <p:nvPr/>
        </p:nvSpPr>
        <p:spPr>
          <a:xfrm xmlns:a="http://schemas.openxmlformats.org/drawingml/2006/main">
            <a:off x="1828800" y="32575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STT 품질 Gate: raw traceback 대신 stable error_code가 남는가</a:t>
            </a:r>
          </a:p>
        </p:txBody>
      </p:sp>
      <p:sp>
        <p:nvSpPr>
          <p:cNvPr id="13" name="">
            <a:extLst xmlns:a="http://schemas.openxmlformats.org/drawingml/2006/main">
              <a:ext uri="{FF2B5EF4-FFF2-40B4-BE49-F238E27FC236}">
                <a16:creationId xmlns:a16="http://schemas.microsoft.com/office/drawing/2014/main" id="{186BF354-EA58-41D5-AA00-2A9075C94D01}"/>
              </a:ext>
            </a:extLst>
          </p:cNvPr>
          <p:cNvSpPr>
            <a:spLocks xmlns:a="http://schemas.openxmlformats.org/drawingml/2006/main" noGrp="1"/>
          </p:cNvSpPr>
          <p:nvPr/>
        </p:nvSpPr>
        <p:spPr>
          <a:xfrm xmlns:a="http://schemas.openxmlformats.org/drawingml/2006/main">
            <a:off x="914400" y="40957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4" name="">
            <a:extLst xmlns:a="http://schemas.openxmlformats.org/drawingml/2006/main">
              <a:ext uri="{FF2B5EF4-FFF2-40B4-BE49-F238E27FC236}">
                <a16:creationId xmlns:a16="http://schemas.microsoft.com/office/drawing/2014/main" id="{2759DEB5-4794-4D17-A6FD-4A6D110BA3D4}"/>
              </a:ext>
            </a:extLst>
          </p:cNvPr>
          <p:cNvSpPr>
            <a:spLocks xmlns:a="http://schemas.openxmlformats.org/drawingml/2006/main" noGrp="1"/>
          </p:cNvSpPr>
          <p:nvPr/>
        </p:nvSpPr>
        <p:spPr>
          <a:xfrm xmlns:a="http://schemas.openxmlformats.org/drawingml/2006/main">
            <a:off x="1352550" y="42195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2A744CEC-ACC4-46FB-834D-44561F3368BC}"/>
              </a:ext>
            </a:extLst>
          </p:cNvPr>
          <p:cNvSpPr>
            <a:spLocks xmlns:a="http://schemas.openxmlformats.org/drawingml/2006/main" noGrp="1"/>
          </p:cNvSpPr>
          <p:nvPr/>
        </p:nvSpPr>
        <p:spPr>
          <a:xfrm xmlns:a="http://schemas.openxmlformats.org/drawingml/2006/main">
            <a:off x="1828800" y="40576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quality_gate.json: 외부 쓰기·자동 메일이 false인가</a:t>
            </a:r>
          </a:p>
        </p:txBody>
      </p:sp>
      <p:sp>
        <p:nvSpPr>
          <p:cNvPr id="16" name="">
            <a:extLst xmlns:a="http://schemas.openxmlformats.org/drawingml/2006/main">
              <a:ext uri="{FF2B5EF4-FFF2-40B4-BE49-F238E27FC236}">
                <a16:creationId xmlns:a16="http://schemas.microsoft.com/office/drawing/2014/main" id="{0BDA2DCA-D20F-4902-B37D-21C05DF0FF5D}"/>
              </a:ext>
            </a:extLst>
          </p:cNvPr>
          <p:cNvSpPr>
            <a:spLocks xmlns:a="http://schemas.openxmlformats.org/drawingml/2006/main" noGrp="1"/>
          </p:cNvSpPr>
          <p:nvPr/>
        </p:nvSpPr>
        <p:spPr>
          <a:xfrm xmlns:a="http://schemas.openxmlformats.org/drawingml/2006/main">
            <a:off x="914400" y="4895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7" name="">
            <a:extLst xmlns:a="http://schemas.openxmlformats.org/drawingml/2006/main">
              <a:ext uri="{FF2B5EF4-FFF2-40B4-BE49-F238E27FC236}">
                <a16:creationId xmlns:a16="http://schemas.microsoft.com/office/drawing/2014/main" id="{80B993BF-A6C5-4A9C-A84A-2A1EF4D46ED4}"/>
              </a:ext>
            </a:extLst>
          </p:cNvPr>
          <p:cNvSpPr>
            <a:spLocks xmlns:a="http://schemas.openxmlformats.org/drawingml/2006/main" noGrp="1"/>
          </p:cNvSpPr>
          <p:nvPr/>
        </p:nvSpPr>
        <p:spPr>
          <a:xfrm xmlns:a="http://schemas.openxmlformats.org/drawingml/2006/main">
            <a:off x="1352550" y="5019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CB0414DF-A3F6-4BD0-AD36-7E95332B76BE}"/>
              </a:ext>
            </a:extLst>
          </p:cNvPr>
          <p:cNvSpPr>
            <a:spLocks xmlns:a="http://schemas.openxmlformats.org/drawingml/2006/main" noGrp="1"/>
          </p:cNvSpPr>
          <p:nvPr/>
        </p:nvSpPr>
        <p:spPr>
          <a:xfrm xmlns:a="http://schemas.openxmlformats.org/drawingml/2006/main">
            <a:off x="1828800" y="48577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fallback·짧은 전사·reference 유사도 저하는 HOLD다. 재현이 가능한가</a:t>
            </a:r>
          </a:p>
        </p:txBody>
      </p:sp>
    </p:spTree>
    <p:extLst>
      <p:ext uri="{BB962C8B-B14F-4D97-AF65-F5344CB8AC3E}">
        <p14:creationId xmlns:p14="http://schemas.microsoft.com/office/powerpoint/2010/main" val="1801045356"/>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9E1F392-46FA-47CA-BD9F-6123F3AA40DA}"/>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현업 적용</a:t>
            </a:r>
          </a:p>
        </p:txBody>
      </p:sp>
      <p:sp>
        <p:nvSpPr>
          <p:cNvPr id="2" name="">
            <a:extLst xmlns:a="http://schemas.openxmlformats.org/drawingml/2006/main">
              <a:ext uri="{FF2B5EF4-FFF2-40B4-BE49-F238E27FC236}">
                <a16:creationId xmlns:a16="http://schemas.microsoft.com/office/drawing/2014/main" id="{867415A4-A044-41CC-8728-848D6CA8D1FF}"/>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재직자</a:t>
            </a:r>
          </a:p>
        </p:txBody>
      </p:sp>
      <p:sp>
        <p:nvSpPr>
          <p:cNvPr id="3" name="">
            <a:extLst xmlns:a="http://schemas.openxmlformats.org/drawingml/2006/main">
              <a:ext uri="{FF2B5EF4-FFF2-40B4-BE49-F238E27FC236}">
                <a16:creationId xmlns:a16="http://schemas.microsoft.com/office/drawing/2014/main" id="{A460EB72-02A7-4B8E-921A-04672EE80350}"/>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C75E55A0-2140-49AD-9E89-CB07969E5114}"/>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82C3D623-15FE-42F5-BC29-711C00C5F243}"/>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E664ABD2-5E5D-49F6-AAE2-7F4BE5E323A7}"/>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087</a:t>
            </a:r>
          </a:p>
        </p:txBody>
      </p:sp>
      <p:sp>
        <p:nvSpPr>
          <p:cNvPr id="7" name="">
            <a:extLst xmlns:a="http://schemas.openxmlformats.org/drawingml/2006/main">
              <a:ext uri="{FF2B5EF4-FFF2-40B4-BE49-F238E27FC236}">
                <a16:creationId xmlns:a16="http://schemas.microsoft.com/office/drawing/2014/main" id="{5254455F-2C6A-4C67-A42F-6EDC02952C68}"/>
              </a:ext>
            </a:extLst>
          </p:cNvPr>
          <p:cNvSpPr>
            <a:spLocks xmlns:a="http://schemas.openxmlformats.org/drawingml/2006/main" noGrp="1"/>
          </p:cNvSpPr>
          <p:nvPr/>
        </p:nvSpPr>
        <p:spPr>
          <a:xfrm xmlns:a="http://schemas.openxmlformats.org/drawingml/2006/main">
            <a:off x="857250" y="1619250"/>
            <a:ext cx="10477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325" b="1">
                <a:solidFill>
                  <a:srgbClr val="191919"/>
                </a:solidFill>
                <a:latin typeface="NanumGothic"/>
                <a:ea typeface="NanumGothic"/>
                <a:cs typeface="NanumGothic"/>
              </a:defRPr>
            </a:pPr>
            <a:r>
              <a:rPr sz="2325" b="1">
                <a:solidFill>
                  <a:srgbClr val="191919"/>
                </a:solidFill>
                <a:latin typeface="NanumGothic"/>
                <a:ea typeface="NanumGothic"/>
                <a:cs typeface="NanumGothic"/>
              </a:rPr>
              <a:t>회의록 생성 전에 고유명사와 금액 구간만 운영자가 spot check</a:t>
            </a:r>
          </a:p>
        </p:txBody>
      </p:sp>
      <p:sp>
        <p:nvSpPr>
          <p:cNvPr id="8" name="">
            <a:extLst xmlns:a="http://schemas.openxmlformats.org/drawingml/2006/main">
              <a:ext uri="{FF2B5EF4-FFF2-40B4-BE49-F238E27FC236}">
                <a16:creationId xmlns:a16="http://schemas.microsoft.com/office/drawing/2014/main" id="{39A618DF-E3DC-430D-8A12-2EC6B5454A5E}"/>
              </a:ext>
            </a:extLst>
          </p:cNvPr>
          <p:cNvSpPr>
            <a:spLocks xmlns:a="http://schemas.openxmlformats.org/drawingml/2006/main" noGrp="1"/>
          </p:cNvSpPr>
          <p:nvPr/>
        </p:nvSpPr>
        <p:spPr>
          <a:xfrm xmlns:a="http://schemas.openxmlformats.org/drawingml/2006/main">
            <a:off x="123825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9" name="">
            <a:extLst xmlns:a="http://schemas.openxmlformats.org/drawingml/2006/main">
              <a:ext uri="{FF2B5EF4-FFF2-40B4-BE49-F238E27FC236}">
                <a16:creationId xmlns:a16="http://schemas.microsoft.com/office/drawing/2014/main" id="{EEF35E05-A3C0-4D24-97E3-D7A5BEE2A600}"/>
              </a:ext>
            </a:extLst>
          </p:cNvPr>
          <p:cNvSpPr>
            <a:spLocks xmlns:a="http://schemas.openxmlformats.org/drawingml/2006/main" noGrp="1"/>
          </p:cNvSpPr>
          <p:nvPr/>
        </p:nvSpPr>
        <p:spPr>
          <a:xfrm xmlns:a="http://schemas.openxmlformats.org/drawingml/2006/main">
            <a:off x="167640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30C44272-697E-410C-B280-717617AED273}"/>
              </a:ext>
            </a:extLst>
          </p:cNvPr>
          <p:cNvSpPr>
            <a:spLocks xmlns:a="http://schemas.openxmlformats.org/drawingml/2006/main" noGrp="1"/>
          </p:cNvSpPr>
          <p:nvPr/>
        </p:nvSpPr>
        <p:spPr>
          <a:xfrm xmlns:a="http://schemas.openxmlformats.org/drawingml/2006/main">
            <a:off x="2152650" y="32575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STT 품질 Gate은 합성·비식별 sample로 먼저 실행</a:t>
            </a:r>
          </a:p>
        </p:txBody>
      </p:sp>
      <p:sp>
        <p:nvSpPr>
          <p:cNvPr id="11" name="">
            <a:extLst xmlns:a="http://schemas.openxmlformats.org/drawingml/2006/main">
              <a:ext uri="{FF2B5EF4-FFF2-40B4-BE49-F238E27FC236}">
                <a16:creationId xmlns:a16="http://schemas.microsoft.com/office/drawing/2014/main" id="{D08B530F-52DC-4C05-8075-5AE611786C79}"/>
              </a:ext>
            </a:extLst>
          </p:cNvPr>
          <p:cNvSpPr>
            <a:spLocks xmlns:a="http://schemas.openxmlformats.org/drawingml/2006/main" noGrp="1"/>
          </p:cNvSpPr>
          <p:nvPr/>
        </p:nvSpPr>
        <p:spPr>
          <a:xfrm xmlns:a="http://schemas.openxmlformats.org/drawingml/2006/main">
            <a:off x="1238250" y="39624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300019D7-8D9A-4D98-A182-068088B08457}"/>
              </a:ext>
            </a:extLst>
          </p:cNvPr>
          <p:cNvSpPr>
            <a:spLocks xmlns:a="http://schemas.openxmlformats.org/drawingml/2006/main" noGrp="1"/>
          </p:cNvSpPr>
          <p:nvPr/>
        </p:nvSpPr>
        <p:spPr>
          <a:xfrm xmlns:a="http://schemas.openxmlformats.org/drawingml/2006/main">
            <a:off x="1676400" y="40862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3" name="">
            <a:extLst xmlns:a="http://schemas.openxmlformats.org/drawingml/2006/main">
              <a:ext uri="{FF2B5EF4-FFF2-40B4-BE49-F238E27FC236}">
                <a16:creationId xmlns:a16="http://schemas.microsoft.com/office/drawing/2014/main" id="{1A25118C-19F3-43CD-A77B-73B00C040703}"/>
              </a:ext>
            </a:extLst>
          </p:cNvPr>
          <p:cNvSpPr>
            <a:spLocks xmlns:a="http://schemas.openxmlformats.org/drawingml/2006/main" noGrp="1"/>
          </p:cNvSpPr>
          <p:nvPr/>
        </p:nvSpPr>
        <p:spPr>
          <a:xfrm xmlns:a="http://schemas.openxmlformats.org/drawingml/2006/main">
            <a:off x="2152650" y="39243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회의록 생성 전에 고유명사와 금액 구간만 운영자가 spot check의 현재 수작업 시간과 오류를 baseline으로 기록</a:t>
            </a:r>
          </a:p>
        </p:txBody>
      </p:sp>
      <p:sp>
        <p:nvSpPr>
          <p:cNvPr id="14" name="">
            <a:extLst xmlns:a="http://schemas.openxmlformats.org/drawingml/2006/main">
              <a:ext uri="{FF2B5EF4-FFF2-40B4-BE49-F238E27FC236}">
                <a16:creationId xmlns:a16="http://schemas.microsoft.com/office/drawing/2014/main" id="{1DC3CCC9-D766-45E9-B267-C7DFC5D17B11}"/>
              </a:ext>
            </a:extLst>
          </p:cNvPr>
          <p:cNvSpPr>
            <a:spLocks xmlns:a="http://schemas.openxmlformats.org/drawingml/2006/main" noGrp="1"/>
          </p:cNvSpPr>
          <p:nvPr/>
        </p:nvSpPr>
        <p:spPr>
          <a:xfrm xmlns:a="http://schemas.openxmlformats.org/drawingml/2006/main">
            <a:off x="1238250" y="46291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5" name="">
            <a:extLst xmlns:a="http://schemas.openxmlformats.org/drawingml/2006/main">
              <a:ext uri="{FF2B5EF4-FFF2-40B4-BE49-F238E27FC236}">
                <a16:creationId xmlns:a16="http://schemas.microsoft.com/office/drawing/2014/main" id="{15E69867-5596-429E-AAC1-4DA3057173A2}"/>
              </a:ext>
            </a:extLst>
          </p:cNvPr>
          <p:cNvSpPr>
            <a:spLocks xmlns:a="http://schemas.openxmlformats.org/drawingml/2006/main" noGrp="1"/>
          </p:cNvSpPr>
          <p:nvPr/>
        </p:nvSpPr>
        <p:spPr>
          <a:xfrm xmlns:a="http://schemas.openxmlformats.org/drawingml/2006/main">
            <a:off x="1676400" y="47529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6" name="">
            <a:extLst xmlns:a="http://schemas.openxmlformats.org/drawingml/2006/main">
              <a:ext uri="{FF2B5EF4-FFF2-40B4-BE49-F238E27FC236}">
                <a16:creationId xmlns:a16="http://schemas.microsoft.com/office/drawing/2014/main" id="{CBA204AC-F15C-49CA-9FB5-02F6F3C62579}"/>
              </a:ext>
            </a:extLst>
          </p:cNvPr>
          <p:cNvSpPr>
            <a:spLocks xmlns:a="http://schemas.openxmlformats.org/drawingml/2006/main" noGrp="1"/>
          </p:cNvSpPr>
          <p:nvPr/>
        </p:nvSpPr>
        <p:spPr>
          <a:xfrm xmlns:a="http://schemas.openxmlformats.org/drawingml/2006/main">
            <a:off x="2152650" y="45910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quality_gate.json 사람 승인 전에는 외부 시스템을 바꾸지 않음</a:t>
            </a:r>
          </a:p>
        </p:txBody>
      </p:sp>
      <p:sp>
        <p:nvSpPr>
          <p:cNvPr id="17" name="">
            <a:extLst xmlns:a="http://schemas.openxmlformats.org/drawingml/2006/main">
              <a:ext uri="{FF2B5EF4-FFF2-40B4-BE49-F238E27FC236}">
                <a16:creationId xmlns:a16="http://schemas.microsoft.com/office/drawing/2014/main" id="{66E55127-0EC9-488F-AA40-51D17E421136}"/>
              </a:ext>
            </a:extLst>
          </p:cNvPr>
          <p:cNvSpPr>
            <a:spLocks xmlns:a="http://schemas.openxmlformats.org/drawingml/2006/main" noGrp="1"/>
          </p:cNvSpPr>
          <p:nvPr/>
        </p:nvSpPr>
        <p:spPr>
          <a:xfrm xmlns:a="http://schemas.openxmlformats.org/drawingml/2006/main">
            <a:off x="1238250" y="5295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8" name="">
            <a:extLst xmlns:a="http://schemas.openxmlformats.org/drawingml/2006/main">
              <a:ext uri="{FF2B5EF4-FFF2-40B4-BE49-F238E27FC236}">
                <a16:creationId xmlns:a16="http://schemas.microsoft.com/office/drawing/2014/main" id="{19AD205D-2F67-4682-A3E9-2766F1E68D9A}"/>
              </a:ext>
            </a:extLst>
          </p:cNvPr>
          <p:cNvSpPr>
            <a:spLocks xmlns:a="http://schemas.openxmlformats.org/drawingml/2006/main" noGrp="1"/>
          </p:cNvSpPr>
          <p:nvPr/>
        </p:nvSpPr>
        <p:spPr>
          <a:xfrm xmlns:a="http://schemas.openxmlformats.org/drawingml/2006/main">
            <a:off x="1676400" y="5419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9" name="">
            <a:extLst xmlns:a="http://schemas.openxmlformats.org/drawingml/2006/main">
              <a:ext uri="{FF2B5EF4-FFF2-40B4-BE49-F238E27FC236}">
                <a16:creationId xmlns:a16="http://schemas.microsoft.com/office/drawing/2014/main" id="{0F71487B-24A6-4989-9468-5AA63B5FE228}"/>
              </a:ext>
            </a:extLst>
          </p:cNvPr>
          <p:cNvSpPr>
            <a:spLocks xmlns:a="http://schemas.openxmlformats.org/drawingml/2006/main" noGrp="1"/>
          </p:cNvSpPr>
          <p:nvPr/>
        </p:nvSpPr>
        <p:spPr>
          <a:xfrm xmlns:a="http://schemas.openxmlformats.org/drawingml/2006/main">
            <a:off x="2152650" y="52578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quality_gate.json을 운영 검토 자료로 사용</a:t>
            </a:r>
          </a:p>
        </p:txBody>
      </p:sp>
    </p:spTree>
    <p:extLst>
      <p:ext uri="{BB962C8B-B14F-4D97-AF65-F5344CB8AC3E}">
        <p14:creationId xmlns:p14="http://schemas.microsoft.com/office/powerpoint/2010/main" val="1740919854"/>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16A26C1-4ECF-4A7F-9D2B-7DEC5E893F8F}"/>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포트폴리오 적용</a:t>
            </a:r>
          </a:p>
        </p:txBody>
      </p:sp>
      <p:sp>
        <p:nvSpPr>
          <p:cNvPr id="2" name="">
            <a:extLst xmlns:a="http://schemas.openxmlformats.org/drawingml/2006/main">
              <a:ext uri="{FF2B5EF4-FFF2-40B4-BE49-F238E27FC236}">
                <a16:creationId xmlns:a16="http://schemas.microsoft.com/office/drawing/2014/main" id="{96604855-E6BA-4A11-8962-09DB216E84B5}"/>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구직자</a:t>
            </a:r>
          </a:p>
        </p:txBody>
      </p:sp>
      <p:sp>
        <p:nvSpPr>
          <p:cNvPr id="3" name="">
            <a:extLst xmlns:a="http://schemas.openxmlformats.org/drawingml/2006/main">
              <a:ext uri="{FF2B5EF4-FFF2-40B4-BE49-F238E27FC236}">
                <a16:creationId xmlns:a16="http://schemas.microsoft.com/office/drawing/2014/main" id="{1E706E03-EB11-43CE-A2EF-59FDE257106C}"/>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36158526-AB12-4F4C-B2BC-954FD79EE161}"/>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BD5024C7-269C-41B4-9865-494F0FE8D0DD}"/>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03D74CE9-8820-49BF-9041-8CFBD36F1022}"/>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088</a:t>
            </a:r>
          </a:p>
        </p:txBody>
      </p:sp>
      <p:sp>
        <p:nvSpPr>
          <p:cNvPr id="7" name="">
            <a:extLst xmlns:a="http://schemas.openxmlformats.org/drawingml/2006/main">
              <a:ext uri="{FF2B5EF4-FFF2-40B4-BE49-F238E27FC236}">
                <a16:creationId xmlns:a16="http://schemas.microsoft.com/office/drawing/2014/main" id="{E86A01DC-9310-4025-8F86-C95C058D2E4E}"/>
              </a:ext>
            </a:extLst>
          </p:cNvPr>
          <p:cNvSpPr>
            <a:spLocks xmlns:a="http://schemas.openxmlformats.org/drawingml/2006/main" noGrp="1"/>
          </p:cNvSpPr>
          <p:nvPr/>
        </p:nvSpPr>
        <p:spPr>
          <a:xfrm xmlns:a="http://schemas.openxmlformats.org/drawingml/2006/main">
            <a:off x="857250" y="1619250"/>
            <a:ext cx="10477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325" b="1">
                <a:solidFill>
                  <a:srgbClr val="191919"/>
                </a:solidFill>
                <a:latin typeface="NanumGothic"/>
                <a:ea typeface="NanumGothic"/>
                <a:cs typeface="NanumGothic"/>
              </a:defRPr>
            </a:pPr>
            <a:r>
              <a:rPr sz="2325" b="1">
                <a:solidFill>
                  <a:srgbClr val="191919"/>
                </a:solidFill>
                <a:latin typeface="NanumGothic"/>
                <a:ea typeface="NanumGothic"/>
                <a:cs typeface="NanumGothic"/>
              </a:rPr>
              <a:t>STT 품질 Gate · 문제·코드·실패·검증을 한 저장소로 제출</a:t>
            </a:r>
          </a:p>
        </p:txBody>
      </p:sp>
      <p:sp>
        <p:nvSpPr>
          <p:cNvPr id="8" name="">
            <a:extLst xmlns:a="http://schemas.openxmlformats.org/drawingml/2006/main">
              <a:ext uri="{FF2B5EF4-FFF2-40B4-BE49-F238E27FC236}">
                <a16:creationId xmlns:a16="http://schemas.microsoft.com/office/drawing/2014/main" id="{F2263D17-5181-43E7-AF3D-7FDF6DB6B6C5}"/>
              </a:ext>
            </a:extLst>
          </p:cNvPr>
          <p:cNvSpPr>
            <a:spLocks xmlns:a="http://schemas.openxmlformats.org/drawingml/2006/main" noGrp="1"/>
          </p:cNvSpPr>
          <p:nvPr/>
        </p:nvSpPr>
        <p:spPr>
          <a:xfrm xmlns:a="http://schemas.openxmlformats.org/drawingml/2006/main">
            <a:off x="123825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9" name="">
            <a:extLst xmlns:a="http://schemas.openxmlformats.org/drawingml/2006/main">
              <a:ext uri="{FF2B5EF4-FFF2-40B4-BE49-F238E27FC236}">
                <a16:creationId xmlns:a16="http://schemas.microsoft.com/office/drawing/2014/main" id="{47A97CCC-D2A4-4EE3-81DF-48DC6B1CAC57}"/>
              </a:ext>
            </a:extLst>
          </p:cNvPr>
          <p:cNvSpPr>
            <a:spLocks xmlns:a="http://schemas.openxmlformats.org/drawingml/2006/main" noGrp="1"/>
          </p:cNvSpPr>
          <p:nvPr/>
        </p:nvSpPr>
        <p:spPr>
          <a:xfrm xmlns:a="http://schemas.openxmlformats.org/drawingml/2006/main">
            <a:off x="167640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E0838012-BA22-49B7-8474-AB67A8D1BDDD}"/>
              </a:ext>
            </a:extLst>
          </p:cNvPr>
          <p:cNvSpPr>
            <a:spLocks xmlns:a="http://schemas.openxmlformats.org/drawingml/2006/main" noGrp="1"/>
          </p:cNvSpPr>
          <p:nvPr/>
        </p:nvSpPr>
        <p:spPr>
          <a:xfrm xmlns:a="http://schemas.openxmlformats.org/drawingml/2006/main">
            <a:off x="2152650" y="32575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낮은 품질 segment 하나를 전체 성공으로 숨긴다.의 사용자 영향을 한 문장으로 설명</a:t>
            </a:r>
          </a:p>
        </p:txBody>
      </p:sp>
      <p:sp>
        <p:nvSpPr>
          <p:cNvPr id="11" name="">
            <a:extLst xmlns:a="http://schemas.openxmlformats.org/drawingml/2006/main">
              <a:ext uri="{FF2B5EF4-FFF2-40B4-BE49-F238E27FC236}">
                <a16:creationId xmlns:a16="http://schemas.microsoft.com/office/drawing/2014/main" id="{22923996-B338-4612-96D2-04ED8EC5BF73}"/>
              </a:ext>
            </a:extLst>
          </p:cNvPr>
          <p:cNvSpPr>
            <a:spLocks xmlns:a="http://schemas.openxmlformats.org/drawingml/2006/main" noGrp="1"/>
          </p:cNvSpPr>
          <p:nvPr/>
        </p:nvSpPr>
        <p:spPr>
          <a:xfrm xmlns:a="http://schemas.openxmlformats.org/drawingml/2006/main">
            <a:off x="1238250" y="39624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105FB019-CB4B-4B70-BE44-DC4EB3A11BFF}"/>
              </a:ext>
            </a:extLst>
          </p:cNvPr>
          <p:cNvSpPr>
            <a:spLocks xmlns:a="http://schemas.openxmlformats.org/drawingml/2006/main" noGrp="1"/>
          </p:cNvSpPr>
          <p:nvPr/>
        </p:nvSpPr>
        <p:spPr>
          <a:xfrm xmlns:a="http://schemas.openxmlformats.org/drawingml/2006/main">
            <a:off x="1676400" y="40862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3" name="">
            <a:extLst xmlns:a="http://schemas.openxmlformats.org/drawingml/2006/main">
              <a:ext uri="{FF2B5EF4-FFF2-40B4-BE49-F238E27FC236}">
                <a16:creationId xmlns:a16="http://schemas.microsoft.com/office/drawing/2014/main" id="{45EECA94-EF10-4EAC-90D7-24CDA8A7C257}"/>
              </a:ext>
            </a:extLst>
          </p:cNvPr>
          <p:cNvSpPr>
            <a:spLocks xmlns:a="http://schemas.openxmlformats.org/drawingml/2006/main" noGrp="1"/>
          </p:cNvSpPr>
          <p:nvPr/>
        </p:nvSpPr>
        <p:spPr>
          <a:xfrm xmlns:a="http://schemas.openxmlformats.org/drawingml/2006/main">
            <a:off x="2152650" y="39243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STT 품질 Gate 정상 Demo와 대표 실패 Demo를 함께 준비</a:t>
            </a:r>
          </a:p>
        </p:txBody>
      </p:sp>
      <p:sp>
        <p:nvSpPr>
          <p:cNvPr id="14" name="">
            <a:extLst xmlns:a="http://schemas.openxmlformats.org/drawingml/2006/main">
              <a:ext uri="{FF2B5EF4-FFF2-40B4-BE49-F238E27FC236}">
                <a16:creationId xmlns:a16="http://schemas.microsoft.com/office/drawing/2014/main" id="{1D162349-45ED-4039-B8F8-3EAF117BD067}"/>
              </a:ext>
            </a:extLst>
          </p:cNvPr>
          <p:cNvSpPr>
            <a:spLocks xmlns:a="http://schemas.openxmlformats.org/drawingml/2006/main" noGrp="1"/>
          </p:cNvSpPr>
          <p:nvPr/>
        </p:nvSpPr>
        <p:spPr>
          <a:xfrm xmlns:a="http://schemas.openxmlformats.org/drawingml/2006/main">
            <a:off x="1238250" y="46291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5" name="">
            <a:extLst xmlns:a="http://schemas.openxmlformats.org/drawingml/2006/main">
              <a:ext uri="{FF2B5EF4-FFF2-40B4-BE49-F238E27FC236}">
                <a16:creationId xmlns:a16="http://schemas.microsoft.com/office/drawing/2014/main" id="{B1DE0E77-01A0-4480-AB1F-9B1641A01B22}"/>
              </a:ext>
            </a:extLst>
          </p:cNvPr>
          <p:cNvSpPr>
            <a:spLocks xmlns:a="http://schemas.openxmlformats.org/drawingml/2006/main" noGrp="1"/>
          </p:cNvSpPr>
          <p:nvPr/>
        </p:nvSpPr>
        <p:spPr>
          <a:xfrm xmlns:a="http://schemas.openxmlformats.org/drawingml/2006/main">
            <a:off x="1676400" y="47529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6" name="">
            <a:extLst xmlns:a="http://schemas.openxmlformats.org/drawingml/2006/main">
              <a:ext uri="{FF2B5EF4-FFF2-40B4-BE49-F238E27FC236}">
                <a16:creationId xmlns:a16="http://schemas.microsoft.com/office/drawing/2014/main" id="{EDAA600F-8ED9-4D16-A4A4-C3011E85991D}"/>
              </a:ext>
            </a:extLst>
          </p:cNvPr>
          <p:cNvSpPr>
            <a:spLocks xmlns:a="http://schemas.openxmlformats.org/drawingml/2006/main" noGrp="1"/>
          </p:cNvSpPr>
          <p:nvPr/>
        </p:nvSpPr>
        <p:spPr>
          <a:xfrm xmlns:a="http://schemas.openxmlformats.org/drawingml/2006/main">
            <a:off x="2152650" y="45910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품질 threshold 변경이 기존 정상 음성을 HOLD로 만들지 회귀 test를 작성한다.의 diff와 직접 검토한 test 증거를 구분</a:t>
            </a:r>
          </a:p>
        </p:txBody>
      </p:sp>
      <p:sp>
        <p:nvSpPr>
          <p:cNvPr id="17" name="">
            <a:extLst xmlns:a="http://schemas.openxmlformats.org/drawingml/2006/main">
              <a:ext uri="{FF2B5EF4-FFF2-40B4-BE49-F238E27FC236}">
                <a16:creationId xmlns:a16="http://schemas.microsoft.com/office/drawing/2014/main" id="{7BCB3E2E-591E-4A9E-B7C5-457E6CC6D891}"/>
              </a:ext>
            </a:extLst>
          </p:cNvPr>
          <p:cNvSpPr>
            <a:spLocks xmlns:a="http://schemas.openxmlformats.org/drawingml/2006/main" noGrp="1"/>
          </p:cNvSpPr>
          <p:nvPr/>
        </p:nvSpPr>
        <p:spPr>
          <a:xfrm xmlns:a="http://schemas.openxmlformats.org/drawingml/2006/main">
            <a:off x="1238250" y="5295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8" name="">
            <a:extLst xmlns:a="http://schemas.openxmlformats.org/drawingml/2006/main">
              <a:ext uri="{FF2B5EF4-FFF2-40B4-BE49-F238E27FC236}">
                <a16:creationId xmlns:a16="http://schemas.microsoft.com/office/drawing/2014/main" id="{90BE2E50-63E2-4445-AA23-D318F2C839E0}"/>
              </a:ext>
            </a:extLst>
          </p:cNvPr>
          <p:cNvSpPr>
            <a:spLocks xmlns:a="http://schemas.openxmlformats.org/drawingml/2006/main" noGrp="1"/>
          </p:cNvSpPr>
          <p:nvPr/>
        </p:nvSpPr>
        <p:spPr>
          <a:xfrm xmlns:a="http://schemas.openxmlformats.org/drawingml/2006/main">
            <a:off x="1676400" y="5419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9" name="">
            <a:extLst xmlns:a="http://schemas.openxmlformats.org/drawingml/2006/main">
              <a:ext uri="{FF2B5EF4-FFF2-40B4-BE49-F238E27FC236}">
                <a16:creationId xmlns:a16="http://schemas.microsoft.com/office/drawing/2014/main" id="{7F8E54AD-EF84-48AD-A247-425B631FF004}"/>
              </a:ext>
            </a:extLst>
          </p:cNvPr>
          <p:cNvSpPr>
            <a:spLocks xmlns:a="http://schemas.openxmlformats.org/drawingml/2006/main" noGrp="1"/>
          </p:cNvSpPr>
          <p:nvPr/>
        </p:nvSpPr>
        <p:spPr>
          <a:xfrm xmlns:a="http://schemas.openxmlformats.org/drawingml/2006/main">
            <a:off x="2152650" y="52578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quality_gate.json과 README 재현 절차를 제출</a:t>
            </a:r>
          </a:p>
        </p:txBody>
      </p:sp>
    </p:spTree>
    <p:extLst>
      <p:ext uri="{BB962C8B-B14F-4D97-AF65-F5344CB8AC3E}">
        <p14:creationId xmlns:p14="http://schemas.microsoft.com/office/powerpoint/2010/main" val="279488312"/>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92C53F4-414A-4CE6-9C8B-60FAD013543C}"/>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STT 품질 Gate 운영 점검</a:t>
            </a:r>
          </a:p>
        </p:txBody>
      </p:sp>
      <p:sp>
        <p:nvSpPr>
          <p:cNvPr id="2" name="">
            <a:extLst xmlns:a="http://schemas.openxmlformats.org/drawingml/2006/main">
              <a:ext uri="{FF2B5EF4-FFF2-40B4-BE49-F238E27FC236}">
                <a16:creationId xmlns:a16="http://schemas.microsoft.com/office/drawing/2014/main" id="{B1D79D46-F548-452A-85BA-92331FFAEB3B}"/>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운영 기준</a:t>
            </a:r>
          </a:p>
        </p:txBody>
      </p:sp>
      <p:sp>
        <p:nvSpPr>
          <p:cNvPr id="3" name="">
            <a:extLst xmlns:a="http://schemas.openxmlformats.org/drawingml/2006/main">
              <a:ext uri="{FF2B5EF4-FFF2-40B4-BE49-F238E27FC236}">
                <a16:creationId xmlns:a16="http://schemas.microsoft.com/office/drawing/2014/main" id="{3888F173-B8F9-4815-BF65-46A979DFF07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6E8F2979-75DB-403D-9DA8-CD2CD069BD4B}"/>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7D00F55C-0A38-4129-A63D-C18E41CE1D50}"/>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76E6ECB7-2CE8-4F4E-9D1C-08AADC3F6513}"/>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089</a:t>
            </a:r>
          </a:p>
        </p:txBody>
      </p:sp>
      <p:sp>
        <p:nvSpPr>
          <p:cNvPr id="7" name="">
            <a:extLst xmlns:a="http://schemas.openxmlformats.org/drawingml/2006/main">
              <a:ext uri="{FF2B5EF4-FFF2-40B4-BE49-F238E27FC236}">
                <a16:creationId xmlns:a16="http://schemas.microsoft.com/office/drawing/2014/main" id="{EE64829B-133C-4277-915C-14A994A97369}"/>
              </a:ext>
            </a:extLst>
          </p:cNvPr>
          <p:cNvSpPr>
            <a:spLocks xmlns:a="http://schemas.openxmlformats.org/drawingml/2006/main" noGrp="1"/>
          </p:cNvSpPr>
          <p:nvPr/>
        </p:nvSpPr>
        <p:spPr>
          <a:xfrm xmlns:a="http://schemas.openxmlformats.org/drawingml/2006/main">
            <a:off x="685800" y="1524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품질</a:t>
            </a:r>
          </a:p>
        </p:txBody>
      </p:sp>
      <p:sp>
        <p:nvSpPr>
          <p:cNvPr id="8" name="">
            <a:extLst xmlns:a="http://schemas.openxmlformats.org/drawingml/2006/main">
              <a:ext uri="{FF2B5EF4-FFF2-40B4-BE49-F238E27FC236}">
                <a16:creationId xmlns:a16="http://schemas.microsoft.com/office/drawing/2014/main" id="{B6B85FA7-D2F5-4219-9FB6-6B3A448A9363}"/>
              </a:ext>
            </a:extLst>
          </p:cNvPr>
          <p:cNvSpPr>
            <a:spLocks xmlns:a="http://schemas.openxmlformats.org/drawingml/2006/main" noGrp="1"/>
          </p:cNvSpPr>
          <p:nvPr/>
        </p:nvSpPr>
        <p:spPr>
          <a:xfrm xmlns:a="http://schemas.openxmlformats.org/drawingml/2006/main">
            <a:off x="685800" y="194310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540A4574-6838-48CF-A6E1-CD1FD61FE17F}"/>
              </a:ext>
            </a:extLst>
          </p:cNvPr>
          <p:cNvSpPr>
            <a:spLocks xmlns:a="http://schemas.openxmlformats.org/drawingml/2006/main" noGrp="1"/>
          </p:cNvSpPr>
          <p:nvPr/>
        </p:nvSpPr>
        <p:spPr>
          <a:xfrm xmlns:a="http://schemas.openxmlformats.org/drawingml/2006/main">
            <a:off x="685800" y="220980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무엇을 한국어·충분한 길이·무 flag일 때 READY다.로 정의하는가</a:t>
            </a:r>
          </a:p>
        </p:txBody>
      </p:sp>
      <p:sp>
        <p:nvSpPr>
          <p:cNvPr id="10" name="">
            <a:extLst xmlns:a="http://schemas.openxmlformats.org/drawingml/2006/main">
              <a:ext uri="{FF2B5EF4-FFF2-40B4-BE49-F238E27FC236}">
                <a16:creationId xmlns:a16="http://schemas.microsoft.com/office/drawing/2014/main" id="{917A7E28-36CC-4B93-9FFF-4D05D30A0722}"/>
              </a:ext>
            </a:extLst>
          </p:cNvPr>
          <p:cNvSpPr>
            <a:spLocks xmlns:a="http://schemas.openxmlformats.org/drawingml/2006/main" noGrp="1"/>
          </p:cNvSpPr>
          <p:nvPr/>
        </p:nvSpPr>
        <p:spPr>
          <a:xfrm xmlns:a="http://schemas.openxmlformats.org/drawingml/2006/main">
            <a:off x="6096000" y="1524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안전</a:t>
            </a:r>
          </a:p>
        </p:txBody>
      </p:sp>
      <p:sp>
        <p:nvSpPr>
          <p:cNvPr id="11" name="">
            <a:extLst xmlns:a="http://schemas.openxmlformats.org/drawingml/2006/main">
              <a:ext uri="{FF2B5EF4-FFF2-40B4-BE49-F238E27FC236}">
                <a16:creationId xmlns:a16="http://schemas.microsoft.com/office/drawing/2014/main" id="{F2254453-A8B3-45FF-85E9-274E3BD5B7BF}"/>
              </a:ext>
            </a:extLst>
          </p:cNvPr>
          <p:cNvSpPr>
            <a:spLocks xmlns:a="http://schemas.openxmlformats.org/drawingml/2006/main" noGrp="1"/>
          </p:cNvSpPr>
          <p:nvPr/>
        </p:nvSpPr>
        <p:spPr>
          <a:xfrm xmlns:a="http://schemas.openxmlformats.org/drawingml/2006/main">
            <a:off x="6096000" y="194310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10A637FC-D9A2-46B6-A05B-FFB1DD6AB131}"/>
              </a:ext>
            </a:extLst>
          </p:cNvPr>
          <p:cNvSpPr>
            <a:spLocks xmlns:a="http://schemas.openxmlformats.org/drawingml/2006/main" noGrp="1"/>
          </p:cNvSpPr>
          <p:nvPr/>
        </p:nvSpPr>
        <p:spPr>
          <a:xfrm xmlns:a="http://schemas.openxmlformats.org/drawingml/2006/main">
            <a:off x="6096000" y="220980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STT 품질 Gate의 사람 승인과 external_write=false 위치</a:t>
            </a:r>
          </a:p>
        </p:txBody>
      </p:sp>
      <p:sp>
        <p:nvSpPr>
          <p:cNvPr id="13" name="">
            <a:extLst xmlns:a="http://schemas.openxmlformats.org/drawingml/2006/main">
              <a:ext uri="{FF2B5EF4-FFF2-40B4-BE49-F238E27FC236}">
                <a16:creationId xmlns:a16="http://schemas.microsoft.com/office/drawing/2014/main" id="{CE4E6D0F-ABDE-4821-88F6-BF38E29592E8}"/>
              </a:ext>
            </a:extLst>
          </p:cNvPr>
          <p:cNvSpPr>
            <a:spLocks xmlns:a="http://schemas.openxmlformats.org/drawingml/2006/main" noGrp="1"/>
          </p:cNvSpPr>
          <p:nvPr/>
        </p:nvSpPr>
        <p:spPr>
          <a:xfrm xmlns:a="http://schemas.openxmlformats.org/drawingml/2006/main">
            <a:off x="685800" y="3600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복구</a:t>
            </a:r>
          </a:p>
        </p:txBody>
      </p:sp>
      <p:sp>
        <p:nvSpPr>
          <p:cNvPr id="14" name="">
            <a:extLst xmlns:a="http://schemas.openxmlformats.org/drawingml/2006/main">
              <a:ext uri="{FF2B5EF4-FFF2-40B4-BE49-F238E27FC236}">
                <a16:creationId xmlns:a16="http://schemas.microsoft.com/office/drawing/2014/main" id="{1242CEA5-D479-458A-86A7-4974150187AA}"/>
              </a:ext>
            </a:extLst>
          </p:cNvPr>
          <p:cNvSpPr>
            <a:spLocks xmlns:a="http://schemas.openxmlformats.org/drawingml/2006/main" noGrp="1"/>
          </p:cNvSpPr>
          <p:nvPr/>
        </p:nvSpPr>
        <p:spPr>
          <a:xfrm xmlns:a="http://schemas.openxmlformats.org/drawingml/2006/main">
            <a:off x="685800" y="401955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4BDA3D41-26C7-49F3-821D-333F93CC6EFC}"/>
              </a:ext>
            </a:extLst>
          </p:cNvPr>
          <p:cNvSpPr>
            <a:spLocks xmlns:a="http://schemas.openxmlformats.org/drawingml/2006/main" noGrp="1"/>
          </p:cNvSpPr>
          <p:nvPr/>
        </p:nvSpPr>
        <p:spPr>
          <a:xfrm xmlns:a="http://schemas.openxmlformats.org/drawingml/2006/main">
            <a:off x="685800" y="428625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낮은 품질 segment 하나를 전체 성공으로 숨긴다. 발생 시 quality_gate.json에서 원인 상태를 확인</a:t>
            </a:r>
          </a:p>
        </p:txBody>
      </p:sp>
      <p:sp>
        <p:nvSpPr>
          <p:cNvPr id="16" name="">
            <a:extLst xmlns:a="http://schemas.openxmlformats.org/drawingml/2006/main">
              <a:ext uri="{FF2B5EF4-FFF2-40B4-BE49-F238E27FC236}">
                <a16:creationId xmlns:a16="http://schemas.microsoft.com/office/drawing/2014/main" id="{7EB97671-F1EF-4DE1-BF30-E4A49893E5AE}"/>
              </a:ext>
            </a:extLst>
          </p:cNvPr>
          <p:cNvSpPr>
            <a:spLocks xmlns:a="http://schemas.openxmlformats.org/drawingml/2006/main" noGrp="1"/>
          </p:cNvSpPr>
          <p:nvPr/>
        </p:nvSpPr>
        <p:spPr>
          <a:xfrm xmlns:a="http://schemas.openxmlformats.org/drawingml/2006/main">
            <a:off x="6096000" y="3600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관측</a:t>
            </a:r>
          </a:p>
        </p:txBody>
      </p:sp>
      <p:sp>
        <p:nvSpPr>
          <p:cNvPr id="17" name="">
            <a:extLst xmlns:a="http://schemas.openxmlformats.org/drawingml/2006/main">
              <a:ext uri="{FF2B5EF4-FFF2-40B4-BE49-F238E27FC236}">
                <a16:creationId xmlns:a16="http://schemas.microsoft.com/office/drawing/2014/main" id="{CE7EC1C6-C4B3-4CAF-A458-AEF3718AA282}"/>
              </a:ext>
            </a:extLst>
          </p:cNvPr>
          <p:cNvSpPr>
            <a:spLocks xmlns:a="http://schemas.openxmlformats.org/drawingml/2006/main" noGrp="1"/>
          </p:cNvSpPr>
          <p:nvPr/>
        </p:nvSpPr>
        <p:spPr>
          <a:xfrm xmlns:a="http://schemas.openxmlformats.org/drawingml/2006/main">
            <a:off x="6096000" y="401955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E72F1E1E-8DB1-4FCC-8D46-8836882BF947}"/>
              </a:ext>
            </a:extLst>
          </p:cNvPr>
          <p:cNvSpPr>
            <a:spLocks xmlns:a="http://schemas.openxmlformats.org/drawingml/2006/main" noGrp="1"/>
          </p:cNvSpPr>
          <p:nvPr/>
        </p:nvSpPr>
        <p:spPr>
          <a:xfrm xmlns:a="http://schemas.openxmlformats.org/drawingml/2006/main">
            <a:off x="6096000" y="428625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quality_gate.json에서 어떤 status·error_code를 보는가</a:t>
            </a:r>
          </a:p>
        </p:txBody>
      </p:sp>
    </p:spTree>
    <p:extLst>
      <p:ext uri="{BB962C8B-B14F-4D97-AF65-F5344CB8AC3E}">
        <p14:creationId xmlns:p14="http://schemas.microsoft.com/office/powerpoint/2010/main" val="915825539"/>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52AEF5D-185C-4AF0-B967-6A145691FB07}"/>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quality_gate.json 실행 증거</a:t>
            </a:r>
          </a:p>
        </p:txBody>
      </p:sp>
      <p:sp>
        <p:nvSpPr>
          <p:cNvPr id="2" name="">
            <a:extLst xmlns:a="http://schemas.openxmlformats.org/drawingml/2006/main">
              <a:ext uri="{FF2B5EF4-FFF2-40B4-BE49-F238E27FC236}">
                <a16:creationId xmlns:a16="http://schemas.microsoft.com/office/drawing/2014/main" id="{5D057F04-14FB-47AB-A3C7-DA73686952F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차시 마무리</a:t>
            </a:r>
          </a:p>
        </p:txBody>
      </p:sp>
      <p:sp>
        <p:nvSpPr>
          <p:cNvPr id="3" name="">
            <a:extLst xmlns:a="http://schemas.openxmlformats.org/drawingml/2006/main">
              <a:ext uri="{FF2B5EF4-FFF2-40B4-BE49-F238E27FC236}">
                <a16:creationId xmlns:a16="http://schemas.microsoft.com/office/drawing/2014/main" id="{CBEDD2AB-AC4D-486A-9583-0AE527B7E11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F5FCEC0B-982C-4A38-A019-342B3F51D975}"/>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F285FA4A-257A-4186-9CA4-2BF1D0FBBF28}"/>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10:40-11:30 · 3차시</a:t>
            </a:r>
          </a:p>
        </p:txBody>
      </p:sp>
      <p:sp>
        <p:nvSpPr>
          <p:cNvPr id="6" name="">
            <a:extLst xmlns:a="http://schemas.openxmlformats.org/drawingml/2006/main">
              <a:ext uri="{FF2B5EF4-FFF2-40B4-BE49-F238E27FC236}">
                <a16:creationId xmlns:a16="http://schemas.microsoft.com/office/drawing/2014/main" id="{EB2FD84F-88F0-4413-9E8E-3CB75ECF09A3}"/>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090</a:t>
            </a:r>
          </a:p>
        </p:txBody>
      </p:sp>
      <p:sp>
        <p:nvSpPr>
          <p:cNvPr id="7" name="">
            <a:extLst xmlns:a="http://schemas.openxmlformats.org/drawingml/2006/main">
              <a:ext uri="{FF2B5EF4-FFF2-40B4-BE49-F238E27FC236}">
                <a16:creationId xmlns:a16="http://schemas.microsoft.com/office/drawing/2014/main" id="{F3861AB5-C85D-4212-B7B2-9AD8F58DC591}"/>
              </a:ext>
            </a:extLst>
          </p:cNvPr>
          <p:cNvSpPr>
            <a:spLocks xmlns:a="http://schemas.openxmlformats.org/drawingml/2006/main" noGrp="1"/>
          </p:cNvSpPr>
          <p:nvPr/>
        </p:nvSpPr>
        <p:spPr>
          <a:xfrm xmlns:a="http://schemas.openxmlformats.org/drawingml/2006/main">
            <a:off x="914400" y="17335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C1D36CCB-B522-46F4-810A-967529E47354}"/>
              </a:ext>
            </a:extLst>
          </p:cNvPr>
          <p:cNvSpPr>
            <a:spLocks xmlns:a="http://schemas.openxmlformats.org/drawingml/2006/main" noGrp="1"/>
          </p:cNvSpPr>
          <p:nvPr/>
        </p:nvSpPr>
        <p:spPr>
          <a:xfrm xmlns:a="http://schemas.openxmlformats.org/drawingml/2006/main">
            <a:off x="1352550" y="18573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BC1D1B1F-9206-488F-90F0-45ABFFAB0CAD}"/>
              </a:ext>
            </a:extLst>
          </p:cNvPr>
          <p:cNvSpPr>
            <a:spLocks xmlns:a="http://schemas.openxmlformats.org/drawingml/2006/main" noGrp="1"/>
          </p:cNvSpPr>
          <p:nvPr/>
        </p:nvSpPr>
        <p:spPr>
          <a:xfrm xmlns:a="http://schemas.openxmlformats.org/drawingml/2006/main">
            <a:off x="1828800" y="16954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설명: STT 품질 Gate이 필요한 이유를 한 문장으로 말할 수 있다.</a:t>
            </a:r>
          </a:p>
        </p:txBody>
      </p:sp>
      <p:sp>
        <p:nvSpPr>
          <p:cNvPr id="10" name="">
            <a:extLst xmlns:a="http://schemas.openxmlformats.org/drawingml/2006/main">
              <a:ext uri="{FF2B5EF4-FFF2-40B4-BE49-F238E27FC236}">
                <a16:creationId xmlns:a16="http://schemas.microsoft.com/office/drawing/2014/main" id="{AADF2E87-BF2D-41DC-AF10-E5613703477C}"/>
              </a:ext>
            </a:extLst>
          </p:cNvPr>
          <p:cNvSpPr>
            <a:spLocks xmlns:a="http://schemas.openxmlformats.org/drawingml/2006/main" noGrp="1"/>
          </p:cNvSpPr>
          <p:nvPr/>
        </p:nvSpPr>
        <p:spPr>
          <a:xfrm xmlns:a="http://schemas.openxmlformats.org/drawingml/2006/main">
            <a:off x="914400" y="28956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4376E41E-3EC0-47EE-AAFE-878FAABBD961}"/>
              </a:ext>
            </a:extLst>
          </p:cNvPr>
          <p:cNvSpPr>
            <a:spLocks xmlns:a="http://schemas.openxmlformats.org/drawingml/2006/main" noGrp="1"/>
          </p:cNvSpPr>
          <p:nvPr/>
        </p:nvSpPr>
        <p:spPr>
          <a:xfrm xmlns:a="http://schemas.openxmlformats.org/drawingml/2006/main">
            <a:off x="1352550" y="30194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F9E501E4-0C4F-48CD-AE73-7060C3AE9930}"/>
              </a:ext>
            </a:extLst>
          </p:cNvPr>
          <p:cNvSpPr>
            <a:spLocks xmlns:a="http://schemas.openxmlformats.org/drawingml/2006/main" noGrp="1"/>
          </p:cNvSpPr>
          <p:nvPr/>
        </p:nvSpPr>
        <p:spPr>
          <a:xfrm xmlns:a="http://schemas.openxmlformats.org/drawingml/2006/main">
            <a:off x="1828800" y="285750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실행: python -m pytest -q tests/test_meeting_agent_workflow.py</a:t>
            </a:r>
          </a:p>
        </p:txBody>
      </p:sp>
      <p:sp>
        <p:nvSpPr>
          <p:cNvPr id="13" name="">
            <a:extLst xmlns:a="http://schemas.openxmlformats.org/drawingml/2006/main">
              <a:ext uri="{FF2B5EF4-FFF2-40B4-BE49-F238E27FC236}">
                <a16:creationId xmlns:a16="http://schemas.microsoft.com/office/drawing/2014/main" id="{7636A467-A127-44E3-AC5A-DC9FF21BE561}"/>
              </a:ext>
            </a:extLst>
          </p:cNvPr>
          <p:cNvSpPr>
            <a:spLocks xmlns:a="http://schemas.openxmlformats.org/drawingml/2006/main" noGrp="1"/>
          </p:cNvSpPr>
          <p:nvPr/>
        </p:nvSpPr>
        <p:spPr>
          <a:xfrm xmlns:a="http://schemas.openxmlformats.org/drawingml/2006/main">
            <a:off x="914400" y="4057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59A0CC01-16A6-429B-A319-C5AFE67BF311}"/>
              </a:ext>
            </a:extLst>
          </p:cNvPr>
          <p:cNvSpPr>
            <a:spLocks xmlns:a="http://schemas.openxmlformats.org/drawingml/2006/main" noGrp="1"/>
          </p:cNvSpPr>
          <p:nvPr/>
        </p:nvSpPr>
        <p:spPr>
          <a:xfrm xmlns:a="http://schemas.openxmlformats.org/drawingml/2006/main">
            <a:off x="1352550" y="4181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883294A7-0187-4CA5-945E-0F3E20B9EE63}"/>
              </a:ext>
            </a:extLst>
          </p:cNvPr>
          <p:cNvSpPr>
            <a:spLocks xmlns:a="http://schemas.openxmlformats.org/drawingml/2006/main" noGrp="1"/>
          </p:cNvSpPr>
          <p:nvPr/>
        </p:nvSpPr>
        <p:spPr>
          <a:xfrm xmlns:a="http://schemas.openxmlformats.org/drawingml/2006/main">
            <a:off x="1828800" y="40195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증거: quality_gate.json과 정상·실패 test 결과가 남아 있다.</a:t>
            </a:r>
          </a:p>
        </p:txBody>
      </p:sp>
      <p:sp>
        <p:nvSpPr>
          <p:cNvPr id="16" name="">
            <a:extLst xmlns:a="http://schemas.openxmlformats.org/drawingml/2006/main">
              <a:ext uri="{FF2B5EF4-FFF2-40B4-BE49-F238E27FC236}">
                <a16:creationId xmlns:a16="http://schemas.microsoft.com/office/drawing/2014/main" id="{F9F2B500-736A-454E-932E-EDBE1A2131E5}"/>
              </a:ext>
            </a:extLst>
          </p:cNvPr>
          <p:cNvSpPr>
            <a:spLocks xmlns:a="http://schemas.openxmlformats.org/drawingml/2006/main" noGrp="1"/>
          </p:cNvSpPr>
          <p:nvPr/>
        </p:nvSpPr>
        <p:spPr>
          <a:xfrm xmlns:a="http://schemas.openxmlformats.org/drawingml/2006/main">
            <a:off x="1524000" y="5391150"/>
            <a:ext cx="914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다음 차시: 회의록 Schema와 Pydantic 계약</a:t>
            </a:r>
          </a:p>
        </p:txBody>
      </p:sp>
    </p:spTree>
    <p:extLst>
      <p:ext uri="{BB962C8B-B14F-4D97-AF65-F5344CB8AC3E}">
        <p14:creationId xmlns:p14="http://schemas.microsoft.com/office/powerpoint/2010/main" val="1699687046"/>
      </p:ext>
    </p:extLst>
  </p:cSld>
</p:sld>
</file>

<file path=ppt/slides/slide9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4CFC985-C5B6-4F84-AE80-EF069E4486B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893F775-F04F-48F4-BCD8-2337F844C397}"/>
              </a:ext>
            </a:extLst>
          </p:cNvPr>
          <p:cNvSpPr>
            <a:spLocks xmlns:a="http://schemas.openxmlformats.org/drawingml/2006/main" noGrp="1"/>
          </p:cNvSpPr>
          <p:nvPr/>
        </p:nvSpPr>
        <p:spPr>
          <a:xfrm xmlns:a="http://schemas.openxmlformats.org/drawingml/2006/main">
            <a:off x="800100" y="1676400"/>
            <a:ext cx="10287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98000"/>
              </a:lnSpc>
              <a:buNone/>
              <a:defRPr sz="4050" b="1">
                <a:solidFill>
                  <a:srgbClr val="FFFFFF"/>
                </a:solidFill>
                <a:latin typeface="NanumGothic"/>
                <a:ea typeface="NanumGothic"/>
                <a:cs typeface="NanumGothic"/>
              </a:defRPr>
            </a:pPr>
            <a:r>
              <a:rPr sz="4050" b="1">
                <a:solidFill>
                  <a:srgbClr val="FFFFFF"/>
                </a:solidFill>
                <a:latin typeface="NanumGothic"/>
                <a:ea typeface="NanumGothic"/>
                <a:cs typeface="NanumGothic"/>
              </a:rPr>
              <a:t>회의록 Schema와 Pydantic 계약</a:t>
            </a:r>
          </a:p>
        </p:txBody>
      </p:sp>
      <p:sp>
        <p:nvSpPr>
          <p:cNvPr id="3" name="">
            <a:extLst xmlns:a="http://schemas.openxmlformats.org/drawingml/2006/main">
              <a:ext uri="{FF2B5EF4-FFF2-40B4-BE49-F238E27FC236}">
                <a16:creationId xmlns:a16="http://schemas.microsoft.com/office/drawing/2014/main" id="{F2757108-FEE5-4B49-8C14-BF1A8423B46A}"/>
              </a:ext>
            </a:extLst>
          </p:cNvPr>
          <p:cNvSpPr>
            <a:spLocks xmlns:a="http://schemas.openxmlformats.org/drawingml/2006/main" noGrp="1"/>
          </p:cNvSpPr>
          <p:nvPr/>
        </p:nvSpPr>
        <p:spPr>
          <a:xfrm xmlns:a="http://schemas.openxmlformats.org/drawingml/2006/main">
            <a:off x="800100" y="5905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DAY 2 · 4차시</a:t>
            </a:r>
          </a:p>
        </p:txBody>
      </p:sp>
      <p:sp>
        <p:nvSpPr>
          <p:cNvPr id="4" name="">
            <a:extLst xmlns:a="http://schemas.openxmlformats.org/drawingml/2006/main">
              <a:ext uri="{FF2B5EF4-FFF2-40B4-BE49-F238E27FC236}">
                <a16:creationId xmlns:a16="http://schemas.microsoft.com/office/drawing/2014/main" id="{610B6AC4-C49C-47CC-B137-6FD71051A1F0}"/>
              </a:ext>
            </a:extLst>
          </p:cNvPr>
          <p:cNvSpPr>
            <a:spLocks xmlns:a="http://schemas.openxmlformats.org/drawingml/2006/main" noGrp="1"/>
          </p:cNvSpPr>
          <p:nvPr/>
        </p:nvSpPr>
        <p:spPr>
          <a:xfrm xmlns:a="http://schemas.openxmlformats.org/drawingml/2006/main">
            <a:off x="800100" y="102870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1">
                <a:solidFill>
                  <a:srgbClr val="2563EB"/>
                </a:solidFill>
                <a:latin typeface="NanumGothic"/>
                <a:ea typeface="NanumGothic"/>
                <a:cs typeface="NanumGothic"/>
              </a:defRPr>
            </a:pPr>
            <a:r>
              <a:rPr sz="1500" b="1">
                <a:solidFill>
                  <a:srgbClr val="2563EB"/>
                </a:solidFill>
                <a:latin typeface="NanumGothic"/>
                <a:ea typeface="NanumGothic"/>
                <a:cs typeface="NanumGothic"/>
              </a:rPr>
              <a:t>12:00-12:50  (쉬는 시간 13:40-14:00)</a:t>
            </a:r>
          </a:p>
        </p:txBody>
      </p:sp>
      <p:sp>
        <p:nvSpPr>
          <p:cNvPr id="5" name="">
            <a:extLst xmlns:a="http://schemas.openxmlformats.org/drawingml/2006/main">
              <a:ext uri="{FF2B5EF4-FFF2-40B4-BE49-F238E27FC236}">
                <a16:creationId xmlns:a16="http://schemas.microsoft.com/office/drawing/2014/main" id="{AD9253EF-4D71-4220-8FCE-AB455BFA97A2}"/>
              </a:ext>
            </a:extLst>
          </p:cNvPr>
          <p:cNvSpPr>
            <a:spLocks xmlns:a="http://schemas.openxmlformats.org/drawingml/2006/main" noGrp="1"/>
          </p:cNvSpPr>
          <p:nvPr/>
        </p:nvSpPr>
        <p:spPr>
          <a:xfrm xmlns:a="http://schemas.openxmlformats.org/drawingml/2006/main">
            <a:off x="838200" y="323850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1">
                <a:solidFill>
                  <a:srgbClr val="E0E0E0"/>
                </a:solidFill>
                <a:latin typeface="NanumGothic"/>
                <a:ea typeface="NanumGothic"/>
                <a:cs typeface="NanumGothic"/>
              </a:defRPr>
            </a:pPr>
            <a:r>
              <a:rPr sz="1875" b="1">
                <a:solidFill>
                  <a:srgbClr val="E0E0E0"/>
                </a:solidFill>
                <a:latin typeface="NanumGothic"/>
                <a:ea typeface="NanumGothic"/>
                <a:cs typeface="NanumGothic"/>
              </a:rPr>
              <a:t>Schema · Pydantic · meeting_schema.json</a:t>
            </a:r>
          </a:p>
        </p:txBody>
      </p:sp>
      <p:sp>
        <p:nvSpPr>
          <p:cNvPr id="6" name="">
            <a:extLst xmlns:a="http://schemas.openxmlformats.org/drawingml/2006/main">
              <a:ext uri="{FF2B5EF4-FFF2-40B4-BE49-F238E27FC236}">
                <a16:creationId xmlns:a16="http://schemas.microsoft.com/office/drawing/2014/main" id="{8EEF4F83-7E25-4A34-BC76-AB3EFEDA2ED3}"/>
              </a:ext>
            </a:extLst>
          </p:cNvPr>
          <p:cNvSpPr>
            <a:spLocks xmlns:a="http://schemas.openxmlformats.org/drawingml/2006/main" noGrp="1"/>
          </p:cNvSpPr>
          <p:nvPr/>
        </p:nvSpPr>
        <p:spPr>
          <a:xfrm xmlns:a="http://schemas.openxmlformats.org/drawingml/2006/main">
            <a:off x="800100" y="4267200"/>
            <a:ext cx="10401300" cy="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7" name="">
            <a:extLst xmlns:a="http://schemas.openxmlformats.org/drawingml/2006/main">
              <a:ext uri="{FF2B5EF4-FFF2-40B4-BE49-F238E27FC236}">
                <a16:creationId xmlns:a16="http://schemas.microsoft.com/office/drawing/2014/main" id="{08927A54-E3A6-4254-A81A-62D2849B77CC}"/>
              </a:ext>
            </a:extLst>
          </p:cNvPr>
          <p:cNvSpPr>
            <a:spLocks xmlns:a="http://schemas.openxmlformats.org/drawingml/2006/main" noGrp="1"/>
          </p:cNvSpPr>
          <p:nvPr/>
        </p:nvSpPr>
        <p:spPr>
          <a:xfrm xmlns:a="http://schemas.openxmlformats.org/drawingml/2006/main">
            <a:off x="8001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진행</a:t>
            </a:r>
          </a:p>
        </p:txBody>
      </p:sp>
      <p:sp>
        <p:nvSpPr>
          <p:cNvPr id="8" name="">
            <a:extLst xmlns:a="http://schemas.openxmlformats.org/drawingml/2006/main">
              <a:ext uri="{FF2B5EF4-FFF2-40B4-BE49-F238E27FC236}">
                <a16:creationId xmlns:a16="http://schemas.microsoft.com/office/drawing/2014/main" id="{111B3BB1-4A8B-4096-A3F4-993AFC7B7747}"/>
              </a:ext>
            </a:extLst>
          </p:cNvPr>
          <p:cNvSpPr>
            <a:spLocks xmlns:a="http://schemas.openxmlformats.org/drawingml/2006/main" noGrp="1"/>
          </p:cNvSpPr>
          <p:nvPr/>
        </p:nvSpPr>
        <p:spPr>
          <a:xfrm xmlns:a="http://schemas.openxmlformats.org/drawingml/2006/main">
            <a:off x="8001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회의록 Schema와 Pydantic 계약</a:t>
            </a:r>
          </a:p>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강의 12분 · 강사 시연 10분 · Codex 소프트웨어 제작 23분 · 실행 확인 5분</a:t>
            </a:r>
          </a:p>
        </p:txBody>
      </p:sp>
      <p:sp>
        <p:nvSpPr>
          <p:cNvPr id="9" name="">
            <a:extLst xmlns:a="http://schemas.openxmlformats.org/drawingml/2006/main">
              <a:ext uri="{FF2B5EF4-FFF2-40B4-BE49-F238E27FC236}">
                <a16:creationId xmlns:a16="http://schemas.microsoft.com/office/drawing/2014/main" id="{55B2EC9A-E184-4256-B4AA-1FDF12614F78}"/>
              </a:ext>
            </a:extLst>
          </p:cNvPr>
          <p:cNvSpPr>
            <a:spLocks xmlns:a="http://schemas.openxmlformats.org/drawingml/2006/main" noGrp="1"/>
          </p:cNvSpPr>
          <p:nvPr/>
        </p:nvSpPr>
        <p:spPr>
          <a:xfrm xmlns:a="http://schemas.openxmlformats.org/drawingml/2006/main">
            <a:off x="42672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사용 파일</a:t>
            </a:r>
          </a:p>
        </p:txBody>
      </p:sp>
      <p:sp>
        <p:nvSpPr>
          <p:cNvPr id="10" name="">
            <a:extLst xmlns:a="http://schemas.openxmlformats.org/drawingml/2006/main">
              <a:ext uri="{FF2B5EF4-FFF2-40B4-BE49-F238E27FC236}">
                <a16:creationId xmlns:a16="http://schemas.microsoft.com/office/drawing/2014/main" id="{A9E710D5-23A3-4A11-B368-44BA69463464}"/>
              </a:ext>
            </a:extLst>
          </p:cNvPr>
          <p:cNvSpPr>
            <a:spLocks xmlns:a="http://schemas.openxmlformats.org/drawingml/2006/main" noGrp="1"/>
          </p:cNvSpPr>
          <p:nvPr/>
        </p:nvSpPr>
        <p:spPr>
          <a:xfrm xmlns:a="http://schemas.openxmlformats.org/drawingml/2006/main">
            <a:off x="42672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src/langchain_lab.py</a:t>
            </a:r>
          </a:p>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src/course_services/meeting_service.py</a:t>
            </a:r>
          </a:p>
        </p:txBody>
      </p:sp>
      <p:sp>
        <p:nvSpPr>
          <p:cNvPr id="11" name="">
            <a:extLst xmlns:a="http://schemas.openxmlformats.org/drawingml/2006/main">
              <a:ext uri="{FF2B5EF4-FFF2-40B4-BE49-F238E27FC236}">
                <a16:creationId xmlns:a16="http://schemas.microsoft.com/office/drawing/2014/main" id="{D5BA80D9-30F9-4DCC-B0AF-FEE6C7DB4DC7}"/>
              </a:ext>
            </a:extLst>
          </p:cNvPr>
          <p:cNvSpPr>
            <a:spLocks xmlns:a="http://schemas.openxmlformats.org/drawingml/2006/main" noGrp="1"/>
          </p:cNvSpPr>
          <p:nvPr/>
        </p:nvSpPr>
        <p:spPr>
          <a:xfrm xmlns:a="http://schemas.openxmlformats.org/drawingml/2006/main">
            <a:off x="77343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확인할 결과</a:t>
            </a:r>
          </a:p>
        </p:txBody>
      </p:sp>
      <p:sp>
        <p:nvSpPr>
          <p:cNvPr id="12" name="">
            <a:extLst xmlns:a="http://schemas.openxmlformats.org/drawingml/2006/main">
              <a:ext uri="{FF2B5EF4-FFF2-40B4-BE49-F238E27FC236}">
                <a16:creationId xmlns:a16="http://schemas.microsoft.com/office/drawing/2014/main" id="{40430B49-10DD-4233-A3AA-2A5F3F161C91}"/>
              </a:ext>
            </a:extLst>
          </p:cNvPr>
          <p:cNvSpPr>
            <a:spLocks xmlns:a="http://schemas.openxmlformats.org/drawingml/2006/main" noGrp="1"/>
          </p:cNvSpPr>
          <p:nvPr/>
        </p:nvSpPr>
        <p:spPr>
          <a:xfrm xmlns:a="http://schemas.openxmlformats.org/drawingml/2006/main">
            <a:off x="77343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meeting_schema.json</a:t>
            </a:r>
          </a:p>
        </p:txBody>
      </p:sp>
      <p:sp>
        <p:nvSpPr>
          <p:cNvPr id="13" name="">
            <a:extLst xmlns:a="http://schemas.openxmlformats.org/drawingml/2006/main">
              <a:ext uri="{FF2B5EF4-FFF2-40B4-BE49-F238E27FC236}">
                <a16:creationId xmlns:a16="http://schemas.microsoft.com/office/drawing/2014/main" id="{0C94B7B4-E177-46D3-BF0D-9BE46F173F43}"/>
              </a:ext>
            </a:extLst>
          </p:cNvPr>
          <p:cNvSpPr>
            <a:spLocks xmlns:a="http://schemas.openxmlformats.org/drawingml/2006/main" noGrp="1"/>
          </p:cNvSpPr>
          <p:nvPr/>
        </p:nvSpPr>
        <p:spPr>
          <a:xfrm xmlns:a="http://schemas.openxmlformats.org/drawingml/2006/main">
            <a:off x="800100" y="6096000"/>
            <a:ext cx="10401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825" b="1">
                <a:solidFill>
                  <a:srgbClr val="C7C7C7"/>
                </a:solidFill>
                <a:latin typeface="NanumGothic"/>
                <a:ea typeface="NanumGothic"/>
                <a:cs typeface="NanumGothic"/>
              </a:defRPr>
            </a:pPr>
            <a:r>
              <a:rPr sz="825" b="1">
                <a:solidFill>
                  <a:srgbClr val="C7C7C7"/>
                </a:solidFill>
                <a:latin typeface="NanumGothic"/>
                <a:ea typeface="NanumGothic"/>
                <a:cs typeface="NanumGothic"/>
              </a:rPr>
              <a:t>Day 2 · 한국어 회의 Agent · 4차시</a:t>
            </a:r>
          </a:p>
        </p:txBody>
      </p:sp>
    </p:spTree>
    <p:extLst>
      <p:ext uri="{BB962C8B-B14F-4D97-AF65-F5344CB8AC3E}">
        <p14:creationId xmlns:p14="http://schemas.microsoft.com/office/powerpoint/2010/main" val="432369556"/>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35200D8-F16E-4C67-A4AD-C32BC356861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4차시 입력과 결과</a:t>
            </a:r>
          </a:p>
        </p:txBody>
      </p:sp>
      <p:sp>
        <p:nvSpPr>
          <p:cNvPr id="2" name="">
            <a:extLst xmlns:a="http://schemas.openxmlformats.org/drawingml/2006/main">
              <a:ext uri="{FF2B5EF4-FFF2-40B4-BE49-F238E27FC236}">
                <a16:creationId xmlns:a16="http://schemas.microsoft.com/office/drawing/2014/main" id="{76AA8342-9A05-4B9C-AD39-022E4753C119}"/>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현재 위치</a:t>
            </a:r>
          </a:p>
        </p:txBody>
      </p:sp>
      <p:sp>
        <p:nvSpPr>
          <p:cNvPr id="3" name="">
            <a:extLst xmlns:a="http://schemas.openxmlformats.org/drawingml/2006/main">
              <a:ext uri="{FF2B5EF4-FFF2-40B4-BE49-F238E27FC236}">
                <a16:creationId xmlns:a16="http://schemas.microsoft.com/office/drawing/2014/main" id="{159A9E5E-7BE6-4C55-98AD-8CF3782C767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56F17873-6870-4431-A073-1C3924F203B6}"/>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A0462D6B-9F6A-4DD2-A055-57EF3903133B}"/>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CBD8F19B-B44D-4979-9623-4065061B8C2A}"/>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092</a:t>
            </a:r>
          </a:p>
        </p:txBody>
      </p:sp>
      <p:sp>
        <p:nvSpPr>
          <p:cNvPr id="7" name="">
            <a:extLst xmlns:a="http://schemas.openxmlformats.org/drawingml/2006/main">
              <a:ext uri="{FF2B5EF4-FFF2-40B4-BE49-F238E27FC236}">
                <a16:creationId xmlns:a16="http://schemas.microsoft.com/office/drawing/2014/main" id="{C43C846D-B11A-459C-B76A-F5EC1948CE80}"/>
              </a:ext>
            </a:extLst>
          </p:cNvPr>
          <p:cNvSpPr>
            <a:spLocks xmlns:a="http://schemas.openxmlformats.org/drawingml/2006/main" noGrp="1"/>
          </p:cNvSpPr>
          <p:nvPr/>
        </p:nvSpPr>
        <p:spPr>
          <a:xfrm xmlns:a="http://schemas.openxmlformats.org/drawingml/2006/main">
            <a:off x="685800" y="17335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입력</a:t>
            </a:r>
          </a:p>
        </p:txBody>
      </p:sp>
      <p:sp>
        <p:nvSpPr>
          <p:cNvPr id="8" name="">
            <a:extLst xmlns:a="http://schemas.openxmlformats.org/drawingml/2006/main">
              <a:ext uri="{FF2B5EF4-FFF2-40B4-BE49-F238E27FC236}">
                <a16:creationId xmlns:a16="http://schemas.microsoft.com/office/drawing/2014/main" id="{E75FC6A3-CBD2-4D0D-ABDC-1961A74E0997}"/>
              </a:ext>
            </a:extLst>
          </p:cNvPr>
          <p:cNvSpPr>
            <a:spLocks xmlns:a="http://schemas.openxmlformats.org/drawingml/2006/main" noGrp="1"/>
          </p:cNvSpPr>
          <p:nvPr/>
        </p:nvSpPr>
        <p:spPr>
          <a:xfrm xmlns:a="http://schemas.openxmlformats.org/drawingml/2006/main">
            <a:off x="1962150" y="1857375"/>
            <a:ext cx="762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3B0A61C2-9912-4939-A123-E277360E570E}"/>
              </a:ext>
            </a:extLst>
          </p:cNvPr>
          <p:cNvSpPr>
            <a:spLocks xmlns:a="http://schemas.openxmlformats.org/drawingml/2006/main" noGrp="1"/>
          </p:cNvSpPr>
          <p:nvPr/>
        </p:nvSpPr>
        <p:spPr>
          <a:xfrm xmlns:a="http://schemas.openxmlformats.org/drawingml/2006/main">
            <a:off x="3009900" y="15621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0">
                <a:solidFill>
                  <a:srgbClr val="191919"/>
                </a:solidFill>
                <a:latin typeface="NanumGothic"/>
                <a:ea typeface="NanumGothic"/>
                <a:cs typeface="NanumGothic"/>
              </a:defRPr>
            </a:pPr>
            <a:r>
              <a:rPr sz="1875" b="0">
                <a:solidFill>
                  <a:srgbClr val="191919"/>
                </a:solidFill>
                <a:latin typeface="NanumGothic"/>
                <a:ea typeface="NanumGothic"/>
                <a:cs typeface="NanumGothic"/>
              </a:rPr>
              <a:t>quality_gate.json</a:t>
            </a:r>
          </a:p>
        </p:txBody>
      </p:sp>
      <p:sp>
        <p:nvSpPr>
          <p:cNvPr id="10" name="">
            <a:extLst xmlns:a="http://schemas.openxmlformats.org/drawingml/2006/main">
              <a:ext uri="{FF2B5EF4-FFF2-40B4-BE49-F238E27FC236}">
                <a16:creationId xmlns:a16="http://schemas.microsoft.com/office/drawing/2014/main" id="{8EE61D30-2B45-4541-B7AE-9EC96A349452}"/>
              </a:ext>
            </a:extLst>
          </p:cNvPr>
          <p:cNvSpPr>
            <a:spLocks xmlns:a="http://schemas.openxmlformats.org/drawingml/2006/main" noGrp="1"/>
          </p:cNvSpPr>
          <p:nvPr/>
        </p:nvSpPr>
        <p:spPr>
          <a:xfrm xmlns:a="http://schemas.openxmlformats.org/drawingml/2006/main">
            <a:off x="685800" y="28003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이번 차시</a:t>
            </a:r>
          </a:p>
        </p:txBody>
      </p:sp>
      <p:sp>
        <p:nvSpPr>
          <p:cNvPr id="11" name="">
            <a:extLst xmlns:a="http://schemas.openxmlformats.org/drawingml/2006/main">
              <a:ext uri="{FF2B5EF4-FFF2-40B4-BE49-F238E27FC236}">
                <a16:creationId xmlns:a16="http://schemas.microsoft.com/office/drawing/2014/main" id="{29AF2B1B-D4DF-44E7-A4A6-5FD76F712C34}"/>
              </a:ext>
            </a:extLst>
          </p:cNvPr>
          <p:cNvSpPr>
            <a:spLocks xmlns:a="http://schemas.openxmlformats.org/drawingml/2006/main" noGrp="1"/>
          </p:cNvSpPr>
          <p:nvPr/>
        </p:nvSpPr>
        <p:spPr>
          <a:xfrm xmlns:a="http://schemas.openxmlformats.org/drawingml/2006/main">
            <a:off x="1962150" y="2924175"/>
            <a:ext cx="76200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2" name="">
            <a:extLst xmlns:a="http://schemas.openxmlformats.org/drawingml/2006/main">
              <a:ext uri="{FF2B5EF4-FFF2-40B4-BE49-F238E27FC236}">
                <a16:creationId xmlns:a16="http://schemas.microsoft.com/office/drawing/2014/main" id="{712A4963-3109-4B9C-A6D6-D8969953E3F4}"/>
              </a:ext>
            </a:extLst>
          </p:cNvPr>
          <p:cNvSpPr>
            <a:spLocks xmlns:a="http://schemas.openxmlformats.org/drawingml/2006/main" noGrp="1"/>
          </p:cNvSpPr>
          <p:nvPr/>
        </p:nvSpPr>
        <p:spPr>
          <a:xfrm xmlns:a="http://schemas.openxmlformats.org/drawingml/2006/main">
            <a:off x="3009900" y="26289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1">
                <a:solidFill>
                  <a:srgbClr val="191919"/>
                </a:solidFill>
                <a:latin typeface="NanumGothic"/>
                <a:ea typeface="NanumGothic"/>
                <a:cs typeface="NanumGothic"/>
              </a:defRPr>
            </a:pPr>
            <a:r>
              <a:rPr sz="1875" b="1">
                <a:solidFill>
                  <a:srgbClr val="191919"/>
                </a:solidFill>
                <a:latin typeface="NanumGothic"/>
                <a:ea typeface="NanumGothic"/>
                <a:cs typeface="NanumGothic"/>
              </a:rPr>
              <a:t>회의록 Schema와 Pydantic 계약</a:t>
            </a:r>
          </a:p>
        </p:txBody>
      </p:sp>
      <p:sp>
        <p:nvSpPr>
          <p:cNvPr id="13" name="">
            <a:extLst xmlns:a="http://schemas.openxmlformats.org/drawingml/2006/main">
              <a:ext uri="{FF2B5EF4-FFF2-40B4-BE49-F238E27FC236}">
                <a16:creationId xmlns:a16="http://schemas.microsoft.com/office/drawing/2014/main" id="{DA49DEC2-BE38-4B16-AB09-D31462CCD38B}"/>
              </a:ext>
            </a:extLst>
          </p:cNvPr>
          <p:cNvSpPr>
            <a:spLocks xmlns:a="http://schemas.openxmlformats.org/drawingml/2006/main" noGrp="1"/>
          </p:cNvSpPr>
          <p:nvPr/>
        </p:nvSpPr>
        <p:spPr>
          <a:xfrm xmlns:a="http://schemas.openxmlformats.org/drawingml/2006/main">
            <a:off x="685800" y="38671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결과</a:t>
            </a:r>
          </a:p>
        </p:txBody>
      </p:sp>
      <p:sp>
        <p:nvSpPr>
          <p:cNvPr id="14" name="">
            <a:extLst xmlns:a="http://schemas.openxmlformats.org/drawingml/2006/main">
              <a:ext uri="{FF2B5EF4-FFF2-40B4-BE49-F238E27FC236}">
                <a16:creationId xmlns:a16="http://schemas.microsoft.com/office/drawing/2014/main" id="{330A7128-64DE-44CA-BEFC-B0F61B17CB63}"/>
              </a:ext>
            </a:extLst>
          </p:cNvPr>
          <p:cNvSpPr>
            <a:spLocks xmlns:a="http://schemas.openxmlformats.org/drawingml/2006/main" noGrp="1"/>
          </p:cNvSpPr>
          <p:nvPr/>
        </p:nvSpPr>
        <p:spPr>
          <a:xfrm xmlns:a="http://schemas.openxmlformats.org/drawingml/2006/main">
            <a:off x="1962150" y="3990975"/>
            <a:ext cx="762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AB31D48D-BE80-4F67-B793-2E1C0EF0942F}"/>
              </a:ext>
            </a:extLst>
          </p:cNvPr>
          <p:cNvSpPr>
            <a:spLocks xmlns:a="http://schemas.openxmlformats.org/drawingml/2006/main" noGrp="1"/>
          </p:cNvSpPr>
          <p:nvPr/>
        </p:nvSpPr>
        <p:spPr>
          <a:xfrm xmlns:a="http://schemas.openxmlformats.org/drawingml/2006/main">
            <a:off x="3009900" y="36957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0">
                <a:solidFill>
                  <a:srgbClr val="191919"/>
                </a:solidFill>
                <a:latin typeface="NanumGothic"/>
                <a:ea typeface="NanumGothic"/>
                <a:cs typeface="NanumGothic"/>
              </a:defRPr>
            </a:pPr>
            <a:r>
              <a:rPr sz="1875" b="0">
                <a:solidFill>
                  <a:srgbClr val="191919"/>
                </a:solidFill>
                <a:latin typeface="NanumGothic"/>
                <a:ea typeface="NanumGothic"/>
                <a:cs typeface="NanumGothic"/>
              </a:rPr>
              <a:t>meeting_schema.json</a:t>
            </a:r>
          </a:p>
        </p:txBody>
      </p:sp>
      <p:sp>
        <p:nvSpPr>
          <p:cNvPr id="16" name="">
            <a:extLst xmlns:a="http://schemas.openxmlformats.org/drawingml/2006/main">
              <a:ext uri="{FF2B5EF4-FFF2-40B4-BE49-F238E27FC236}">
                <a16:creationId xmlns:a16="http://schemas.microsoft.com/office/drawing/2014/main" id="{B0891251-7475-47D3-BC28-DCCA97909470}"/>
              </a:ext>
            </a:extLst>
          </p:cNvPr>
          <p:cNvSpPr>
            <a:spLocks xmlns:a="http://schemas.openxmlformats.org/drawingml/2006/main" noGrp="1"/>
          </p:cNvSpPr>
          <p:nvPr/>
        </p:nvSpPr>
        <p:spPr>
          <a:xfrm xmlns:a="http://schemas.openxmlformats.org/drawingml/2006/main">
            <a:off x="685800" y="4933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다음 연결</a:t>
            </a:r>
          </a:p>
        </p:txBody>
      </p:sp>
      <p:sp>
        <p:nvSpPr>
          <p:cNvPr id="17" name="">
            <a:extLst xmlns:a="http://schemas.openxmlformats.org/drawingml/2006/main">
              <a:ext uri="{FF2B5EF4-FFF2-40B4-BE49-F238E27FC236}">
                <a16:creationId xmlns:a16="http://schemas.microsoft.com/office/drawing/2014/main" id="{92095C61-6449-42F0-902A-FE8DB4824AC0}"/>
              </a:ext>
            </a:extLst>
          </p:cNvPr>
          <p:cNvSpPr>
            <a:spLocks xmlns:a="http://schemas.openxmlformats.org/drawingml/2006/main" noGrp="1"/>
          </p:cNvSpPr>
          <p:nvPr/>
        </p:nvSpPr>
        <p:spPr>
          <a:xfrm xmlns:a="http://schemas.openxmlformats.org/drawingml/2006/main">
            <a:off x="1962150" y="5057775"/>
            <a:ext cx="762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9C3B4C1D-6827-4A1F-B499-5EDB0825649B}"/>
              </a:ext>
            </a:extLst>
          </p:cNvPr>
          <p:cNvSpPr>
            <a:spLocks xmlns:a="http://schemas.openxmlformats.org/drawingml/2006/main" noGrp="1"/>
          </p:cNvSpPr>
          <p:nvPr/>
        </p:nvSpPr>
        <p:spPr>
          <a:xfrm xmlns:a="http://schemas.openxmlformats.org/drawingml/2006/main">
            <a:off x="3009900" y="47625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0">
                <a:solidFill>
                  <a:srgbClr val="191919"/>
                </a:solidFill>
                <a:latin typeface="NanumGothic"/>
                <a:ea typeface="NanumGothic"/>
                <a:cs typeface="NanumGothic"/>
              </a:defRPr>
            </a:pPr>
            <a:r>
              <a:rPr sz="1875" b="0">
                <a:solidFill>
                  <a:srgbClr val="191919"/>
                </a:solidFill>
                <a:latin typeface="NanumGothic"/>
                <a:ea typeface="NanumGothic"/>
                <a:cs typeface="NanumGothic"/>
              </a:rPr>
              <a:t>발화 단위 Chunking</a:t>
            </a:r>
          </a:p>
        </p:txBody>
      </p:sp>
    </p:spTree>
    <p:extLst>
      <p:ext uri="{BB962C8B-B14F-4D97-AF65-F5344CB8AC3E}">
        <p14:creationId xmlns:p14="http://schemas.microsoft.com/office/powerpoint/2010/main" val="979325069"/>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A9547B3-6B99-438E-83E6-13C1693B82E5}"/>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필요성</a:t>
            </a:r>
          </a:p>
        </p:txBody>
      </p:sp>
      <p:sp>
        <p:nvSpPr>
          <p:cNvPr id="2" name="">
            <a:extLst xmlns:a="http://schemas.openxmlformats.org/drawingml/2006/main">
              <a:ext uri="{FF2B5EF4-FFF2-40B4-BE49-F238E27FC236}">
                <a16:creationId xmlns:a16="http://schemas.microsoft.com/office/drawing/2014/main" id="{252A669A-45BE-47EA-BA08-47EFB7068E6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D08117B2-6C4A-4FFD-B25C-D1220F60445B}"/>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52FAF9A7-F07F-4649-AAB8-9C286D23EE2D}"/>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5" name="">
            <a:extLst xmlns:a="http://schemas.openxmlformats.org/drawingml/2006/main">
              <a:ext uri="{FF2B5EF4-FFF2-40B4-BE49-F238E27FC236}">
                <a16:creationId xmlns:a16="http://schemas.microsoft.com/office/drawing/2014/main" id="{B227A67C-6978-4066-BB89-561600080242}"/>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093</a:t>
            </a:r>
          </a:p>
        </p:txBody>
      </p:sp>
      <p:sp>
        <p:nvSpPr>
          <p:cNvPr id="6" name="">
            <a:extLst xmlns:a="http://schemas.openxmlformats.org/drawingml/2006/main">
              <a:ext uri="{FF2B5EF4-FFF2-40B4-BE49-F238E27FC236}">
                <a16:creationId xmlns:a16="http://schemas.microsoft.com/office/drawing/2014/main" id="{9EDBDFC3-6325-4C5E-B4EB-B5E9124E3989}"/>
              </a:ext>
            </a:extLst>
          </p:cNvPr>
          <p:cNvSpPr>
            <a:spLocks xmlns:a="http://schemas.openxmlformats.org/drawingml/2006/main" noGrp="1"/>
          </p:cNvSpPr>
          <p:nvPr/>
        </p:nvSpPr>
        <p:spPr>
          <a:xfrm xmlns:a="http://schemas.openxmlformats.org/drawingml/2006/main">
            <a:off x="762000" y="1733550"/>
            <a:ext cx="9906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325" b="1">
                <a:solidFill>
                  <a:srgbClr val="191919"/>
                </a:solidFill>
                <a:latin typeface="NanumGothic"/>
                <a:ea typeface="NanumGothic"/>
                <a:cs typeface="NanumGothic"/>
              </a:defRPr>
            </a:pPr>
            <a:r>
              <a:rPr sz="2325" b="1">
                <a:solidFill>
                  <a:srgbClr val="191919"/>
                </a:solidFill>
                <a:latin typeface="NanumGothic"/>
                <a:ea typeface="NanumGothic"/>
                <a:cs typeface="NanumGothic"/>
              </a:rPr>
              <a:t>자유로운 문장은 읽기 좋지만 downstream 자동화가 실패해도 원인을 찾기 어렵다.</a:t>
            </a:r>
          </a:p>
        </p:txBody>
      </p:sp>
      <p:sp>
        <p:nvSpPr>
          <p:cNvPr id="7" name="">
            <a:extLst xmlns:a="http://schemas.openxmlformats.org/drawingml/2006/main">
              <a:ext uri="{FF2B5EF4-FFF2-40B4-BE49-F238E27FC236}">
                <a16:creationId xmlns:a16="http://schemas.microsoft.com/office/drawing/2014/main" id="{CEAA64A6-218C-4061-8C87-1F5BB3D99F27}"/>
              </a:ext>
            </a:extLst>
          </p:cNvPr>
          <p:cNvSpPr>
            <a:spLocks xmlns:a="http://schemas.openxmlformats.org/drawingml/2006/main" noGrp="1"/>
          </p:cNvSpPr>
          <p:nvPr/>
        </p:nvSpPr>
        <p:spPr>
          <a:xfrm xmlns:a="http://schemas.openxmlformats.org/drawingml/2006/main">
            <a:off x="1143000" y="2857500"/>
            <a:ext cx="914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1650" b="0">
                <a:solidFill>
                  <a:srgbClr val="555555"/>
                </a:solidFill>
                <a:latin typeface="NanumGothic"/>
                <a:ea typeface="NanumGothic"/>
                <a:cs typeface="NanumGothic"/>
              </a:defRPr>
            </a:pPr>
            <a:r>
              <a:rPr sz="1650" b="0">
                <a:solidFill>
                  <a:srgbClr val="555555"/>
                </a:solidFill>
                <a:latin typeface="NanumGothic"/>
                <a:ea typeface="NanumGothic"/>
                <a:cs typeface="NanumGothic"/>
              </a:rPr>
              <a:t>필수 필드 선언에서 meeting_schema.json까지, 가장 먼저 고정할 판단은 무엇인가</a:t>
            </a:r>
          </a:p>
        </p:txBody>
      </p:sp>
      <p:sp>
        <p:nvSpPr>
          <p:cNvPr id="8" name="">
            <a:extLst xmlns:a="http://schemas.openxmlformats.org/drawingml/2006/main">
              <a:ext uri="{FF2B5EF4-FFF2-40B4-BE49-F238E27FC236}">
                <a16:creationId xmlns:a16="http://schemas.microsoft.com/office/drawing/2014/main" id="{5172BF23-AEF5-44A7-B231-5840CA9BA32E}"/>
              </a:ext>
            </a:extLst>
          </p:cNvPr>
          <p:cNvSpPr>
            <a:spLocks xmlns:a="http://schemas.openxmlformats.org/drawingml/2006/main" noGrp="1"/>
          </p:cNvSpPr>
          <p:nvPr/>
        </p:nvSpPr>
        <p:spPr>
          <a:xfrm xmlns:a="http://schemas.openxmlformats.org/drawingml/2006/main">
            <a:off x="3657600" y="3581400"/>
            <a:ext cx="487680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9" name="">
            <a:extLst xmlns:a="http://schemas.openxmlformats.org/drawingml/2006/main">
              <a:ext uri="{FF2B5EF4-FFF2-40B4-BE49-F238E27FC236}">
                <a16:creationId xmlns:a16="http://schemas.microsoft.com/office/drawing/2014/main" id="{F9356EB8-9CC5-4666-B475-3E6EF241293A}"/>
              </a:ext>
            </a:extLst>
          </p:cNvPr>
          <p:cNvSpPr>
            <a:spLocks xmlns:a="http://schemas.openxmlformats.org/drawingml/2006/main" noGrp="1"/>
          </p:cNvSpPr>
          <p:nvPr/>
        </p:nvSpPr>
        <p:spPr>
          <a:xfrm xmlns:a="http://schemas.openxmlformats.org/drawingml/2006/main">
            <a:off x="1714500" y="3981450"/>
            <a:ext cx="876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425" b="1">
                <a:solidFill>
                  <a:srgbClr val="555555"/>
                </a:solidFill>
                <a:latin typeface="NanumGothic"/>
                <a:ea typeface="NanumGothic"/>
                <a:cs typeface="NanumGothic"/>
              </a:defRPr>
            </a:pPr>
            <a:r>
              <a:rPr sz="1425" b="1">
                <a:solidFill>
                  <a:srgbClr val="555555"/>
                </a:solidFill>
                <a:latin typeface="NanumGothic"/>
                <a:ea typeface="NanumGothic"/>
                <a:cs typeface="NanumGothic"/>
              </a:rPr>
              <a:t>이번 차시의 확인 결과: meeting_schema.json</a:t>
            </a:r>
          </a:p>
        </p:txBody>
      </p:sp>
    </p:spTree>
    <p:extLst>
      <p:ext uri="{BB962C8B-B14F-4D97-AF65-F5344CB8AC3E}">
        <p14:creationId xmlns:p14="http://schemas.microsoft.com/office/powerpoint/2010/main" val="1483724535"/>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7EE73EC-6739-4B91-BBCA-48300D3A2450}"/>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학습 결과</a:t>
            </a:r>
          </a:p>
        </p:txBody>
      </p:sp>
      <p:sp>
        <p:nvSpPr>
          <p:cNvPr id="2" name="">
            <a:extLst xmlns:a="http://schemas.openxmlformats.org/drawingml/2006/main">
              <a:ext uri="{FF2B5EF4-FFF2-40B4-BE49-F238E27FC236}">
                <a16:creationId xmlns:a16="http://schemas.microsoft.com/office/drawing/2014/main" id="{01437C67-0B7B-4145-A844-D11EE7BE4B08}"/>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585EAB70-EDAA-4F48-9C23-CAE35BF0BEDE}"/>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394F3804-CED4-43DE-874D-B36EB8CB9F96}"/>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5" name="">
            <a:extLst xmlns:a="http://schemas.openxmlformats.org/drawingml/2006/main">
              <a:ext uri="{FF2B5EF4-FFF2-40B4-BE49-F238E27FC236}">
                <a16:creationId xmlns:a16="http://schemas.microsoft.com/office/drawing/2014/main" id="{D39568B2-8E49-4367-9CFB-C35D42770BC2}"/>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094</a:t>
            </a:r>
          </a:p>
        </p:txBody>
      </p:sp>
      <p:sp>
        <p:nvSpPr>
          <p:cNvPr id="6" name="">
            <a:extLst xmlns:a="http://schemas.openxmlformats.org/drawingml/2006/main">
              <a:ext uri="{FF2B5EF4-FFF2-40B4-BE49-F238E27FC236}">
                <a16:creationId xmlns:a16="http://schemas.microsoft.com/office/drawing/2014/main" id="{7DFCEAEE-09F6-46B0-9AF0-7394EB1F1CE1}"/>
              </a:ext>
            </a:extLst>
          </p:cNvPr>
          <p:cNvSpPr>
            <a:spLocks xmlns:a="http://schemas.openxmlformats.org/drawingml/2006/main" noGrp="1"/>
          </p:cNvSpPr>
          <p:nvPr/>
        </p:nvSpPr>
        <p:spPr>
          <a:xfrm xmlns:a="http://schemas.openxmlformats.org/drawingml/2006/main">
            <a:off x="914400" y="1847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1842FDB8-A8D9-4CDB-8386-50A1B886C9B0}"/>
              </a:ext>
            </a:extLst>
          </p:cNvPr>
          <p:cNvSpPr>
            <a:spLocks xmlns:a="http://schemas.openxmlformats.org/drawingml/2006/main" noGrp="1"/>
          </p:cNvSpPr>
          <p:nvPr/>
        </p:nvSpPr>
        <p:spPr>
          <a:xfrm xmlns:a="http://schemas.openxmlformats.org/drawingml/2006/main">
            <a:off x="1352550" y="1971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4110C55A-6E8D-4AAA-8363-DD792A04B3DB}"/>
              </a:ext>
            </a:extLst>
          </p:cNvPr>
          <p:cNvSpPr>
            <a:spLocks xmlns:a="http://schemas.openxmlformats.org/drawingml/2006/main" noGrp="1"/>
          </p:cNvSpPr>
          <p:nvPr/>
        </p:nvSpPr>
        <p:spPr>
          <a:xfrm xmlns:a="http://schemas.openxmlformats.org/drawingml/2006/main">
            <a:off x="1828800" y="18097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summary·decision·action item·evidence를 Pydantic 계약으로 만든다.</a:t>
            </a:r>
          </a:p>
        </p:txBody>
      </p:sp>
      <p:sp>
        <p:nvSpPr>
          <p:cNvPr id="9" name="">
            <a:extLst xmlns:a="http://schemas.openxmlformats.org/drawingml/2006/main">
              <a:ext uri="{FF2B5EF4-FFF2-40B4-BE49-F238E27FC236}">
                <a16:creationId xmlns:a16="http://schemas.microsoft.com/office/drawing/2014/main" id="{046641FD-3DBD-40D2-AFE8-BD34963C08E1}"/>
              </a:ext>
            </a:extLst>
          </p:cNvPr>
          <p:cNvSpPr>
            <a:spLocks xmlns:a="http://schemas.openxmlformats.org/drawingml/2006/main" noGrp="1"/>
          </p:cNvSpPr>
          <p:nvPr/>
        </p:nvSpPr>
        <p:spPr>
          <a:xfrm xmlns:a="http://schemas.openxmlformats.org/drawingml/2006/main">
            <a:off x="914400" y="3009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0" name="">
            <a:extLst xmlns:a="http://schemas.openxmlformats.org/drawingml/2006/main">
              <a:ext uri="{FF2B5EF4-FFF2-40B4-BE49-F238E27FC236}">
                <a16:creationId xmlns:a16="http://schemas.microsoft.com/office/drawing/2014/main" id="{5E008CE2-EE32-4A9A-A71A-0DCCBE1E2378}"/>
              </a:ext>
            </a:extLst>
          </p:cNvPr>
          <p:cNvSpPr>
            <a:spLocks xmlns:a="http://schemas.openxmlformats.org/drawingml/2006/main" noGrp="1"/>
          </p:cNvSpPr>
          <p:nvPr/>
        </p:nvSpPr>
        <p:spPr>
          <a:xfrm xmlns:a="http://schemas.openxmlformats.org/drawingml/2006/main">
            <a:off x="1352550" y="3133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3811E1FB-7E58-48AC-8DE0-B884C0A838BE}"/>
              </a:ext>
            </a:extLst>
          </p:cNvPr>
          <p:cNvSpPr>
            <a:spLocks xmlns:a="http://schemas.openxmlformats.org/drawingml/2006/main" noGrp="1"/>
          </p:cNvSpPr>
          <p:nvPr/>
        </p:nvSpPr>
        <p:spPr>
          <a:xfrm xmlns:a="http://schemas.openxmlformats.org/drawingml/2006/main">
            <a:off x="1828800" y="297180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원문에 없는 담당자와 날짜를 빈칸 대신 추측한다. 왜 위험한지 설명한다.</a:t>
            </a:r>
          </a:p>
        </p:txBody>
      </p:sp>
      <p:sp>
        <p:nvSpPr>
          <p:cNvPr id="12" name="">
            <a:extLst xmlns:a="http://schemas.openxmlformats.org/drawingml/2006/main">
              <a:ext uri="{FF2B5EF4-FFF2-40B4-BE49-F238E27FC236}">
                <a16:creationId xmlns:a16="http://schemas.microsoft.com/office/drawing/2014/main" id="{990E8010-EEFA-43CF-B151-22478565AD01}"/>
              </a:ext>
            </a:extLst>
          </p:cNvPr>
          <p:cNvSpPr>
            <a:spLocks xmlns:a="http://schemas.openxmlformats.org/drawingml/2006/main" noGrp="1"/>
          </p:cNvSpPr>
          <p:nvPr/>
        </p:nvSpPr>
        <p:spPr>
          <a:xfrm xmlns:a="http://schemas.openxmlformats.org/drawingml/2006/main">
            <a:off x="914400" y="41719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3" name="">
            <a:extLst xmlns:a="http://schemas.openxmlformats.org/drawingml/2006/main">
              <a:ext uri="{FF2B5EF4-FFF2-40B4-BE49-F238E27FC236}">
                <a16:creationId xmlns:a16="http://schemas.microsoft.com/office/drawing/2014/main" id="{40043934-D555-4215-A769-560822C2E3D3}"/>
              </a:ext>
            </a:extLst>
          </p:cNvPr>
          <p:cNvSpPr>
            <a:spLocks xmlns:a="http://schemas.openxmlformats.org/drawingml/2006/main" noGrp="1"/>
          </p:cNvSpPr>
          <p:nvPr/>
        </p:nvSpPr>
        <p:spPr>
          <a:xfrm xmlns:a="http://schemas.openxmlformats.org/drawingml/2006/main">
            <a:off x="1352550" y="42957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922FFCBB-6823-442E-8504-E0AFF359E76E}"/>
              </a:ext>
            </a:extLst>
          </p:cNvPr>
          <p:cNvSpPr>
            <a:spLocks xmlns:a="http://schemas.openxmlformats.org/drawingml/2006/main" noGrp="1"/>
          </p:cNvSpPr>
          <p:nvPr/>
        </p:nvSpPr>
        <p:spPr>
          <a:xfrm xmlns:a="http://schemas.openxmlformats.org/drawingml/2006/main">
            <a:off x="1828800" y="41338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meeting_schema.json에서 정상과 실패 상태를 직접 확인한다.</a:t>
            </a:r>
          </a:p>
        </p:txBody>
      </p:sp>
    </p:spTree>
    <p:extLst>
      <p:ext uri="{BB962C8B-B14F-4D97-AF65-F5344CB8AC3E}">
        <p14:creationId xmlns:p14="http://schemas.microsoft.com/office/powerpoint/2010/main" val="1334952794"/>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47B449B-A87E-4BF7-9A83-3CC819D12DF7}"/>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용어</a:t>
            </a:r>
          </a:p>
        </p:txBody>
      </p:sp>
      <p:sp>
        <p:nvSpPr>
          <p:cNvPr id="2" name="">
            <a:extLst xmlns:a="http://schemas.openxmlformats.org/drawingml/2006/main">
              <a:ext uri="{FF2B5EF4-FFF2-40B4-BE49-F238E27FC236}">
                <a16:creationId xmlns:a16="http://schemas.microsoft.com/office/drawing/2014/main" id="{865AF24F-4DF6-4A71-80D1-9E32CF2110EE}"/>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용어 풀이</a:t>
            </a:r>
          </a:p>
        </p:txBody>
      </p:sp>
      <p:sp>
        <p:nvSpPr>
          <p:cNvPr id="3" name="">
            <a:extLst xmlns:a="http://schemas.openxmlformats.org/drawingml/2006/main">
              <a:ext uri="{FF2B5EF4-FFF2-40B4-BE49-F238E27FC236}">
                <a16:creationId xmlns:a16="http://schemas.microsoft.com/office/drawing/2014/main" id="{C3328890-9A65-4AC9-94DE-AD78946BA03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436F66CD-ACE1-41E1-8254-B090DDC8962B}"/>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8D2BBCFB-54F9-46B4-BAB4-D929319624A3}"/>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191FDE4C-B995-4EF2-ACCB-2448D297526B}"/>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095</a:t>
            </a:r>
          </a:p>
        </p:txBody>
      </p:sp>
      <p:sp>
        <p:nvSpPr>
          <p:cNvPr id="7" name="">
            <a:extLst xmlns:a="http://schemas.openxmlformats.org/drawingml/2006/main">
              <a:ext uri="{FF2B5EF4-FFF2-40B4-BE49-F238E27FC236}">
                <a16:creationId xmlns:a16="http://schemas.microsoft.com/office/drawing/2014/main" id="{190EE455-B632-46E1-86AD-3E64F5DCC01A}"/>
              </a:ext>
            </a:extLst>
          </p:cNvPr>
          <p:cNvSpPr>
            <a:spLocks xmlns:a="http://schemas.openxmlformats.org/drawingml/2006/main" noGrp="1"/>
          </p:cNvSpPr>
          <p:nvPr/>
        </p:nvSpPr>
        <p:spPr>
          <a:xfrm xmlns:a="http://schemas.openxmlformats.org/drawingml/2006/main">
            <a:off x="762000" y="1504950"/>
            <a:ext cx="2476500" cy="8572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8" name="">
            <a:extLst xmlns:a="http://schemas.openxmlformats.org/drawingml/2006/main">
              <a:ext uri="{FF2B5EF4-FFF2-40B4-BE49-F238E27FC236}">
                <a16:creationId xmlns:a16="http://schemas.microsoft.com/office/drawing/2014/main" id="{24268277-5475-41DE-944D-95B4CB37A129}"/>
              </a:ext>
            </a:extLst>
          </p:cNvPr>
          <p:cNvSpPr>
            <a:spLocks xmlns:a="http://schemas.openxmlformats.org/drawingml/2006/main" noGrp="1"/>
          </p:cNvSpPr>
          <p:nvPr/>
        </p:nvSpPr>
        <p:spPr>
          <a:xfrm xmlns:a="http://schemas.openxmlformats.org/drawingml/2006/main">
            <a:off x="933450" y="16764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용어</a:t>
            </a:r>
          </a:p>
        </p:txBody>
      </p:sp>
      <p:sp>
        <p:nvSpPr>
          <p:cNvPr id="9" name="">
            <a:extLst xmlns:a="http://schemas.openxmlformats.org/drawingml/2006/main">
              <a:ext uri="{FF2B5EF4-FFF2-40B4-BE49-F238E27FC236}">
                <a16:creationId xmlns:a16="http://schemas.microsoft.com/office/drawing/2014/main" id="{68B7B60C-3AE5-47E0-9790-D0B52AD75847}"/>
              </a:ext>
            </a:extLst>
          </p:cNvPr>
          <p:cNvSpPr>
            <a:spLocks xmlns:a="http://schemas.openxmlformats.org/drawingml/2006/main" noGrp="1"/>
          </p:cNvSpPr>
          <p:nvPr/>
        </p:nvSpPr>
        <p:spPr>
          <a:xfrm xmlns:a="http://schemas.openxmlformats.org/drawingml/2006/main">
            <a:off x="3238500" y="1504950"/>
            <a:ext cx="7810500" cy="8572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0" name="">
            <a:extLst xmlns:a="http://schemas.openxmlformats.org/drawingml/2006/main">
              <a:ext uri="{FF2B5EF4-FFF2-40B4-BE49-F238E27FC236}">
                <a16:creationId xmlns:a16="http://schemas.microsoft.com/office/drawing/2014/main" id="{7D8417CF-147A-4A41-BE14-477A3903B0A3}"/>
              </a:ext>
            </a:extLst>
          </p:cNvPr>
          <p:cNvSpPr>
            <a:spLocks xmlns:a="http://schemas.openxmlformats.org/drawingml/2006/main" noGrp="1"/>
          </p:cNvSpPr>
          <p:nvPr/>
        </p:nvSpPr>
        <p:spPr>
          <a:xfrm xmlns:a="http://schemas.openxmlformats.org/drawingml/2006/main">
            <a:off x="3409950" y="16764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이 수업에서 쓰는 뜻</a:t>
            </a:r>
          </a:p>
        </p:txBody>
      </p:sp>
      <p:sp>
        <p:nvSpPr>
          <p:cNvPr id="11" name="">
            <a:extLst xmlns:a="http://schemas.openxmlformats.org/drawingml/2006/main">
              <a:ext uri="{FF2B5EF4-FFF2-40B4-BE49-F238E27FC236}">
                <a16:creationId xmlns:a16="http://schemas.microsoft.com/office/drawing/2014/main" id="{8590E8D8-CFD3-4EB1-B6F9-23627D25C772}"/>
              </a:ext>
            </a:extLst>
          </p:cNvPr>
          <p:cNvSpPr>
            <a:spLocks xmlns:a="http://schemas.openxmlformats.org/drawingml/2006/main" noGrp="1"/>
          </p:cNvSpPr>
          <p:nvPr/>
        </p:nvSpPr>
        <p:spPr>
          <a:xfrm xmlns:a="http://schemas.openxmlformats.org/drawingml/2006/main">
            <a:off x="762000" y="2362200"/>
            <a:ext cx="2476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A1E64FB9-3985-447E-B2FB-6369DCF0AFE1}"/>
              </a:ext>
            </a:extLst>
          </p:cNvPr>
          <p:cNvSpPr>
            <a:spLocks xmlns:a="http://schemas.openxmlformats.org/drawingml/2006/main" noGrp="1"/>
          </p:cNvSpPr>
          <p:nvPr/>
        </p:nvSpPr>
        <p:spPr>
          <a:xfrm xmlns:a="http://schemas.openxmlformats.org/drawingml/2006/main">
            <a:off x="933450" y="253365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Schema</a:t>
            </a:r>
          </a:p>
        </p:txBody>
      </p:sp>
      <p:sp>
        <p:nvSpPr>
          <p:cNvPr id="13" name="">
            <a:extLst xmlns:a="http://schemas.openxmlformats.org/drawingml/2006/main">
              <a:ext uri="{FF2B5EF4-FFF2-40B4-BE49-F238E27FC236}">
                <a16:creationId xmlns:a16="http://schemas.microsoft.com/office/drawing/2014/main" id="{D339F288-8CD2-4F41-8CEE-EB73AFC1A159}"/>
              </a:ext>
            </a:extLst>
          </p:cNvPr>
          <p:cNvSpPr>
            <a:spLocks xmlns:a="http://schemas.openxmlformats.org/drawingml/2006/main" noGrp="1"/>
          </p:cNvSpPr>
          <p:nvPr/>
        </p:nvSpPr>
        <p:spPr>
          <a:xfrm xmlns:a="http://schemas.openxmlformats.org/drawingml/2006/main">
            <a:off x="3238500" y="2362200"/>
            <a:ext cx="7810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5A468E01-9892-45C9-87E6-FD83FBDBA6AF}"/>
              </a:ext>
            </a:extLst>
          </p:cNvPr>
          <p:cNvSpPr>
            <a:spLocks xmlns:a="http://schemas.openxmlformats.org/drawingml/2006/main" noGrp="1"/>
          </p:cNvSpPr>
          <p:nvPr/>
        </p:nvSpPr>
        <p:spPr>
          <a:xfrm xmlns:a="http://schemas.openxmlformats.org/drawingml/2006/main">
            <a:off x="3409950" y="253365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결과 필드와 형식의 약속</a:t>
            </a:r>
          </a:p>
        </p:txBody>
      </p:sp>
      <p:sp>
        <p:nvSpPr>
          <p:cNvPr id="15" name="">
            <a:extLst xmlns:a="http://schemas.openxmlformats.org/drawingml/2006/main">
              <a:ext uri="{FF2B5EF4-FFF2-40B4-BE49-F238E27FC236}">
                <a16:creationId xmlns:a16="http://schemas.microsoft.com/office/drawing/2014/main" id="{C2E4BDD9-C626-494C-9833-DFCA380A9C38}"/>
              </a:ext>
            </a:extLst>
          </p:cNvPr>
          <p:cNvSpPr>
            <a:spLocks xmlns:a="http://schemas.openxmlformats.org/drawingml/2006/main" noGrp="1"/>
          </p:cNvSpPr>
          <p:nvPr/>
        </p:nvSpPr>
        <p:spPr>
          <a:xfrm xmlns:a="http://schemas.openxmlformats.org/drawingml/2006/main">
            <a:off x="762000" y="3219450"/>
            <a:ext cx="2476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6" name="">
            <a:extLst xmlns:a="http://schemas.openxmlformats.org/drawingml/2006/main">
              <a:ext uri="{FF2B5EF4-FFF2-40B4-BE49-F238E27FC236}">
                <a16:creationId xmlns:a16="http://schemas.microsoft.com/office/drawing/2014/main" id="{6CF48378-972E-4A10-AC52-F7EAB8007162}"/>
              </a:ext>
            </a:extLst>
          </p:cNvPr>
          <p:cNvSpPr>
            <a:spLocks xmlns:a="http://schemas.openxmlformats.org/drawingml/2006/main" noGrp="1"/>
          </p:cNvSpPr>
          <p:nvPr/>
        </p:nvSpPr>
        <p:spPr>
          <a:xfrm xmlns:a="http://schemas.openxmlformats.org/drawingml/2006/main">
            <a:off x="933450" y="33909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Pydantic</a:t>
            </a:r>
          </a:p>
        </p:txBody>
      </p:sp>
      <p:sp>
        <p:nvSpPr>
          <p:cNvPr id="17" name="">
            <a:extLst xmlns:a="http://schemas.openxmlformats.org/drawingml/2006/main">
              <a:ext uri="{FF2B5EF4-FFF2-40B4-BE49-F238E27FC236}">
                <a16:creationId xmlns:a16="http://schemas.microsoft.com/office/drawing/2014/main" id="{1B5BFD66-20AB-4221-A30D-4936FBF41358}"/>
              </a:ext>
            </a:extLst>
          </p:cNvPr>
          <p:cNvSpPr>
            <a:spLocks xmlns:a="http://schemas.openxmlformats.org/drawingml/2006/main" noGrp="1"/>
          </p:cNvSpPr>
          <p:nvPr/>
        </p:nvSpPr>
        <p:spPr>
          <a:xfrm xmlns:a="http://schemas.openxmlformats.org/drawingml/2006/main">
            <a:off x="3238500" y="3219450"/>
            <a:ext cx="7810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DCC71845-611B-4508-87B6-F1FEC4FD33B0}"/>
              </a:ext>
            </a:extLst>
          </p:cNvPr>
          <p:cNvSpPr>
            <a:spLocks xmlns:a="http://schemas.openxmlformats.org/drawingml/2006/main" noGrp="1"/>
          </p:cNvSpPr>
          <p:nvPr/>
        </p:nvSpPr>
        <p:spPr>
          <a:xfrm xmlns:a="http://schemas.openxmlformats.org/drawingml/2006/main">
            <a:off x="3409950" y="33909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Python 데이터 검증 도구</a:t>
            </a:r>
          </a:p>
        </p:txBody>
      </p:sp>
      <p:sp>
        <p:nvSpPr>
          <p:cNvPr id="19" name="">
            <a:extLst xmlns:a="http://schemas.openxmlformats.org/drawingml/2006/main">
              <a:ext uri="{FF2B5EF4-FFF2-40B4-BE49-F238E27FC236}">
                <a16:creationId xmlns:a16="http://schemas.microsoft.com/office/drawing/2014/main" id="{50B7158B-EA0E-46F0-9396-AA6CEFA479AE}"/>
              </a:ext>
            </a:extLst>
          </p:cNvPr>
          <p:cNvSpPr>
            <a:spLocks xmlns:a="http://schemas.openxmlformats.org/drawingml/2006/main" noGrp="1"/>
          </p:cNvSpPr>
          <p:nvPr/>
        </p:nvSpPr>
        <p:spPr>
          <a:xfrm xmlns:a="http://schemas.openxmlformats.org/drawingml/2006/main">
            <a:off x="762000" y="4076700"/>
            <a:ext cx="2476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0" name="">
            <a:extLst xmlns:a="http://schemas.openxmlformats.org/drawingml/2006/main">
              <a:ext uri="{FF2B5EF4-FFF2-40B4-BE49-F238E27FC236}">
                <a16:creationId xmlns:a16="http://schemas.microsoft.com/office/drawing/2014/main" id="{AAA3A829-F9FD-4B04-B61F-822465B186D4}"/>
              </a:ext>
            </a:extLst>
          </p:cNvPr>
          <p:cNvSpPr>
            <a:spLocks xmlns:a="http://schemas.openxmlformats.org/drawingml/2006/main" noGrp="1"/>
          </p:cNvSpPr>
          <p:nvPr/>
        </p:nvSpPr>
        <p:spPr>
          <a:xfrm xmlns:a="http://schemas.openxmlformats.org/drawingml/2006/main">
            <a:off x="933450" y="424815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Structured Output</a:t>
            </a:r>
          </a:p>
        </p:txBody>
      </p:sp>
      <p:sp>
        <p:nvSpPr>
          <p:cNvPr id="21" name="">
            <a:extLst xmlns:a="http://schemas.openxmlformats.org/drawingml/2006/main">
              <a:ext uri="{FF2B5EF4-FFF2-40B4-BE49-F238E27FC236}">
                <a16:creationId xmlns:a16="http://schemas.microsoft.com/office/drawing/2014/main" id="{AA5FA14C-A0BA-45A8-97BA-61CE1BE38FD1}"/>
              </a:ext>
            </a:extLst>
          </p:cNvPr>
          <p:cNvSpPr>
            <a:spLocks xmlns:a="http://schemas.openxmlformats.org/drawingml/2006/main" noGrp="1"/>
          </p:cNvSpPr>
          <p:nvPr/>
        </p:nvSpPr>
        <p:spPr>
          <a:xfrm xmlns:a="http://schemas.openxmlformats.org/drawingml/2006/main">
            <a:off x="3238500" y="4076700"/>
            <a:ext cx="7810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4C42A8BA-1C3F-4CE1-AE8C-20F170371841}"/>
              </a:ext>
            </a:extLst>
          </p:cNvPr>
          <p:cNvSpPr>
            <a:spLocks xmlns:a="http://schemas.openxmlformats.org/drawingml/2006/main" noGrp="1"/>
          </p:cNvSpPr>
          <p:nvPr/>
        </p:nvSpPr>
        <p:spPr>
          <a:xfrm xmlns:a="http://schemas.openxmlformats.org/drawingml/2006/main">
            <a:off x="3409950" y="424815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정해진 구조로 받는 모델 결과</a:t>
            </a:r>
          </a:p>
        </p:txBody>
      </p:sp>
      <p:sp>
        <p:nvSpPr>
          <p:cNvPr id="23" name="">
            <a:extLst xmlns:a="http://schemas.openxmlformats.org/drawingml/2006/main">
              <a:ext uri="{FF2B5EF4-FFF2-40B4-BE49-F238E27FC236}">
                <a16:creationId xmlns:a16="http://schemas.microsoft.com/office/drawing/2014/main" id="{14BD9ADD-6B3A-41DF-8AB6-E3B375140CB6}"/>
              </a:ext>
            </a:extLst>
          </p:cNvPr>
          <p:cNvSpPr>
            <a:spLocks xmlns:a="http://schemas.openxmlformats.org/drawingml/2006/main" noGrp="1"/>
          </p:cNvSpPr>
          <p:nvPr/>
        </p:nvSpPr>
        <p:spPr>
          <a:xfrm xmlns:a="http://schemas.openxmlformats.org/drawingml/2006/main">
            <a:off x="762000" y="4933950"/>
            <a:ext cx="2476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4" name="">
            <a:extLst xmlns:a="http://schemas.openxmlformats.org/drawingml/2006/main">
              <a:ext uri="{FF2B5EF4-FFF2-40B4-BE49-F238E27FC236}">
                <a16:creationId xmlns:a16="http://schemas.microsoft.com/office/drawing/2014/main" id="{9B94A024-94E7-482A-8F84-DFC0C8DB8862}"/>
              </a:ext>
            </a:extLst>
          </p:cNvPr>
          <p:cNvSpPr>
            <a:spLocks xmlns:a="http://schemas.openxmlformats.org/drawingml/2006/main" noGrp="1"/>
          </p:cNvSpPr>
          <p:nvPr/>
        </p:nvSpPr>
        <p:spPr>
          <a:xfrm xmlns:a="http://schemas.openxmlformats.org/drawingml/2006/main">
            <a:off x="933450" y="51054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null</a:t>
            </a:r>
          </a:p>
        </p:txBody>
      </p:sp>
      <p:sp>
        <p:nvSpPr>
          <p:cNvPr id="25" name="">
            <a:extLst xmlns:a="http://schemas.openxmlformats.org/drawingml/2006/main">
              <a:ext uri="{FF2B5EF4-FFF2-40B4-BE49-F238E27FC236}">
                <a16:creationId xmlns:a16="http://schemas.microsoft.com/office/drawing/2014/main" id="{59E3CC84-5174-40A5-B4F1-618B3F4AEF98}"/>
              </a:ext>
            </a:extLst>
          </p:cNvPr>
          <p:cNvSpPr>
            <a:spLocks xmlns:a="http://schemas.openxmlformats.org/drawingml/2006/main" noGrp="1"/>
          </p:cNvSpPr>
          <p:nvPr/>
        </p:nvSpPr>
        <p:spPr>
          <a:xfrm xmlns:a="http://schemas.openxmlformats.org/drawingml/2006/main">
            <a:off x="3238500" y="4933950"/>
            <a:ext cx="7810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6" name="">
            <a:extLst xmlns:a="http://schemas.openxmlformats.org/drawingml/2006/main">
              <a:ext uri="{FF2B5EF4-FFF2-40B4-BE49-F238E27FC236}">
                <a16:creationId xmlns:a16="http://schemas.microsoft.com/office/drawing/2014/main" id="{B45AC40D-2807-4137-B499-08E12F6ECCDC}"/>
              </a:ext>
            </a:extLst>
          </p:cNvPr>
          <p:cNvSpPr>
            <a:spLocks xmlns:a="http://schemas.openxmlformats.org/drawingml/2006/main" noGrp="1"/>
          </p:cNvSpPr>
          <p:nvPr/>
        </p:nvSpPr>
        <p:spPr>
          <a:xfrm xmlns:a="http://schemas.openxmlformats.org/drawingml/2006/main">
            <a:off x="3409950" y="51054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원문에 값이 없음을 정직하게 표시</a:t>
            </a:r>
          </a:p>
        </p:txBody>
      </p:sp>
    </p:spTree>
    <p:extLst>
      <p:ext uri="{BB962C8B-B14F-4D97-AF65-F5344CB8AC3E}">
        <p14:creationId xmlns:p14="http://schemas.microsoft.com/office/powerpoint/2010/main" val="192879160"/>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40852E5-0296-402E-97E9-DF602718933A}"/>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meeting_schema.json 입출력</a:t>
            </a:r>
          </a:p>
        </p:txBody>
      </p:sp>
      <p:sp>
        <p:nvSpPr>
          <p:cNvPr id="2" name="">
            <a:extLst xmlns:a="http://schemas.openxmlformats.org/drawingml/2006/main">
              <a:ext uri="{FF2B5EF4-FFF2-40B4-BE49-F238E27FC236}">
                <a16:creationId xmlns:a16="http://schemas.microsoft.com/office/drawing/2014/main" id="{B09F9F4F-8F1A-4989-9F1A-2D33CC2EED81}"/>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D0212C21-F622-4FF3-BC46-522C4DF5CD22}"/>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4043B25C-94A6-4CB8-93D3-FF45B2E6E530}"/>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5" name="">
            <a:extLst xmlns:a="http://schemas.openxmlformats.org/drawingml/2006/main">
              <a:ext uri="{FF2B5EF4-FFF2-40B4-BE49-F238E27FC236}">
                <a16:creationId xmlns:a16="http://schemas.microsoft.com/office/drawing/2014/main" id="{C1BD8135-2B7E-4463-B277-73C969163445}"/>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096</a:t>
            </a:r>
          </a:p>
        </p:txBody>
      </p:sp>
      <p:sp>
        <p:nvSpPr>
          <p:cNvPr id="6" name="">
            <a:extLst xmlns:a="http://schemas.openxmlformats.org/drawingml/2006/main">
              <a:ext uri="{FF2B5EF4-FFF2-40B4-BE49-F238E27FC236}">
                <a16:creationId xmlns:a16="http://schemas.microsoft.com/office/drawing/2014/main" id="{237C673F-70B5-49D3-8FC6-36F915A0CE94}"/>
              </a:ext>
            </a:extLst>
          </p:cNvPr>
          <p:cNvSpPr>
            <a:spLocks xmlns:a="http://schemas.openxmlformats.org/drawingml/2006/main" noGrp="1"/>
          </p:cNvSpPr>
          <p:nvPr/>
        </p:nvSpPr>
        <p:spPr>
          <a:xfrm xmlns:a="http://schemas.openxmlformats.org/drawingml/2006/main">
            <a:off x="685800" y="1581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INPUT</a:t>
            </a:r>
          </a:p>
        </p:txBody>
      </p:sp>
      <p:sp>
        <p:nvSpPr>
          <p:cNvPr id="7" name="">
            <a:extLst xmlns:a="http://schemas.openxmlformats.org/drawingml/2006/main">
              <a:ext uri="{FF2B5EF4-FFF2-40B4-BE49-F238E27FC236}">
                <a16:creationId xmlns:a16="http://schemas.microsoft.com/office/drawing/2014/main" id="{A330FFA4-3F0C-4FB7-B24B-32B092E95CCF}"/>
              </a:ext>
            </a:extLst>
          </p:cNvPr>
          <p:cNvSpPr>
            <a:spLocks xmlns:a="http://schemas.openxmlformats.org/drawingml/2006/main" noGrp="1"/>
          </p:cNvSpPr>
          <p:nvPr/>
        </p:nvSpPr>
        <p:spPr>
          <a:xfrm xmlns:a="http://schemas.openxmlformats.org/drawingml/2006/main">
            <a:off x="685800" y="196215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67431ED3-7406-4EB7-8204-B69AC832C652}"/>
              </a:ext>
            </a:extLst>
          </p:cNvPr>
          <p:cNvSpPr>
            <a:spLocks xmlns:a="http://schemas.openxmlformats.org/drawingml/2006/main" noGrp="1"/>
          </p:cNvSpPr>
          <p:nvPr/>
        </p:nvSpPr>
        <p:spPr>
          <a:xfrm xmlns:a="http://schemas.openxmlformats.org/drawingml/2006/main">
            <a:off x="685800" y="21717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src/langchain_lab.py</a:t>
            </a:r>
          </a:p>
        </p:txBody>
      </p:sp>
      <p:sp>
        <p:nvSpPr>
          <p:cNvPr id="9" name="">
            <a:extLst xmlns:a="http://schemas.openxmlformats.org/drawingml/2006/main">
              <a:ext uri="{FF2B5EF4-FFF2-40B4-BE49-F238E27FC236}">
                <a16:creationId xmlns:a16="http://schemas.microsoft.com/office/drawing/2014/main" id="{ADC052FD-2081-4DCC-A30F-3506E0AC8751}"/>
              </a:ext>
            </a:extLst>
          </p:cNvPr>
          <p:cNvSpPr>
            <a:spLocks xmlns:a="http://schemas.openxmlformats.org/drawingml/2006/main" noGrp="1"/>
          </p:cNvSpPr>
          <p:nvPr/>
        </p:nvSpPr>
        <p:spPr>
          <a:xfrm xmlns:a="http://schemas.openxmlformats.org/drawingml/2006/main">
            <a:off x="6096000" y="1581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PROCESS</a:t>
            </a:r>
          </a:p>
        </p:txBody>
      </p:sp>
      <p:sp>
        <p:nvSpPr>
          <p:cNvPr id="10" name="">
            <a:extLst xmlns:a="http://schemas.openxmlformats.org/drawingml/2006/main">
              <a:ext uri="{FF2B5EF4-FFF2-40B4-BE49-F238E27FC236}">
                <a16:creationId xmlns:a16="http://schemas.microsoft.com/office/drawing/2014/main" id="{6A89FDA0-44E8-45F5-AEFD-88195C73A825}"/>
              </a:ext>
            </a:extLst>
          </p:cNvPr>
          <p:cNvSpPr>
            <a:spLocks xmlns:a="http://schemas.openxmlformats.org/drawingml/2006/main" noGrp="1"/>
          </p:cNvSpPr>
          <p:nvPr/>
        </p:nvSpPr>
        <p:spPr>
          <a:xfrm xmlns:a="http://schemas.openxmlformats.org/drawingml/2006/main">
            <a:off x="6096000" y="196215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DB506EFF-4634-41A4-8294-66B580591C72}"/>
              </a:ext>
            </a:extLst>
          </p:cNvPr>
          <p:cNvSpPr>
            <a:spLocks xmlns:a="http://schemas.openxmlformats.org/drawingml/2006/main" noGrp="1"/>
          </p:cNvSpPr>
          <p:nvPr/>
        </p:nvSpPr>
        <p:spPr>
          <a:xfrm xmlns:a="http://schemas.openxmlformats.org/drawingml/2006/main">
            <a:off x="6096000" y="21717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필수 필드 선언 → type·범위 검사 → 추가 필드 차단</a:t>
            </a:r>
          </a:p>
        </p:txBody>
      </p:sp>
      <p:sp>
        <p:nvSpPr>
          <p:cNvPr id="12" name="">
            <a:extLst xmlns:a="http://schemas.openxmlformats.org/drawingml/2006/main">
              <a:ext uri="{FF2B5EF4-FFF2-40B4-BE49-F238E27FC236}">
                <a16:creationId xmlns:a16="http://schemas.microsoft.com/office/drawing/2014/main" id="{35A5F799-FC12-4A53-8D5C-AE5EEFEDFFBF}"/>
              </a:ext>
            </a:extLst>
          </p:cNvPr>
          <p:cNvSpPr>
            <a:spLocks xmlns:a="http://schemas.openxmlformats.org/drawingml/2006/main" noGrp="1"/>
          </p:cNvSpPr>
          <p:nvPr/>
        </p:nvSpPr>
        <p:spPr>
          <a:xfrm xmlns:a="http://schemas.openxmlformats.org/drawingml/2006/main">
            <a:off x="685800" y="3619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OUTPUT</a:t>
            </a:r>
          </a:p>
        </p:txBody>
      </p:sp>
      <p:sp>
        <p:nvSpPr>
          <p:cNvPr id="13" name="">
            <a:extLst xmlns:a="http://schemas.openxmlformats.org/drawingml/2006/main">
              <a:ext uri="{FF2B5EF4-FFF2-40B4-BE49-F238E27FC236}">
                <a16:creationId xmlns:a16="http://schemas.microsoft.com/office/drawing/2014/main" id="{20F0C68B-F782-49F1-830B-A20DC1940C33}"/>
              </a:ext>
            </a:extLst>
          </p:cNvPr>
          <p:cNvSpPr>
            <a:spLocks xmlns:a="http://schemas.openxmlformats.org/drawingml/2006/main" noGrp="1"/>
          </p:cNvSpPr>
          <p:nvPr/>
        </p:nvSpPr>
        <p:spPr>
          <a:xfrm xmlns:a="http://schemas.openxmlformats.org/drawingml/2006/main">
            <a:off x="685800" y="400050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B5136C35-F499-4585-B69B-2394E68CFDD3}"/>
              </a:ext>
            </a:extLst>
          </p:cNvPr>
          <p:cNvSpPr>
            <a:spLocks xmlns:a="http://schemas.openxmlformats.org/drawingml/2006/main" noGrp="1"/>
          </p:cNvSpPr>
          <p:nvPr/>
        </p:nvSpPr>
        <p:spPr>
          <a:xfrm xmlns:a="http://schemas.openxmlformats.org/drawingml/2006/main">
            <a:off x="685800" y="42100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meeting_schema.json</a:t>
            </a:r>
          </a:p>
        </p:txBody>
      </p:sp>
      <p:sp>
        <p:nvSpPr>
          <p:cNvPr id="15" name="">
            <a:extLst xmlns:a="http://schemas.openxmlformats.org/drawingml/2006/main">
              <a:ext uri="{FF2B5EF4-FFF2-40B4-BE49-F238E27FC236}">
                <a16:creationId xmlns:a16="http://schemas.microsoft.com/office/drawing/2014/main" id="{507DE436-F305-42B3-9333-F22CCB102AB9}"/>
              </a:ext>
            </a:extLst>
          </p:cNvPr>
          <p:cNvSpPr>
            <a:spLocks xmlns:a="http://schemas.openxmlformats.org/drawingml/2006/main" noGrp="1"/>
          </p:cNvSpPr>
          <p:nvPr/>
        </p:nvSpPr>
        <p:spPr>
          <a:xfrm xmlns:a="http://schemas.openxmlformats.org/drawingml/2006/main">
            <a:off x="6096000" y="3619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VERIFY</a:t>
            </a:r>
          </a:p>
        </p:txBody>
      </p:sp>
      <p:sp>
        <p:nvSpPr>
          <p:cNvPr id="16" name="">
            <a:extLst xmlns:a="http://schemas.openxmlformats.org/drawingml/2006/main">
              <a:ext uri="{FF2B5EF4-FFF2-40B4-BE49-F238E27FC236}">
                <a16:creationId xmlns:a16="http://schemas.microsoft.com/office/drawing/2014/main" id="{66F8E390-ACE4-412A-B052-3B95A6186D38}"/>
              </a:ext>
            </a:extLst>
          </p:cNvPr>
          <p:cNvSpPr>
            <a:spLocks xmlns:a="http://schemas.openxmlformats.org/drawingml/2006/main" noGrp="1"/>
          </p:cNvSpPr>
          <p:nvPr/>
        </p:nvSpPr>
        <p:spPr>
          <a:xfrm xmlns:a="http://schemas.openxmlformats.org/drawingml/2006/main">
            <a:off x="6096000" y="400050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7" name="">
            <a:extLst xmlns:a="http://schemas.openxmlformats.org/drawingml/2006/main">
              <a:ext uri="{FF2B5EF4-FFF2-40B4-BE49-F238E27FC236}">
                <a16:creationId xmlns:a16="http://schemas.microsoft.com/office/drawing/2014/main" id="{50E7D34E-860A-420C-A6F7-1DE89C8C29B1}"/>
              </a:ext>
            </a:extLst>
          </p:cNvPr>
          <p:cNvSpPr>
            <a:spLocks xmlns:a="http://schemas.openxmlformats.org/drawingml/2006/main" noGrp="1"/>
          </p:cNvSpPr>
          <p:nvPr/>
        </p:nvSpPr>
        <p:spPr>
          <a:xfrm xmlns:a="http://schemas.openxmlformats.org/drawingml/2006/main">
            <a:off x="6096000" y="42100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세 개 Action Item이 evidence_ids와 함께 validate된다.</a:t>
            </a:r>
          </a:p>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automatic_email=true 또는 evidence 누락은 validation error다.</a:t>
            </a:r>
          </a:p>
        </p:txBody>
      </p:sp>
    </p:spTree>
    <p:extLst>
      <p:ext uri="{BB962C8B-B14F-4D97-AF65-F5344CB8AC3E}">
        <p14:creationId xmlns:p14="http://schemas.microsoft.com/office/powerpoint/2010/main" val="1004244477"/>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AA0449B-3C58-4A93-8158-6E13CE187A93}"/>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실행 흐름</a:t>
            </a:r>
          </a:p>
        </p:txBody>
      </p:sp>
      <p:sp>
        <p:nvSpPr>
          <p:cNvPr id="2" name="">
            <a:extLst xmlns:a="http://schemas.openxmlformats.org/drawingml/2006/main">
              <a:ext uri="{FF2B5EF4-FFF2-40B4-BE49-F238E27FC236}">
                <a16:creationId xmlns:a16="http://schemas.microsoft.com/office/drawing/2014/main" id="{5AA0B043-DCE8-42EB-BFE6-C60888AA851E}"/>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업무 흐름</a:t>
            </a:r>
          </a:p>
        </p:txBody>
      </p:sp>
      <p:sp>
        <p:nvSpPr>
          <p:cNvPr id="3" name="">
            <a:extLst xmlns:a="http://schemas.openxmlformats.org/drawingml/2006/main">
              <a:ext uri="{FF2B5EF4-FFF2-40B4-BE49-F238E27FC236}">
                <a16:creationId xmlns:a16="http://schemas.microsoft.com/office/drawing/2014/main" id="{E2AF2437-EFB9-41DF-8965-0D0EA77D584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8F333A72-A0A2-4BDA-88C9-985A4BA56BB1}"/>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F294D321-6002-4D7A-B25A-3A65BBAD48D5}"/>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D6A0154A-6DA2-4757-A5E9-15AE487483FA}"/>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097</a:t>
            </a:r>
          </a:p>
        </p:txBody>
      </p:sp>
      <p:sp>
        <p:nvSpPr>
          <p:cNvPr id="7" name="">
            <a:extLst xmlns:a="http://schemas.openxmlformats.org/drawingml/2006/main">
              <a:ext uri="{FF2B5EF4-FFF2-40B4-BE49-F238E27FC236}">
                <a16:creationId xmlns:a16="http://schemas.microsoft.com/office/drawing/2014/main" id="{FDC407D5-38AF-4AE9-B236-FCDDFFC3779C}"/>
              </a:ext>
            </a:extLst>
          </p:cNvPr>
          <p:cNvSpPr>
            <a:spLocks xmlns:a="http://schemas.openxmlformats.org/drawingml/2006/main" noGrp="1"/>
          </p:cNvSpPr>
          <p:nvPr/>
        </p:nvSpPr>
        <p:spPr>
          <a:xfrm xmlns:a="http://schemas.openxmlformats.org/drawingml/2006/main">
            <a:off x="6858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2563EB"/>
                </a:solidFill>
                <a:latin typeface="NanumGothic"/>
                <a:ea typeface="NanumGothic"/>
                <a:cs typeface="NanumGothic"/>
              </a:defRPr>
            </a:pPr>
            <a:r>
              <a:rPr sz="2625" b="1">
                <a:solidFill>
                  <a:srgbClr val="2563EB"/>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E06008E4-79B6-4BAD-96B1-4DE392056755}"/>
              </a:ext>
            </a:extLst>
          </p:cNvPr>
          <p:cNvSpPr>
            <a:spLocks xmlns:a="http://schemas.openxmlformats.org/drawingml/2006/main" noGrp="1"/>
          </p:cNvSpPr>
          <p:nvPr/>
        </p:nvSpPr>
        <p:spPr>
          <a:xfrm xmlns:a="http://schemas.openxmlformats.org/drawingml/2006/main">
            <a:off x="6858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CA0DF5B3-A974-4E4C-9C63-3BF29B815E3F}"/>
              </a:ext>
            </a:extLst>
          </p:cNvPr>
          <p:cNvSpPr>
            <a:spLocks xmlns:a="http://schemas.openxmlformats.org/drawingml/2006/main" noGrp="1"/>
          </p:cNvSpPr>
          <p:nvPr/>
        </p:nvSpPr>
        <p:spPr>
          <a:xfrm xmlns:a="http://schemas.openxmlformats.org/drawingml/2006/main">
            <a:off x="6858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필수 필드 선언</a:t>
            </a:r>
          </a:p>
        </p:txBody>
      </p:sp>
      <p:sp>
        <p:nvSpPr>
          <p:cNvPr id="10" name="">
            <a:extLst xmlns:a="http://schemas.openxmlformats.org/drawingml/2006/main">
              <a:ext uri="{FF2B5EF4-FFF2-40B4-BE49-F238E27FC236}">
                <a16:creationId xmlns:a16="http://schemas.microsoft.com/office/drawing/2014/main" id="{0D43F33C-08D7-47FB-8EF2-02F450EF9A17}"/>
              </a:ext>
            </a:extLst>
          </p:cNvPr>
          <p:cNvSpPr>
            <a:spLocks xmlns:a="http://schemas.openxmlformats.org/drawingml/2006/main" noGrp="1"/>
          </p:cNvSpPr>
          <p:nvPr/>
        </p:nvSpPr>
        <p:spPr>
          <a:xfrm xmlns:a="http://schemas.openxmlformats.org/drawingml/2006/main">
            <a:off x="283845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CEF5C7C7-4D63-45FE-B3A1-D1E119EEB4DD}"/>
              </a:ext>
            </a:extLst>
          </p:cNvPr>
          <p:cNvSpPr>
            <a:spLocks xmlns:a="http://schemas.openxmlformats.org/drawingml/2006/main" noGrp="1"/>
          </p:cNvSpPr>
          <p:nvPr/>
        </p:nvSpPr>
        <p:spPr>
          <a:xfrm xmlns:a="http://schemas.openxmlformats.org/drawingml/2006/main">
            <a:off x="283845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08721FAD-6D87-490F-9486-D3139B78BBC9}"/>
              </a:ext>
            </a:extLst>
          </p:cNvPr>
          <p:cNvSpPr>
            <a:spLocks xmlns:a="http://schemas.openxmlformats.org/drawingml/2006/main" noGrp="1"/>
          </p:cNvSpPr>
          <p:nvPr/>
        </p:nvSpPr>
        <p:spPr>
          <a:xfrm xmlns:a="http://schemas.openxmlformats.org/drawingml/2006/main">
            <a:off x="283845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type·범위 검사</a:t>
            </a:r>
          </a:p>
        </p:txBody>
      </p:sp>
      <p:sp>
        <p:nvSpPr>
          <p:cNvPr id="13" name="">
            <a:extLst xmlns:a="http://schemas.openxmlformats.org/drawingml/2006/main">
              <a:ext uri="{FF2B5EF4-FFF2-40B4-BE49-F238E27FC236}">
                <a16:creationId xmlns:a16="http://schemas.microsoft.com/office/drawing/2014/main" id="{A57EC709-BB5F-4398-A9E4-B5FFBA2573F7}"/>
              </a:ext>
            </a:extLst>
          </p:cNvPr>
          <p:cNvSpPr>
            <a:spLocks xmlns:a="http://schemas.openxmlformats.org/drawingml/2006/main" noGrp="1"/>
          </p:cNvSpPr>
          <p:nvPr/>
        </p:nvSpPr>
        <p:spPr>
          <a:xfrm xmlns:a="http://schemas.openxmlformats.org/drawingml/2006/main">
            <a:off x="49911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FD0CA8EB-A719-4DCD-91A7-5685A0F4F487}"/>
              </a:ext>
            </a:extLst>
          </p:cNvPr>
          <p:cNvSpPr>
            <a:spLocks xmlns:a="http://schemas.openxmlformats.org/drawingml/2006/main" noGrp="1"/>
          </p:cNvSpPr>
          <p:nvPr/>
        </p:nvSpPr>
        <p:spPr>
          <a:xfrm xmlns:a="http://schemas.openxmlformats.org/drawingml/2006/main">
            <a:off x="49911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B6F86D94-1727-4E26-8E11-4A1E9DD30490}"/>
              </a:ext>
            </a:extLst>
          </p:cNvPr>
          <p:cNvSpPr>
            <a:spLocks xmlns:a="http://schemas.openxmlformats.org/drawingml/2006/main" noGrp="1"/>
          </p:cNvSpPr>
          <p:nvPr/>
        </p:nvSpPr>
        <p:spPr>
          <a:xfrm xmlns:a="http://schemas.openxmlformats.org/drawingml/2006/main">
            <a:off x="49911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추가 필드 차단</a:t>
            </a:r>
          </a:p>
        </p:txBody>
      </p:sp>
      <p:sp>
        <p:nvSpPr>
          <p:cNvPr id="16" name="">
            <a:extLst xmlns:a="http://schemas.openxmlformats.org/drawingml/2006/main">
              <a:ext uri="{FF2B5EF4-FFF2-40B4-BE49-F238E27FC236}">
                <a16:creationId xmlns:a16="http://schemas.microsoft.com/office/drawing/2014/main" id="{BE2AB0ED-DF96-4866-8B0B-E72C60C09DDD}"/>
              </a:ext>
            </a:extLst>
          </p:cNvPr>
          <p:cNvSpPr>
            <a:spLocks xmlns:a="http://schemas.openxmlformats.org/drawingml/2006/main" noGrp="1"/>
          </p:cNvSpPr>
          <p:nvPr/>
        </p:nvSpPr>
        <p:spPr>
          <a:xfrm xmlns:a="http://schemas.openxmlformats.org/drawingml/2006/main">
            <a:off x="714375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740BAFDC-BE5F-442E-8CDC-AAABB1E5C41C}"/>
              </a:ext>
            </a:extLst>
          </p:cNvPr>
          <p:cNvSpPr>
            <a:spLocks xmlns:a="http://schemas.openxmlformats.org/drawingml/2006/main" noGrp="1"/>
          </p:cNvSpPr>
          <p:nvPr/>
        </p:nvSpPr>
        <p:spPr>
          <a:xfrm xmlns:a="http://schemas.openxmlformats.org/drawingml/2006/main">
            <a:off x="714375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A2DA5128-B1B6-4F09-95F1-6193CECEA350}"/>
              </a:ext>
            </a:extLst>
          </p:cNvPr>
          <p:cNvSpPr>
            <a:spLocks xmlns:a="http://schemas.openxmlformats.org/drawingml/2006/main" noGrp="1"/>
          </p:cNvSpPr>
          <p:nvPr/>
        </p:nvSpPr>
        <p:spPr>
          <a:xfrm xmlns:a="http://schemas.openxmlformats.org/drawingml/2006/main">
            <a:off x="714375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evidence 확인</a:t>
            </a:r>
          </a:p>
        </p:txBody>
      </p:sp>
      <p:sp>
        <p:nvSpPr>
          <p:cNvPr id="19" name="">
            <a:extLst xmlns:a="http://schemas.openxmlformats.org/drawingml/2006/main">
              <a:ext uri="{FF2B5EF4-FFF2-40B4-BE49-F238E27FC236}">
                <a16:creationId xmlns:a16="http://schemas.microsoft.com/office/drawing/2014/main" id="{F92C13CF-5F12-4B5B-9B44-35A94DE87EF9}"/>
              </a:ext>
            </a:extLst>
          </p:cNvPr>
          <p:cNvSpPr>
            <a:spLocks xmlns:a="http://schemas.openxmlformats.org/drawingml/2006/main" noGrp="1"/>
          </p:cNvSpPr>
          <p:nvPr/>
        </p:nvSpPr>
        <p:spPr>
          <a:xfrm xmlns:a="http://schemas.openxmlformats.org/drawingml/2006/main">
            <a:off x="92964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05</a:t>
            </a:r>
          </a:p>
        </p:txBody>
      </p:sp>
      <p:sp>
        <p:nvSpPr>
          <p:cNvPr id="20" name="">
            <a:extLst xmlns:a="http://schemas.openxmlformats.org/drawingml/2006/main">
              <a:ext uri="{FF2B5EF4-FFF2-40B4-BE49-F238E27FC236}">
                <a16:creationId xmlns:a16="http://schemas.microsoft.com/office/drawing/2014/main" id="{2D62C6E2-83E0-4675-AA9F-A232929FB52A}"/>
              </a:ext>
            </a:extLst>
          </p:cNvPr>
          <p:cNvSpPr>
            <a:spLocks xmlns:a="http://schemas.openxmlformats.org/drawingml/2006/main" noGrp="1"/>
          </p:cNvSpPr>
          <p:nvPr/>
        </p:nvSpPr>
        <p:spPr>
          <a:xfrm xmlns:a="http://schemas.openxmlformats.org/drawingml/2006/main">
            <a:off x="92964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21" name="">
            <a:extLst xmlns:a="http://schemas.openxmlformats.org/drawingml/2006/main">
              <a:ext uri="{FF2B5EF4-FFF2-40B4-BE49-F238E27FC236}">
                <a16:creationId xmlns:a16="http://schemas.microsoft.com/office/drawing/2014/main" id="{C9A851F1-9DEF-4573-BBCA-91D3D642242B}"/>
              </a:ext>
            </a:extLst>
          </p:cNvPr>
          <p:cNvSpPr>
            <a:spLocks xmlns:a="http://schemas.openxmlformats.org/drawingml/2006/main" noGrp="1"/>
          </p:cNvSpPr>
          <p:nvPr/>
        </p:nvSpPr>
        <p:spPr>
          <a:xfrm xmlns:a="http://schemas.openxmlformats.org/drawingml/2006/main">
            <a:off x="92964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validation error 반환</a:t>
            </a:r>
          </a:p>
        </p:txBody>
      </p:sp>
      <p:sp>
        <p:nvSpPr>
          <p:cNvPr id="22" name="">
            <a:extLst xmlns:a="http://schemas.openxmlformats.org/drawingml/2006/main">
              <a:ext uri="{FF2B5EF4-FFF2-40B4-BE49-F238E27FC236}">
                <a16:creationId xmlns:a16="http://schemas.microsoft.com/office/drawing/2014/main" id="{0DDA6EFB-95AC-4F92-B9F3-81CA4849E7E2}"/>
              </a:ext>
            </a:extLst>
          </p:cNvPr>
          <p:cNvSpPr>
            <a:spLocks xmlns:a="http://schemas.openxmlformats.org/drawingml/2006/main" noGrp="1"/>
          </p:cNvSpPr>
          <p:nvPr/>
        </p:nvSpPr>
        <p:spPr>
          <a:xfrm xmlns:a="http://schemas.openxmlformats.org/drawingml/2006/main">
            <a:off x="1524000" y="46291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마지막 판단은 meeting_schema.json에서 사람이 확인합니다.</a:t>
            </a:r>
          </a:p>
        </p:txBody>
      </p:sp>
    </p:spTree>
    <p:extLst>
      <p:ext uri="{BB962C8B-B14F-4D97-AF65-F5344CB8AC3E}">
        <p14:creationId xmlns:p14="http://schemas.microsoft.com/office/powerpoint/2010/main" val="301181506"/>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4652332-AE2A-43A7-95C9-59181801E04A}"/>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meeting_schema.json 정상·실패 계약</a:t>
            </a:r>
          </a:p>
        </p:txBody>
      </p:sp>
      <p:sp>
        <p:nvSpPr>
          <p:cNvPr id="2" name="">
            <a:extLst xmlns:a="http://schemas.openxmlformats.org/drawingml/2006/main">
              <a:ext uri="{FF2B5EF4-FFF2-40B4-BE49-F238E27FC236}">
                <a16:creationId xmlns:a16="http://schemas.microsoft.com/office/drawing/2014/main" id="{AB03E607-0959-4144-BB40-1FA84533ABC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FCFB6DD6-8001-4E23-AD2C-025E744D924A}"/>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565F71AB-EDEA-4163-BB1F-8DBE5AA552F9}"/>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5" name="">
            <a:extLst xmlns:a="http://schemas.openxmlformats.org/drawingml/2006/main">
              <a:ext uri="{FF2B5EF4-FFF2-40B4-BE49-F238E27FC236}">
                <a16:creationId xmlns:a16="http://schemas.microsoft.com/office/drawing/2014/main" id="{F6281ECE-91E1-435A-B24C-C744F269C5D5}"/>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098</a:t>
            </a:r>
          </a:p>
        </p:txBody>
      </p:sp>
      <p:sp>
        <p:nvSpPr>
          <p:cNvPr id="6" name="">
            <a:extLst xmlns:a="http://schemas.openxmlformats.org/drawingml/2006/main">
              <a:ext uri="{FF2B5EF4-FFF2-40B4-BE49-F238E27FC236}">
                <a16:creationId xmlns:a16="http://schemas.microsoft.com/office/drawing/2014/main" id="{C975900D-8AC7-4E33-A8EB-25F8BE1DBD9A}"/>
              </a:ext>
            </a:extLst>
          </p:cNvPr>
          <p:cNvSpPr>
            <a:spLocks xmlns:a="http://schemas.openxmlformats.org/drawingml/2006/main" noGrp="1"/>
          </p:cNvSpPr>
          <p:nvPr/>
        </p:nvSpPr>
        <p:spPr>
          <a:xfrm xmlns:a="http://schemas.openxmlformats.org/drawingml/2006/main">
            <a:off x="762000" y="17145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정상</a:t>
            </a:r>
          </a:p>
        </p:txBody>
      </p:sp>
      <p:sp>
        <p:nvSpPr>
          <p:cNvPr id="7" name="">
            <a:extLst xmlns:a="http://schemas.openxmlformats.org/drawingml/2006/main">
              <a:ext uri="{FF2B5EF4-FFF2-40B4-BE49-F238E27FC236}">
                <a16:creationId xmlns:a16="http://schemas.microsoft.com/office/drawing/2014/main" id="{89F21844-C44C-44F3-9D4C-BAD5A42865CE}"/>
              </a:ext>
            </a:extLst>
          </p:cNvPr>
          <p:cNvSpPr>
            <a:spLocks xmlns:a="http://schemas.openxmlformats.org/drawingml/2006/main" noGrp="1"/>
          </p:cNvSpPr>
          <p:nvPr/>
        </p:nvSpPr>
        <p:spPr>
          <a:xfrm xmlns:a="http://schemas.openxmlformats.org/drawingml/2006/main">
            <a:off x="2343150" y="18478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2E678E41-70C2-4396-8256-E13475B733D5}"/>
              </a:ext>
            </a:extLst>
          </p:cNvPr>
          <p:cNvSpPr>
            <a:spLocks xmlns:a="http://schemas.openxmlformats.org/drawingml/2006/main" noGrp="1"/>
          </p:cNvSpPr>
          <p:nvPr/>
        </p:nvSpPr>
        <p:spPr>
          <a:xfrm xmlns:a="http://schemas.openxmlformats.org/drawingml/2006/main">
            <a:off x="3238500" y="15240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세 개 Action Item이 evidence_ids와 함께 validate된다.</a:t>
            </a:r>
          </a:p>
        </p:txBody>
      </p:sp>
      <p:sp>
        <p:nvSpPr>
          <p:cNvPr id="9" name="">
            <a:extLst xmlns:a="http://schemas.openxmlformats.org/drawingml/2006/main">
              <a:ext uri="{FF2B5EF4-FFF2-40B4-BE49-F238E27FC236}">
                <a16:creationId xmlns:a16="http://schemas.microsoft.com/office/drawing/2014/main" id="{9CEB4D32-5492-4D66-AB4C-E53AE311B752}"/>
              </a:ext>
            </a:extLst>
          </p:cNvPr>
          <p:cNvSpPr>
            <a:spLocks xmlns:a="http://schemas.openxmlformats.org/drawingml/2006/main" noGrp="1"/>
          </p:cNvSpPr>
          <p:nvPr/>
        </p:nvSpPr>
        <p:spPr>
          <a:xfrm xmlns:a="http://schemas.openxmlformats.org/drawingml/2006/main">
            <a:off x="762000" y="27813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경계</a:t>
            </a:r>
          </a:p>
        </p:txBody>
      </p:sp>
      <p:sp>
        <p:nvSpPr>
          <p:cNvPr id="10" name="">
            <a:extLst xmlns:a="http://schemas.openxmlformats.org/drawingml/2006/main">
              <a:ext uri="{FF2B5EF4-FFF2-40B4-BE49-F238E27FC236}">
                <a16:creationId xmlns:a16="http://schemas.microsoft.com/office/drawing/2014/main" id="{EAA2637F-6013-40FD-A4A1-AC2EBC788E75}"/>
              </a:ext>
            </a:extLst>
          </p:cNvPr>
          <p:cNvSpPr>
            <a:spLocks xmlns:a="http://schemas.openxmlformats.org/drawingml/2006/main" noGrp="1"/>
          </p:cNvSpPr>
          <p:nvPr/>
        </p:nvSpPr>
        <p:spPr>
          <a:xfrm xmlns:a="http://schemas.openxmlformats.org/drawingml/2006/main">
            <a:off x="2343150" y="29146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418F954C-3ADA-47A8-B9EA-B781F825B2A7}"/>
              </a:ext>
            </a:extLst>
          </p:cNvPr>
          <p:cNvSpPr>
            <a:spLocks xmlns:a="http://schemas.openxmlformats.org/drawingml/2006/main" noGrp="1"/>
          </p:cNvSpPr>
          <p:nvPr/>
        </p:nvSpPr>
        <p:spPr>
          <a:xfrm xmlns:a="http://schemas.openxmlformats.org/drawingml/2006/main">
            <a:off x="3238500" y="25908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automatic_email=true 또는 evidence 누락은 validation error다.</a:t>
            </a:r>
          </a:p>
        </p:txBody>
      </p:sp>
      <p:sp>
        <p:nvSpPr>
          <p:cNvPr id="12" name="">
            <a:extLst xmlns:a="http://schemas.openxmlformats.org/drawingml/2006/main">
              <a:ext uri="{FF2B5EF4-FFF2-40B4-BE49-F238E27FC236}">
                <a16:creationId xmlns:a16="http://schemas.microsoft.com/office/drawing/2014/main" id="{D7CF6DB6-1A6D-458D-AA3A-A3A0B6408829}"/>
              </a:ext>
            </a:extLst>
          </p:cNvPr>
          <p:cNvSpPr>
            <a:spLocks xmlns:a="http://schemas.openxmlformats.org/drawingml/2006/main" noGrp="1"/>
          </p:cNvSpPr>
          <p:nvPr/>
        </p:nvSpPr>
        <p:spPr>
          <a:xfrm xmlns:a="http://schemas.openxmlformats.org/drawingml/2006/main">
            <a:off x="762000" y="38481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외부 쓰기</a:t>
            </a:r>
          </a:p>
        </p:txBody>
      </p:sp>
      <p:sp>
        <p:nvSpPr>
          <p:cNvPr id="13" name="">
            <a:extLst xmlns:a="http://schemas.openxmlformats.org/drawingml/2006/main">
              <a:ext uri="{FF2B5EF4-FFF2-40B4-BE49-F238E27FC236}">
                <a16:creationId xmlns:a16="http://schemas.microsoft.com/office/drawing/2014/main" id="{F204E446-651B-49F5-8849-F9B56036A1BE}"/>
              </a:ext>
            </a:extLst>
          </p:cNvPr>
          <p:cNvSpPr>
            <a:spLocks xmlns:a="http://schemas.openxmlformats.org/drawingml/2006/main" noGrp="1"/>
          </p:cNvSpPr>
          <p:nvPr/>
        </p:nvSpPr>
        <p:spPr>
          <a:xfrm xmlns:a="http://schemas.openxmlformats.org/drawingml/2006/main">
            <a:off x="2343150" y="39814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49237606-538B-40A1-A13A-86C8D7A8F5C4}"/>
              </a:ext>
            </a:extLst>
          </p:cNvPr>
          <p:cNvSpPr>
            <a:spLocks xmlns:a="http://schemas.openxmlformats.org/drawingml/2006/main" noGrp="1"/>
          </p:cNvSpPr>
          <p:nvPr/>
        </p:nvSpPr>
        <p:spPr>
          <a:xfrm xmlns:a="http://schemas.openxmlformats.org/drawingml/2006/main">
            <a:off x="3238500" y="36576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회의록 Schema와 Pydantic 계약: 기본값 false · dry-run과 사람 승인 뒤 별도 adapter 호출</a:t>
            </a:r>
          </a:p>
        </p:txBody>
      </p:sp>
      <p:sp>
        <p:nvSpPr>
          <p:cNvPr id="15" name="">
            <a:extLst xmlns:a="http://schemas.openxmlformats.org/drawingml/2006/main">
              <a:ext uri="{FF2B5EF4-FFF2-40B4-BE49-F238E27FC236}">
                <a16:creationId xmlns:a16="http://schemas.microsoft.com/office/drawing/2014/main" id="{DB318ECD-C58F-4450-90F8-18D0306851E1}"/>
              </a:ext>
            </a:extLst>
          </p:cNvPr>
          <p:cNvSpPr>
            <a:spLocks xmlns:a="http://schemas.openxmlformats.org/drawingml/2006/main" noGrp="1"/>
          </p:cNvSpPr>
          <p:nvPr/>
        </p:nvSpPr>
        <p:spPr>
          <a:xfrm xmlns:a="http://schemas.openxmlformats.org/drawingml/2006/main">
            <a:off x="762000" y="49149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기록</a:t>
            </a:r>
          </a:p>
        </p:txBody>
      </p:sp>
      <p:sp>
        <p:nvSpPr>
          <p:cNvPr id="16" name="">
            <a:extLst xmlns:a="http://schemas.openxmlformats.org/drawingml/2006/main">
              <a:ext uri="{FF2B5EF4-FFF2-40B4-BE49-F238E27FC236}">
                <a16:creationId xmlns:a16="http://schemas.microsoft.com/office/drawing/2014/main" id="{27EA5257-961A-4C13-AE03-0ACEBAA295BC}"/>
              </a:ext>
            </a:extLst>
          </p:cNvPr>
          <p:cNvSpPr>
            <a:spLocks xmlns:a="http://schemas.openxmlformats.org/drawingml/2006/main" noGrp="1"/>
          </p:cNvSpPr>
          <p:nvPr/>
        </p:nvSpPr>
        <p:spPr>
          <a:xfrm xmlns:a="http://schemas.openxmlformats.org/drawingml/2006/main">
            <a:off x="2343150" y="50482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7" name="">
            <a:extLst xmlns:a="http://schemas.openxmlformats.org/drawingml/2006/main">
              <a:ext uri="{FF2B5EF4-FFF2-40B4-BE49-F238E27FC236}">
                <a16:creationId xmlns:a16="http://schemas.microsoft.com/office/drawing/2014/main" id="{E267749E-D0CA-4D95-8F26-B19534924523}"/>
              </a:ext>
            </a:extLst>
          </p:cNvPr>
          <p:cNvSpPr>
            <a:spLocks xmlns:a="http://schemas.openxmlformats.org/drawingml/2006/main" noGrp="1"/>
          </p:cNvSpPr>
          <p:nvPr/>
        </p:nvSpPr>
        <p:spPr>
          <a:xfrm xmlns:a="http://schemas.openxmlformats.org/drawingml/2006/main">
            <a:off x="3238500" y="47244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status·error_code·입력 식별자·meeting_schema.json</a:t>
            </a:r>
          </a:p>
        </p:txBody>
      </p:sp>
    </p:spTree>
    <p:extLst>
      <p:ext uri="{BB962C8B-B14F-4D97-AF65-F5344CB8AC3E}">
        <p14:creationId xmlns:p14="http://schemas.microsoft.com/office/powerpoint/2010/main" val="1410269179"/>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A29D7B8-6F91-4831-B631-00707893FB6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파일 지도</a:t>
            </a:r>
          </a:p>
        </p:txBody>
      </p:sp>
      <p:sp>
        <p:nvSpPr>
          <p:cNvPr id="2" name="">
            <a:extLst xmlns:a="http://schemas.openxmlformats.org/drawingml/2006/main">
              <a:ext uri="{FF2B5EF4-FFF2-40B4-BE49-F238E27FC236}">
                <a16:creationId xmlns:a16="http://schemas.microsoft.com/office/drawing/2014/main" id="{3BABC5F4-1376-49D4-A920-463DD603B42A}"/>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저장소 구조</a:t>
            </a:r>
          </a:p>
        </p:txBody>
      </p:sp>
      <p:sp>
        <p:nvSpPr>
          <p:cNvPr id="3" name="">
            <a:extLst xmlns:a="http://schemas.openxmlformats.org/drawingml/2006/main">
              <a:ext uri="{FF2B5EF4-FFF2-40B4-BE49-F238E27FC236}">
                <a16:creationId xmlns:a16="http://schemas.microsoft.com/office/drawing/2014/main" id="{EA69C8C4-FF28-4862-A5FA-4F7B0A6A4F2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BEC9468E-1BDE-4AE6-8237-7C6C8525B11F}"/>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78A24B5A-AA24-49CE-B2CB-2671DCCA2E19}"/>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FFEC5691-2AE4-4AEA-9919-D9A0CF5B5A79}"/>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099</a:t>
            </a:r>
          </a:p>
        </p:txBody>
      </p:sp>
      <p:sp>
        <p:nvSpPr>
          <p:cNvPr id="7" name="">
            <a:extLst xmlns:a="http://schemas.openxmlformats.org/drawingml/2006/main">
              <a:ext uri="{FF2B5EF4-FFF2-40B4-BE49-F238E27FC236}">
                <a16:creationId xmlns:a16="http://schemas.microsoft.com/office/drawing/2014/main" id="{651756E1-1532-4E20-9102-A57DB5C1538F}"/>
              </a:ext>
            </a:extLst>
          </p:cNvPr>
          <p:cNvSpPr>
            <a:spLocks xmlns:a="http://schemas.openxmlformats.org/drawingml/2006/main" noGrp="1"/>
          </p:cNvSpPr>
          <p:nvPr/>
        </p:nvSpPr>
        <p:spPr>
          <a:xfrm xmlns:a="http://schemas.openxmlformats.org/drawingml/2006/main">
            <a:off x="685800" y="1676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입력·fixture</a:t>
            </a:r>
          </a:p>
        </p:txBody>
      </p:sp>
      <p:sp>
        <p:nvSpPr>
          <p:cNvPr id="8" name="">
            <a:extLst xmlns:a="http://schemas.openxmlformats.org/drawingml/2006/main">
              <a:ext uri="{FF2B5EF4-FFF2-40B4-BE49-F238E27FC236}">
                <a16:creationId xmlns:a16="http://schemas.microsoft.com/office/drawing/2014/main" id="{763B1A59-6E83-4AE3-8385-598E48444A16}"/>
              </a:ext>
            </a:extLst>
          </p:cNvPr>
          <p:cNvSpPr>
            <a:spLocks xmlns:a="http://schemas.openxmlformats.org/drawingml/2006/main" noGrp="1"/>
          </p:cNvSpPr>
          <p:nvPr/>
        </p:nvSpPr>
        <p:spPr>
          <a:xfrm xmlns:a="http://schemas.openxmlformats.org/drawingml/2006/main">
            <a:off x="2724150" y="1504950"/>
            <a:ext cx="8191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9" name="">
            <a:extLst xmlns:a="http://schemas.openxmlformats.org/drawingml/2006/main">
              <a:ext uri="{FF2B5EF4-FFF2-40B4-BE49-F238E27FC236}">
                <a16:creationId xmlns:a16="http://schemas.microsoft.com/office/drawing/2014/main" id="{A5748083-D692-4EFA-80D3-607787176B9E}"/>
              </a:ext>
            </a:extLst>
          </p:cNvPr>
          <p:cNvSpPr>
            <a:spLocks xmlns:a="http://schemas.openxmlformats.org/drawingml/2006/main" noGrp="1"/>
          </p:cNvSpPr>
          <p:nvPr/>
        </p:nvSpPr>
        <p:spPr>
          <a:xfrm xmlns:a="http://schemas.openxmlformats.org/drawingml/2006/main">
            <a:off x="2952750" y="16764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src/langchain_lab.py</a:t>
            </a:r>
          </a:p>
        </p:txBody>
      </p:sp>
      <p:sp>
        <p:nvSpPr>
          <p:cNvPr id="10" name="">
            <a:extLst xmlns:a="http://schemas.openxmlformats.org/drawingml/2006/main">
              <a:ext uri="{FF2B5EF4-FFF2-40B4-BE49-F238E27FC236}">
                <a16:creationId xmlns:a16="http://schemas.microsoft.com/office/drawing/2014/main" id="{BDDFB21B-139B-478F-92FA-864D9708E0EA}"/>
              </a:ext>
            </a:extLst>
          </p:cNvPr>
          <p:cNvSpPr>
            <a:spLocks xmlns:a="http://schemas.openxmlformats.org/drawingml/2006/main" noGrp="1"/>
          </p:cNvSpPr>
          <p:nvPr/>
        </p:nvSpPr>
        <p:spPr>
          <a:xfrm xmlns:a="http://schemas.openxmlformats.org/drawingml/2006/main">
            <a:off x="685800" y="27432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구현 코드</a:t>
            </a:r>
          </a:p>
        </p:txBody>
      </p:sp>
      <p:sp>
        <p:nvSpPr>
          <p:cNvPr id="11" name="">
            <a:extLst xmlns:a="http://schemas.openxmlformats.org/drawingml/2006/main">
              <a:ext uri="{FF2B5EF4-FFF2-40B4-BE49-F238E27FC236}">
                <a16:creationId xmlns:a16="http://schemas.microsoft.com/office/drawing/2014/main" id="{0618246D-31F3-4389-B21A-65FA829C2DC4}"/>
              </a:ext>
            </a:extLst>
          </p:cNvPr>
          <p:cNvSpPr>
            <a:spLocks xmlns:a="http://schemas.openxmlformats.org/drawingml/2006/main" noGrp="1"/>
          </p:cNvSpPr>
          <p:nvPr/>
        </p:nvSpPr>
        <p:spPr>
          <a:xfrm xmlns:a="http://schemas.openxmlformats.org/drawingml/2006/main">
            <a:off x="2724150" y="2571750"/>
            <a:ext cx="8191500" cy="6858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E5739C4C-AB68-4D72-8454-92A0BA25EE36}"/>
              </a:ext>
            </a:extLst>
          </p:cNvPr>
          <p:cNvSpPr>
            <a:spLocks xmlns:a="http://schemas.openxmlformats.org/drawingml/2006/main" noGrp="1"/>
          </p:cNvSpPr>
          <p:nvPr/>
        </p:nvSpPr>
        <p:spPr>
          <a:xfrm xmlns:a="http://schemas.openxmlformats.org/drawingml/2006/main">
            <a:off x="2952750" y="27432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src/course_services/meeting_service.py</a:t>
            </a:r>
          </a:p>
        </p:txBody>
      </p:sp>
      <p:sp>
        <p:nvSpPr>
          <p:cNvPr id="13" name="">
            <a:extLst xmlns:a="http://schemas.openxmlformats.org/drawingml/2006/main">
              <a:ext uri="{FF2B5EF4-FFF2-40B4-BE49-F238E27FC236}">
                <a16:creationId xmlns:a16="http://schemas.microsoft.com/office/drawing/2014/main" id="{C54FF33C-B39B-443B-9F72-1EA50993995C}"/>
              </a:ext>
            </a:extLst>
          </p:cNvPr>
          <p:cNvSpPr>
            <a:spLocks xmlns:a="http://schemas.openxmlformats.org/drawingml/2006/main" noGrp="1"/>
          </p:cNvSpPr>
          <p:nvPr/>
        </p:nvSpPr>
        <p:spPr>
          <a:xfrm xmlns:a="http://schemas.openxmlformats.org/drawingml/2006/main">
            <a:off x="685800" y="38100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검증·test</a:t>
            </a:r>
          </a:p>
        </p:txBody>
      </p:sp>
      <p:sp>
        <p:nvSpPr>
          <p:cNvPr id="14" name="">
            <a:extLst xmlns:a="http://schemas.openxmlformats.org/drawingml/2006/main">
              <a:ext uri="{FF2B5EF4-FFF2-40B4-BE49-F238E27FC236}">
                <a16:creationId xmlns:a16="http://schemas.microsoft.com/office/drawing/2014/main" id="{34BA856A-C62D-4909-AE63-3EA4B1004760}"/>
              </a:ext>
            </a:extLst>
          </p:cNvPr>
          <p:cNvSpPr>
            <a:spLocks xmlns:a="http://schemas.openxmlformats.org/drawingml/2006/main" noGrp="1"/>
          </p:cNvSpPr>
          <p:nvPr/>
        </p:nvSpPr>
        <p:spPr>
          <a:xfrm xmlns:a="http://schemas.openxmlformats.org/drawingml/2006/main">
            <a:off x="2724150" y="3638550"/>
            <a:ext cx="8191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5" name="">
            <a:extLst xmlns:a="http://schemas.openxmlformats.org/drawingml/2006/main">
              <a:ext uri="{FF2B5EF4-FFF2-40B4-BE49-F238E27FC236}">
                <a16:creationId xmlns:a16="http://schemas.microsoft.com/office/drawing/2014/main" id="{6D5427EE-93BC-4CBD-AD69-D48C5DD482DA}"/>
              </a:ext>
            </a:extLst>
          </p:cNvPr>
          <p:cNvSpPr>
            <a:spLocks xmlns:a="http://schemas.openxmlformats.org/drawingml/2006/main" noGrp="1"/>
          </p:cNvSpPr>
          <p:nvPr/>
        </p:nvSpPr>
        <p:spPr>
          <a:xfrm xmlns:a="http://schemas.openxmlformats.org/drawingml/2006/main">
            <a:off x="2952750" y="38100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tests/test_langchain_langgraph_lab.py</a:t>
            </a:r>
          </a:p>
        </p:txBody>
      </p:sp>
      <p:sp>
        <p:nvSpPr>
          <p:cNvPr id="16" name="">
            <a:extLst xmlns:a="http://schemas.openxmlformats.org/drawingml/2006/main">
              <a:ext uri="{FF2B5EF4-FFF2-40B4-BE49-F238E27FC236}">
                <a16:creationId xmlns:a16="http://schemas.microsoft.com/office/drawing/2014/main" id="{5C0A1C2F-0A7F-425F-86F1-91BC19F8EAAF}"/>
              </a:ext>
            </a:extLst>
          </p:cNvPr>
          <p:cNvSpPr>
            <a:spLocks xmlns:a="http://schemas.openxmlformats.org/drawingml/2006/main" noGrp="1"/>
          </p:cNvSpPr>
          <p:nvPr/>
        </p:nvSpPr>
        <p:spPr>
          <a:xfrm xmlns:a="http://schemas.openxmlformats.org/drawingml/2006/main">
            <a:off x="685800" y="48768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따라하기 notebook</a:t>
            </a:r>
          </a:p>
        </p:txBody>
      </p:sp>
      <p:sp>
        <p:nvSpPr>
          <p:cNvPr id="17" name="">
            <a:extLst xmlns:a="http://schemas.openxmlformats.org/drawingml/2006/main">
              <a:ext uri="{FF2B5EF4-FFF2-40B4-BE49-F238E27FC236}">
                <a16:creationId xmlns:a16="http://schemas.microsoft.com/office/drawing/2014/main" id="{E830537D-3617-4700-BE82-58A1696A28EA}"/>
              </a:ext>
            </a:extLst>
          </p:cNvPr>
          <p:cNvSpPr>
            <a:spLocks xmlns:a="http://schemas.openxmlformats.org/drawingml/2006/main" noGrp="1"/>
          </p:cNvSpPr>
          <p:nvPr/>
        </p:nvSpPr>
        <p:spPr>
          <a:xfrm xmlns:a="http://schemas.openxmlformats.org/drawingml/2006/main">
            <a:off x="2724150" y="4705350"/>
            <a:ext cx="8191500" cy="6858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EB26BD78-B016-44A2-9966-4D8F2B6C1CE8}"/>
              </a:ext>
            </a:extLst>
          </p:cNvPr>
          <p:cNvSpPr>
            <a:spLocks xmlns:a="http://schemas.openxmlformats.org/drawingml/2006/main" noGrp="1"/>
          </p:cNvSpPr>
          <p:nvPr/>
        </p:nvSpPr>
        <p:spPr>
          <a:xfrm xmlns:a="http://schemas.openxmlformats.org/drawingml/2006/main">
            <a:off x="2952750" y="48768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materials/day2/day2_service_lab.ipynb</a:t>
            </a:r>
          </a:p>
        </p:txBody>
      </p:sp>
    </p:spTree>
    <p:extLst>
      <p:ext uri="{BB962C8B-B14F-4D97-AF65-F5344CB8AC3E}">
        <p14:creationId xmlns:p14="http://schemas.microsoft.com/office/powerpoint/2010/main" val="2132890996"/>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3DF2658-5AC0-4FB7-8E7A-41F4A1BE5E3D}"/>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개념·코드</a:t>
            </a:r>
          </a:p>
        </p:txBody>
      </p:sp>
      <p:sp>
        <p:nvSpPr>
          <p:cNvPr id="2" name="">
            <a:extLst xmlns:a="http://schemas.openxmlformats.org/drawingml/2006/main">
              <a:ext uri="{FF2B5EF4-FFF2-40B4-BE49-F238E27FC236}">
                <a16:creationId xmlns:a16="http://schemas.microsoft.com/office/drawing/2014/main" id="{2DE17D04-3C53-446A-B7CA-77DAFACB1203}"/>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개념 연결</a:t>
            </a:r>
          </a:p>
        </p:txBody>
      </p:sp>
      <p:sp>
        <p:nvSpPr>
          <p:cNvPr id="3" name="">
            <a:extLst xmlns:a="http://schemas.openxmlformats.org/drawingml/2006/main">
              <a:ext uri="{FF2B5EF4-FFF2-40B4-BE49-F238E27FC236}">
                <a16:creationId xmlns:a16="http://schemas.microsoft.com/office/drawing/2014/main" id="{A38DDA73-08D6-4873-91F3-04255A31A16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5F8D1E25-D5DF-44B9-86E2-3A316EFF50E8}"/>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398B68D6-EB1C-43E4-84E8-BC8E5C0B494D}"/>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1E13E196-F80F-4FAA-94CD-B942FCA7520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100</a:t>
            </a:r>
          </a:p>
        </p:txBody>
      </p:sp>
      <p:sp>
        <p:nvSpPr>
          <p:cNvPr id="7" name="">
            <a:extLst xmlns:a="http://schemas.openxmlformats.org/drawingml/2006/main">
              <a:ext uri="{FF2B5EF4-FFF2-40B4-BE49-F238E27FC236}">
                <a16:creationId xmlns:a16="http://schemas.microsoft.com/office/drawing/2014/main" id="{E49ABA8E-82AA-4426-BECC-BF8FE3B54A25}"/>
              </a:ext>
            </a:extLst>
          </p:cNvPr>
          <p:cNvSpPr>
            <a:spLocks xmlns:a="http://schemas.openxmlformats.org/drawingml/2006/main" noGrp="1"/>
          </p:cNvSpPr>
          <p:nvPr/>
        </p:nvSpPr>
        <p:spPr>
          <a:xfrm xmlns:a="http://schemas.openxmlformats.org/drawingml/2006/main">
            <a:off x="685800" y="1504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Schema</a:t>
            </a:r>
          </a:p>
        </p:txBody>
      </p:sp>
      <p:sp>
        <p:nvSpPr>
          <p:cNvPr id="8" name="">
            <a:extLst xmlns:a="http://schemas.openxmlformats.org/drawingml/2006/main">
              <a:ext uri="{FF2B5EF4-FFF2-40B4-BE49-F238E27FC236}">
                <a16:creationId xmlns:a16="http://schemas.microsoft.com/office/drawing/2014/main" id="{ACF4B7AF-1EDF-4FA8-91DA-730CB4658876}"/>
              </a:ext>
            </a:extLst>
          </p:cNvPr>
          <p:cNvSpPr>
            <a:spLocks xmlns:a="http://schemas.openxmlformats.org/drawingml/2006/main" noGrp="1"/>
          </p:cNvSpPr>
          <p:nvPr/>
        </p:nvSpPr>
        <p:spPr>
          <a:xfrm xmlns:a="http://schemas.openxmlformats.org/drawingml/2006/main">
            <a:off x="685800" y="19621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결과 필드와 형식의 약속</a:t>
            </a:r>
          </a:p>
        </p:txBody>
      </p:sp>
      <p:sp>
        <p:nvSpPr>
          <p:cNvPr id="9" name="">
            <a:extLst xmlns:a="http://schemas.openxmlformats.org/drawingml/2006/main">
              <a:ext uri="{FF2B5EF4-FFF2-40B4-BE49-F238E27FC236}">
                <a16:creationId xmlns:a16="http://schemas.microsoft.com/office/drawing/2014/main" id="{0DF96887-CF2F-4976-847D-9FB145A65053}"/>
              </a:ext>
            </a:extLst>
          </p:cNvPr>
          <p:cNvSpPr>
            <a:spLocks xmlns:a="http://schemas.openxmlformats.org/drawingml/2006/main" noGrp="1"/>
          </p:cNvSpPr>
          <p:nvPr/>
        </p:nvSpPr>
        <p:spPr>
          <a:xfrm xmlns:a="http://schemas.openxmlformats.org/drawingml/2006/main">
            <a:off x="685800" y="26670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0" name="">
            <a:extLst xmlns:a="http://schemas.openxmlformats.org/drawingml/2006/main">
              <a:ext uri="{FF2B5EF4-FFF2-40B4-BE49-F238E27FC236}">
                <a16:creationId xmlns:a16="http://schemas.microsoft.com/office/drawing/2014/main" id="{A6269B6D-F67F-407C-9164-567320D1309F}"/>
              </a:ext>
            </a:extLst>
          </p:cNvPr>
          <p:cNvSpPr>
            <a:spLocks xmlns:a="http://schemas.openxmlformats.org/drawingml/2006/main" noGrp="1"/>
          </p:cNvSpPr>
          <p:nvPr/>
        </p:nvSpPr>
        <p:spPr>
          <a:xfrm xmlns:a="http://schemas.openxmlformats.org/drawingml/2006/main">
            <a:off x="819150" y="27813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src/langchain_lab.py</a:t>
            </a:r>
          </a:p>
        </p:txBody>
      </p:sp>
      <p:sp>
        <p:nvSpPr>
          <p:cNvPr id="11" name="">
            <a:extLst xmlns:a="http://schemas.openxmlformats.org/drawingml/2006/main">
              <a:ext uri="{FF2B5EF4-FFF2-40B4-BE49-F238E27FC236}">
                <a16:creationId xmlns:a16="http://schemas.microsoft.com/office/drawing/2014/main" id="{A7A13224-9C64-4814-AF3A-0919F5452C45}"/>
              </a:ext>
            </a:extLst>
          </p:cNvPr>
          <p:cNvSpPr>
            <a:spLocks xmlns:a="http://schemas.openxmlformats.org/drawingml/2006/main" noGrp="1"/>
          </p:cNvSpPr>
          <p:nvPr/>
        </p:nvSpPr>
        <p:spPr>
          <a:xfrm xmlns:a="http://schemas.openxmlformats.org/drawingml/2006/main">
            <a:off x="6096000" y="1504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Pydantic</a:t>
            </a:r>
          </a:p>
        </p:txBody>
      </p:sp>
      <p:sp>
        <p:nvSpPr>
          <p:cNvPr id="12" name="">
            <a:extLst xmlns:a="http://schemas.openxmlformats.org/drawingml/2006/main">
              <a:ext uri="{FF2B5EF4-FFF2-40B4-BE49-F238E27FC236}">
                <a16:creationId xmlns:a16="http://schemas.microsoft.com/office/drawing/2014/main" id="{5C3D0237-115C-46C4-8E10-022E3AD79011}"/>
              </a:ext>
            </a:extLst>
          </p:cNvPr>
          <p:cNvSpPr>
            <a:spLocks xmlns:a="http://schemas.openxmlformats.org/drawingml/2006/main" noGrp="1"/>
          </p:cNvSpPr>
          <p:nvPr/>
        </p:nvSpPr>
        <p:spPr>
          <a:xfrm xmlns:a="http://schemas.openxmlformats.org/drawingml/2006/main">
            <a:off x="6096000" y="19621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Python 데이터 검증 도구</a:t>
            </a:r>
          </a:p>
        </p:txBody>
      </p:sp>
      <p:sp>
        <p:nvSpPr>
          <p:cNvPr id="13" name="">
            <a:extLst xmlns:a="http://schemas.openxmlformats.org/drawingml/2006/main">
              <a:ext uri="{FF2B5EF4-FFF2-40B4-BE49-F238E27FC236}">
                <a16:creationId xmlns:a16="http://schemas.microsoft.com/office/drawing/2014/main" id="{3E86E55D-6B57-4B9D-8682-51226C99CCF8}"/>
              </a:ext>
            </a:extLst>
          </p:cNvPr>
          <p:cNvSpPr>
            <a:spLocks xmlns:a="http://schemas.openxmlformats.org/drawingml/2006/main" noGrp="1"/>
          </p:cNvSpPr>
          <p:nvPr/>
        </p:nvSpPr>
        <p:spPr>
          <a:xfrm xmlns:a="http://schemas.openxmlformats.org/drawingml/2006/main">
            <a:off x="6096000" y="26670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8C2D682E-150B-419E-9BDB-3ACAE8B5F184}"/>
              </a:ext>
            </a:extLst>
          </p:cNvPr>
          <p:cNvSpPr>
            <a:spLocks xmlns:a="http://schemas.openxmlformats.org/drawingml/2006/main" noGrp="1"/>
          </p:cNvSpPr>
          <p:nvPr/>
        </p:nvSpPr>
        <p:spPr>
          <a:xfrm xmlns:a="http://schemas.openxmlformats.org/drawingml/2006/main">
            <a:off x="6229350" y="27813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src/course_services/meeting_service.py</a:t>
            </a:r>
          </a:p>
        </p:txBody>
      </p:sp>
      <p:sp>
        <p:nvSpPr>
          <p:cNvPr id="15" name="">
            <a:extLst xmlns:a="http://schemas.openxmlformats.org/drawingml/2006/main">
              <a:ext uri="{FF2B5EF4-FFF2-40B4-BE49-F238E27FC236}">
                <a16:creationId xmlns:a16="http://schemas.microsoft.com/office/drawing/2014/main" id="{D078EA98-1978-42D6-952B-0C39ACE9B920}"/>
              </a:ext>
            </a:extLst>
          </p:cNvPr>
          <p:cNvSpPr>
            <a:spLocks xmlns:a="http://schemas.openxmlformats.org/drawingml/2006/main" noGrp="1"/>
          </p:cNvSpPr>
          <p:nvPr/>
        </p:nvSpPr>
        <p:spPr>
          <a:xfrm xmlns:a="http://schemas.openxmlformats.org/drawingml/2006/main">
            <a:off x="685800" y="3486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Structured Output</a:t>
            </a:r>
          </a:p>
        </p:txBody>
      </p:sp>
      <p:sp>
        <p:nvSpPr>
          <p:cNvPr id="16" name="">
            <a:extLst xmlns:a="http://schemas.openxmlformats.org/drawingml/2006/main">
              <a:ext uri="{FF2B5EF4-FFF2-40B4-BE49-F238E27FC236}">
                <a16:creationId xmlns:a16="http://schemas.microsoft.com/office/drawing/2014/main" id="{201DFBA1-8E88-4C6D-B190-40AFD092C729}"/>
              </a:ext>
            </a:extLst>
          </p:cNvPr>
          <p:cNvSpPr>
            <a:spLocks xmlns:a="http://schemas.openxmlformats.org/drawingml/2006/main" noGrp="1"/>
          </p:cNvSpPr>
          <p:nvPr/>
        </p:nvSpPr>
        <p:spPr>
          <a:xfrm xmlns:a="http://schemas.openxmlformats.org/drawingml/2006/main">
            <a:off x="685800" y="39433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정해진 구조로 받는 모델 결과</a:t>
            </a:r>
          </a:p>
        </p:txBody>
      </p:sp>
      <p:sp>
        <p:nvSpPr>
          <p:cNvPr id="17" name="">
            <a:extLst xmlns:a="http://schemas.openxmlformats.org/drawingml/2006/main">
              <a:ext uri="{FF2B5EF4-FFF2-40B4-BE49-F238E27FC236}">
                <a16:creationId xmlns:a16="http://schemas.microsoft.com/office/drawing/2014/main" id="{B0C1F78F-D65D-411B-8F19-3729772BE24B}"/>
              </a:ext>
            </a:extLst>
          </p:cNvPr>
          <p:cNvSpPr>
            <a:spLocks xmlns:a="http://schemas.openxmlformats.org/drawingml/2006/main" noGrp="1"/>
          </p:cNvSpPr>
          <p:nvPr/>
        </p:nvSpPr>
        <p:spPr>
          <a:xfrm xmlns:a="http://schemas.openxmlformats.org/drawingml/2006/main">
            <a:off x="685800" y="46482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3242016C-EEEA-430B-A803-A0EE4E64ACA8}"/>
              </a:ext>
            </a:extLst>
          </p:cNvPr>
          <p:cNvSpPr>
            <a:spLocks xmlns:a="http://schemas.openxmlformats.org/drawingml/2006/main" noGrp="1"/>
          </p:cNvSpPr>
          <p:nvPr/>
        </p:nvSpPr>
        <p:spPr>
          <a:xfrm xmlns:a="http://schemas.openxmlformats.org/drawingml/2006/main">
            <a:off x="819150" y="47625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tests/test_langchain_langgraph_lab.py</a:t>
            </a:r>
          </a:p>
        </p:txBody>
      </p:sp>
      <p:sp>
        <p:nvSpPr>
          <p:cNvPr id="19" name="">
            <a:extLst xmlns:a="http://schemas.openxmlformats.org/drawingml/2006/main">
              <a:ext uri="{FF2B5EF4-FFF2-40B4-BE49-F238E27FC236}">
                <a16:creationId xmlns:a16="http://schemas.microsoft.com/office/drawing/2014/main" id="{C30084EE-8666-4768-B78A-E8F4BF720D70}"/>
              </a:ext>
            </a:extLst>
          </p:cNvPr>
          <p:cNvSpPr>
            <a:spLocks xmlns:a="http://schemas.openxmlformats.org/drawingml/2006/main" noGrp="1"/>
          </p:cNvSpPr>
          <p:nvPr/>
        </p:nvSpPr>
        <p:spPr>
          <a:xfrm xmlns:a="http://schemas.openxmlformats.org/drawingml/2006/main">
            <a:off x="6096000" y="3486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null</a:t>
            </a:r>
          </a:p>
        </p:txBody>
      </p:sp>
      <p:sp>
        <p:nvSpPr>
          <p:cNvPr id="20" name="">
            <a:extLst xmlns:a="http://schemas.openxmlformats.org/drawingml/2006/main">
              <a:ext uri="{FF2B5EF4-FFF2-40B4-BE49-F238E27FC236}">
                <a16:creationId xmlns:a16="http://schemas.microsoft.com/office/drawing/2014/main" id="{71F1C035-AC46-4681-B245-B73702251EF7}"/>
              </a:ext>
            </a:extLst>
          </p:cNvPr>
          <p:cNvSpPr>
            <a:spLocks xmlns:a="http://schemas.openxmlformats.org/drawingml/2006/main" noGrp="1"/>
          </p:cNvSpPr>
          <p:nvPr/>
        </p:nvSpPr>
        <p:spPr>
          <a:xfrm xmlns:a="http://schemas.openxmlformats.org/drawingml/2006/main">
            <a:off x="6096000" y="39433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원문에 값이 없음을 정직하게 표시</a:t>
            </a:r>
          </a:p>
        </p:txBody>
      </p:sp>
      <p:sp>
        <p:nvSpPr>
          <p:cNvPr id="21" name="">
            <a:extLst xmlns:a="http://schemas.openxmlformats.org/drawingml/2006/main">
              <a:ext uri="{FF2B5EF4-FFF2-40B4-BE49-F238E27FC236}">
                <a16:creationId xmlns:a16="http://schemas.microsoft.com/office/drawing/2014/main" id="{538D4CC6-E9DD-46FE-959A-D569AC5AF7A7}"/>
              </a:ext>
            </a:extLst>
          </p:cNvPr>
          <p:cNvSpPr>
            <a:spLocks xmlns:a="http://schemas.openxmlformats.org/drawingml/2006/main" noGrp="1"/>
          </p:cNvSpPr>
          <p:nvPr/>
        </p:nvSpPr>
        <p:spPr>
          <a:xfrm xmlns:a="http://schemas.openxmlformats.org/drawingml/2006/main">
            <a:off x="6096000" y="46482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7C133741-304A-4651-9747-D2F7A031B211}"/>
              </a:ext>
            </a:extLst>
          </p:cNvPr>
          <p:cNvSpPr>
            <a:spLocks xmlns:a="http://schemas.openxmlformats.org/drawingml/2006/main" noGrp="1"/>
          </p:cNvSpPr>
          <p:nvPr/>
        </p:nvSpPr>
        <p:spPr>
          <a:xfrm xmlns:a="http://schemas.openxmlformats.org/drawingml/2006/main">
            <a:off x="6229350" y="47625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materials/day2/day2_service_lab.ipynb</a:t>
            </a:r>
          </a:p>
        </p:txBody>
      </p:sp>
    </p:spTree>
    <p:extLst>
      <p:ext uri="{BB962C8B-B14F-4D97-AF65-F5344CB8AC3E}">
        <p14:creationId xmlns:p14="http://schemas.microsoft.com/office/powerpoint/2010/main" val="2026101414"/>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3AFBA717-85E2-4C1D-AB2C-56630C33A325}"/>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선택 기준</a:t>
            </a:r>
          </a:p>
        </p:txBody>
      </p:sp>
      <p:sp>
        <p:nvSpPr>
          <p:cNvPr id="2" name="">
            <a:extLst xmlns:a="http://schemas.openxmlformats.org/drawingml/2006/main">
              <a:ext uri="{FF2B5EF4-FFF2-40B4-BE49-F238E27FC236}">
                <a16:creationId xmlns:a16="http://schemas.microsoft.com/office/drawing/2014/main" id="{5183078C-4623-43F7-A924-8E0140F8DC0B}"/>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비교</a:t>
            </a:r>
          </a:p>
        </p:txBody>
      </p:sp>
      <p:sp>
        <p:nvSpPr>
          <p:cNvPr id="3" name="">
            <a:extLst xmlns:a="http://schemas.openxmlformats.org/drawingml/2006/main">
              <a:ext uri="{FF2B5EF4-FFF2-40B4-BE49-F238E27FC236}">
                <a16:creationId xmlns:a16="http://schemas.microsoft.com/office/drawing/2014/main" id="{708D3767-AC30-476E-85D8-6C179C810F4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45BD4F9D-7C16-4858-8C24-D7EE7E9BBF6C}"/>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DFAB22F9-EF8C-4733-90C3-03B774C64CB3}"/>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357C2112-0C40-47A9-8B7E-141CA1BF9424}"/>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101</a:t>
            </a:r>
          </a:p>
        </p:txBody>
      </p:sp>
      <p:sp>
        <p:nvSpPr>
          <p:cNvPr id="7" name="">
            <a:extLst xmlns:a="http://schemas.openxmlformats.org/drawingml/2006/main">
              <a:ext uri="{FF2B5EF4-FFF2-40B4-BE49-F238E27FC236}">
                <a16:creationId xmlns:a16="http://schemas.microsoft.com/office/drawing/2014/main" id="{EACE4CB1-ED14-4FA8-891E-3CF8BB58E00A}"/>
              </a:ext>
            </a:extLst>
          </p:cNvPr>
          <p:cNvSpPr>
            <a:spLocks xmlns:a="http://schemas.openxmlformats.org/drawingml/2006/main" noGrp="1"/>
          </p:cNvSpPr>
          <p:nvPr/>
        </p:nvSpPr>
        <p:spPr>
          <a:xfrm xmlns:a="http://schemas.openxmlformats.org/drawingml/2006/main">
            <a:off x="666750" y="1504950"/>
            <a:ext cx="238125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8" name="">
            <a:extLst xmlns:a="http://schemas.openxmlformats.org/drawingml/2006/main">
              <a:ext uri="{FF2B5EF4-FFF2-40B4-BE49-F238E27FC236}">
                <a16:creationId xmlns:a16="http://schemas.microsoft.com/office/drawing/2014/main" id="{48E18BD3-8DD6-4235-B7BD-794B832E2724}"/>
              </a:ext>
            </a:extLst>
          </p:cNvPr>
          <p:cNvSpPr>
            <a:spLocks xmlns:a="http://schemas.openxmlformats.org/drawingml/2006/main" noGrp="1"/>
          </p:cNvSpPr>
          <p:nvPr/>
        </p:nvSpPr>
        <p:spPr>
          <a:xfrm xmlns:a="http://schemas.openxmlformats.org/drawingml/2006/main">
            <a:off x="819150" y="16573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구분</a:t>
            </a:r>
          </a:p>
        </p:txBody>
      </p:sp>
      <p:sp>
        <p:nvSpPr>
          <p:cNvPr id="9" name="">
            <a:extLst xmlns:a="http://schemas.openxmlformats.org/drawingml/2006/main">
              <a:ext uri="{FF2B5EF4-FFF2-40B4-BE49-F238E27FC236}">
                <a16:creationId xmlns:a16="http://schemas.microsoft.com/office/drawing/2014/main" id="{403409A0-94A1-4ED5-A090-CEE730FD9864}"/>
              </a:ext>
            </a:extLst>
          </p:cNvPr>
          <p:cNvSpPr>
            <a:spLocks xmlns:a="http://schemas.openxmlformats.org/drawingml/2006/main" noGrp="1"/>
          </p:cNvSpPr>
          <p:nvPr/>
        </p:nvSpPr>
        <p:spPr>
          <a:xfrm xmlns:a="http://schemas.openxmlformats.org/drawingml/2006/main">
            <a:off x="3048000" y="1504950"/>
            <a:ext cx="457200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0" name="">
            <a:extLst xmlns:a="http://schemas.openxmlformats.org/drawingml/2006/main">
              <a:ext uri="{FF2B5EF4-FFF2-40B4-BE49-F238E27FC236}">
                <a16:creationId xmlns:a16="http://schemas.microsoft.com/office/drawing/2014/main" id="{7CD540CD-FAFB-4069-B332-2DB537ED8AB3}"/>
              </a:ext>
            </a:extLst>
          </p:cNvPr>
          <p:cNvSpPr>
            <a:spLocks xmlns:a="http://schemas.openxmlformats.org/drawingml/2006/main" noGrp="1"/>
          </p:cNvSpPr>
          <p:nvPr/>
        </p:nvSpPr>
        <p:spPr>
          <a:xfrm xmlns:a="http://schemas.openxmlformats.org/drawingml/2006/main">
            <a:off x="3200400" y="16573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역할</a:t>
            </a:r>
          </a:p>
        </p:txBody>
      </p:sp>
      <p:sp>
        <p:nvSpPr>
          <p:cNvPr id="11" name="">
            <a:extLst xmlns:a="http://schemas.openxmlformats.org/drawingml/2006/main">
              <a:ext uri="{FF2B5EF4-FFF2-40B4-BE49-F238E27FC236}">
                <a16:creationId xmlns:a16="http://schemas.microsoft.com/office/drawing/2014/main" id="{DA56230F-6E73-4FF7-98EF-EF114A314A49}"/>
              </a:ext>
            </a:extLst>
          </p:cNvPr>
          <p:cNvSpPr>
            <a:spLocks xmlns:a="http://schemas.openxmlformats.org/drawingml/2006/main" noGrp="1"/>
          </p:cNvSpPr>
          <p:nvPr/>
        </p:nvSpPr>
        <p:spPr>
          <a:xfrm xmlns:a="http://schemas.openxmlformats.org/drawingml/2006/main">
            <a:off x="7620000" y="1504950"/>
            <a:ext cx="390525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2" name="">
            <a:extLst xmlns:a="http://schemas.openxmlformats.org/drawingml/2006/main">
              <a:ext uri="{FF2B5EF4-FFF2-40B4-BE49-F238E27FC236}">
                <a16:creationId xmlns:a16="http://schemas.microsoft.com/office/drawing/2014/main" id="{68533C37-8128-4368-B7B4-4CC96C7ECE07}"/>
              </a:ext>
            </a:extLst>
          </p:cNvPr>
          <p:cNvSpPr>
            <a:spLocks xmlns:a="http://schemas.openxmlformats.org/drawingml/2006/main" noGrp="1"/>
          </p:cNvSpPr>
          <p:nvPr/>
        </p:nvSpPr>
        <p:spPr>
          <a:xfrm xmlns:a="http://schemas.openxmlformats.org/drawingml/2006/main">
            <a:off x="7772400" y="16573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이번 차시의 판단 기준</a:t>
            </a:r>
          </a:p>
        </p:txBody>
      </p:sp>
      <p:sp>
        <p:nvSpPr>
          <p:cNvPr id="13" name="">
            <a:extLst xmlns:a="http://schemas.openxmlformats.org/drawingml/2006/main">
              <a:ext uri="{FF2B5EF4-FFF2-40B4-BE49-F238E27FC236}">
                <a16:creationId xmlns:a16="http://schemas.microsoft.com/office/drawing/2014/main" id="{88C52406-784C-4AD8-9A40-E34F2B5123C8}"/>
              </a:ext>
            </a:extLst>
          </p:cNvPr>
          <p:cNvSpPr>
            <a:spLocks xmlns:a="http://schemas.openxmlformats.org/drawingml/2006/main" noGrp="1"/>
          </p:cNvSpPr>
          <p:nvPr/>
        </p:nvSpPr>
        <p:spPr>
          <a:xfrm xmlns:a="http://schemas.openxmlformats.org/drawingml/2006/main">
            <a:off x="666750" y="2381250"/>
            <a:ext cx="2381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17434CDE-7DD4-4521-8A72-D3A12708249F}"/>
              </a:ext>
            </a:extLst>
          </p:cNvPr>
          <p:cNvSpPr>
            <a:spLocks xmlns:a="http://schemas.openxmlformats.org/drawingml/2006/main" noGrp="1"/>
          </p:cNvSpPr>
          <p:nvPr/>
        </p:nvSpPr>
        <p:spPr>
          <a:xfrm xmlns:a="http://schemas.openxmlformats.org/drawingml/2006/main">
            <a:off x="819150" y="25336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Schema</a:t>
            </a:r>
          </a:p>
        </p:txBody>
      </p:sp>
      <p:sp>
        <p:nvSpPr>
          <p:cNvPr id="15" name="">
            <a:extLst xmlns:a="http://schemas.openxmlformats.org/drawingml/2006/main">
              <a:ext uri="{FF2B5EF4-FFF2-40B4-BE49-F238E27FC236}">
                <a16:creationId xmlns:a16="http://schemas.microsoft.com/office/drawing/2014/main" id="{4DD3DCAE-6D13-4CE9-99A9-52F710E51720}"/>
              </a:ext>
            </a:extLst>
          </p:cNvPr>
          <p:cNvSpPr>
            <a:spLocks xmlns:a="http://schemas.openxmlformats.org/drawingml/2006/main" noGrp="1"/>
          </p:cNvSpPr>
          <p:nvPr/>
        </p:nvSpPr>
        <p:spPr>
          <a:xfrm xmlns:a="http://schemas.openxmlformats.org/drawingml/2006/main">
            <a:off x="3048000" y="2381250"/>
            <a:ext cx="457200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6" name="">
            <a:extLst xmlns:a="http://schemas.openxmlformats.org/drawingml/2006/main">
              <a:ext uri="{FF2B5EF4-FFF2-40B4-BE49-F238E27FC236}">
                <a16:creationId xmlns:a16="http://schemas.microsoft.com/office/drawing/2014/main" id="{17B68847-9270-4BCD-922B-B9C0F4AB349C}"/>
              </a:ext>
            </a:extLst>
          </p:cNvPr>
          <p:cNvSpPr>
            <a:spLocks xmlns:a="http://schemas.openxmlformats.org/drawingml/2006/main" noGrp="1"/>
          </p:cNvSpPr>
          <p:nvPr/>
        </p:nvSpPr>
        <p:spPr>
          <a:xfrm xmlns:a="http://schemas.openxmlformats.org/drawingml/2006/main">
            <a:off x="3200400" y="25336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필수 필드 선언 단계의 입력 기준</a:t>
            </a:r>
          </a:p>
        </p:txBody>
      </p:sp>
      <p:sp>
        <p:nvSpPr>
          <p:cNvPr id="17" name="">
            <a:extLst xmlns:a="http://schemas.openxmlformats.org/drawingml/2006/main">
              <a:ext uri="{FF2B5EF4-FFF2-40B4-BE49-F238E27FC236}">
                <a16:creationId xmlns:a16="http://schemas.microsoft.com/office/drawing/2014/main" id="{DE21FF07-7E29-45F4-9ADD-22AD3EE619A7}"/>
              </a:ext>
            </a:extLst>
          </p:cNvPr>
          <p:cNvSpPr>
            <a:spLocks xmlns:a="http://schemas.openxmlformats.org/drawingml/2006/main" noGrp="1"/>
          </p:cNvSpPr>
          <p:nvPr/>
        </p:nvSpPr>
        <p:spPr>
          <a:xfrm xmlns:a="http://schemas.openxmlformats.org/drawingml/2006/main">
            <a:off x="7620000" y="2381250"/>
            <a:ext cx="3905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BB6F7C4E-D955-4CAB-B04D-F68B3EE52498}"/>
              </a:ext>
            </a:extLst>
          </p:cNvPr>
          <p:cNvSpPr>
            <a:spLocks xmlns:a="http://schemas.openxmlformats.org/drawingml/2006/main" noGrp="1"/>
          </p:cNvSpPr>
          <p:nvPr/>
        </p:nvSpPr>
        <p:spPr>
          <a:xfrm xmlns:a="http://schemas.openxmlformats.org/drawingml/2006/main">
            <a:off x="7772400" y="25336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결정론 test로 먼저 확인</a:t>
            </a:r>
          </a:p>
        </p:txBody>
      </p:sp>
      <p:sp>
        <p:nvSpPr>
          <p:cNvPr id="19" name="">
            <a:extLst xmlns:a="http://schemas.openxmlformats.org/drawingml/2006/main">
              <a:ext uri="{FF2B5EF4-FFF2-40B4-BE49-F238E27FC236}">
                <a16:creationId xmlns:a16="http://schemas.microsoft.com/office/drawing/2014/main" id="{2A8CE746-388E-4071-8EAA-C6F03DDD3C41}"/>
              </a:ext>
            </a:extLst>
          </p:cNvPr>
          <p:cNvSpPr>
            <a:spLocks xmlns:a="http://schemas.openxmlformats.org/drawingml/2006/main" noGrp="1"/>
          </p:cNvSpPr>
          <p:nvPr/>
        </p:nvSpPr>
        <p:spPr>
          <a:xfrm xmlns:a="http://schemas.openxmlformats.org/drawingml/2006/main">
            <a:off x="666750" y="3257550"/>
            <a:ext cx="2381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0" name="">
            <a:extLst xmlns:a="http://schemas.openxmlformats.org/drawingml/2006/main">
              <a:ext uri="{FF2B5EF4-FFF2-40B4-BE49-F238E27FC236}">
                <a16:creationId xmlns:a16="http://schemas.microsoft.com/office/drawing/2014/main" id="{36E0CA0A-4C1A-4779-BEA7-784F9F756EDB}"/>
              </a:ext>
            </a:extLst>
          </p:cNvPr>
          <p:cNvSpPr>
            <a:spLocks xmlns:a="http://schemas.openxmlformats.org/drawingml/2006/main" noGrp="1"/>
          </p:cNvSpPr>
          <p:nvPr/>
        </p:nvSpPr>
        <p:spPr>
          <a:xfrm xmlns:a="http://schemas.openxmlformats.org/drawingml/2006/main">
            <a:off x="819150" y="34099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Pydantic</a:t>
            </a:r>
          </a:p>
        </p:txBody>
      </p:sp>
      <p:sp>
        <p:nvSpPr>
          <p:cNvPr id="21" name="">
            <a:extLst xmlns:a="http://schemas.openxmlformats.org/drawingml/2006/main">
              <a:ext uri="{FF2B5EF4-FFF2-40B4-BE49-F238E27FC236}">
                <a16:creationId xmlns:a16="http://schemas.microsoft.com/office/drawing/2014/main" id="{CFE306DF-788D-4F04-AB1A-A09991BF6781}"/>
              </a:ext>
            </a:extLst>
          </p:cNvPr>
          <p:cNvSpPr>
            <a:spLocks xmlns:a="http://schemas.openxmlformats.org/drawingml/2006/main" noGrp="1"/>
          </p:cNvSpPr>
          <p:nvPr/>
        </p:nvSpPr>
        <p:spPr>
          <a:xfrm xmlns:a="http://schemas.openxmlformats.org/drawingml/2006/main">
            <a:off x="3048000" y="3257550"/>
            <a:ext cx="45720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D2BAFE5F-5DD0-4910-9D2D-66E2D90977CD}"/>
              </a:ext>
            </a:extLst>
          </p:cNvPr>
          <p:cNvSpPr>
            <a:spLocks xmlns:a="http://schemas.openxmlformats.org/drawingml/2006/main" noGrp="1"/>
          </p:cNvSpPr>
          <p:nvPr/>
        </p:nvSpPr>
        <p:spPr>
          <a:xfrm xmlns:a="http://schemas.openxmlformats.org/drawingml/2006/main">
            <a:off x="3200400" y="34099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type·범위 검사 단계의 교체 경계</a:t>
            </a:r>
          </a:p>
        </p:txBody>
      </p:sp>
      <p:sp>
        <p:nvSpPr>
          <p:cNvPr id="23" name="">
            <a:extLst xmlns:a="http://schemas.openxmlformats.org/drawingml/2006/main">
              <a:ext uri="{FF2B5EF4-FFF2-40B4-BE49-F238E27FC236}">
                <a16:creationId xmlns:a16="http://schemas.microsoft.com/office/drawing/2014/main" id="{14E289F1-5A25-4D1F-9558-B7C6685933C0}"/>
              </a:ext>
            </a:extLst>
          </p:cNvPr>
          <p:cNvSpPr>
            <a:spLocks xmlns:a="http://schemas.openxmlformats.org/drawingml/2006/main" noGrp="1"/>
          </p:cNvSpPr>
          <p:nvPr/>
        </p:nvSpPr>
        <p:spPr>
          <a:xfrm xmlns:a="http://schemas.openxmlformats.org/drawingml/2006/main">
            <a:off x="7620000" y="3257550"/>
            <a:ext cx="3905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4" name="">
            <a:extLst xmlns:a="http://schemas.openxmlformats.org/drawingml/2006/main">
              <a:ext uri="{FF2B5EF4-FFF2-40B4-BE49-F238E27FC236}">
                <a16:creationId xmlns:a16="http://schemas.microsoft.com/office/drawing/2014/main" id="{F3E8C14D-BC90-42EE-85E4-3C35EB83B802}"/>
              </a:ext>
            </a:extLst>
          </p:cNvPr>
          <p:cNvSpPr>
            <a:spLocks xmlns:a="http://schemas.openxmlformats.org/drawingml/2006/main" noGrp="1"/>
          </p:cNvSpPr>
          <p:nvPr/>
        </p:nvSpPr>
        <p:spPr>
          <a:xfrm xmlns:a="http://schemas.openxmlformats.org/drawingml/2006/main">
            <a:off x="7772400" y="34099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adapter 경계를 확인</a:t>
            </a:r>
          </a:p>
        </p:txBody>
      </p:sp>
      <p:sp>
        <p:nvSpPr>
          <p:cNvPr id="25" name="">
            <a:extLst xmlns:a="http://schemas.openxmlformats.org/drawingml/2006/main">
              <a:ext uri="{FF2B5EF4-FFF2-40B4-BE49-F238E27FC236}">
                <a16:creationId xmlns:a16="http://schemas.microsoft.com/office/drawing/2014/main" id="{A5EA38D8-96E0-4830-BA4E-84B4049134D5}"/>
              </a:ext>
            </a:extLst>
          </p:cNvPr>
          <p:cNvSpPr>
            <a:spLocks xmlns:a="http://schemas.openxmlformats.org/drawingml/2006/main" noGrp="1"/>
          </p:cNvSpPr>
          <p:nvPr/>
        </p:nvSpPr>
        <p:spPr>
          <a:xfrm xmlns:a="http://schemas.openxmlformats.org/drawingml/2006/main">
            <a:off x="666750" y="4133850"/>
            <a:ext cx="2381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6" name="">
            <a:extLst xmlns:a="http://schemas.openxmlformats.org/drawingml/2006/main">
              <a:ext uri="{FF2B5EF4-FFF2-40B4-BE49-F238E27FC236}">
                <a16:creationId xmlns:a16="http://schemas.microsoft.com/office/drawing/2014/main" id="{EE083D4D-B957-4C68-97CB-E5F4EC0A324B}"/>
              </a:ext>
            </a:extLst>
          </p:cNvPr>
          <p:cNvSpPr>
            <a:spLocks xmlns:a="http://schemas.openxmlformats.org/drawingml/2006/main" noGrp="1"/>
          </p:cNvSpPr>
          <p:nvPr/>
        </p:nvSpPr>
        <p:spPr>
          <a:xfrm xmlns:a="http://schemas.openxmlformats.org/drawingml/2006/main">
            <a:off x="819150" y="42862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Structured Output</a:t>
            </a:r>
          </a:p>
        </p:txBody>
      </p:sp>
      <p:sp>
        <p:nvSpPr>
          <p:cNvPr id="27" name="">
            <a:extLst xmlns:a="http://schemas.openxmlformats.org/drawingml/2006/main">
              <a:ext uri="{FF2B5EF4-FFF2-40B4-BE49-F238E27FC236}">
                <a16:creationId xmlns:a16="http://schemas.microsoft.com/office/drawing/2014/main" id="{C3064F46-44FA-407D-82B4-11EC447C2CEF}"/>
              </a:ext>
            </a:extLst>
          </p:cNvPr>
          <p:cNvSpPr>
            <a:spLocks xmlns:a="http://schemas.openxmlformats.org/drawingml/2006/main" noGrp="1"/>
          </p:cNvSpPr>
          <p:nvPr/>
        </p:nvSpPr>
        <p:spPr>
          <a:xfrm xmlns:a="http://schemas.openxmlformats.org/drawingml/2006/main">
            <a:off x="3048000" y="4133850"/>
            <a:ext cx="457200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8" name="">
            <a:extLst xmlns:a="http://schemas.openxmlformats.org/drawingml/2006/main">
              <a:ext uri="{FF2B5EF4-FFF2-40B4-BE49-F238E27FC236}">
                <a16:creationId xmlns:a16="http://schemas.microsoft.com/office/drawing/2014/main" id="{F1E65488-62DC-4DB2-8DB8-059E8F11A452}"/>
              </a:ext>
            </a:extLst>
          </p:cNvPr>
          <p:cNvSpPr>
            <a:spLocks xmlns:a="http://schemas.openxmlformats.org/drawingml/2006/main" noGrp="1"/>
          </p:cNvSpPr>
          <p:nvPr/>
        </p:nvSpPr>
        <p:spPr>
          <a:xfrm xmlns:a="http://schemas.openxmlformats.org/drawingml/2006/main">
            <a:off x="3200400" y="42862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추가 필드 차단 단계의 운영 조건</a:t>
            </a:r>
          </a:p>
        </p:txBody>
      </p:sp>
      <p:sp>
        <p:nvSpPr>
          <p:cNvPr id="29" name="">
            <a:extLst xmlns:a="http://schemas.openxmlformats.org/drawingml/2006/main">
              <a:ext uri="{FF2B5EF4-FFF2-40B4-BE49-F238E27FC236}">
                <a16:creationId xmlns:a16="http://schemas.microsoft.com/office/drawing/2014/main" id="{B118E884-F40E-4C22-9D69-32C724F23B87}"/>
              </a:ext>
            </a:extLst>
          </p:cNvPr>
          <p:cNvSpPr>
            <a:spLocks xmlns:a="http://schemas.openxmlformats.org/drawingml/2006/main" noGrp="1"/>
          </p:cNvSpPr>
          <p:nvPr/>
        </p:nvSpPr>
        <p:spPr>
          <a:xfrm xmlns:a="http://schemas.openxmlformats.org/drawingml/2006/main">
            <a:off x="7620000" y="4133850"/>
            <a:ext cx="3905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30" name="">
            <a:extLst xmlns:a="http://schemas.openxmlformats.org/drawingml/2006/main">
              <a:ext uri="{FF2B5EF4-FFF2-40B4-BE49-F238E27FC236}">
                <a16:creationId xmlns:a16="http://schemas.microsoft.com/office/drawing/2014/main" id="{D97AB996-2DF7-4CAB-B5FF-954840D601B8}"/>
              </a:ext>
            </a:extLst>
          </p:cNvPr>
          <p:cNvSpPr>
            <a:spLocks xmlns:a="http://schemas.openxmlformats.org/drawingml/2006/main" noGrp="1"/>
          </p:cNvSpPr>
          <p:nvPr/>
        </p:nvSpPr>
        <p:spPr>
          <a:xfrm xmlns:a="http://schemas.openxmlformats.org/drawingml/2006/main">
            <a:off x="7772400" y="42862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비용·지연·권한을 확인</a:t>
            </a:r>
          </a:p>
        </p:txBody>
      </p:sp>
      <p:sp>
        <p:nvSpPr>
          <p:cNvPr id="31" name="">
            <a:extLst xmlns:a="http://schemas.openxmlformats.org/drawingml/2006/main">
              <a:ext uri="{FF2B5EF4-FFF2-40B4-BE49-F238E27FC236}">
                <a16:creationId xmlns:a16="http://schemas.microsoft.com/office/drawing/2014/main" id="{491DF740-F890-47E3-86AC-9F9FEC7336ED}"/>
              </a:ext>
            </a:extLst>
          </p:cNvPr>
          <p:cNvSpPr>
            <a:spLocks xmlns:a="http://schemas.openxmlformats.org/drawingml/2006/main" noGrp="1"/>
          </p:cNvSpPr>
          <p:nvPr/>
        </p:nvSpPr>
        <p:spPr>
          <a:xfrm xmlns:a="http://schemas.openxmlformats.org/drawingml/2006/main">
            <a:off x="666750" y="5010150"/>
            <a:ext cx="2381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2" name="">
            <a:extLst xmlns:a="http://schemas.openxmlformats.org/drawingml/2006/main">
              <a:ext uri="{FF2B5EF4-FFF2-40B4-BE49-F238E27FC236}">
                <a16:creationId xmlns:a16="http://schemas.microsoft.com/office/drawing/2014/main" id="{C68A6AFB-8A99-4EDA-97F0-D26E6BB9E286}"/>
              </a:ext>
            </a:extLst>
          </p:cNvPr>
          <p:cNvSpPr>
            <a:spLocks xmlns:a="http://schemas.openxmlformats.org/drawingml/2006/main" noGrp="1"/>
          </p:cNvSpPr>
          <p:nvPr/>
        </p:nvSpPr>
        <p:spPr>
          <a:xfrm xmlns:a="http://schemas.openxmlformats.org/drawingml/2006/main">
            <a:off x="819150" y="51625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null</a:t>
            </a:r>
          </a:p>
        </p:txBody>
      </p:sp>
      <p:sp>
        <p:nvSpPr>
          <p:cNvPr id="33" name="">
            <a:extLst xmlns:a="http://schemas.openxmlformats.org/drawingml/2006/main">
              <a:ext uri="{FF2B5EF4-FFF2-40B4-BE49-F238E27FC236}">
                <a16:creationId xmlns:a16="http://schemas.microsoft.com/office/drawing/2014/main" id="{96FE4B36-3320-4F96-9DCB-D6E92F029DA2}"/>
              </a:ext>
            </a:extLst>
          </p:cNvPr>
          <p:cNvSpPr>
            <a:spLocks xmlns:a="http://schemas.openxmlformats.org/drawingml/2006/main" noGrp="1"/>
          </p:cNvSpPr>
          <p:nvPr/>
        </p:nvSpPr>
        <p:spPr>
          <a:xfrm xmlns:a="http://schemas.openxmlformats.org/drawingml/2006/main">
            <a:off x="3048000" y="5010150"/>
            <a:ext cx="45720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4" name="">
            <a:extLst xmlns:a="http://schemas.openxmlformats.org/drawingml/2006/main">
              <a:ext uri="{FF2B5EF4-FFF2-40B4-BE49-F238E27FC236}">
                <a16:creationId xmlns:a16="http://schemas.microsoft.com/office/drawing/2014/main" id="{DF2AD234-3A9D-41ED-A099-89EFBF430404}"/>
              </a:ext>
            </a:extLst>
          </p:cNvPr>
          <p:cNvSpPr>
            <a:spLocks xmlns:a="http://schemas.openxmlformats.org/drawingml/2006/main" noGrp="1"/>
          </p:cNvSpPr>
          <p:nvPr/>
        </p:nvSpPr>
        <p:spPr>
          <a:xfrm xmlns:a="http://schemas.openxmlformats.org/drawingml/2006/main">
            <a:off x="3200400" y="51625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evidence 확인 단계의 판단 기록</a:t>
            </a:r>
          </a:p>
        </p:txBody>
      </p:sp>
      <p:sp>
        <p:nvSpPr>
          <p:cNvPr id="35" name="">
            <a:extLst xmlns:a="http://schemas.openxmlformats.org/drawingml/2006/main">
              <a:ext uri="{FF2B5EF4-FFF2-40B4-BE49-F238E27FC236}">
                <a16:creationId xmlns:a16="http://schemas.microsoft.com/office/drawing/2014/main" id="{4C308082-5F0E-457B-ABC8-021609D05685}"/>
              </a:ext>
            </a:extLst>
          </p:cNvPr>
          <p:cNvSpPr>
            <a:spLocks xmlns:a="http://schemas.openxmlformats.org/drawingml/2006/main" noGrp="1"/>
          </p:cNvSpPr>
          <p:nvPr/>
        </p:nvSpPr>
        <p:spPr>
          <a:xfrm xmlns:a="http://schemas.openxmlformats.org/drawingml/2006/main">
            <a:off x="7620000" y="5010150"/>
            <a:ext cx="3905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6" name="">
            <a:extLst xmlns:a="http://schemas.openxmlformats.org/drawingml/2006/main">
              <a:ext uri="{FF2B5EF4-FFF2-40B4-BE49-F238E27FC236}">
                <a16:creationId xmlns:a16="http://schemas.microsoft.com/office/drawing/2014/main" id="{6E2A9095-1AF2-4782-8B76-52792884C9C4}"/>
              </a:ext>
            </a:extLst>
          </p:cNvPr>
          <p:cNvSpPr>
            <a:spLocks xmlns:a="http://schemas.openxmlformats.org/drawingml/2006/main" noGrp="1"/>
          </p:cNvSpPr>
          <p:nvPr/>
        </p:nvSpPr>
        <p:spPr>
          <a:xfrm xmlns:a="http://schemas.openxmlformats.org/drawingml/2006/main">
            <a:off x="7772400" y="51625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사람 판단과 운영 기록을 확인</a:t>
            </a:r>
          </a:p>
        </p:txBody>
      </p:sp>
    </p:spTree>
    <p:extLst>
      <p:ext uri="{BB962C8B-B14F-4D97-AF65-F5344CB8AC3E}">
        <p14:creationId xmlns:p14="http://schemas.microsoft.com/office/powerpoint/2010/main" val="1387560874"/>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C70D731-E951-4940-AAE9-DD36E77FFD03}"/>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대표 실패</a:t>
            </a:r>
          </a:p>
        </p:txBody>
      </p:sp>
      <p:sp>
        <p:nvSpPr>
          <p:cNvPr id="2" name="">
            <a:extLst xmlns:a="http://schemas.openxmlformats.org/drawingml/2006/main">
              <a:ext uri="{FF2B5EF4-FFF2-40B4-BE49-F238E27FC236}">
                <a16:creationId xmlns:a16="http://schemas.microsoft.com/office/drawing/2014/main" id="{4A3CCC56-CE21-4307-B6AB-147C547E7C77}"/>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실패 사례</a:t>
            </a:r>
          </a:p>
        </p:txBody>
      </p:sp>
      <p:sp>
        <p:nvSpPr>
          <p:cNvPr id="3" name="">
            <a:extLst xmlns:a="http://schemas.openxmlformats.org/drawingml/2006/main">
              <a:ext uri="{FF2B5EF4-FFF2-40B4-BE49-F238E27FC236}">
                <a16:creationId xmlns:a16="http://schemas.microsoft.com/office/drawing/2014/main" id="{A127D970-7ADD-4901-86DB-6FD36B216A1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8E03CB33-62EE-4B07-8D74-CE6F5AC0422F}"/>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1C2B3494-8960-4714-AFC1-9242C9F4D24E}"/>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0556F651-1B69-486D-AE04-02AAD02E0CEC}"/>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102</a:t>
            </a:r>
          </a:p>
        </p:txBody>
      </p:sp>
      <p:sp>
        <p:nvSpPr>
          <p:cNvPr id="7" name="">
            <a:extLst xmlns:a="http://schemas.openxmlformats.org/drawingml/2006/main">
              <a:ext uri="{FF2B5EF4-FFF2-40B4-BE49-F238E27FC236}">
                <a16:creationId xmlns:a16="http://schemas.microsoft.com/office/drawing/2014/main" id="{FC6CB43B-D74D-4F20-90FF-C66CB45FF082}"/>
              </a:ext>
            </a:extLst>
          </p:cNvPr>
          <p:cNvSpPr>
            <a:spLocks xmlns:a="http://schemas.openxmlformats.org/drawingml/2006/main" noGrp="1"/>
          </p:cNvSpPr>
          <p:nvPr/>
        </p:nvSpPr>
        <p:spPr>
          <a:xfrm xmlns:a="http://schemas.openxmlformats.org/drawingml/2006/main">
            <a:off x="685800" y="1619250"/>
            <a:ext cx="4724400" cy="33147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434396E-A311-447C-9456-179A307F6C18}"/>
              </a:ext>
            </a:extLst>
          </p:cNvPr>
          <p:cNvSpPr>
            <a:spLocks xmlns:a="http://schemas.openxmlformats.org/drawingml/2006/main" noGrp="1"/>
          </p:cNvSpPr>
          <p:nvPr/>
        </p:nvSpPr>
        <p:spPr>
          <a:xfrm xmlns:a="http://schemas.openxmlformats.org/drawingml/2006/main">
            <a:off x="990600" y="19240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C7C7C7"/>
                </a:solidFill>
                <a:latin typeface="NanumGothic"/>
                <a:ea typeface="NanumGothic"/>
                <a:cs typeface="NanumGothic"/>
              </a:defRPr>
            </a:pPr>
            <a:r>
              <a:rPr sz="1050" b="1">
                <a:solidFill>
                  <a:srgbClr val="C7C7C7"/>
                </a:solidFill>
                <a:latin typeface="NanumGothic"/>
                <a:ea typeface="NanumGothic"/>
                <a:cs typeface="NanumGothic"/>
              </a:rPr>
              <a:t>실패</a:t>
            </a:r>
          </a:p>
        </p:txBody>
      </p:sp>
      <p:sp>
        <p:nvSpPr>
          <p:cNvPr id="9" name="">
            <a:extLst xmlns:a="http://schemas.openxmlformats.org/drawingml/2006/main">
              <a:ext uri="{FF2B5EF4-FFF2-40B4-BE49-F238E27FC236}">
                <a16:creationId xmlns:a16="http://schemas.microsoft.com/office/drawing/2014/main" id="{7C72CB0D-92C4-4D0A-B3C3-A9B0A8B7E94D}"/>
              </a:ext>
            </a:extLst>
          </p:cNvPr>
          <p:cNvSpPr>
            <a:spLocks xmlns:a="http://schemas.openxmlformats.org/drawingml/2006/main" noGrp="1"/>
          </p:cNvSpPr>
          <p:nvPr/>
        </p:nvSpPr>
        <p:spPr>
          <a:xfrm xmlns:a="http://schemas.openxmlformats.org/drawingml/2006/main">
            <a:off x="990600" y="2476500"/>
            <a:ext cx="41148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원문에 없는 담당자와 날짜를 빈칸 대신 추측한다.</a:t>
            </a:r>
          </a:p>
        </p:txBody>
      </p:sp>
      <p:sp>
        <p:nvSpPr>
          <p:cNvPr id="10" name="">
            <a:extLst xmlns:a="http://schemas.openxmlformats.org/drawingml/2006/main">
              <a:ext uri="{FF2B5EF4-FFF2-40B4-BE49-F238E27FC236}">
                <a16:creationId xmlns:a16="http://schemas.microsoft.com/office/drawing/2014/main" id="{8B1BEF43-D87E-4B37-B9D5-0A9380CAF040}"/>
              </a:ext>
            </a:extLst>
          </p:cNvPr>
          <p:cNvSpPr>
            <a:spLocks xmlns:a="http://schemas.openxmlformats.org/drawingml/2006/main" noGrp="1"/>
          </p:cNvSpPr>
          <p:nvPr/>
        </p:nvSpPr>
        <p:spPr>
          <a:xfrm xmlns:a="http://schemas.openxmlformats.org/drawingml/2006/main">
            <a:off x="5981700" y="19240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사용자 영향</a:t>
            </a:r>
          </a:p>
        </p:txBody>
      </p:sp>
      <p:sp>
        <p:nvSpPr>
          <p:cNvPr id="11" name="">
            <a:extLst xmlns:a="http://schemas.openxmlformats.org/drawingml/2006/main">
              <a:ext uri="{FF2B5EF4-FFF2-40B4-BE49-F238E27FC236}">
                <a16:creationId xmlns:a16="http://schemas.microsoft.com/office/drawing/2014/main" id="{5D942DE1-8028-4FF3-99CF-B83AC07BDF89}"/>
              </a:ext>
            </a:extLst>
          </p:cNvPr>
          <p:cNvSpPr>
            <a:spLocks xmlns:a="http://schemas.openxmlformats.org/drawingml/2006/main" noGrp="1"/>
          </p:cNvSpPr>
          <p:nvPr/>
        </p:nvSpPr>
        <p:spPr>
          <a:xfrm xmlns:a="http://schemas.openxmlformats.org/drawingml/2006/main">
            <a:off x="5981700" y="2476500"/>
            <a:ext cx="48196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1">
                <a:solidFill>
                  <a:srgbClr val="191919"/>
                </a:solidFill>
                <a:latin typeface="NanumGothic"/>
                <a:ea typeface="NanumGothic"/>
                <a:cs typeface="NanumGothic"/>
              </a:defRPr>
            </a:pPr>
            <a:r>
              <a:rPr sz="1875" b="1">
                <a:solidFill>
                  <a:srgbClr val="191919"/>
                </a:solidFill>
                <a:latin typeface="NanumGothic"/>
                <a:ea typeface="NanumGothic"/>
                <a:cs typeface="NanumGothic"/>
              </a:rPr>
              <a:t>원문에 없는 담당자와 날짜를 빈칸 대신 추측한다. 상태에서는 meeting_schema.json을 운영 판단에 사용할 수 없다.</a:t>
            </a:r>
          </a:p>
        </p:txBody>
      </p:sp>
      <p:sp>
        <p:nvSpPr>
          <p:cNvPr id="12" name="">
            <a:extLst xmlns:a="http://schemas.openxmlformats.org/drawingml/2006/main">
              <a:ext uri="{FF2B5EF4-FFF2-40B4-BE49-F238E27FC236}">
                <a16:creationId xmlns:a16="http://schemas.microsoft.com/office/drawing/2014/main" id="{E2ED9B87-0B46-4EE0-B604-94761652168D}"/>
              </a:ext>
            </a:extLst>
          </p:cNvPr>
          <p:cNvSpPr>
            <a:spLocks xmlns:a="http://schemas.openxmlformats.org/drawingml/2006/main" noGrp="1"/>
          </p:cNvSpPr>
          <p:nvPr/>
        </p:nvSpPr>
        <p:spPr>
          <a:xfrm xmlns:a="http://schemas.openxmlformats.org/drawingml/2006/main">
            <a:off x="1524000" y="5410200"/>
            <a:ext cx="914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회의록 Schema와 Pydantic 계약 실패가 재현돼야 복구 코드와 회귀 test를 만들 수 있습니다.</a:t>
            </a:r>
          </a:p>
        </p:txBody>
      </p:sp>
    </p:spTree>
    <p:extLst>
      <p:ext uri="{BB962C8B-B14F-4D97-AF65-F5344CB8AC3E}">
        <p14:creationId xmlns:p14="http://schemas.microsoft.com/office/powerpoint/2010/main" val="421101926"/>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F387F70-AC79-4F16-8F5A-9B9B02B0E709}"/>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복구 경로</a:t>
            </a:r>
          </a:p>
        </p:txBody>
      </p:sp>
      <p:sp>
        <p:nvSpPr>
          <p:cNvPr id="2" name="">
            <a:extLst xmlns:a="http://schemas.openxmlformats.org/drawingml/2006/main">
              <a:ext uri="{FF2B5EF4-FFF2-40B4-BE49-F238E27FC236}">
                <a16:creationId xmlns:a16="http://schemas.microsoft.com/office/drawing/2014/main" id="{AAEE888F-3392-46DB-B24B-F5B0BAC65A0D}"/>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오류 처리</a:t>
            </a:r>
          </a:p>
        </p:txBody>
      </p:sp>
      <p:sp>
        <p:nvSpPr>
          <p:cNvPr id="3" name="">
            <a:extLst xmlns:a="http://schemas.openxmlformats.org/drawingml/2006/main">
              <a:ext uri="{FF2B5EF4-FFF2-40B4-BE49-F238E27FC236}">
                <a16:creationId xmlns:a16="http://schemas.microsoft.com/office/drawing/2014/main" id="{0B5D88B9-136E-4A89-A6C8-BCF2A849271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A98DE177-7F03-4B42-9D7A-AD4AA2101474}"/>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072C60E0-A173-499C-9032-E174044804A2}"/>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F352755E-9F27-44C2-934B-8F2825D26513}"/>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103</a:t>
            </a:r>
          </a:p>
        </p:txBody>
      </p:sp>
      <p:sp>
        <p:nvSpPr>
          <p:cNvPr id="7" name="">
            <a:extLst xmlns:a="http://schemas.openxmlformats.org/drawingml/2006/main">
              <a:ext uri="{FF2B5EF4-FFF2-40B4-BE49-F238E27FC236}">
                <a16:creationId xmlns:a16="http://schemas.microsoft.com/office/drawing/2014/main" id="{3083E3CB-6420-4070-B9B9-C28D921D97DF}"/>
              </a:ext>
            </a:extLst>
          </p:cNvPr>
          <p:cNvSpPr>
            <a:spLocks xmlns:a="http://schemas.openxmlformats.org/drawingml/2006/main" noGrp="1"/>
          </p:cNvSpPr>
          <p:nvPr/>
        </p:nvSpPr>
        <p:spPr>
          <a:xfrm xmlns:a="http://schemas.openxmlformats.org/drawingml/2006/main">
            <a:off x="838200" y="15430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65840EB0-BA3B-4D69-B35F-219509A26AAE}"/>
              </a:ext>
            </a:extLst>
          </p:cNvPr>
          <p:cNvSpPr>
            <a:spLocks xmlns:a="http://schemas.openxmlformats.org/drawingml/2006/main" noGrp="1"/>
          </p:cNvSpPr>
          <p:nvPr/>
        </p:nvSpPr>
        <p:spPr>
          <a:xfrm xmlns:a="http://schemas.openxmlformats.org/drawingml/2006/main">
            <a:off x="1276350" y="16668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B7ED98FA-25BD-4805-B200-FB5C162D1A71}"/>
              </a:ext>
            </a:extLst>
          </p:cNvPr>
          <p:cNvSpPr>
            <a:spLocks xmlns:a="http://schemas.openxmlformats.org/drawingml/2006/main" noGrp="1"/>
          </p:cNvSpPr>
          <p:nvPr/>
        </p:nvSpPr>
        <p:spPr>
          <a:xfrm xmlns:a="http://schemas.openxmlformats.org/drawingml/2006/main">
            <a:off x="1752600" y="1504950"/>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탐지: automatic_email=true 또는 evidence 누락은 validation error다.</a:t>
            </a:r>
          </a:p>
        </p:txBody>
      </p:sp>
      <p:sp>
        <p:nvSpPr>
          <p:cNvPr id="10" name="">
            <a:extLst xmlns:a="http://schemas.openxmlformats.org/drawingml/2006/main">
              <a:ext uri="{FF2B5EF4-FFF2-40B4-BE49-F238E27FC236}">
                <a16:creationId xmlns:a16="http://schemas.microsoft.com/office/drawing/2014/main" id="{55CF7EB7-F905-4D8B-A377-E2007270E202}"/>
              </a:ext>
            </a:extLst>
          </p:cNvPr>
          <p:cNvSpPr>
            <a:spLocks xmlns:a="http://schemas.openxmlformats.org/drawingml/2006/main" noGrp="1"/>
          </p:cNvSpPr>
          <p:nvPr/>
        </p:nvSpPr>
        <p:spPr>
          <a:xfrm xmlns:a="http://schemas.openxmlformats.org/drawingml/2006/main">
            <a:off x="838200" y="254317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74ECA80A-B4C7-4EAF-B157-6733F85AB771}"/>
              </a:ext>
            </a:extLst>
          </p:cNvPr>
          <p:cNvSpPr>
            <a:spLocks xmlns:a="http://schemas.openxmlformats.org/drawingml/2006/main" noGrp="1"/>
          </p:cNvSpPr>
          <p:nvPr/>
        </p:nvSpPr>
        <p:spPr>
          <a:xfrm xmlns:a="http://schemas.openxmlformats.org/drawingml/2006/main">
            <a:off x="1276350" y="2667000"/>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DFD3336B-239A-4D6F-BB1B-D3673DC30514}"/>
              </a:ext>
            </a:extLst>
          </p:cNvPr>
          <p:cNvSpPr>
            <a:spLocks xmlns:a="http://schemas.openxmlformats.org/drawingml/2006/main" noGrp="1"/>
          </p:cNvSpPr>
          <p:nvPr/>
        </p:nvSpPr>
        <p:spPr>
          <a:xfrm xmlns:a="http://schemas.openxmlformats.org/drawingml/2006/main">
            <a:off x="1752600" y="2505075"/>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중단: 원문에 없는 담당자와 날짜를 빈칸 대신 추측한다.</a:t>
            </a:r>
          </a:p>
        </p:txBody>
      </p:sp>
      <p:sp>
        <p:nvSpPr>
          <p:cNvPr id="13" name="">
            <a:extLst xmlns:a="http://schemas.openxmlformats.org/drawingml/2006/main">
              <a:ext uri="{FF2B5EF4-FFF2-40B4-BE49-F238E27FC236}">
                <a16:creationId xmlns:a16="http://schemas.microsoft.com/office/drawing/2014/main" id="{7765CA46-78C6-493D-BC4A-79C58F1EDFC9}"/>
              </a:ext>
            </a:extLst>
          </p:cNvPr>
          <p:cNvSpPr>
            <a:spLocks xmlns:a="http://schemas.openxmlformats.org/drawingml/2006/main" noGrp="1"/>
          </p:cNvSpPr>
          <p:nvPr/>
        </p:nvSpPr>
        <p:spPr>
          <a:xfrm xmlns:a="http://schemas.openxmlformats.org/drawingml/2006/main">
            <a:off x="838200" y="35433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99D1D879-F606-4F41-A2B7-39F8F028AC97}"/>
              </a:ext>
            </a:extLst>
          </p:cNvPr>
          <p:cNvSpPr>
            <a:spLocks xmlns:a="http://schemas.openxmlformats.org/drawingml/2006/main" noGrp="1"/>
          </p:cNvSpPr>
          <p:nvPr/>
        </p:nvSpPr>
        <p:spPr>
          <a:xfrm xmlns:a="http://schemas.openxmlformats.org/drawingml/2006/main">
            <a:off x="1276350" y="36671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E9E66C96-55B7-40CB-8A32-D9310AF817FB}"/>
              </a:ext>
            </a:extLst>
          </p:cNvPr>
          <p:cNvSpPr>
            <a:spLocks xmlns:a="http://schemas.openxmlformats.org/drawingml/2006/main" noGrp="1"/>
          </p:cNvSpPr>
          <p:nvPr/>
        </p:nvSpPr>
        <p:spPr>
          <a:xfrm xmlns:a="http://schemas.openxmlformats.org/drawingml/2006/main">
            <a:off x="1752600" y="3505200"/>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복구: 미상값은 null로 두고 evidence가 없는 Action Item은 HOLD한다.</a:t>
            </a:r>
          </a:p>
        </p:txBody>
      </p:sp>
      <p:sp>
        <p:nvSpPr>
          <p:cNvPr id="16" name="">
            <a:extLst xmlns:a="http://schemas.openxmlformats.org/drawingml/2006/main">
              <a:ext uri="{FF2B5EF4-FFF2-40B4-BE49-F238E27FC236}">
                <a16:creationId xmlns:a16="http://schemas.microsoft.com/office/drawing/2014/main" id="{C0CAD558-6482-444F-A3CA-507514C0999A}"/>
              </a:ext>
            </a:extLst>
          </p:cNvPr>
          <p:cNvSpPr>
            <a:spLocks xmlns:a="http://schemas.openxmlformats.org/drawingml/2006/main" noGrp="1"/>
          </p:cNvSpPr>
          <p:nvPr/>
        </p:nvSpPr>
        <p:spPr>
          <a:xfrm xmlns:a="http://schemas.openxmlformats.org/drawingml/2006/main">
            <a:off x="838200" y="454342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5DB347BE-2574-4C53-B346-632F2932BFA8}"/>
              </a:ext>
            </a:extLst>
          </p:cNvPr>
          <p:cNvSpPr>
            <a:spLocks xmlns:a="http://schemas.openxmlformats.org/drawingml/2006/main" noGrp="1"/>
          </p:cNvSpPr>
          <p:nvPr/>
        </p:nvSpPr>
        <p:spPr>
          <a:xfrm xmlns:a="http://schemas.openxmlformats.org/drawingml/2006/main">
            <a:off x="1276350" y="4667250"/>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2B378BBE-F060-4629-ADCB-02A6B3F43834}"/>
              </a:ext>
            </a:extLst>
          </p:cNvPr>
          <p:cNvSpPr>
            <a:spLocks xmlns:a="http://schemas.openxmlformats.org/drawingml/2006/main" noGrp="1"/>
          </p:cNvSpPr>
          <p:nvPr/>
        </p:nvSpPr>
        <p:spPr>
          <a:xfrm xmlns:a="http://schemas.openxmlformats.org/drawingml/2006/main">
            <a:off x="1752600" y="4505325"/>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증거: meeting_schema.json과 test 결과를 함께 남긴다.</a:t>
            </a:r>
          </a:p>
        </p:txBody>
      </p:sp>
    </p:spTree>
    <p:extLst>
      <p:ext uri="{BB962C8B-B14F-4D97-AF65-F5344CB8AC3E}">
        <p14:creationId xmlns:p14="http://schemas.microsoft.com/office/powerpoint/2010/main" val="559132373"/>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07CC8E4-2476-4683-B5EA-00D5FDC2AEF0}"/>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Codex 검증 루프</a:t>
            </a:r>
          </a:p>
        </p:txBody>
      </p:sp>
      <p:sp>
        <p:nvSpPr>
          <p:cNvPr id="2" name="">
            <a:extLst xmlns:a="http://schemas.openxmlformats.org/drawingml/2006/main">
              <a:ext uri="{FF2B5EF4-FFF2-40B4-BE49-F238E27FC236}">
                <a16:creationId xmlns:a16="http://schemas.microsoft.com/office/drawing/2014/main" id="{50F5F812-1975-4A0A-9307-44E0D9F2CF44}"/>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공식·로컬 참고 화면</a:t>
            </a:r>
          </a:p>
        </p:txBody>
      </p:sp>
      <p:sp>
        <p:nvSpPr>
          <p:cNvPr id="3" name="">
            <a:extLst xmlns:a="http://schemas.openxmlformats.org/drawingml/2006/main">
              <a:ext uri="{FF2B5EF4-FFF2-40B4-BE49-F238E27FC236}">
                <a16:creationId xmlns:a16="http://schemas.microsoft.com/office/drawing/2014/main" id="{BD6E5BA6-45D3-4511-A54C-03A6EE38FB6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279BEFC3-0774-4DE6-B06E-C46831FFDABA}"/>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65C0B5EE-2A5E-44DB-A4E7-7CC2B63E88C7}"/>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3FF3C880-0429-4B7B-8CC6-3A145080512E}"/>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104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fe3fd55f9354752"/>
          <a:stretch xmlns:a="http://schemas.openxmlformats.org/drawingml/2006/main"/>
        </p:blipFill>
        <p:spPr>
          <a:xfrm xmlns:a="http://schemas.openxmlformats.org/drawingml/2006/main">
            <a:off x="5010150" y="1830586"/>
            <a:ext cx="6191250" cy="3482578"/>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737D1D5-F54B-4085-8DDE-9CAF1067BD10}"/>
              </a:ext>
            </a:extLst>
          </p:cNvPr>
          <p:cNvSpPr>
            <a:spLocks xmlns:a="http://schemas.openxmlformats.org/drawingml/2006/main" noGrp="1"/>
          </p:cNvSpPr>
          <p:nvPr/>
        </p:nvSpPr>
        <p:spPr>
          <a:xfrm xmlns:a="http://schemas.openxmlformats.org/drawingml/2006/main">
            <a:off x="685800" y="1714500"/>
            <a:ext cx="382905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025" b="1">
                <a:solidFill>
                  <a:srgbClr val="191919"/>
                </a:solidFill>
                <a:latin typeface="NanumGothic"/>
                <a:ea typeface="NanumGothic"/>
                <a:cs typeface="NanumGothic"/>
              </a:defRPr>
            </a:pPr>
            <a:r>
              <a:rPr sz="2025" b="1">
                <a:solidFill>
                  <a:srgbClr val="191919"/>
                </a:solidFill>
                <a:latin typeface="NanumGothic"/>
                <a:ea typeface="NanumGothic"/>
                <a:cs typeface="NanumGothic"/>
              </a:rPr>
              <a:t>src/course_services/meeting_service.py의 책임을 찾고 meeting_schema.json 계약을 focused test로 고정합니다.</a:t>
            </a:r>
          </a:p>
        </p:txBody>
      </p:sp>
      <p:sp>
        <p:nvSpPr>
          <p:cNvPr id="9" name="">
            <a:extLst xmlns:a="http://schemas.openxmlformats.org/drawingml/2006/main">
              <a:ext uri="{FF2B5EF4-FFF2-40B4-BE49-F238E27FC236}">
                <a16:creationId xmlns:a16="http://schemas.microsoft.com/office/drawing/2014/main" id="{C535F2D2-95D7-4C1E-A357-90167823BA5E}"/>
              </a:ext>
            </a:extLst>
          </p:cNvPr>
          <p:cNvSpPr>
            <a:spLocks xmlns:a="http://schemas.openxmlformats.org/drawingml/2006/main" noGrp="1"/>
          </p:cNvSpPr>
          <p:nvPr/>
        </p:nvSpPr>
        <p:spPr>
          <a:xfrm xmlns:a="http://schemas.openxmlformats.org/drawingml/2006/main">
            <a:off x="685800" y="3867150"/>
            <a:ext cx="38290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회의록 Schema와 Pydantic 계약</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저장소 이해 → 허용 범위 변경</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 focused test → diff 리뷰</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 사람 merge</a:t>
            </a:r>
          </a:p>
        </p:txBody>
      </p:sp>
    </p:spTree>
    <p:extLst>
      <p:ext uri="{BB962C8B-B14F-4D97-AF65-F5344CB8AC3E}">
        <p14:creationId xmlns:p14="http://schemas.microsoft.com/office/powerpoint/2010/main" val="292283730"/>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C5C37AF-8026-4CE9-9410-5FB9F19276B1}"/>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Codex 작업 명세</a:t>
            </a:r>
          </a:p>
        </p:txBody>
      </p:sp>
      <p:sp>
        <p:nvSpPr>
          <p:cNvPr id="2" name="">
            <a:extLst xmlns:a="http://schemas.openxmlformats.org/drawingml/2006/main">
              <a:ext uri="{FF2B5EF4-FFF2-40B4-BE49-F238E27FC236}">
                <a16:creationId xmlns:a16="http://schemas.microsoft.com/office/drawing/2014/main" id="{FF6247A8-6D25-42D7-AF85-FEC8CD69222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작업 요청 예시</a:t>
            </a:r>
          </a:p>
        </p:txBody>
      </p:sp>
      <p:sp>
        <p:nvSpPr>
          <p:cNvPr id="3" name="">
            <a:extLst xmlns:a="http://schemas.openxmlformats.org/drawingml/2006/main">
              <a:ext uri="{FF2B5EF4-FFF2-40B4-BE49-F238E27FC236}">
                <a16:creationId xmlns:a16="http://schemas.microsoft.com/office/drawing/2014/main" id="{3D03A812-BDD8-4641-A6CA-8E0C5F628A1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224C1BB7-D5D7-47AE-850D-87C970A33AC6}"/>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084EA349-4C20-4FED-A8C1-C1F63041AB40}"/>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B476682E-4485-4AC5-BD18-79E5008B94BA}"/>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105</a:t>
            </a:r>
          </a:p>
        </p:txBody>
      </p:sp>
      <p:sp>
        <p:nvSpPr>
          <p:cNvPr id="7" name="">
            <a:extLst xmlns:a="http://schemas.openxmlformats.org/drawingml/2006/main">
              <a:ext uri="{FF2B5EF4-FFF2-40B4-BE49-F238E27FC236}">
                <a16:creationId xmlns:a16="http://schemas.microsoft.com/office/drawing/2014/main" id="{9157CEBE-EDA2-4F27-AADB-84496A32F39C}"/>
              </a:ext>
            </a:extLst>
          </p:cNvPr>
          <p:cNvSpPr>
            <a:spLocks xmlns:a="http://schemas.openxmlformats.org/drawingml/2006/main" noGrp="1"/>
          </p:cNvSpPr>
          <p:nvPr/>
        </p:nvSpPr>
        <p:spPr>
          <a:xfrm xmlns:a="http://schemas.openxmlformats.org/drawingml/2006/main">
            <a:off x="685800" y="15811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목표</a:t>
            </a:r>
          </a:p>
        </p:txBody>
      </p:sp>
      <p:sp>
        <p:nvSpPr>
          <p:cNvPr id="8" name="">
            <a:extLst xmlns:a="http://schemas.openxmlformats.org/drawingml/2006/main">
              <a:ext uri="{FF2B5EF4-FFF2-40B4-BE49-F238E27FC236}">
                <a16:creationId xmlns:a16="http://schemas.microsoft.com/office/drawing/2014/main" id="{D074332C-8EE1-413B-BC4E-C36343EA4840}"/>
              </a:ext>
            </a:extLst>
          </p:cNvPr>
          <p:cNvSpPr>
            <a:spLocks xmlns:a="http://schemas.openxmlformats.org/drawingml/2006/main" noGrp="1"/>
          </p:cNvSpPr>
          <p:nvPr/>
        </p:nvSpPr>
        <p:spPr>
          <a:xfrm xmlns:a="http://schemas.openxmlformats.org/drawingml/2006/main">
            <a:off x="2286000" y="142875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9" name="">
            <a:extLst xmlns:a="http://schemas.openxmlformats.org/drawingml/2006/main">
              <a:ext uri="{FF2B5EF4-FFF2-40B4-BE49-F238E27FC236}">
                <a16:creationId xmlns:a16="http://schemas.microsoft.com/office/drawing/2014/main" id="{0A2FDD24-7A5E-4E7C-B2A4-B637EADAC1EC}"/>
              </a:ext>
            </a:extLst>
          </p:cNvPr>
          <p:cNvSpPr>
            <a:spLocks xmlns:a="http://schemas.openxmlformats.org/drawingml/2006/main" noGrp="1"/>
          </p:cNvSpPr>
          <p:nvPr/>
        </p:nvSpPr>
        <p:spPr>
          <a:xfrm xmlns:a="http://schemas.openxmlformats.org/drawingml/2006/main">
            <a:off x="2533650" y="158115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1">
                <a:solidFill>
                  <a:srgbClr val="191919"/>
                </a:solidFill>
                <a:latin typeface="NanumGothic"/>
                <a:ea typeface="NanumGothic"/>
                <a:cs typeface="NanumGothic"/>
              </a:defRPr>
            </a:pPr>
            <a:r>
              <a:rPr sz="1425" b="1">
                <a:solidFill>
                  <a:srgbClr val="191919"/>
                </a:solidFill>
                <a:latin typeface="NanumGothic"/>
                <a:ea typeface="NanumGothic"/>
                <a:cs typeface="NanumGothic"/>
              </a:rPr>
              <a:t>회의 schema에 필드를 추가하고 extra=forbid·누락 field test를 함께 만든다.</a:t>
            </a:r>
          </a:p>
        </p:txBody>
      </p:sp>
      <p:sp>
        <p:nvSpPr>
          <p:cNvPr id="10" name="">
            <a:extLst xmlns:a="http://schemas.openxmlformats.org/drawingml/2006/main">
              <a:ext uri="{FF2B5EF4-FFF2-40B4-BE49-F238E27FC236}">
                <a16:creationId xmlns:a16="http://schemas.microsoft.com/office/drawing/2014/main" id="{39311065-1B4A-4E32-ADD2-29EF3AD882ED}"/>
              </a:ext>
            </a:extLst>
          </p:cNvPr>
          <p:cNvSpPr>
            <a:spLocks xmlns:a="http://schemas.openxmlformats.org/drawingml/2006/main" noGrp="1"/>
          </p:cNvSpPr>
          <p:nvPr/>
        </p:nvSpPr>
        <p:spPr>
          <a:xfrm xmlns:a="http://schemas.openxmlformats.org/drawingml/2006/main">
            <a:off x="685800" y="27051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허용 경로</a:t>
            </a:r>
          </a:p>
        </p:txBody>
      </p:sp>
      <p:sp>
        <p:nvSpPr>
          <p:cNvPr id="11" name="">
            <a:extLst xmlns:a="http://schemas.openxmlformats.org/drawingml/2006/main">
              <a:ext uri="{FF2B5EF4-FFF2-40B4-BE49-F238E27FC236}">
                <a16:creationId xmlns:a16="http://schemas.microsoft.com/office/drawing/2014/main" id="{FEB4C1AE-5478-4F27-8667-CACB757B8BBF}"/>
              </a:ext>
            </a:extLst>
          </p:cNvPr>
          <p:cNvSpPr>
            <a:spLocks xmlns:a="http://schemas.openxmlformats.org/drawingml/2006/main" noGrp="1"/>
          </p:cNvSpPr>
          <p:nvPr/>
        </p:nvSpPr>
        <p:spPr>
          <a:xfrm xmlns:a="http://schemas.openxmlformats.org/drawingml/2006/main">
            <a:off x="2286000" y="255270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5CA0D61E-FA61-4DAC-8E4B-C77892920B81}"/>
              </a:ext>
            </a:extLst>
          </p:cNvPr>
          <p:cNvSpPr>
            <a:spLocks xmlns:a="http://schemas.openxmlformats.org/drawingml/2006/main" noGrp="1"/>
          </p:cNvSpPr>
          <p:nvPr/>
        </p:nvSpPr>
        <p:spPr>
          <a:xfrm xmlns:a="http://schemas.openxmlformats.org/drawingml/2006/main">
            <a:off x="2533650" y="270510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src/course_services/meeting_service.py</a:t>
            </a:r>
          </a:p>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tests/test_langchain_langgraph_lab.py</a:t>
            </a:r>
          </a:p>
        </p:txBody>
      </p:sp>
      <p:sp>
        <p:nvSpPr>
          <p:cNvPr id="13" name="">
            <a:extLst xmlns:a="http://schemas.openxmlformats.org/drawingml/2006/main">
              <a:ext uri="{FF2B5EF4-FFF2-40B4-BE49-F238E27FC236}">
                <a16:creationId xmlns:a16="http://schemas.microsoft.com/office/drawing/2014/main" id="{54ED4C6D-2C1E-4991-99FB-43935F13BD79}"/>
              </a:ext>
            </a:extLst>
          </p:cNvPr>
          <p:cNvSpPr>
            <a:spLocks xmlns:a="http://schemas.openxmlformats.org/drawingml/2006/main" noGrp="1"/>
          </p:cNvSpPr>
          <p:nvPr/>
        </p:nvSpPr>
        <p:spPr>
          <a:xfrm xmlns:a="http://schemas.openxmlformats.org/drawingml/2006/main">
            <a:off x="685800" y="38290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완료 조건</a:t>
            </a:r>
          </a:p>
        </p:txBody>
      </p:sp>
      <p:sp>
        <p:nvSpPr>
          <p:cNvPr id="14" name="">
            <a:extLst xmlns:a="http://schemas.openxmlformats.org/drawingml/2006/main">
              <a:ext uri="{FF2B5EF4-FFF2-40B4-BE49-F238E27FC236}">
                <a16:creationId xmlns:a16="http://schemas.microsoft.com/office/drawing/2014/main" id="{5D8DB464-0A8A-41B8-9A9C-01A934360550}"/>
              </a:ext>
            </a:extLst>
          </p:cNvPr>
          <p:cNvSpPr>
            <a:spLocks xmlns:a="http://schemas.openxmlformats.org/drawingml/2006/main" noGrp="1"/>
          </p:cNvSpPr>
          <p:nvPr/>
        </p:nvSpPr>
        <p:spPr>
          <a:xfrm xmlns:a="http://schemas.openxmlformats.org/drawingml/2006/main">
            <a:off x="2286000" y="3676650"/>
            <a:ext cx="8763000" cy="800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5" name="">
            <a:extLst xmlns:a="http://schemas.openxmlformats.org/drawingml/2006/main">
              <a:ext uri="{FF2B5EF4-FFF2-40B4-BE49-F238E27FC236}">
                <a16:creationId xmlns:a16="http://schemas.microsoft.com/office/drawing/2014/main" id="{F49D3B99-E036-433A-B838-D17E563C293E}"/>
              </a:ext>
            </a:extLst>
          </p:cNvPr>
          <p:cNvSpPr>
            <a:spLocks xmlns:a="http://schemas.openxmlformats.org/drawingml/2006/main" noGrp="1"/>
          </p:cNvSpPr>
          <p:nvPr/>
        </p:nvSpPr>
        <p:spPr>
          <a:xfrm xmlns:a="http://schemas.openxmlformats.org/drawingml/2006/main">
            <a:off x="2533650" y="382905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세 개 Action Item이 evidence_ids와 함께 validate된다.</a:t>
            </a:r>
          </a:p>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automatic_email=true 또는 evidence 누락은 validation error다.</a:t>
            </a:r>
          </a:p>
        </p:txBody>
      </p:sp>
      <p:sp>
        <p:nvSpPr>
          <p:cNvPr id="16" name="">
            <a:extLst xmlns:a="http://schemas.openxmlformats.org/drawingml/2006/main">
              <a:ext uri="{FF2B5EF4-FFF2-40B4-BE49-F238E27FC236}">
                <a16:creationId xmlns:a16="http://schemas.microsoft.com/office/drawing/2014/main" id="{AB62B60E-67C6-403F-9B57-C5E7B9DB6940}"/>
              </a:ext>
            </a:extLst>
          </p:cNvPr>
          <p:cNvSpPr>
            <a:spLocks xmlns:a="http://schemas.openxmlformats.org/drawingml/2006/main" noGrp="1"/>
          </p:cNvSpPr>
          <p:nvPr/>
        </p:nvSpPr>
        <p:spPr>
          <a:xfrm xmlns:a="http://schemas.openxmlformats.org/drawingml/2006/main">
            <a:off x="685800" y="49530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금지</a:t>
            </a:r>
          </a:p>
        </p:txBody>
      </p:sp>
      <p:sp>
        <p:nvSpPr>
          <p:cNvPr id="17" name="">
            <a:extLst xmlns:a="http://schemas.openxmlformats.org/drawingml/2006/main">
              <a:ext uri="{FF2B5EF4-FFF2-40B4-BE49-F238E27FC236}">
                <a16:creationId xmlns:a16="http://schemas.microsoft.com/office/drawing/2014/main" id="{59A0B402-50B8-4B57-99E0-6C8CC85D2D80}"/>
              </a:ext>
            </a:extLst>
          </p:cNvPr>
          <p:cNvSpPr>
            <a:spLocks xmlns:a="http://schemas.openxmlformats.org/drawingml/2006/main" noGrp="1"/>
          </p:cNvSpPr>
          <p:nvPr/>
        </p:nvSpPr>
        <p:spPr>
          <a:xfrm xmlns:a="http://schemas.openxmlformats.org/drawingml/2006/main">
            <a:off x="2286000" y="480060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670C6F24-DDC1-4037-A931-70C563C02A1B}"/>
              </a:ext>
            </a:extLst>
          </p:cNvPr>
          <p:cNvSpPr>
            <a:spLocks xmlns:a="http://schemas.openxmlformats.org/drawingml/2006/main" noGrp="1"/>
          </p:cNvSpPr>
          <p:nvPr/>
        </p:nvSpPr>
        <p:spPr>
          <a:xfrm xmlns:a="http://schemas.openxmlformats.org/drawingml/2006/main">
            <a:off x="2533650" y="495300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회의록 Schema와 Pydantic 계약: secret 출력 · workspace 밖 변경 · test 약화 · 승인 없는 외부 쓰기</a:t>
            </a:r>
          </a:p>
        </p:txBody>
      </p:sp>
    </p:spTree>
    <p:extLst>
      <p:ext uri="{BB962C8B-B14F-4D97-AF65-F5344CB8AC3E}">
        <p14:creationId xmlns:p14="http://schemas.microsoft.com/office/powerpoint/2010/main" val="1374686146"/>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0B9BD7B-2F5D-4DA2-B1F9-0143977ECE4D}"/>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독립 리뷰</a:t>
            </a:r>
          </a:p>
        </p:txBody>
      </p:sp>
      <p:sp>
        <p:nvSpPr>
          <p:cNvPr id="2" name="">
            <a:extLst xmlns:a="http://schemas.openxmlformats.org/drawingml/2006/main">
              <a:ext uri="{FF2B5EF4-FFF2-40B4-BE49-F238E27FC236}">
                <a16:creationId xmlns:a16="http://schemas.microsoft.com/office/drawing/2014/main" id="{AE09D8D5-F3D8-4503-9E02-708B3E26A121}"/>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Codex·Claude Code</a:t>
            </a:r>
          </a:p>
        </p:txBody>
      </p:sp>
      <p:sp>
        <p:nvSpPr>
          <p:cNvPr id="3" name="">
            <a:extLst xmlns:a="http://schemas.openxmlformats.org/drawingml/2006/main">
              <a:ext uri="{FF2B5EF4-FFF2-40B4-BE49-F238E27FC236}">
                <a16:creationId xmlns:a16="http://schemas.microsoft.com/office/drawing/2014/main" id="{AD8D3F0E-D194-40AD-838F-587EDA886A3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60F3339A-26C5-4BC5-A7FA-CB2CC1F051FC}"/>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3486EB75-E655-4927-81AC-225BC6DE8636}"/>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696A5649-F049-428E-B9E3-AB55C59DC479}"/>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106</a:t>
            </a:r>
          </a:p>
        </p:txBody>
      </p:sp>
      <p:sp>
        <p:nvSpPr>
          <p:cNvPr id="7" name="">
            <a:extLst xmlns:a="http://schemas.openxmlformats.org/drawingml/2006/main">
              <a:ext uri="{FF2B5EF4-FFF2-40B4-BE49-F238E27FC236}">
                <a16:creationId xmlns:a16="http://schemas.microsoft.com/office/drawing/2014/main" id="{D3046932-40AD-423C-9894-6266303CB10A}"/>
              </a:ext>
            </a:extLst>
          </p:cNvPr>
          <p:cNvSpPr>
            <a:spLocks xmlns:a="http://schemas.openxmlformats.org/drawingml/2006/main" noGrp="1"/>
          </p:cNvSpPr>
          <p:nvPr/>
        </p:nvSpPr>
        <p:spPr>
          <a:xfrm xmlns:a="http://schemas.openxmlformats.org/drawingml/2006/main">
            <a:off x="723900" y="16192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0DC0F8FD-A6FE-45FF-B69A-61962770720D}"/>
              </a:ext>
            </a:extLst>
          </p:cNvPr>
          <p:cNvSpPr>
            <a:spLocks xmlns:a="http://schemas.openxmlformats.org/drawingml/2006/main" noGrp="1"/>
          </p:cNvSpPr>
          <p:nvPr/>
        </p:nvSpPr>
        <p:spPr>
          <a:xfrm xmlns:a="http://schemas.openxmlformats.org/drawingml/2006/main">
            <a:off x="1428750" y="15049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Codex diff</a:t>
            </a:r>
          </a:p>
        </p:txBody>
      </p:sp>
      <p:sp>
        <p:nvSpPr>
          <p:cNvPr id="9" name="">
            <a:extLst xmlns:a="http://schemas.openxmlformats.org/drawingml/2006/main">
              <a:ext uri="{FF2B5EF4-FFF2-40B4-BE49-F238E27FC236}">
                <a16:creationId xmlns:a16="http://schemas.microsoft.com/office/drawing/2014/main" id="{FA1DBA02-8B86-4CC3-B1D8-CFB8F14346F6}"/>
              </a:ext>
            </a:extLst>
          </p:cNvPr>
          <p:cNvSpPr>
            <a:spLocks xmlns:a="http://schemas.openxmlformats.org/drawingml/2006/main" noGrp="1"/>
          </p:cNvSpPr>
          <p:nvPr/>
        </p:nvSpPr>
        <p:spPr>
          <a:xfrm xmlns:a="http://schemas.openxmlformats.org/drawingml/2006/main">
            <a:off x="3733800" y="17716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2BA0DC58-ED18-4720-ADB3-05F6768B56DE}"/>
              </a:ext>
            </a:extLst>
          </p:cNvPr>
          <p:cNvSpPr>
            <a:spLocks xmlns:a="http://schemas.openxmlformats.org/drawingml/2006/main" noGrp="1"/>
          </p:cNvSpPr>
          <p:nvPr/>
        </p:nvSpPr>
        <p:spPr>
          <a:xfrm xmlns:a="http://schemas.openxmlformats.org/drawingml/2006/main">
            <a:off x="4629150" y="15049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회의록 Schema와 Pydantic 계약 허용 경로 밖 파일이 바뀌지 않았는가</a:t>
            </a:r>
          </a:p>
        </p:txBody>
      </p:sp>
      <p:sp>
        <p:nvSpPr>
          <p:cNvPr id="11" name="">
            <a:extLst xmlns:a="http://schemas.openxmlformats.org/drawingml/2006/main">
              <a:ext uri="{FF2B5EF4-FFF2-40B4-BE49-F238E27FC236}">
                <a16:creationId xmlns:a16="http://schemas.microsoft.com/office/drawing/2014/main" id="{D48AA4FB-21E3-4BEB-93DA-FE02AF9134D5}"/>
              </a:ext>
            </a:extLst>
          </p:cNvPr>
          <p:cNvSpPr>
            <a:spLocks xmlns:a="http://schemas.openxmlformats.org/drawingml/2006/main" noGrp="1"/>
          </p:cNvSpPr>
          <p:nvPr/>
        </p:nvSpPr>
        <p:spPr>
          <a:xfrm xmlns:a="http://schemas.openxmlformats.org/drawingml/2006/main">
            <a:off x="723900" y="26860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6D0B7127-A1FE-4256-AD91-2DE0DC49F7DA}"/>
              </a:ext>
            </a:extLst>
          </p:cNvPr>
          <p:cNvSpPr>
            <a:spLocks xmlns:a="http://schemas.openxmlformats.org/drawingml/2006/main" noGrp="1"/>
          </p:cNvSpPr>
          <p:nvPr/>
        </p:nvSpPr>
        <p:spPr>
          <a:xfrm xmlns:a="http://schemas.openxmlformats.org/drawingml/2006/main">
            <a:off x="1428750" y="25717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Focused test</a:t>
            </a:r>
          </a:p>
        </p:txBody>
      </p:sp>
      <p:sp>
        <p:nvSpPr>
          <p:cNvPr id="13" name="">
            <a:extLst xmlns:a="http://schemas.openxmlformats.org/drawingml/2006/main">
              <a:ext uri="{FF2B5EF4-FFF2-40B4-BE49-F238E27FC236}">
                <a16:creationId xmlns:a16="http://schemas.microsoft.com/office/drawing/2014/main" id="{2C729297-318E-4E44-9F91-74E6B9DC99C9}"/>
              </a:ext>
            </a:extLst>
          </p:cNvPr>
          <p:cNvSpPr>
            <a:spLocks xmlns:a="http://schemas.openxmlformats.org/drawingml/2006/main" noGrp="1"/>
          </p:cNvSpPr>
          <p:nvPr/>
        </p:nvSpPr>
        <p:spPr>
          <a:xfrm xmlns:a="http://schemas.openxmlformats.org/drawingml/2006/main">
            <a:off x="3733800" y="28384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0A45056E-DFBE-49AE-81C5-D31E13B22A08}"/>
              </a:ext>
            </a:extLst>
          </p:cNvPr>
          <p:cNvSpPr>
            <a:spLocks xmlns:a="http://schemas.openxmlformats.org/drawingml/2006/main" noGrp="1"/>
          </p:cNvSpPr>
          <p:nvPr/>
        </p:nvSpPr>
        <p:spPr>
          <a:xfrm xmlns:a="http://schemas.openxmlformats.org/drawingml/2006/main">
            <a:off x="4629150" y="25717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세 개 Action Item이 evidence_ids와 함께 validate된다.</a:t>
            </a:r>
          </a:p>
        </p:txBody>
      </p:sp>
      <p:sp>
        <p:nvSpPr>
          <p:cNvPr id="15" name="">
            <a:extLst xmlns:a="http://schemas.openxmlformats.org/drawingml/2006/main">
              <a:ext uri="{FF2B5EF4-FFF2-40B4-BE49-F238E27FC236}">
                <a16:creationId xmlns:a16="http://schemas.microsoft.com/office/drawing/2014/main" id="{F7C3D1DC-3BB7-4F11-A782-0975685ABB77}"/>
              </a:ext>
            </a:extLst>
          </p:cNvPr>
          <p:cNvSpPr>
            <a:spLocks xmlns:a="http://schemas.openxmlformats.org/drawingml/2006/main" noGrp="1"/>
          </p:cNvSpPr>
          <p:nvPr/>
        </p:nvSpPr>
        <p:spPr>
          <a:xfrm xmlns:a="http://schemas.openxmlformats.org/drawingml/2006/main">
            <a:off x="723900" y="37528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03</a:t>
            </a:r>
          </a:p>
        </p:txBody>
      </p:sp>
      <p:sp>
        <p:nvSpPr>
          <p:cNvPr id="16" name="">
            <a:extLst xmlns:a="http://schemas.openxmlformats.org/drawingml/2006/main">
              <a:ext uri="{FF2B5EF4-FFF2-40B4-BE49-F238E27FC236}">
                <a16:creationId xmlns:a16="http://schemas.microsoft.com/office/drawing/2014/main" id="{7FC1582D-6DC6-4B01-82B5-2E75D88650C6}"/>
              </a:ext>
            </a:extLst>
          </p:cNvPr>
          <p:cNvSpPr>
            <a:spLocks xmlns:a="http://schemas.openxmlformats.org/drawingml/2006/main" noGrp="1"/>
          </p:cNvSpPr>
          <p:nvPr/>
        </p:nvSpPr>
        <p:spPr>
          <a:xfrm xmlns:a="http://schemas.openxmlformats.org/drawingml/2006/main">
            <a:off x="1428750" y="36385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Claude review</a:t>
            </a:r>
          </a:p>
        </p:txBody>
      </p:sp>
      <p:sp>
        <p:nvSpPr>
          <p:cNvPr id="17" name="">
            <a:extLst xmlns:a="http://schemas.openxmlformats.org/drawingml/2006/main">
              <a:ext uri="{FF2B5EF4-FFF2-40B4-BE49-F238E27FC236}">
                <a16:creationId xmlns:a16="http://schemas.microsoft.com/office/drawing/2014/main" id="{B035D44F-E7EA-438B-8918-812CFEDA88C9}"/>
              </a:ext>
            </a:extLst>
          </p:cNvPr>
          <p:cNvSpPr>
            <a:spLocks xmlns:a="http://schemas.openxmlformats.org/drawingml/2006/main" noGrp="1"/>
          </p:cNvSpPr>
          <p:nvPr/>
        </p:nvSpPr>
        <p:spPr>
          <a:xfrm xmlns:a="http://schemas.openxmlformats.org/drawingml/2006/main">
            <a:off x="3733800" y="39052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722D18BF-0478-4C8E-8263-968972A80879}"/>
              </a:ext>
            </a:extLst>
          </p:cNvPr>
          <p:cNvSpPr>
            <a:spLocks xmlns:a="http://schemas.openxmlformats.org/drawingml/2006/main" noGrp="1"/>
          </p:cNvSpPr>
          <p:nvPr/>
        </p:nvSpPr>
        <p:spPr>
          <a:xfrm xmlns:a="http://schemas.openxmlformats.org/drawingml/2006/main">
            <a:off x="4629150" y="36385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meeting_schema.json 변경 라인·누락 경계를 별도 session에서 검토</a:t>
            </a:r>
          </a:p>
        </p:txBody>
      </p:sp>
      <p:sp>
        <p:nvSpPr>
          <p:cNvPr id="19" name="">
            <a:extLst xmlns:a="http://schemas.openxmlformats.org/drawingml/2006/main">
              <a:ext uri="{FF2B5EF4-FFF2-40B4-BE49-F238E27FC236}">
                <a16:creationId xmlns:a16="http://schemas.microsoft.com/office/drawing/2014/main" id="{922FF65D-69BB-4562-B8BC-4D82273A854B}"/>
              </a:ext>
            </a:extLst>
          </p:cNvPr>
          <p:cNvSpPr>
            <a:spLocks xmlns:a="http://schemas.openxmlformats.org/drawingml/2006/main" noGrp="1"/>
          </p:cNvSpPr>
          <p:nvPr/>
        </p:nvSpPr>
        <p:spPr>
          <a:xfrm xmlns:a="http://schemas.openxmlformats.org/drawingml/2006/main">
            <a:off x="723900" y="48196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04</a:t>
            </a:r>
          </a:p>
        </p:txBody>
      </p:sp>
      <p:sp>
        <p:nvSpPr>
          <p:cNvPr id="20" name="">
            <a:extLst xmlns:a="http://schemas.openxmlformats.org/drawingml/2006/main">
              <a:ext uri="{FF2B5EF4-FFF2-40B4-BE49-F238E27FC236}">
                <a16:creationId xmlns:a16="http://schemas.microsoft.com/office/drawing/2014/main" id="{A36DEB62-7B11-46A0-A00F-4639B622A9E3}"/>
              </a:ext>
            </a:extLst>
          </p:cNvPr>
          <p:cNvSpPr>
            <a:spLocks xmlns:a="http://schemas.openxmlformats.org/drawingml/2006/main" noGrp="1"/>
          </p:cNvSpPr>
          <p:nvPr/>
        </p:nvSpPr>
        <p:spPr>
          <a:xfrm xmlns:a="http://schemas.openxmlformats.org/drawingml/2006/main">
            <a:off x="1428750" y="47053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Human merge</a:t>
            </a:r>
          </a:p>
        </p:txBody>
      </p:sp>
      <p:sp>
        <p:nvSpPr>
          <p:cNvPr id="21" name="">
            <a:extLst xmlns:a="http://schemas.openxmlformats.org/drawingml/2006/main">
              <a:ext uri="{FF2B5EF4-FFF2-40B4-BE49-F238E27FC236}">
                <a16:creationId xmlns:a16="http://schemas.microsoft.com/office/drawing/2014/main" id="{525EB8C4-70CC-4370-A6DF-C8D447246A7B}"/>
              </a:ext>
            </a:extLst>
          </p:cNvPr>
          <p:cNvSpPr>
            <a:spLocks xmlns:a="http://schemas.openxmlformats.org/drawingml/2006/main" noGrp="1"/>
          </p:cNvSpPr>
          <p:nvPr/>
        </p:nvSpPr>
        <p:spPr>
          <a:xfrm xmlns:a="http://schemas.openxmlformats.org/drawingml/2006/main">
            <a:off x="3733800" y="49720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22" name="">
            <a:extLst xmlns:a="http://schemas.openxmlformats.org/drawingml/2006/main">
              <a:ext uri="{FF2B5EF4-FFF2-40B4-BE49-F238E27FC236}">
                <a16:creationId xmlns:a16="http://schemas.microsoft.com/office/drawing/2014/main" id="{1FED82AC-146A-4385-BD86-9E4459A25B97}"/>
              </a:ext>
            </a:extLst>
          </p:cNvPr>
          <p:cNvSpPr>
            <a:spLocks xmlns:a="http://schemas.openxmlformats.org/drawingml/2006/main" noGrp="1"/>
          </p:cNvSpPr>
          <p:nvPr/>
        </p:nvSpPr>
        <p:spPr>
          <a:xfrm xmlns:a="http://schemas.openxmlformats.org/drawingml/2006/main">
            <a:off x="4629150" y="47053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회의록 Schema와 Pydantic 계약의 두 LLM 의견과 test는 자동 승인이 아니다</a:t>
            </a:r>
          </a:p>
        </p:txBody>
      </p:sp>
    </p:spTree>
    <p:extLst>
      <p:ext uri="{BB962C8B-B14F-4D97-AF65-F5344CB8AC3E}">
        <p14:creationId xmlns:p14="http://schemas.microsoft.com/office/powerpoint/2010/main" val="1504768817"/>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3D64356-4AA3-4381-9305-ADEE77F7D719}"/>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정상 시연</a:t>
            </a:r>
          </a:p>
        </p:txBody>
      </p:sp>
      <p:sp>
        <p:nvSpPr>
          <p:cNvPr id="2" name="">
            <a:extLst xmlns:a="http://schemas.openxmlformats.org/drawingml/2006/main">
              <a:ext uri="{FF2B5EF4-FFF2-40B4-BE49-F238E27FC236}">
                <a16:creationId xmlns:a16="http://schemas.microsoft.com/office/drawing/2014/main" id="{FB7006B1-E0C4-486C-98DD-DE5B3B2A99E8}"/>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강사 시연</a:t>
            </a:r>
          </a:p>
        </p:txBody>
      </p:sp>
      <p:sp>
        <p:nvSpPr>
          <p:cNvPr id="3" name="">
            <a:extLst xmlns:a="http://schemas.openxmlformats.org/drawingml/2006/main">
              <a:ext uri="{FF2B5EF4-FFF2-40B4-BE49-F238E27FC236}">
                <a16:creationId xmlns:a16="http://schemas.microsoft.com/office/drawing/2014/main" id="{8DB726A4-3607-48D6-B9F6-2598B13D962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F9A46A1D-E6E2-4095-87EF-9ABE8157002A}"/>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0BC2D4D9-78C5-4ADC-A1B1-B37F984C313D}"/>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7BB01B31-5FB6-416D-8D0C-B30D1C0FAEF1}"/>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107</a:t>
            </a:r>
          </a:p>
        </p:txBody>
      </p:sp>
      <p:sp>
        <p:nvSpPr>
          <p:cNvPr id="7" name="">
            <a:extLst xmlns:a="http://schemas.openxmlformats.org/drawingml/2006/main">
              <a:ext uri="{FF2B5EF4-FFF2-40B4-BE49-F238E27FC236}">
                <a16:creationId xmlns:a16="http://schemas.microsoft.com/office/drawing/2014/main" id="{C25F4627-F4CB-4C84-8E14-C399795B0D8D}"/>
              </a:ext>
            </a:extLst>
          </p:cNvPr>
          <p:cNvSpPr>
            <a:spLocks xmlns:a="http://schemas.openxmlformats.org/drawingml/2006/main" noGrp="1"/>
          </p:cNvSpPr>
          <p:nvPr/>
        </p:nvSpPr>
        <p:spPr>
          <a:xfrm xmlns:a="http://schemas.openxmlformats.org/drawingml/2006/main">
            <a:off x="876300" y="15621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CB33C673-9197-420F-A817-F6A5AB626D0A}"/>
              </a:ext>
            </a:extLst>
          </p:cNvPr>
          <p:cNvSpPr>
            <a:spLocks xmlns:a="http://schemas.openxmlformats.org/drawingml/2006/main" noGrp="1"/>
          </p:cNvSpPr>
          <p:nvPr/>
        </p:nvSpPr>
        <p:spPr>
          <a:xfrm xmlns:a="http://schemas.openxmlformats.org/drawingml/2006/main">
            <a:off x="1314450" y="16859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3D0DE031-6D6A-46B0-BC39-4780AC057184}"/>
              </a:ext>
            </a:extLst>
          </p:cNvPr>
          <p:cNvSpPr>
            <a:spLocks xmlns:a="http://schemas.openxmlformats.org/drawingml/2006/main" noGrp="1"/>
          </p:cNvSpPr>
          <p:nvPr/>
        </p:nvSpPr>
        <p:spPr>
          <a:xfrm xmlns:a="http://schemas.openxmlformats.org/drawingml/2006/main">
            <a:off x="1790700" y="15240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열기: src/langchain_lab.py</a:t>
            </a:r>
          </a:p>
        </p:txBody>
      </p:sp>
      <p:sp>
        <p:nvSpPr>
          <p:cNvPr id="10" name="">
            <a:extLst xmlns:a="http://schemas.openxmlformats.org/drawingml/2006/main">
              <a:ext uri="{FF2B5EF4-FFF2-40B4-BE49-F238E27FC236}">
                <a16:creationId xmlns:a16="http://schemas.microsoft.com/office/drawing/2014/main" id="{62FC32D4-9272-46F3-9104-2DB44E35707F}"/>
              </a:ext>
            </a:extLst>
          </p:cNvPr>
          <p:cNvSpPr>
            <a:spLocks xmlns:a="http://schemas.openxmlformats.org/drawingml/2006/main" noGrp="1"/>
          </p:cNvSpPr>
          <p:nvPr/>
        </p:nvSpPr>
        <p:spPr>
          <a:xfrm xmlns:a="http://schemas.openxmlformats.org/drawingml/2006/main">
            <a:off x="876300" y="25527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7A41264D-11D2-4E0A-9EF7-94C4CE5EA4EE}"/>
              </a:ext>
            </a:extLst>
          </p:cNvPr>
          <p:cNvSpPr>
            <a:spLocks xmlns:a="http://schemas.openxmlformats.org/drawingml/2006/main" noGrp="1"/>
          </p:cNvSpPr>
          <p:nvPr/>
        </p:nvSpPr>
        <p:spPr>
          <a:xfrm xmlns:a="http://schemas.openxmlformats.org/drawingml/2006/main">
            <a:off x="1314450" y="26765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E8074587-935E-464F-A426-DAE7EA68B830}"/>
              </a:ext>
            </a:extLst>
          </p:cNvPr>
          <p:cNvSpPr>
            <a:spLocks xmlns:a="http://schemas.openxmlformats.org/drawingml/2006/main" noGrp="1"/>
          </p:cNvSpPr>
          <p:nvPr/>
        </p:nvSpPr>
        <p:spPr>
          <a:xfrm xmlns:a="http://schemas.openxmlformats.org/drawingml/2006/main">
            <a:off x="1790700" y="25146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구현 확인: src/course_services/meeting_service.py</a:t>
            </a:r>
          </a:p>
        </p:txBody>
      </p:sp>
      <p:sp>
        <p:nvSpPr>
          <p:cNvPr id="13" name="">
            <a:extLst xmlns:a="http://schemas.openxmlformats.org/drawingml/2006/main">
              <a:ext uri="{FF2B5EF4-FFF2-40B4-BE49-F238E27FC236}">
                <a16:creationId xmlns:a16="http://schemas.microsoft.com/office/drawing/2014/main" id="{B5A64C75-C78B-4B37-A316-C41FD6524665}"/>
              </a:ext>
            </a:extLst>
          </p:cNvPr>
          <p:cNvSpPr>
            <a:spLocks xmlns:a="http://schemas.openxmlformats.org/drawingml/2006/main" noGrp="1"/>
          </p:cNvSpPr>
          <p:nvPr/>
        </p:nvSpPr>
        <p:spPr>
          <a:xfrm xmlns:a="http://schemas.openxmlformats.org/drawingml/2006/main">
            <a:off x="876300" y="35433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B20EA33C-22CD-42CE-89F9-9BB6DDF9FD57}"/>
              </a:ext>
            </a:extLst>
          </p:cNvPr>
          <p:cNvSpPr>
            <a:spLocks xmlns:a="http://schemas.openxmlformats.org/drawingml/2006/main" noGrp="1"/>
          </p:cNvSpPr>
          <p:nvPr/>
        </p:nvSpPr>
        <p:spPr>
          <a:xfrm xmlns:a="http://schemas.openxmlformats.org/drawingml/2006/main">
            <a:off x="1314450" y="36671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5D0FB61F-AA00-4BC2-8F17-34E05EF0BC9E}"/>
              </a:ext>
            </a:extLst>
          </p:cNvPr>
          <p:cNvSpPr>
            <a:spLocks xmlns:a="http://schemas.openxmlformats.org/drawingml/2006/main" noGrp="1"/>
          </p:cNvSpPr>
          <p:nvPr/>
        </p:nvSpPr>
        <p:spPr>
          <a:xfrm xmlns:a="http://schemas.openxmlformats.org/drawingml/2006/main">
            <a:off x="1790700" y="35052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실행: python -m src.langchain_lab --provider fixture</a:t>
            </a:r>
          </a:p>
        </p:txBody>
      </p:sp>
      <p:sp>
        <p:nvSpPr>
          <p:cNvPr id="16" name="">
            <a:extLst xmlns:a="http://schemas.openxmlformats.org/drawingml/2006/main">
              <a:ext uri="{FF2B5EF4-FFF2-40B4-BE49-F238E27FC236}">
                <a16:creationId xmlns:a16="http://schemas.microsoft.com/office/drawing/2014/main" id="{809CFD6C-79B2-4A33-B355-A1AD49062431}"/>
              </a:ext>
            </a:extLst>
          </p:cNvPr>
          <p:cNvSpPr>
            <a:spLocks xmlns:a="http://schemas.openxmlformats.org/drawingml/2006/main" noGrp="1"/>
          </p:cNvSpPr>
          <p:nvPr/>
        </p:nvSpPr>
        <p:spPr>
          <a:xfrm xmlns:a="http://schemas.openxmlformats.org/drawingml/2006/main">
            <a:off x="876300" y="4533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FCFB8A53-870D-4E70-904F-EEB95FD978C4}"/>
              </a:ext>
            </a:extLst>
          </p:cNvPr>
          <p:cNvSpPr>
            <a:spLocks xmlns:a="http://schemas.openxmlformats.org/drawingml/2006/main" noGrp="1"/>
          </p:cNvSpPr>
          <p:nvPr/>
        </p:nvSpPr>
        <p:spPr>
          <a:xfrm xmlns:a="http://schemas.openxmlformats.org/drawingml/2006/main">
            <a:off x="1314450" y="4657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4991E2DF-BE87-42DE-8952-B763C86A5BB8}"/>
              </a:ext>
            </a:extLst>
          </p:cNvPr>
          <p:cNvSpPr>
            <a:spLocks xmlns:a="http://schemas.openxmlformats.org/drawingml/2006/main" noGrp="1"/>
          </p:cNvSpPr>
          <p:nvPr/>
        </p:nvSpPr>
        <p:spPr>
          <a:xfrm xmlns:a="http://schemas.openxmlformats.org/drawingml/2006/main">
            <a:off x="1790700" y="44958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성공 신호: 세 개 Action Item이 evidence_ids와 함께 validate된다.</a:t>
            </a:r>
          </a:p>
        </p:txBody>
      </p:sp>
    </p:spTree>
    <p:extLst>
      <p:ext uri="{BB962C8B-B14F-4D97-AF65-F5344CB8AC3E}">
        <p14:creationId xmlns:p14="http://schemas.microsoft.com/office/powerpoint/2010/main" val="1899771634"/>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9988B35-B877-48FD-9D87-BB84035C425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실행 명령</a:t>
            </a:r>
          </a:p>
        </p:txBody>
      </p:sp>
      <p:sp>
        <p:nvSpPr>
          <p:cNvPr id="2" name="">
            <a:extLst xmlns:a="http://schemas.openxmlformats.org/drawingml/2006/main">
              <a:ext uri="{FF2B5EF4-FFF2-40B4-BE49-F238E27FC236}">
                <a16:creationId xmlns:a16="http://schemas.microsoft.com/office/drawing/2014/main" id="{A7E0CC7F-60FD-457C-B03E-A534A3392FDD}"/>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Terminal</a:t>
            </a:r>
          </a:p>
        </p:txBody>
      </p:sp>
      <p:sp>
        <p:nvSpPr>
          <p:cNvPr id="3" name="">
            <a:extLst xmlns:a="http://schemas.openxmlformats.org/drawingml/2006/main">
              <a:ext uri="{FF2B5EF4-FFF2-40B4-BE49-F238E27FC236}">
                <a16:creationId xmlns:a16="http://schemas.microsoft.com/office/drawing/2014/main" id="{EF675BFA-03BC-4223-B17B-FA74E93CC878}"/>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DC9BC5C2-3C4A-4405-90E4-85472018DBF6}"/>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F6DB66E0-1B98-4705-AA39-869CDD4FE737}"/>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8B2C388C-7E6C-45BD-AADB-5C5E918B37F3}"/>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108</a:t>
            </a:r>
          </a:p>
        </p:txBody>
      </p:sp>
      <p:sp>
        <p:nvSpPr>
          <p:cNvPr id="7" name="">
            <a:extLst xmlns:a="http://schemas.openxmlformats.org/drawingml/2006/main">
              <a:ext uri="{FF2B5EF4-FFF2-40B4-BE49-F238E27FC236}">
                <a16:creationId xmlns:a16="http://schemas.microsoft.com/office/drawing/2014/main" id="{265A017F-7924-4C93-AA54-83576A4D0BFA}"/>
              </a:ext>
            </a:extLst>
          </p:cNvPr>
          <p:cNvSpPr>
            <a:spLocks xmlns:a="http://schemas.openxmlformats.org/drawingml/2006/main" noGrp="1"/>
          </p:cNvSpPr>
          <p:nvPr/>
        </p:nvSpPr>
        <p:spPr>
          <a:xfrm xmlns:a="http://schemas.openxmlformats.org/drawingml/2006/main">
            <a:off x="685800" y="1809750"/>
            <a:ext cx="10820400" cy="2305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F54AC2A-B3EB-4627-9E23-F5BC1FD15CD8}"/>
              </a:ext>
            </a:extLst>
          </p:cNvPr>
          <p:cNvSpPr>
            <a:spLocks xmlns:a="http://schemas.openxmlformats.org/drawingml/2006/main" noGrp="1"/>
          </p:cNvSpPr>
          <p:nvPr/>
        </p:nvSpPr>
        <p:spPr>
          <a:xfrm xmlns:a="http://schemas.openxmlformats.org/drawingml/2006/main">
            <a:off x="1066800" y="2381250"/>
            <a:ext cx="342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025" b="1">
                <a:solidFill>
                  <a:srgbClr val="2563EB"/>
                </a:solidFill>
                <a:latin typeface="NanumGothic"/>
                <a:ea typeface="NanumGothic"/>
                <a:cs typeface="NanumGothic"/>
              </a:defRPr>
            </a:pPr>
            <a:r>
              <a:rPr sz="2025" b="1">
                <a:solidFill>
                  <a:srgbClr val="2563EB"/>
                </a:solidFill>
                <a:latin typeface="NanumGothic"/>
                <a:ea typeface="NanumGothic"/>
                <a:cs typeface="NanumGothic"/>
              </a:rPr>
              <a:t>$</a:t>
            </a:r>
          </a:p>
        </p:txBody>
      </p:sp>
      <p:sp>
        <p:nvSpPr>
          <p:cNvPr id="9" name="">
            <a:extLst xmlns:a="http://schemas.openxmlformats.org/drawingml/2006/main">
              <a:ext uri="{FF2B5EF4-FFF2-40B4-BE49-F238E27FC236}">
                <a16:creationId xmlns:a16="http://schemas.microsoft.com/office/drawing/2014/main" id="{38F52441-9330-42DF-B8E2-6D3068BD119D}"/>
              </a:ext>
            </a:extLst>
          </p:cNvPr>
          <p:cNvSpPr>
            <a:spLocks xmlns:a="http://schemas.openxmlformats.org/drawingml/2006/main" noGrp="1"/>
          </p:cNvSpPr>
          <p:nvPr/>
        </p:nvSpPr>
        <p:spPr>
          <a:xfrm xmlns:a="http://schemas.openxmlformats.org/drawingml/2006/main">
            <a:off x="1581150" y="22479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python -m src.langchain_lab --provider fixture</a:t>
            </a:r>
          </a:p>
        </p:txBody>
      </p:sp>
      <p:sp>
        <p:nvSpPr>
          <p:cNvPr id="10" name="">
            <a:extLst xmlns:a="http://schemas.openxmlformats.org/drawingml/2006/main">
              <a:ext uri="{FF2B5EF4-FFF2-40B4-BE49-F238E27FC236}">
                <a16:creationId xmlns:a16="http://schemas.microsoft.com/office/drawing/2014/main" id="{83E442CE-F21E-4B24-98AE-C1AD7B94D8E1}"/>
              </a:ext>
            </a:extLst>
          </p:cNvPr>
          <p:cNvSpPr>
            <a:spLocks xmlns:a="http://schemas.openxmlformats.org/drawingml/2006/main" noGrp="1"/>
          </p:cNvSpPr>
          <p:nvPr/>
        </p:nvSpPr>
        <p:spPr>
          <a:xfrm xmlns:a="http://schemas.openxmlformats.org/drawingml/2006/main">
            <a:off x="819150" y="4648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실행 전 확인</a:t>
            </a:r>
          </a:p>
        </p:txBody>
      </p:sp>
      <p:sp>
        <p:nvSpPr>
          <p:cNvPr id="11" name="">
            <a:extLst xmlns:a="http://schemas.openxmlformats.org/drawingml/2006/main">
              <a:ext uri="{FF2B5EF4-FFF2-40B4-BE49-F238E27FC236}">
                <a16:creationId xmlns:a16="http://schemas.microsoft.com/office/drawing/2014/main" id="{31668F64-64F0-477A-A7E8-C11CE9CD4630}"/>
              </a:ext>
            </a:extLst>
          </p:cNvPr>
          <p:cNvSpPr>
            <a:spLocks xmlns:a="http://schemas.openxmlformats.org/drawingml/2006/main" noGrp="1"/>
          </p:cNvSpPr>
          <p:nvPr/>
        </p:nvSpPr>
        <p:spPr>
          <a:xfrm xmlns:a="http://schemas.openxmlformats.org/drawingml/2006/main">
            <a:off x="2857500" y="4552950"/>
            <a:ext cx="800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회의록 Schema와 Pydantic 계약: repository root · Python 3.12 · .env 미출력</a:t>
            </a:r>
          </a:p>
        </p:txBody>
      </p:sp>
    </p:spTree>
    <p:extLst>
      <p:ext uri="{BB962C8B-B14F-4D97-AF65-F5344CB8AC3E}">
        <p14:creationId xmlns:p14="http://schemas.microsoft.com/office/powerpoint/2010/main" val="1014703657"/>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5C6B4B-E166-42C0-8373-C6FB94777484}"/>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04_meeting_schema.json 실행 결과</a:t>
            </a:r>
          </a:p>
        </p:txBody>
      </p:sp>
      <p:sp>
        <p:nvSpPr>
          <p:cNvPr id="2" name="">
            <a:extLst xmlns:a="http://schemas.openxmlformats.org/drawingml/2006/main">
              <a:ext uri="{FF2B5EF4-FFF2-40B4-BE49-F238E27FC236}">
                <a16:creationId xmlns:a16="http://schemas.microsoft.com/office/drawing/2014/main" id="{2B1CAEFA-5A2D-4300-83F0-756781F671F5}"/>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Actual Output</a:t>
            </a:r>
          </a:p>
        </p:txBody>
      </p:sp>
      <p:sp>
        <p:nvSpPr>
          <p:cNvPr id="3" name="">
            <a:extLst xmlns:a="http://schemas.openxmlformats.org/drawingml/2006/main">
              <a:ext uri="{FF2B5EF4-FFF2-40B4-BE49-F238E27FC236}">
                <a16:creationId xmlns:a16="http://schemas.microsoft.com/office/drawing/2014/main" id="{4AD7276F-F7A2-484F-BD53-4476ACB4AEB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2B267CCE-7428-405E-BF5B-CED37680F76B}"/>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6A280E68-02C2-430A-83CC-35640E6A1757}"/>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46B9AB43-9726-4E70-ABBA-6ACBE27C84C9}"/>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109</a:t>
            </a:r>
          </a:p>
        </p:txBody>
      </p:sp>
      <p:sp>
        <p:nvSpPr>
          <p:cNvPr id="7" name="">
            <a:extLst xmlns:a="http://schemas.openxmlformats.org/drawingml/2006/main">
              <a:ext uri="{FF2B5EF4-FFF2-40B4-BE49-F238E27FC236}">
                <a16:creationId xmlns:a16="http://schemas.microsoft.com/office/drawing/2014/main" id="{F3339514-1F89-4003-95FA-926B59C4B1E8}"/>
              </a:ext>
            </a:extLst>
          </p:cNvPr>
          <p:cNvSpPr>
            <a:spLocks xmlns:a="http://schemas.openxmlformats.org/drawingml/2006/main" noGrp="1"/>
          </p:cNvSpPr>
          <p:nvPr/>
        </p:nvSpPr>
        <p:spPr>
          <a:xfrm xmlns:a="http://schemas.openxmlformats.org/drawingml/2006/main">
            <a:off x="685800" y="1466850"/>
            <a:ext cx="10820400" cy="44005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6A89DE4-1675-4D6D-BEDB-5B22D3D97DC2}"/>
              </a:ext>
            </a:extLst>
          </p:cNvPr>
          <p:cNvSpPr>
            <a:spLocks xmlns:a="http://schemas.openxmlformats.org/drawingml/2006/main" noGrp="1"/>
          </p:cNvSpPr>
          <p:nvPr/>
        </p:nvSpPr>
        <p:spPr>
          <a:xfrm xmlns:a="http://schemas.openxmlformats.org/drawingml/2006/main">
            <a:off x="933450" y="1695450"/>
            <a:ext cx="10325100" cy="394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625"/>
          </a:bodyPr>
          <a:lstStyle xmlns:a="http://schemas.openxmlformats.org/drawingml/2006/main"/>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"normal":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"title": "고객 문의 자동화 PoC 범위 회의",</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"summary": "배송 지연과 반품 절차 안내만 1차 자동화 범위로 정하고, 외부 발행 전 사람이 검토한다.",</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"decisions":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"배송 지연과 반품 절차 안내만 자동화한다.",</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"개인정보·근거 부족·낮은 신뢰도는 상담원 검토 큐로 보낸다."</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"action_items":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"task": "공개 FAQ 30건 비식별 샘플 정리",</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"owner": "서연",</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"due_date": "2026-08-27",</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"evidence_ids":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"s12",</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"s18"</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"task": "응답 JSON Schema와 실패 테스트 작성",</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"owner": "준호",</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"due_date": "2026-08-28",</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"evidence_ids":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"s27",</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"s31"</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a:t>
            </a:r>
          </a:p>
        </p:txBody>
      </p:sp>
    </p:spTree>
    <p:extLst>
      <p:ext uri="{BB962C8B-B14F-4D97-AF65-F5344CB8AC3E}">
        <p14:creationId xmlns:p14="http://schemas.microsoft.com/office/powerpoint/2010/main" val="625234639"/>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BE975CA-638D-49A6-962B-9E315AC23FA5}"/>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실패·복구 시연</a:t>
            </a:r>
          </a:p>
        </p:txBody>
      </p:sp>
      <p:sp>
        <p:nvSpPr>
          <p:cNvPr id="2" name="">
            <a:extLst xmlns:a="http://schemas.openxmlformats.org/drawingml/2006/main">
              <a:ext uri="{FF2B5EF4-FFF2-40B4-BE49-F238E27FC236}">
                <a16:creationId xmlns:a16="http://schemas.microsoft.com/office/drawing/2014/main" id="{71F0DEB1-9EE2-4924-B8C3-BB7470AE499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실패 시연</a:t>
            </a:r>
          </a:p>
        </p:txBody>
      </p:sp>
      <p:sp>
        <p:nvSpPr>
          <p:cNvPr id="3" name="">
            <a:extLst xmlns:a="http://schemas.openxmlformats.org/drawingml/2006/main">
              <a:ext uri="{FF2B5EF4-FFF2-40B4-BE49-F238E27FC236}">
                <a16:creationId xmlns:a16="http://schemas.microsoft.com/office/drawing/2014/main" id="{4D44B670-1C1F-4423-B3F2-FAC5801470F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AB804318-66A7-4FB7-AF5F-8D1E18C9BFB6}"/>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4C524267-EC65-4765-AD76-1076E3E1E4C5}"/>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31ECE28F-E056-4BBD-A195-01007B5CF867}"/>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110</a:t>
            </a:r>
          </a:p>
        </p:txBody>
      </p:sp>
      <p:sp>
        <p:nvSpPr>
          <p:cNvPr id="7" name="">
            <a:extLst xmlns:a="http://schemas.openxmlformats.org/drawingml/2006/main">
              <a:ext uri="{FF2B5EF4-FFF2-40B4-BE49-F238E27FC236}">
                <a16:creationId xmlns:a16="http://schemas.microsoft.com/office/drawing/2014/main" id="{8A118FEE-3E67-4980-A87D-2EC2AD03B523}"/>
              </a:ext>
            </a:extLst>
          </p:cNvPr>
          <p:cNvSpPr>
            <a:spLocks xmlns:a="http://schemas.openxmlformats.org/drawingml/2006/main" noGrp="1"/>
          </p:cNvSpPr>
          <p:nvPr/>
        </p:nvSpPr>
        <p:spPr>
          <a:xfrm xmlns:a="http://schemas.openxmlformats.org/drawingml/2006/main">
            <a:off x="762000" y="1619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재현</a:t>
            </a:r>
          </a:p>
        </p:txBody>
      </p:sp>
      <p:sp>
        <p:nvSpPr>
          <p:cNvPr id="8" name="">
            <a:extLst xmlns:a="http://schemas.openxmlformats.org/drawingml/2006/main">
              <a:ext uri="{FF2B5EF4-FFF2-40B4-BE49-F238E27FC236}">
                <a16:creationId xmlns:a16="http://schemas.microsoft.com/office/drawing/2014/main" id="{62C0BA37-CC4A-4412-B137-4FCC3AF9752A}"/>
              </a:ext>
            </a:extLst>
          </p:cNvPr>
          <p:cNvSpPr>
            <a:spLocks xmlns:a="http://schemas.openxmlformats.org/drawingml/2006/main" noGrp="1"/>
          </p:cNvSpPr>
          <p:nvPr/>
        </p:nvSpPr>
        <p:spPr>
          <a:xfrm xmlns:a="http://schemas.openxmlformats.org/drawingml/2006/main">
            <a:off x="762000" y="2133600"/>
            <a:ext cx="4762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100" b="1">
                <a:solidFill>
                  <a:srgbClr val="191919"/>
                </a:solidFill>
                <a:latin typeface="NanumGothic"/>
                <a:ea typeface="NanumGothic"/>
                <a:cs typeface="NanumGothic"/>
              </a:defRPr>
            </a:pPr>
            <a:r>
              <a:rPr sz="2100" b="1">
                <a:solidFill>
                  <a:srgbClr val="191919"/>
                </a:solidFill>
                <a:latin typeface="NanumGothic"/>
                <a:ea typeface="NanumGothic"/>
                <a:cs typeface="NanumGothic"/>
              </a:rPr>
              <a:t>automatic_email=true 또는 evidence 누락은 validation error다.</a:t>
            </a:r>
          </a:p>
        </p:txBody>
      </p:sp>
      <p:sp>
        <p:nvSpPr>
          <p:cNvPr id="9" name="">
            <a:extLst xmlns:a="http://schemas.openxmlformats.org/drawingml/2006/main">
              <a:ext uri="{FF2B5EF4-FFF2-40B4-BE49-F238E27FC236}">
                <a16:creationId xmlns:a16="http://schemas.microsoft.com/office/drawing/2014/main" id="{9389C5C7-6C50-4993-B5F2-3E235305A582}"/>
              </a:ext>
            </a:extLst>
          </p:cNvPr>
          <p:cNvSpPr>
            <a:spLocks xmlns:a="http://schemas.openxmlformats.org/drawingml/2006/main" noGrp="1"/>
          </p:cNvSpPr>
          <p:nvPr/>
        </p:nvSpPr>
        <p:spPr>
          <a:xfrm xmlns:a="http://schemas.openxmlformats.org/drawingml/2006/main">
            <a:off x="6000750" y="1657350"/>
            <a:ext cx="0" cy="342900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10" name="">
            <a:extLst xmlns:a="http://schemas.openxmlformats.org/drawingml/2006/main">
              <a:ext uri="{FF2B5EF4-FFF2-40B4-BE49-F238E27FC236}">
                <a16:creationId xmlns:a16="http://schemas.microsoft.com/office/drawing/2014/main" id="{8B9DE3A2-787B-46AF-8FFD-03F5C3E37658}"/>
              </a:ext>
            </a:extLst>
          </p:cNvPr>
          <p:cNvSpPr>
            <a:spLocks xmlns:a="http://schemas.openxmlformats.org/drawingml/2006/main" noGrp="1"/>
          </p:cNvSpPr>
          <p:nvPr/>
        </p:nvSpPr>
        <p:spPr>
          <a:xfrm xmlns:a="http://schemas.openxmlformats.org/drawingml/2006/main">
            <a:off x="6553200" y="1619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복구</a:t>
            </a:r>
          </a:p>
        </p:txBody>
      </p:sp>
      <p:sp>
        <p:nvSpPr>
          <p:cNvPr id="11" name="">
            <a:extLst xmlns:a="http://schemas.openxmlformats.org/drawingml/2006/main">
              <a:ext uri="{FF2B5EF4-FFF2-40B4-BE49-F238E27FC236}">
                <a16:creationId xmlns:a16="http://schemas.microsoft.com/office/drawing/2014/main" id="{8089F986-09F3-467D-B84F-3FEDE3D60BB1}"/>
              </a:ext>
            </a:extLst>
          </p:cNvPr>
          <p:cNvSpPr>
            <a:spLocks xmlns:a="http://schemas.openxmlformats.org/drawingml/2006/main" noGrp="1"/>
          </p:cNvSpPr>
          <p:nvPr/>
        </p:nvSpPr>
        <p:spPr>
          <a:xfrm xmlns:a="http://schemas.openxmlformats.org/drawingml/2006/main">
            <a:off x="6553200" y="2133600"/>
            <a:ext cx="45529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100" b="1">
                <a:solidFill>
                  <a:srgbClr val="191919"/>
                </a:solidFill>
                <a:latin typeface="NanumGothic"/>
                <a:ea typeface="NanumGothic"/>
                <a:cs typeface="NanumGothic"/>
              </a:defRPr>
            </a:pPr>
            <a:r>
              <a:rPr sz="2100" b="1">
                <a:solidFill>
                  <a:srgbClr val="191919"/>
                </a:solidFill>
                <a:latin typeface="NanumGothic"/>
                <a:ea typeface="NanumGothic"/>
                <a:cs typeface="NanumGothic"/>
              </a:rPr>
              <a:t>미상값은 null로 두고 evidence가 없는 Action Item은 HOLD한다.</a:t>
            </a:r>
          </a:p>
        </p:txBody>
      </p:sp>
      <p:sp>
        <p:nvSpPr>
          <p:cNvPr id="12" name="">
            <a:extLst xmlns:a="http://schemas.openxmlformats.org/drawingml/2006/main">
              <a:ext uri="{FF2B5EF4-FFF2-40B4-BE49-F238E27FC236}">
                <a16:creationId xmlns:a16="http://schemas.microsoft.com/office/drawing/2014/main" id="{722B7C3F-4EFD-4D41-BA7F-ECB6C65932F9}"/>
              </a:ext>
            </a:extLst>
          </p:cNvPr>
          <p:cNvSpPr>
            <a:spLocks xmlns:a="http://schemas.openxmlformats.org/drawingml/2006/main" noGrp="1"/>
          </p:cNvSpPr>
          <p:nvPr/>
        </p:nvSpPr>
        <p:spPr>
          <a:xfrm xmlns:a="http://schemas.openxmlformats.org/drawingml/2006/main">
            <a:off x="1524000" y="4686300"/>
            <a:ext cx="914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확인: automatic_email=true 또는 evidence 누락은 validation error다.</a:t>
            </a:r>
          </a:p>
        </p:txBody>
      </p:sp>
    </p:spTree>
    <p:extLst>
      <p:ext uri="{BB962C8B-B14F-4D97-AF65-F5344CB8AC3E}">
        <p14:creationId xmlns:p14="http://schemas.microsoft.com/office/powerpoint/2010/main" val="1766128352"/>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BF4388F-9847-4A3E-A25D-438C76344875}"/>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소프트웨어 제작</a:t>
            </a:r>
          </a:p>
        </p:txBody>
      </p:sp>
      <p:sp>
        <p:nvSpPr>
          <p:cNvPr id="2" name="">
            <a:extLst xmlns:a="http://schemas.openxmlformats.org/drawingml/2006/main">
              <a:ext uri="{FF2B5EF4-FFF2-40B4-BE49-F238E27FC236}">
                <a16:creationId xmlns:a16="http://schemas.microsoft.com/office/drawing/2014/main" id="{132B75B8-5E0F-4C1F-B7F8-9D5B8BEF3785}"/>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6E733128-B28F-4F50-89E2-C265090FED0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8FF0E331-FF5E-40FD-A0C5-B01E4015FA02}"/>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01E34361-F23B-4D27-8951-55004634596A}"/>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281AB27B-927B-4E79-AC70-DFF1D36B51F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111</a:t>
            </a:r>
          </a:p>
        </p:txBody>
      </p:sp>
      <p:sp>
        <p:nvSpPr>
          <p:cNvPr id="7" name="">
            <a:extLst xmlns:a="http://schemas.openxmlformats.org/drawingml/2006/main">
              <a:ext uri="{FF2B5EF4-FFF2-40B4-BE49-F238E27FC236}">
                <a16:creationId xmlns:a16="http://schemas.microsoft.com/office/drawing/2014/main" id="{9D6C6961-F10D-4698-8272-555090F595CB}"/>
              </a:ext>
            </a:extLst>
          </p:cNvPr>
          <p:cNvSpPr>
            <a:spLocks xmlns:a="http://schemas.openxmlformats.org/drawingml/2006/main" noGrp="1"/>
          </p:cNvSpPr>
          <p:nvPr/>
        </p:nvSpPr>
        <p:spPr>
          <a:xfrm xmlns:a="http://schemas.openxmlformats.org/drawingml/2006/main">
            <a:off x="762000" y="16573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열 파일</a:t>
            </a:r>
          </a:p>
        </p:txBody>
      </p:sp>
      <p:sp>
        <p:nvSpPr>
          <p:cNvPr id="8" name="">
            <a:extLst xmlns:a="http://schemas.openxmlformats.org/drawingml/2006/main">
              <a:ext uri="{FF2B5EF4-FFF2-40B4-BE49-F238E27FC236}">
                <a16:creationId xmlns:a16="http://schemas.microsoft.com/office/drawing/2014/main" id="{C43118F9-BAFE-41D1-BF52-1D89A2D56F8B}"/>
              </a:ext>
            </a:extLst>
          </p:cNvPr>
          <p:cNvSpPr>
            <a:spLocks xmlns:a="http://schemas.openxmlformats.org/drawingml/2006/main" noGrp="1"/>
          </p:cNvSpPr>
          <p:nvPr/>
        </p:nvSpPr>
        <p:spPr>
          <a:xfrm xmlns:a="http://schemas.openxmlformats.org/drawingml/2006/main">
            <a:off x="2476500" y="1466850"/>
            <a:ext cx="819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src/course_services/meeting_service.py</a:t>
            </a:r>
          </a:p>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tests/test_langchain_langgraph_lab.py</a:t>
            </a:r>
          </a:p>
        </p:txBody>
      </p:sp>
      <p:sp>
        <p:nvSpPr>
          <p:cNvPr id="9" name="">
            <a:extLst xmlns:a="http://schemas.openxmlformats.org/drawingml/2006/main">
              <a:ext uri="{FF2B5EF4-FFF2-40B4-BE49-F238E27FC236}">
                <a16:creationId xmlns:a16="http://schemas.microsoft.com/office/drawing/2014/main" id="{CA300C26-0692-4672-AD73-A6526861D452}"/>
              </a:ext>
            </a:extLst>
          </p:cNvPr>
          <p:cNvSpPr>
            <a:spLocks xmlns:a="http://schemas.openxmlformats.org/drawingml/2006/main" noGrp="1"/>
          </p:cNvSpPr>
          <p:nvPr/>
        </p:nvSpPr>
        <p:spPr>
          <a:xfrm xmlns:a="http://schemas.openxmlformats.org/drawingml/2006/main">
            <a:off x="762000" y="26670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작업 범위</a:t>
            </a:r>
          </a:p>
        </p:txBody>
      </p:sp>
      <p:sp>
        <p:nvSpPr>
          <p:cNvPr id="10" name="">
            <a:extLst xmlns:a="http://schemas.openxmlformats.org/drawingml/2006/main">
              <a:ext uri="{FF2B5EF4-FFF2-40B4-BE49-F238E27FC236}">
                <a16:creationId xmlns:a16="http://schemas.microsoft.com/office/drawing/2014/main" id="{155104EA-3E36-4157-A4E6-CC28D6D54380}"/>
              </a:ext>
            </a:extLst>
          </p:cNvPr>
          <p:cNvSpPr>
            <a:spLocks xmlns:a="http://schemas.openxmlformats.org/drawingml/2006/main" noGrp="1"/>
          </p:cNvSpPr>
          <p:nvPr/>
        </p:nvSpPr>
        <p:spPr>
          <a:xfrm xmlns:a="http://schemas.openxmlformats.org/drawingml/2006/main">
            <a:off x="2476500" y="2571750"/>
            <a:ext cx="8191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회의록 Schema와 Pydantic 계약 명세 → 최소 Patch → Focused Test → Diff 검토</a:t>
            </a:r>
          </a:p>
        </p:txBody>
      </p:sp>
      <p:sp>
        <p:nvSpPr>
          <p:cNvPr id="11" name="">
            <a:extLst xmlns:a="http://schemas.openxmlformats.org/drawingml/2006/main">
              <a:ext uri="{FF2B5EF4-FFF2-40B4-BE49-F238E27FC236}">
                <a16:creationId xmlns:a16="http://schemas.microsoft.com/office/drawing/2014/main" id="{FBA1751F-223E-4E82-956B-F98E9D015450}"/>
              </a:ext>
            </a:extLst>
          </p:cNvPr>
          <p:cNvSpPr>
            <a:spLocks xmlns:a="http://schemas.openxmlformats.org/drawingml/2006/main" noGrp="1"/>
          </p:cNvSpPr>
          <p:nvPr/>
        </p:nvSpPr>
        <p:spPr>
          <a:xfrm xmlns:a="http://schemas.openxmlformats.org/drawingml/2006/main">
            <a:off x="762000" y="39052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완료 기준</a:t>
            </a:r>
          </a:p>
        </p:txBody>
      </p:sp>
      <p:sp>
        <p:nvSpPr>
          <p:cNvPr id="12" name="">
            <a:extLst xmlns:a="http://schemas.openxmlformats.org/drawingml/2006/main">
              <a:ext uri="{FF2B5EF4-FFF2-40B4-BE49-F238E27FC236}">
                <a16:creationId xmlns:a16="http://schemas.microsoft.com/office/drawing/2014/main" id="{0DC584B1-2CF5-4A0D-9C5B-6541533A16FD}"/>
              </a:ext>
            </a:extLst>
          </p:cNvPr>
          <p:cNvSpPr>
            <a:spLocks xmlns:a="http://schemas.openxmlformats.org/drawingml/2006/main" noGrp="1"/>
          </p:cNvSpPr>
          <p:nvPr/>
        </p:nvSpPr>
        <p:spPr>
          <a:xfrm xmlns:a="http://schemas.openxmlformats.org/drawingml/2006/main">
            <a:off x="2476500" y="3810000"/>
            <a:ext cx="8191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세 개 Action Item이 evidence_ids와 함께 validate된다.</a:t>
            </a:r>
          </a:p>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meeting_schema.json 저장</a:t>
            </a:r>
          </a:p>
        </p:txBody>
      </p:sp>
    </p:spTree>
    <p:extLst>
      <p:ext uri="{BB962C8B-B14F-4D97-AF65-F5344CB8AC3E}">
        <p14:creationId xmlns:p14="http://schemas.microsoft.com/office/powerpoint/2010/main" val="1068752358"/>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7CCFB5B-88AD-4B5D-B06D-FA7F61466B96}"/>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Notebook 셀</a:t>
            </a:r>
          </a:p>
        </p:txBody>
      </p:sp>
      <p:sp>
        <p:nvSpPr>
          <p:cNvPr id="2" name="">
            <a:extLst xmlns:a="http://schemas.openxmlformats.org/drawingml/2006/main">
              <a:ext uri="{FF2B5EF4-FFF2-40B4-BE49-F238E27FC236}">
                <a16:creationId xmlns:a16="http://schemas.microsoft.com/office/drawing/2014/main" id="{05530647-57FB-4671-8FB8-8600C411FB68}"/>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7C375432-2608-48AB-91EB-BF455451933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CC9380D8-38A8-41C6-A68E-5009AF9DA844}"/>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8B3C86CE-39EC-4379-BE60-255CC25033D4}"/>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5B767512-48FF-46AD-8F78-1875FE226339}"/>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112</a:t>
            </a:r>
          </a:p>
        </p:txBody>
      </p:sp>
      <p:sp>
        <p:nvSpPr>
          <p:cNvPr id="7" name="">
            <a:extLst xmlns:a="http://schemas.openxmlformats.org/drawingml/2006/main">
              <a:ext uri="{FF2B5EF4-FFF2-40B4-BE49-F238E27FC236}">
                <a16:creationId xmlns:a16="http://schemas.microsoft.com/office/drawing/2014/main" id="{ECA6A037-AC79-404A-A5FF-A42C6FF9132C}"/>
              </a:ext>
            </a:extLst>
          </p:cNvPr>
          <p:cNvSpPr>
            <a:spLocks xmlns:a="http://schemas.openxmlformats.org/drawingml/2006/main" noGrp="1"/>
          </p:cNvSpPr>
          <p:nvPr/>
        </p:nvSpPr>
        <p:spPr>
          <a:xfrm xmlns:a="http://schemas.openxmlformats.org/drawingml/2006/main">
            <a:off x="685800" y="13716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Menlo"/>
                <a:ea typeface="Menlo"/>
                <a:cs typeface="Menlo"/>
              </a:defRPr>
            </a:pPr>
            <a:r>
              <a:rPr sz="975" b="1">
                <a:solidFill>
                  <a:srgbClr val="555555"/>
                </a:solidFill>
                <a:latin typeface="Menlo"/>
                <a:ea typeface="Menlo"/>
                <a:cs typeface="Menlo"/>
              </a:rPr>
              <a:t>materials/day2/day2_service_lab.ipynb · 4차시</a:t>
            </a:r>
          </a:p>
        </p:txBody>
      </p:sp>
      <p:sp>
        <p:nvSpPr>
          <p:cNvPr id="8" name="">
            <a:extLst xmlns:a="http://schemas.openxmlformats.org/drawingml/2006/main">
              <a:ext uri="{FF2B5EF4-FFF2-40B4-BE49-F238E27FC236}">
                <a16:creationId xmlns:a16="http://schemas.microsoft.com/office/drawing/2014/main" id="{905244A6-AC05-40DA-B718-38D0DA381E68}"/>
              </a:ext>
            </a:extLst>
          </p:cNvPr>
          <p:cNvSpPr>
            <a:spLocks xmlns:a="http://schemas.openxmlformats.org/drawingml/2006/main" noGrp="1"/>
          </p:cNvSpPr>
          <p:nvPr/>
        </p:nvSpPr>
        <p:spPr>
          <a:xfrm xmlns:a="http://schemas.openxmlformats.org/drawingml/2006/main">
            <a:off x="685800" y="1733550"/>
            <a:ext cx="10820400" cy="39433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C7FE77D-E7DB-45A0-BE11-D1E6FBCDA172}"/>
              </a:ext>
            </a:extLst>
          </p:cNvPr>
          <p:cNvSpPr>
            <a:spLocks xmlns:a="http://schemas.openxmlformats.org/drawingml/2006/main" noGrp="1"/>
          </p:cNvSpPr>
          <p:nvPr/>
        </p:nvSpPr>
        <p:spPr>
          <a:xfrm xmlns:a="http://schemas.openxmlformats.org/drawingml/2006/main">
            <a:off x="933450" y="1962150"/>
            <a:ext cx="10325100" cy="3486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from pydantic import ValidationError</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from src.langchain_lab import ActionItem, MeetingBrief, fixture_payload</a:t>
            </a:r>
          </a:p>
          <a:p xmlns:a="http://schemas.openxmlformats.org/drawingml/2006/main">
            <a:r>
              <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meeting_brief = MeetingBrief.model_validate(fixture_payload())</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try:</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ActionItem(task="근거 없는 할 일", owner="미정", due_date="2026-08-30", evidence_ids=[])</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schema_boundary = {"status": "UNEXPECTED_SUCCESS"}</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except ValidationError as exc:</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schema_boundary = {"status": "EXPECTED_FAILURE", "error_code": exc.errors()[0]["type"]}</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schema_result = {"normal": meeting_brief.model_dump(mode="json"), "boundary": schema_boundary}</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save_json("04_meeting_schema.json", schema_result)</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{"title": meeting_brief.title, "boundary": schema_boundary}</a:t>
            </a:r>
          </a:p>
        </p:txBody>
      </p:sp>
    </p:spTree>
    <p:extLst>
      <p:ext uri="{BB962C8B-B14F-4D97-AF65-F5344CB8AC3E}">
        <p14:creationId xmlns:p14="http://schemas.microsoft.com/office/powerpoint/2010/main" val="1864923762"/>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BC39507-B61C-482A-9DF8-F0BA4D6C8263}"/>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Terminal 실행</a:t>
            </a:r>
          </a:p>
        </p:txBody>
      </p:sp>
      <p:sp>
        <p:nvSpPr>
          <p:cNvPr id="2" name="">
            <a:extLst xmlns:a="http://schemas.openxmlformats.org/drawingml/2006/main">
              <a:ext uri="{FF2B5EF4-FFF2-40B4-BE49-F238E27FC236}">
                <a16:creationId xmlns:a16="http://schemas.microsoft.com/office/drawing/2014/main" id="{0A9F9622-F621-465A-9EE5-363E089DC698}"/>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7B969547-12A8-4BF4-B41E-6B02DA0536C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D5FF838B-963A-45C6-B8D2-3AD9AD0DD7DB}"/>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26265C09-51D8-4771-95DE-C013EA41C0A2}"/>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FA89D85F-B9CA-4616-9B53-F412347E3152}"/>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113</a:t>
            </a:r>
          </a:p>
        </p:txBody>
      </p:sp>
      <p:sp>
        <p:nvSpPr>
          <p:cNvPr id="7" name="">
            <a:extLst xmlns:a="http://schemas.openxmlformats.org/drawingml/2006/main">
              <a:ext uri="{FF2B5EF4-FFF2-40B4-BE49-F238E27FC236}">
                <a16:creationId xmlns:a16="http://schemas.microsoft.com/office/drawing/2014/main" id="{9B8ED5AC-B60C-42A9-842B-D463A7F033EA}"/>
              </a:ext>
            </a:extLst>
          </p:cNvPr>
          <p:cNvSpPr>
            <a:spLocks xmlns:a="http://schemas.openxmlformats.org/drawingml/2006/main" noGrp="1"/>
          </p:cNvSpPr>
          <p:nvPr/>
        </p:nvSpPr>
        <p:spPr>
          <a:xfrm xmlns:a="http://schemas.openxmlformats.org/drawingml/2006/main">
            <a:off x="685800" y="1657350"/>
            <a:ext cx="10820400" cy="26670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0099498-C4D5-44D8-AD68-26A9FFDE3F56}"/>
              </a:ext>
            </a:extLst>
          </p:cNvPr>
          <p:cNvSpPr>
            <a:spLocks xmlns:a="http://schemas.openxmlformats.org/drawingml/2006/main" noGrp="1"/>
          </p:cNvSpPr>
          <p:nvPr/>
        </p:nvSpPr>
        <p:spPr>
          <a:xfrm xmlns:a="http://schemas.openxmlformats.org/drawingml/2006/main">
            <a:off x="952500" y="20193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FFFFFF"/>
                </a:solidFill>
                <a:latin typeface="Menlo"/>
                <a:ea typeface="Menlo"/>
                <a:cs typeface="Menlo"/>
              </a:defRPr>
            </a:pPr>
            <a:r>
              <a:rPr sz="1650" b="1">
                <a:solidFill>
                  <a:srgbClr val="FFFFFF"/>
                </a:solidFill>
                <a:latin typeface="Menlo"/>
                <a:ea typeface="Menlo"/>
                <a:cs typeface="Menlo"/>
              </a:rPr>
              <a:t>$ python -m src.langchain_lab --provider fixture</a:t>
            </a:r>
          </a:p>
        </p:txBody>
      </p:sp>
      <p:sp>
        <p:nvSpPr>
          <p:cNvPr id="9" name="">
            <a:extLst xmlns:a="http://schemas.openxmlformats.org/drawingml/2006/main">
              <a:ext uri="{FF2B5EF4-FFF2-40B4-BE49-F238E27FC236}">
                <a16:creationId xmlns:a16="http://schemas.microsoft.com/office/drawing/2014/main" id="{F1E0E625-F231-420B-9D61-A2BDFD9E3E7A}"/>
              </a:ext>
            </a:extLst>
          </p:cNvPr>
          <p:cNvSpPr>
            <a:spLocks xmlns:a="http://schemas.openxmlformats.org/drawingml/2006/main" noGrp="1"/>
          </p:cNvSpPr>
          <p:nvPr/>
        </p:nvSpPr>
        <p:spPr>
          <a:xfrm xmlns:a="http://schemas.openxmlformats.org/drawingml/2006/main">
            <a:off x="952500" y="310515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1">
                <a:solidFill>
                  <a:srgbClr val="C7C7C7"/>
                </a:solidFill>
                <a:latin typeface="Menlo"/>
                <a:ea typeface="Menlo"/>
                <a:cs typeface="Menlo"/>
              </a:defRPr>
            </a:pPr>
            <a:r>
              <a:rPr sz="1275" b="1">
                <a:solidFill>
                  <a:srgbClr val="C7C7C7"/>
                </a:solidFill>
                <a:latin typeface="Menlo"/>
                <a:ea typeface="Menlo"/>
                <a:cs typeface="Menlo"/>
              </a:rPr>
              <a:t>저장 위치</a:t>
            </a:r>
          </a:p>
          <a:p xmlns:a="http://schemas.openxmlformats.org/drawingml/2006/main">
            <a:pPr algn="l">
              <a:lnSpc>
                <a:spcPct val="110000"/>
              </a:lnSpc>
              <a:buNone/>
              <a:defRPr sz="1275" b="1">
                <a:solidFill>
                  <a:srgbClr val="C7C7C7"/>
                </a:solidFill>
                <a:latin typeface="Menlo"/>
                <a:ea typeface="Menlo"/>
                <a:cs typeface="Menlo"/>
              </a:defRPr>
            </a:pPr>
            <a:r>
              <a:rPr sz="1275" b="1">
                <a:solidFill>
                  <a:srgbClr val="C7C7C7"/>
                </a:solidFill>
                <a:latin typeface="Menlo"/>
                <a:ea typeface="Menlo"/>
                <a:cs typeface="Menlo"/>
              </a:rPr>
              <a:t>output/course-labs/day2/04_meeting_schema.json</a:t>
            </a:r>
          </a:p>
        </p:txBody>
      </p:sp>
      <p:sp>
        <p:nvSpPr>
          <p:cNvPr id="10" name="">
            <a:extLst xmlns:a="http://schemas.openxmlformats.org/drawingml/2006/main">
              <a:ext uri="{FF2B5EF4-FFF2-40B4-BE49-F238E27FC236}">
                <a16:creationId xmlns:a16="http://schemas.microsoft.com/office/drawing/2014/main" id="{9D0C509E-28FC-44AA-9E16-E827E47631C8}"/>
              </a:ext>
            </a:extLst>
          </p:cNvPr>
          <p:cNvSpPr>
            <a:spLocks xmlns:a="http://schemas.openxmlformats.org/drawingml/2006/main" noGrp="1"/>
          </p:cNvSpPr>
          <p:nvPr/>
        </p:nvSpPr>
        <p:spPr>
          <a:xfrm xmlns:a="http://schemas.openxmlformats.org/drawingml/2006/main">
            <a:off x="1066800" y="4838700"/>
            <a:ext cx="1005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세 개 Action Item이 evidence_ids와 함께 validate된다.</a:t>
            </a:r>
          </a:p>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실패 시 meeting_schema.json의 status·error_code를 먼저 확인</a:t>
            </a:r>
          </a:p>
        </p:txBody>
      </p:sp>
    </p:spTree>
    <p:extLst>
      <p:ext uri="{BB962C8B-B14F-4D97-AF65-F5344CB8AC3E}">
        <p14:creationId xmlns:p14="http://schemas.microsoft.com/office/powerpoint/2010/main" val="715019763"/>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6F9BD97-AE98-468F-AF7D-109AB43B50EA}"/>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실패 증거</a:t>
            </a:r>
          </a:p>
        </p:txBody>
      </p:sp>
      <p:sp>
        <p:nvSpPr>
          <p:cNvPr id="2" name="">
            <a:extLst xmlns:a="http://schemas.openxmlformats.org/drawingml/2006/main">
              <a:ext uri="{FF2B5EF4-FFF2-40B4-BE49-F238E27FC236}">
                <a16:creationId xmlns:a16="http://schemas.microsoft.com/office/drawing/2014/main" id="{19DB9E54-DFC2-43C0-8C10-AAFE5112C991}"/>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Boundary Evidence</a:t>
            </a:r>
          </a:p>
        </p:txBody>
      </p:sp>
      <p:sp>
        <p:nvSpPr>
          <p:cNvPr id="3" name="">
            <a:extLst xmlns:a="http://schemas.openxmlformats.org/drawingml/2006/main">
              <a:ext uri="{FF2B5EF4-FFF2-40B4-BE49-F238E27FC236}">
                <a16:creationId xmlns:a16="http://schemas.microsoft.com/office/drawing/2014/main" id="{27621F6F-9B6C-4D85-864B-13E677F6A19B}"/>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7EA3E363-E15F-437F-9313-19A4ECE4748A}"/>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4131DC44-2587-407C-87C1-29756F8E973F}"/>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625980D5-1978-4A62-A892-9A041BAA1B3E}"/>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114</a:t>
            </a:r>
          </a:p>
        </p:txBody>
      </p:sp>
      <p:sp>
        <p:nvSpPr>
          <p:cNvPr id="7" name="">
            <a:extLst xmlns:a="http://schemas.openxmlformats.org/drawingml/2006/main">
              <a:ext uri="{FF2B5EF4-FFF2-40B4-BE49-F238E27FC236}">
                <a16:creationId xmlns:a16="http://schemas.microsoft.com/office/drawing/2014/main" id="{E565D985-06CB-44DB-994A-188C29E4B359}"/>
              </a:ext>
            </a:extLst>
          </p:cNvPr>
          <p:cNvSpPr>
            <a:spLocks xmlns:a="http://schemas.openxmlformats.org/drawingml/2006/main" noGrp="1"/>
          </p:cNvSpPr>
          <p:nvPr/>
        </p:nvSpPr>
        <p:spPr>
          <a:xfrm xmlns:a="http://schemas.openxmlformats.org/drawingml/2006/main">
            <a:off x="742950" y="1562100"/>
            <a:ext cx="1047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025" b="1">
                <a:solidFill>
                  <a:srgbClr val="191919"/>
                </a:solidFill>
                <a:latin typeface="NanumGothic"/>
                <a:ea typeface="NanumGothic"/>
                <a:cs typeface="NanumGothic"/>
              </a:defRPr>
            </a:pPr>
            <a:r>
              <a:rPr sz="2025" b="1">
                <a:solidFill>
                  <a:srgbClr val="191919"/>
                </a:solidFill>
                <a:latin typeface="NanumGothic"/>
                <a:ea typeface="NanumGothic"/>
                <a:cs typeface="NanumGothic"/>
              </a:rPr>
              <a:t>automatic_email=true 또는 evidence 누락은 validation error다.</a:t>
            </a:r>
          </a:p>
        </p:txBody>
      </p:sp>
      <p:sp>
        <p:nvSpPr>
          <p:cNvPr id="8" name="">
            <a:extLst xmlns:a="http://schemas.openxmlformats.org/drawingml/2006/main">
              <a:ext uri="{FF2B5EF4-FFF2-40B4-BE49-F238E27FC236}">
                <a16:creationId xmlns:a16="http://schemas.microsoft.com/office/drawing/2014/main" id="{A9FC10CA-F684-47EB-99C6-D3D0D8B256E3}"/>
              </a:ext>
            </a:extLst>
          </p:cNvPr>
          <p:cNvSpPr>
            <a:spLocks xmlns:a="http://schemas.openxmlformats.org/drawingml/2006/main" noGrp="1"/>
          </p:cNvSpPr>
          <p:nvPr/>
        </p:nvSpPr>
        <p:spPr>
          <a:xfrm xmlns:a="http://schemas.openxmlformats.org/drawingml/2006/main">
            <a:off x="990600" y="2724150"/>
            <a:ext cx="10210800" cy="18097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AE5A884-069C-4323-A5C0-47F3F216D4C7}"/>
              </a:ext>
            </a:extLst>
          </p:cNvPr>
          <p:cNvSpPr>
            <a:spLocks xmlns:a="http://schemas.openxmlformats.org/drawingml/2006/main" noGrp="1"/>
          </p:cNvSpPr>
          <p:nvPr/>
        </p:nvSpPr>
        <p:spPr>
          <a:xfrm xmlns:a="http://schemas.openxmlformats.org/drawingml/2006/main">
            <a:off x="1333500" y="3086100"/>
            <a:ext cx="952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result_file = "output/course-labs/day2/04_meeting_schema.json"</a:t>
            </a:r>
          </a:p>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expected = "HOLD | EXPECTED_FAILURE | BLOCKED"</a:t>
            </a:r>
          </a:p>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external_write = false</a:t>
            </a:r>
          </a:p>
        </p:txBody>
      </p:sp>
      <p:sp>
        <p:nvSpPr>
          <p:cNvPr id="10" name="">
            <a:extLst xmlns:a="http://schemas.openxmlformats.org/drawingml/2006/main">
              <a:ext uri="{FF2B5EF4-FFF2-40B4-BE49-F238E27FC236}">
                <a16:creationId xmlns:a16="http://schemas.microsoft.com/office/drawing/2014/main" id="{F160370F-9954-49F7-B338-678701378A70}"/>
              </a:ext>
            </a:extLst>
          </p:cNvPr>
          <p:cNvSpPr>
            <a:spLocks xmlns:a="http://schemas.openxmlformats.org/drawingml/2006/main" noGrp="1"/>
          </p:cNvSpPr>
          <p:nvPr/>
        </p:nvSpPr>
        <p:spPr>
          <a:xfrm xmlns:a="http://schemas.openxmlformats.org/drawingml/2006/main">
            <a:off x="1238250" y="497205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meeting_schema.json이 HOLD라면 외부 쓰기 없이 해당 차시 입력으로 돌아갑니다.</a:t>
            </a:r>
          </a:p>
        </p:txBody>
      </p:sp>
    </p:spTree>
    <p:extLst>
      <p:ext uri="{BB962C8B-B14F-4D97-AF65-F5344CB8AC3E}">
        <p14:creationId xmlns:p14="http://schemas.microsoft.com/office/powerpoint/2010/main" val="1748868698"/>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59E5BA1-49F6-4E5A-AA51-8132FF2373E3}"/>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정상 Case</a:t>
            </a:r>
          </a:p>
        </p:txBody>
      </p:sp>
      <p:sp>
        <p:nvSpPr>
          <p:cNvPr id="2" name="">
            <a:extLst xmlns:a="http://schemas.openxmlformats.org/drawingml/2006/main">
              <a:ext uri="{FF2B5EF4-FFF2-40B4-BE49-F238E27FC236}">
                <a16:creationId xmlns:a16="http://schemas.microsoft.com/office/drawing/2014/main" id="{F12F9815-ACE6-4E37-97D8-BD9D344C292E}"/>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실행 확인</a:t>
            </a:r>
          </a:p>
        </p:txBody>
      </p:sp>
      <p:sp>
        <p:nvSpPr>
          <p:cNvPr id="3" name="">
            <a:extLst xmlns:a="http://schemas.openxmlformats.org/drawingml/2006/main">
              <a:ext uri="{FF2B5EF4-FFF2-40B4-BE49-F238E27FC236}">
                <a16:creationId xmlns:a16="http://schemas.microsoft.com/office/drawing/2014/main" id="{99F382C0-9E0B-4545-99B3-2E20709816E1}"/>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FDEC46FF-EF39-4345-9EC8-507B6CF9BA92}"/>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96FEBE67-3467-4DCD-899E-856899BF0529}"/>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929895BC-0D25-444F-A410-1691EA5C0645}"/>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115</a:t>
            </a:r>
          </a:p>
        </p:txBody>
      </p:sp>
      <p:sp>
        <p:nvSpPr>
          <p:cNvPr id="7" name="">
            <a:extLst xmlns:a="http://schemas.openxmlformats.org/drawingml/2006/main">
              <a:ext uri="{FF2B5EF4-FFF2-40B4-BE49-F238E27FC236}">
                <a16:creationId xmlns:a16="http://schemas.microsoft.com/office/drawing/2014/main" id="{C5973073-44E2-43CF-ADC4-BCD21D2487A2}"/>
              </a:ext>
            </a:extLst>
          </p:cNvPr>
          <p:cNvSpPr>
            <a:spLocks xmlns:a="http://schemas.openxmlformats.org/drawingml/2006/main" noGrp="1"/>
          </p:cNvSpPr>
          <p:nvPr/>
        </p:nvSpPr>
        <p:spPr>
          <a:xfrm xmlns:a="http://schemas.openxmlformats.org/drawingml/2006/main">
            <a:off x="685800" y="1562100"/>
            <a:ext cx="10820400" cy="12001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03A4471-33D2-4428-BBC5-1B077BAF5CFA}"/>
              </a:ext>
            </a:extLst>
          </p:cNvPr>
          <p:cNvSpPr>
            <a:spLocks xmlns:a="http://schemas.openxmlformats.org/drawingml/2006/main" noGrp="1"/>
          </p:cNvSpPr>
          <p:nvPr/>
        </p:nvSpPr>
        <p:spPr>
          <a:xfrm xmlns:a="http://schemas.openxmlformats.org/drawingml/2006/main">
            <a:off x="990600" y="18478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C7C7C7"/>
                </a:solidFill>
                <a:latin typeface="NanumGothic"/>
                <a:ea typeface="NanumGothic"/>
                <a:cs typeface="NanumGothic"/>
              </a:defRPr>
            </a:pPr>
            <a:r>
              <a:rPr sz="975" b="1">
                <a:solidFill>
                  <a:srgbClr val="C7C7C7"/>
                </a:solidFill>
                <a:latin typeface="NanumGothic"/>
                <a:ea typeface="NanumGothic"/>
                <a:cs typeface="NanumGothic"/>
              </a:rPr>
              <a:t>NORMAL</a:t>
            </a:r>
          </a:p>
        </p:txBody>
      </p:sp>
      <p:sp>
        <p:nvSpPr>
          <p:cNvPr id="9" name="">
            <a:extLst xmlns:a="http://schemas.openxmlformats.org/drawingml/2006/main">
              <a:ext uri="{FF2B5EF4-FFF2-40B4-BE49-F238E27FC236}">
                <a16:creationId xmlns:a16="http://schemas.microsoft.com/office/drawing/2014/main" id="{5CB1836B-1E2A-40E3-83BB-BF072998F12A}"/>
              </a:ext>
            </a:extLst>
          </p:cNvPr>
          <p:cNvSpPr>
            <a:spLocks xmlns:a="http://schemas.openxmlformats.org/drawingml/2006/main" noGrp="1"/>
          </p:cNvSpPr>
          <p:nvPr/>
        </p:nvSpPr>
        <p:spPr>
          <a:xfrm xmlns:a="http://schemas.openxmlformats.org/drawingml/2006/main">
            <a:off x="2800350" y="1790700"/>
            <a:ext cx="809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FFFFFF"/>
                </a:solidFill>
                <a:latin typeface="NanumGothic"/>
                <a:ea typeface="NanumGothic"/>
                <a:cs typeface="NanumGothic"/>
              </a:defRPr>
            </a:pPr>
            <a:r>
              <a:rPr sz="1800" b="1">
                <a:solidFill>
                  <a:srgbClr val="FFFFFF"/>
                </a:solidFill>
                <a:latin typeface="NanumGothic"/>
                <a:ea typeface="NanumGothic"/>
                <a:cs typeface="NanumGothic"/>
              </a:rPr>
              <a:t>세 개 Action Item이 evidence_ids와 함께 validate된다.</a:t>
            </a:r>
          </a:p>
        </p:txBody>
      </p:sp>
      <p:sp>
        <p:nvSpPr>
          <p:cNvPr id="10" name="">
            <a:extLst xmlns:a="http://schemas.openxmlformats.org/drawingml/2006/main">
              <a:ext uri="{FF2B5EF4-FFF2-40B4-BE49-F238E27FC236}">
                <a16:creationId xmlns:a16="http://schemas.microsoft.com/office/drawing/2014/main" id="{DF1017C9-8E1A-491E-9D76-80DBACC548B2}"/>
              </a:ext>
            </a:extLst>
          </p:cNvPr>
          <p:cNvSpPr>
            <a:spLocks xmlns:a="http://schemas.openxmlformats.org/drawingml/2006/main" noGrp="1"/>
          </p:cNvSpPr>
          <p:nvPr/>
        </p:nvSpPr>
        <p:spPr>
          <a:xfrm xmlns:a="http://schemas.openxmlformats.org/drawingml/2006/main">
            <a:off x="91440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11" name="">
            <a:extLst xmlns:a="http://schemas.openxmlformats.org/drawingml/2006/main">
              <a:ext uri="{FF2B5EF4-FFF2-40B4-BE49-F238E27FC236}">
                <a16:creationId xmlns:a16="http://schemas.microsoft.com/office/drawing/2014/main" id="{D71AF258-487A-4FDF-8C83-97830A64D884}"/>
              </a:ext>
            </a:extLst>
          </p:cNvPr>
          <p:cNvSpPr>
            <a:spLocks xmlns:a="http://schemas.openxmlformats.org/drawingml/2006/main" noGrp="1"/>
          </p:cNvSpPr>
          <p:nvPr/>
        </p:nvSpPr>
        <p:spPr>
          <a:xfrm xmlns:a="http://schemas.openxmlformats.org/drawingml/2006/main">
            <a:off x="135255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D198FDA2-7843-4599-8D53-6ADBCAD9D798}"/>
              </a:ext>
            </a:extLst>
          </p:cNvPr>
          <p:cNvSpPr>
            <a:spLocks xmlns:a="http://schemas.openxmlformats.org/drawingml/2006/main" noGrp="1"/>
          </p:cNvSpPr>
          <p:nvPr/>
        </p:nvSpPr>
        <p:spPr>
          <a:xfrm xmlns:a="http://schemas.openxmlformats.org/drawingml/2006/main">
            <a:off x="1828800" y="32575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src/langchain_lab.py 입력과 command가 기록됐는가</a:t>
            </a:r>
          </a:p>
        </p:txBody>
      </p:sp>
      <p:sp>
        <p:nvSpPr>
          <p:cNvPr id="13" name="">
            <a:extLst xmlns:a="http://schemas.openxmlformats.org/drawingml/2006/main">
              <a:ext uri="{FF2B5EF4-FFF2-40B4-BE49-F238E27FC236}">
                <a16:creationId xmlns:a16="http://schemas.microsoft.com/office/drawing/2014/main" id="{8C21F767-9CE7-401B-A3C5-C72EA1CBF294}"/>
              </a:ext>
            </a:extLst>
          </p:cNvPr>
          <p:cNvSpPr>
            <a:spLocks xmlns:a="http://schemas.openxmlformats.org/drawingml/2006/main" noGrp="1"/>
          </p:cNvSpPr>
          <p:nvPr/>
        </p:nvSpPr>
        <p:spPr>
          <a:xfrm xmlns:a="http://schemas.openxmlformats.org/drawingml/2006/main">
            <a:off x="914400" y="40957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4" name="">
            <a:extLst xmlns:a="http://schemas.openxmlformats.org/drawingml/2006/main">
              <a:ext uri="{FF2B5EF4-FFF2-40B4-BE49-F238E27FC236}">
                <a16:creationId xmlns:a16="http://schemas.microsoft.com/office/drawing/2014/main" id="{DFE97742-EE8B-4397-8FDA-D6764C6FE45E}"/>
              </a:ext>
            </a:extLst>
          </p:cNvPr>
          <p:cNvSpPr>
            <a:spLocks xmlns:a="http://schemas.openxmlformats.org/drawingml/2006/main" noGrp="1"/>
          </p:cNvSpPr>
          <p:nvPr/>
        </p:nvSpPr>
        <p:spPr>
          <a:xfrm xmlns:a="http://schemas.openxmlformats.org/drawingml/2006/main">
            <a:off x="1352550" y="42195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7112C1DF-89E6-4168-B56E-691938D9EC72}"/>
              </a:ext>
            </a:extLst>
          </p:cNvPr>
          <p:cNvSpPr>
            <a:spLocks xmlns:a="http://schemas.openxmlformats.org/drawingml/2006/main" noGrp="1"/>
          </p:cNvSpPr>
          <p:nvPr/>
        </p:nvSpPr>
        <p:spPr>
          <a:xfrm xmlns:a="http://schemas.openxmlformats.org/drawingml/2006/main">
            <a:off x="1828800" y="40576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meeting_schema.json schema가 validate되는가</a:t>
            </a:r>
          </a:p>
        </p:txBody>
      </p:sp>
      <p:sp>
        <p:nvSpPr>
          <p:cNvPr id="16" name="">
            <a:extLst xmlns:a="http://schemas.openxmlformats.org/drawingml/2006/main">
              <a:ext uri="{FF2B5EF4-FFF2-40B4-BE49-F238E27FC236}">
                <a16:creationId xmlns:a16="http://schemas.microsoft.com/office/drawing/2014/main" id="{1D4F1ED4-3819-41C7-B0B2-E7D3C2E50F17}"/>
              </a:ext>
            </a:extLst>
          </p:cNvPr>
          <p:cNvSpPr>
            <a:spLocks xmlns:a="http://schemas.openxmlformats.org/drawingml/2006/main" noGrp="1"/>
          </p:cNvSpPr>
          <p:nvPr/>
        </p:nvSpPr>
        <p:spPr>
          <a:xfrm xmlns:a="http://schemas.openxmlformats.org/drawingml/2006/main">
            <a:off x="914400" y="4895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7" name="">
            <a:extLst xmlns:a="http://schemas.openxmlformats.org/drawingml/2006/main">
              <a:ext uri="{FF2B5EF4-FFF2-40B4-BE49-F238E27FC236}">
                <a16:creationId xmlns:a16="http://schemas.microsoft.com/office/drawing/2014/main" id="{CD2197C3-2520-4CF1-98E1-0C5FF0BE5D33}"/>
              </a:ext>
            </a:extLst>
          </p:cNvPr>
          <p:cNvSpPr>
            <a:spLocks xmlns:a="http://schemas.openxmlformats.org/drawingml/2006/main" noGrp="1"/>
          </p:cNvSpPr>
          <p:nvPr/>
        </p:nvSpPr>
        <p:spPr>
          <a:xfrm xmlns:a="http://schemas.openxmlformats.org/drawingml/2006/main">
            <a:off x="1352550" y="5019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BA73B039-5A3F-498C-AA65-57F538CCAF5A}"/>
              </a:ext>
            </a:extLst>
          </p:cNvPr>
          <p:cNvSpPr>
            <a:spLocks xmlns:a="http://schemas.openxmlformats.org/drawingml/2006/main" noGrp="1"/>
          </p:cNvSpPr>
          <p:nvPr/>
        </p:nvSpPr>
        <p:spPr>
          <a:xfrm xmlns:a="http://schemas.openxmlformats.org/drawingml/2006/main">
            <a:off x="1828800" y="48577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회의록 Schema와 Pydantic 계약 focused test가 실제로 통과했는가</a:t>
            </a:r>
          </a:p>
        </p:txBody>
      </p:sp>
    </p:spTree>
    <p:extLst>
      <p:ext uri="{BB962C8B-B14F-4D97-AF65-F5344CB8AC3E}">
        <p14:creationId xmlns:p14="http://schemas.microsoft.com/office/powerpoint/2010/main" val="1415547181"/>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D890D2C-B898-4464-8764-26F63542A686}"/>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경계 Case</a:t>
            </a:r>
          </a:p>
        </p:txBody>
      </p:sp>
      <p:sp>
        <p:nvSpPr>
          <p:cNvPr id="2" name="">
            <a:extLst xmlns:a="http://schemas.openxmlformats.org/drawingml/2006/main">
              <a:ext uri="{FF2B5EF4-FFF2-40B4-BE49-F238E27FC236}">
                <a16:creationId xmlns:a16="http://schemas.microsoft.com/office/drawing/2014/main" id="{73B95826-464B-4F39-B7C3-D2609B9E3124}"/>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실행 확인</a:t>
            </a:r>
          </a:p>
        </p:txBody>
      </p:sp>
      <p:sp>
        <p:nvSpPr>
          <p:cNvPr id="3" name="">
            <a:extLst xmlns:a="http://schemas.openxmlformats.org/drawingml/2006/main">
              <a:ext uri="{FF2B5EF4-FFF2-40B4-BE49-F238E27FC236}">
                <a16:creationId xmlns:a16="http://schemas.microsoft.com/office/drawing/2014/main" id="{76815D20-A304-4C01-BED4-1731C61F40D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A6C4B4A8-5AC9-4386-9450-43B14A2DA414}"/>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E3632851-C3B7-48C0-9D2D-32A82FBF778B}"/>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69FBC28C-9D57-4AD1-BE84-EC2849D4F1DA}"/>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116</a:t>
            </a:r>
          </a:p>
        </p:txBody>
      </p:sp>
      <p:sp>
        <p:nvSpPr>
          <p:cNvPr id="7" name="">
            <a:extLst xmlns:a="http://schemas.openxmlformats.org/drawingml/2006/main">
              <a:ext uri="{FF2B5EF4-FFF2-40B4-BE49-F238E27FC236}">
                <a16:creationId xmlns:a16="http://schemas.microsoft.com/office/drawing/2014/main" id="{B088046E-A054-4895-ACE7-9990859417F0}"/>
              </a:ext>
            </a:extLst>
          </p:cNvPr>
          <p:cNvSpPr>
            <a:spLocks xmlns:a="http://schemas.openxmlformats.org/drawingml/2006/main" noGrp="1"/>
          </p:cNvSpPr>
          <p:nvPr/>
        </p:nvSpPr>
        <p:spPr>
          <a:xfrm xmlns:a="http://schemas.openxmlformats.org/drawingml/2006/main">
            <a:off x="685800" y="1562100"/>
            <a:ext cx="10820400" cy="12001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1097798-EA63-4DB8-9071-39C182154B72}"/>
              </a:ext>
            </a:extLst>
          </p:cNvPr>
          <p:cNvSpPr>
            <a:spLocks xmlns:a="http://schemas.openxmlformats.org/drawingml/2006/main" noGrp="1"/>
          </p:cNvSpPr>
          <p:nvPr/>
        </p:nvSpPr>
        <p:spPr>
          <a:xfrm xmlns:a="http://schemas.openxmlformats.org/drawingml/2006/main">
            <a:off x="990600" y="18478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C7C7C7"/>
                </a:solidFill>
                <a:latin typeface="NanumGothic"/>
                <a:ea typeface="NanumGothic"/>
                <a:cs typeface="NanumGothic"/>
              </a:defRPr>
            </a:pPr>
            <a:r>
              <a:rPr sz="975" b="1">
                <a:solidFill>
                  <a:srgbClr val="C7C7C7"/>
                </a:solidFill>
                <a:latin typeface="NanumGothic"/>
                <a:ea typeface="NanumGothic"/>
                <a:cs typeface="NanumGothic"/>
              </a:rPr>
              <a:t>BOUNDARY</a:t>
            </a:r>
          </a:p>
        </p:txBody>
      </p:sp>
      <p:sp>
        <p:nvSpPr>
          <p:cNvPr id="9" name="">
            <a:extLst xmlns:a="http://schemas.openxmlformats.org/drawingml/2006/main">
              <a:ext uri="{FF2B5EF4-FFF2-40B4-BE49-F238E27FC236}">
                <a16:creationId xmlns:a16="http://schemas.microsoft.com/office/drawing/2014/main" id="{57F3565F-C7B3-405A-8E09-5484AAB95D2C}"/>
              </a:ext>
            </a:extLst>
          </p:cNvPr>
          <p:cNvSpPr>
            <a:spLocks xmlns:a="http://schemas.openxmlformats.org/drawingml/2006/main" noGrp="1"/>
          </p:cNvSpPr>
          <p:nvPr/>
        </p:nvSpPr>
        <p:spPr>
          <a:xfrm xmlns:a="http://schemas.openxmlformats.org/drawingml/2006/main">
            <a:off x="2800350" y="1790700"/>
            <a:ext cx="809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FFFFFF"/>
                </a:solidFill>
                <a:latin typeface="NanumGothic"/>
                <a:ea typeface="NanumGothic"/>
                <a:cs typeface="NanumGothic"/>
              </a:defRPr>
            </a:pPr>
            <a:r>
              <a:rPr sz="1800" b="1">
                <a:solidFill>
                  <a:srgbClr val="FFFFFF"/>
                </a:solidFill>
                <a:latin typeface="NanumGothic"/>
                <a:ea typeface="NanumGothic"/>
                <a:cs typeface="NanumGothic"/>
              </a:rPr>
              <a:t>automatic_email=true 또는 evidence 누락은 validation error다.</a:t>
            </a:r>
          </a:p>
        </p:txBody>
      </p:sp>
      <p:sp>
        <p:nvSpPr>
          <p:cNvPr id="10" name="">
            <a:extLst xmlns:a="http://schemas.openxmlformats.org/drawingml/2006/main">
              <a:ext uri="{FF2B5EF4-FFF2-40B4-BE49-F238E27FC236}">
                <a16:creationId xmlns:a16="http://schemas.microsoft.com/office/drawing/2014/main" id="{99BE8014-3118-4089-8DDF-7DC54F715EE9}"/>
              </a:ext>
            </a:extLst>
          </p:cNvPr>
          <p:cNvSpPr>
            <a:spLocks xmlns:a="http://schemas.openxmlformats.org/drawingml/2006/main" noGrp="1"/>
          </p:cNvSpPr>
          <p:nvPr/>
        </p:nvSpPr>
        <p:spPr>
          <a:xfrm xmlns:a="http://schemas.openxmlformats.org/drawingml/2006/main">
            <a:off x="91440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11" name="">
            <a:extLst xmlns:a="http://schemas.openxmlformats.org/drawingml/2006/main">
              <a:ext uri="{FF2B5EF4-FFF2-40B4-BE49-F238E27FC236}">
                <a16:creationId xmlns:a16="http://schemas.microsoft.com/office/drawing/2014/main" id="{2C9D1573-7F20-43B9-9F55-1601303897E2}"/>
              </a:ext>
            </a:extLst>
          </p:cNvPr>
          <p:cNvSpPr>
            <a:spLocks xmlns:a="http://schemas.openxmlformats.org/drawingml/2006/main" noGrp="1"/>
          </p:cNvSpPr>
          <p:nvPr/>
        </p:nvSpPr>
        <p:spPr>
          <a:xfrm xmlns:a="http://schemas.openxmlformats.org/drawingml/2006/main">
            <a:off x="135255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2E6F8674-33BB-44E8-9D0D-4B0CBBEB65DA}"/>
              </a:ext>
            </a:extLst>
          </p:cNvPr>
          <p:cNvSpPr>
            <a:spLocks xmlns:a="http://schemas.openxmlformats.org/drawingml/2006/main" noGrp="1"/>
          </p:cNvSpPr>
          <p:nvPr/>
        </p:nvSpPr>
        <p:spPr>
          <a:xfrm xmlns:a="http://schemas.openxmlformats.org/drawingml/2006/main">
            <a:off x="1828800" y="32575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회의록 Schema와 Pydantic 계약: raw traceback 대신 stable error_code가 남는가</a:t>
            </a:r>
          </a:p>
        </p:txBody>
      </p:sp>
      <p:sp>
        <p:nvSpPr>
          <p:cNvPr id="13" name="">
            <a:extLst xmlns:a="http://schemas.openxmlformats.org/drawingml/2006/main">
              <a:ext uri="{FF2B5EF4-FFF2-40B4-BE49-F238E27FC236}">
                <a16:creationId xmlns:a16="http://schemas.microsoft.com/office/drawing/2014/main" id="{4CC1926A-9DDF-4E36-BF9A-993EA959EC5E}"/>
              </a:ext>
            </a:extLst>
          </p:cNvPr>
          <p:cNvSpPr>
            <a:spLocks xmlns:a="http://schemas.openxmlformats.org/drawingml/2006/main" noGrp="1"/>
          </p:cNvSpPr>
          <p:nvPr/>
        </p:nvSpPr>
        <p:spPr>
          <a:xfrm xmlns:a="http://schemas.openxmlformats.org/drawingml/2006/main">
            <a:off x="914400" y="40957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4" name="">
            <a:extLst xmlns:a="http://schemas.openxmlformats.org/drawingml/2006/main">
              <a:ext uri="{FF2B5EF4-FFF2-40B4-BE49-F238E27FC236}">
                <a16:creationId xmlns:a16="http://schemas.microsoft.com/office/drawing/2014/main" id="{69EB6B32-C587-4268-B305-2827B237ADB8}"/>
              </a:ext>
            </a:extLst>
          </p:cNvPr>
          <p:cNvSpPr>
            <a:spLocks xmlns:a="http://schemas.openxmlformats.org/drawingml/2006/main" noGrp="1"/>
          </p:cNvSpPr>
          <p:nvPr/>
        </p:nvSpPr>
        <p:spPr>
          <a:xfrm xmlns:a="http://schemas.openxmlformats.org/drawingml/2006/main">
            <a:off x="1352550" y="42195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DD4647D6-879A-42D4-A442-9FBE4DA33DC5}"/>
              </a:ext>
            </a:extLst>
          </p:cNvPr>
          <p:cNvSpPr>
            <a:spLocks xmlns:a="http://schemas.openxmlformats.org/drawingml/2006/main" noGrp="1"/>
          </p:cNvSpPr>
          <p:nvPr/>
        </p:nvSpPr>
        <p:spPr>
          <a:xfrm xmlns:a="http://schemas.openxmlformats.org/drawingml/2006/main">
            <a:off x="1828800" y="40576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meeting_schema.json: 외부 쓰기·자동 메일이 false인가</a:t>
            </a:r>
          </a:p>
        </p:txBody>
      </p:sp>
      <p:sp>
        <p:nvSpPr>
          <p:cNvPr id="16" name="">
            <a:extLst xmlns:a="http://schemas.openxmlformats.org/drawingml/2006/main">
              <a:ext uri="{FF2B5EF4-FFF2-40B4-BE49-F238E27FC236}">
                <a16:creationId xmlns:a16="http://schemas.microsoft.com/office/drawing/2014/main" id="{B0E098D6-713B-4E1F-BA06-63B6186860C8}"/>
              </a:ext>
            </a:extLst>
          </p:cNvPr>
          <p:cNvSpPr>
            <a:spLocks xmlns:a="http://schemas.openxmlformats.org/drawingml/2006/main" noGrp="1"/>
          </p:cNvSpPr>
          <p:nvPr/>
        </p:nvSpPr>
        <p:spPr>
          <a:xfrm xmlns:a="http://schemas.openxmlformats.org/drawingml/2006/main">
            <a:off x="914400" y="4895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7" name="">
            <a:extLst xmlns:a="http://schemas.openxmlformats.org/drawingml/2006/main">
              <a:ext uri="{FF2B5EF4-FFF2-40B4-BE49-F238E27FC236}">
                <a16:creationId xmlns:a16="http://schemas.microsoft.com/office/drawing/2014/main" id="{4F291A3B-6FA0-4125-BA49-DFB376F890D9}"/>
              </a:ext>
            </a:extLst>
          </p:cNvPr>
          <p:cNvSpPr>
            <a:spLocks xmlns:a="http://schemas.openxmlformats.org/drawingml/2006/main" noGrp="1"/>
          </p:cNvSpPr>
          <p:nvPr/>
        </p:nvSpPr>
        <p:spPr>
          <a:xfrm xmlns:a="http://schemas.openxmlformats.org/drawingml/2006/main">
            <a:off x="1352550" y="5019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D61761F5-E298-4842-9D34-20B6DE713E0B}"/>
              </a:ext>
            </a:extLst>
          </p:cNvPr>
          <p:cNvSpPr>
            <a:spLocks xmlns:a="http://schemas.openxmlformats.org/drawingml/2006/main" noGrp="1"/>
          </p:cNvSpPr>
          <p:nvPr/>
        </p:nvSpPr>
        <p:spPr>
          <a:xfrm xmlns:a="http://schemas.openxmlformats.org/drawingml/2006/main">
            <a:off x="1828800" y="48577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automatic_email=true 또는 evidence 누락은 validation error다. 재현이 가능한가</a:t>
            </a:r>
          </a:p>
        </p:txBody>
      </p:sp>
    </p:spTree>
    <p:extLst>
      <p:ext uri="{BB962C8B-B14F-4D97-AF65-F5344CB8AC3E}">
        <p14:creationId xmlns:p14="http://schemas.microsoft.com/office/powerpoint/2010/main" val="978852875"/>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797EE75-A6B3-45AB-9621-4005A74C3D73}"/>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현업 적용</a:t>
            </a:r>
          </a:p>
        </p:txBody>
      </p:sp>
      <p:sp>
        <p:nvSpPr>
          <p:cNvPr id="2" name="">
            <a:extLst xmlns:a="http://schemas.openxmlformats.org/drawingml/2006/main">
              <a:ext uri="{FF2B5EF4-FFF2-40B4-BE49-F238E27FC236}">
                <a16:creationId xmlns:a16="http://schemas.microsoft.com/office/drawing/2014/main" id="{0F013557-5437-4B57-8C14-A58B90BF1215}"/>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재직자</a:t>
            </a:r>
          </a:p>
        </p:txBody>
      </p:sp>
      <p:sp>
        <p:nvSpPr>
          <p:cNvPr id="3" name="">
            <a:extLst xmlns:a="http://schemas.openxmlformats.org/drawingml/2006/main">
              <a:ext uri="{FF2B5EF4-FFF2-40B4-BE49-F238E27FC236}">
                <a16:creationId xmlns:a16="http://schemas.microsoft.com/office/drawing/2014/main" id="{CD3A9BEC-42CB-48AE-978B-FF8C3988A482}"/>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9D888621-364D-48B2-950D-3AA903FD8EC4}"/>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E87DB587-B8AA-4593-920C-FE86724BB35C}"/>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492CA344-99EB-442A-A520-05B28E0A4203}"/>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117</a:t>
            </a:r>
          </a:p>
        </p:txBody>
      </p:sp>
      <p:sp>
        <p:nvSpPr>
          <p:cNvPr id="7" name="">
            <a:extLst xmlns:a="http://schemas.openxmlformats.org/drawingml/2006/main">
              <a:ext uri="{FF2B5EF4-FFF2-40B4-BE49-F238E27FC236}">
                <a16:creationId xmlns:a16="http://schemas.microsoft.com/office/drawing/2014/main" id="{307BFF9F-E3CF-46AF-9D6E-1F6A10BACDEC}"/>
              </a:ext>
            </a:extLst>
          </p:cNvPr>
          <p:cNvSpPr>
            <a:spLocks xmlns:a="http://schemas.openxmlformats.org/drawingml/2006/main" noGrp="1"/>
          </p:cNvSpPr>
          <p:nvPr/>
        </p:nvSpPr>
        <p:spPr>
          <a:xfrm xmlns:a="http://schemas.openxmlformats.org/drawingml/2006/main">
            <a:off x="857250" y="1619250"/>
            <a:ext cx="10477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325" b="1">
                <a:solidFill>
                  <a:srgbClr val="191919"/>
                </a:solidFill>
                <a:latin typeface="NanumGothic"/>
                <a:ea typeface="NanumGothic"/>
                <a:cs typeface="NanumGothic"/>
              </a:defRPr>
            </a:pPr>
            <a:r>
              <a:rPr sz="2325" b="1">
                <a:solidFill>
                  <a:srgbClr val="191919"/>
                </a:solidFill>
                <a:latin typeface="NanumGothic"/>
                <a:ea typeface="NanumGothic"/>
                <a:cs typeface="NanumGothic"/>
              </a:rPr>
              <a:t>회의 요약을 Jira·Notion·메일로 보내기 전 공통 계약</a:t>
            </a:r>
          </a:p>
        </p:txBody>
      </p:sp>
      <p:sp>
        <p:nvSpPr>
          <p:cNvPr id="8" name="">
            <a:extLst xmlns:a="http://schemas.openxmlformats.org/drawingml/2006/main">
              <a:ext uri="{FF2B5EF4-FFF2-40B4-BE49-F238E27FC236}">
                <a16:creationId xmlns:a16="http://schemas.microsoft.com/office/drawing/2014/main" id="{34899700-65D1-4B38-9507-2980DA299020}"/>
              </a:ext>
            </a:extLst>
          </p:cNvPr>
          <p:cNvSpPr>
            <a:spLocks xmlns:a="http://schemas.openxmlformats.org/drawingml/2006/main" noGrp="1"/>
          </p:cNvSpPr>
          <p:nvPr/>
        </p:nvSpPr>
        <p:spPr>
          <a:xfrm xmlns:a="http://schemas.openxmlformats.org/drawingml/2006/main">
            <a:off x="123825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9" name="">
            <a:extLst xmlns:a="http://schemas.openxmlformats.org/drawingml/2006/main">
              <a:ext uri="{FF2B5EF4-FFF2-40B4-BE49-F238E27FC236}">
                <a16:creationId xmlns:a16="http://schemas.microsoft.com/office/drawing/2014/main" id="{7E1A9C79-E024-4F93-9ED7-7A4FA9767763}"/>
              </a:ext>
            </a:extLst>
          </p:cNvPr>
          <p:cNvSpPr>
            <a:spLocks xmlns:a="http://schemas.openxmlformats.org/drawingml/2006/main" noGrp="1"/>
          </p:cNvSpPr>
          <p:nvPr/>
        </p:nvSpPr>
        <p:spPr>
          <a:xfrm xmlns:a="http://schemas.openxmlformats.org/drawingml/2006/main">
            <a:off x="167640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987C30F1-C083-40F1-BAD2-40A0A0275389}"/>
              </a:ext>
            </a:extLst>
          </p:cNvPr>
          <p:cNvSpPr>
            <a:spLocks xmlns:a="http://schemas.openxmlformats.org/drawingml/2006/main" noGrp="1"/>
          </p:cNvSpPr>
          <p:nvPr/>
        </p:nvSpPr>
        <p:spPr>
          <a:xfrm xmlns:a="http://schemas.openxmlformats.org/drawingml/2006/main">
            <a:off x="2152650" y="32575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회의록 Schema와 Pydantic 계약은 합성·비식별 sample로 먼저 실행</a:t>
            </a:r>
          </a:p>
        </p:txBody>
      </p:sp>
      <p:sp>
        <p:nvSpPr>
          <p:cNvPr id="11" name="">
            <a:extLst xmlns:a="http://schemas.openxmlformats.org/drawingml/2006/main">
              <a:ext uri="{FF2B5EF4-FFF2-40B4-BE49-F238E27FC236}">
                <a16:creationId xmlns:a16="http://schemas.microsoft.com/office/drawing/2014/main" id="{D3AB70C3-FAF0-4C5D-A2BC-5282128C6518}"/>
              </a:ext>
            </a:extLst>
          </p:cNvPr>
          <p:cNvSpPr>
            <a:spLocks xmlns:a="http://schemas.openxmlformats.org/drawingml/2006/main" noGrp="1"/>
          </p:cNvSpPr>
          <p:nvPr/>
        </p:nvSpPr>
        <p:spPr>
          <a:xfrm xmlns:a="http://schemas.openxmlformats.org/drawingml/2006/main">
            <a:off x="1238250" y="39624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795DD6EC-4738-4708-9260-24C741BE9650}"/>
              </a:ext>
            </a:extLst>
          </p:cNvPr>
          <p:cNvSpPr>
            <a:spLocks xmlns:a="http://schemas.openxmlformats.org/drawingml/2006/main" noGrp="1"/>
          </p:cNvSpPr>
          <p:nvPr/>
        </p:nvSpPr>
        <p:spPr>
          <a:xfrm xmlns:a="http://schemas.openxmlformats.org/drawingml/2006/main">
            <a:off x="1676400" y="40862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3" name="">
            <a:extLst xmlns:a="http://schemas.openxmlformats.org/drawingml/2006/main">
              <a:ext uri="{FF2B5EF4-FFF2-40B4-BE49-F238E27FC236}">
                <a16:creationId xmlns:a16="http://schemas.microsoft.com/office/drawing/2014/main" id="{357F78A7-F721-43A6-B5AB-882A7F6FA4B3}"/>
              </a:ext>
            </a:extLst>
          </p:cNvPr>
          <p:cNvSpPr>
            <a:spLocks xmlns:a="http://schemas.openxmlformats.org/drawingml/2006/main" noGrp="1"/>
          </p:cNvSpPr>
          <p:nvPr/>
        </p:nvSpPr>
        <p:spPr>
          <a:xfrm xmlns:a="http://schemas.openxmlformats.org/drawingml/2006/main">
            <a:off x="2152650" y="39243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회의 요약을 Jira·Notion·메일로 보내기 전 공통 계약의 현재 수작업 시간과 오류를 baseline으로 기록</a:t>
            </a:r>
          </a:p>
        </p:txBody>
      </p:sp>
      <p:sp>
        <p:nvSpPr>
          <p:cNvPr id="14" name="">
            <a:extLst xmlns:a="http://schemas.openxmlformats.org/drawingml/2006/main">
              <a:ext uri="{FF2B5EF4-FFF2-40B4-BE49-F238E27FC236}">
                <a16:creationId xmlns:a16="http://schemas.microsoft.com/office/drawing/2014/main" id="{37F42FA1-7FE4-4D0F-9E4F-8B5AD73A594A}"/>
              </a:ext>
            </a:extLst>
          </p:cNvPr>
          <p:cNvSpPr>
            <a:spLocks xmlns:a="http://schemas.openxmlformats.org/drawingml/2006/main" noGrp="1"/>
          </p:cNvSpPr>
          <p:nvPr/>
        </p:nvSpPr>
        <p:spPr>
          <a:xfrm xmlns:a="http://schemas.openxmlformats.org/drawingml/2006/main">
            <a:off x="1238250" y="46291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5" name="">
            <a:extLst xmlns:a="http://schemas.openxmlformats.org/drawingml/2006/main">
              <a:ext uri="{FF2B5EF4-FFF2-40B4-BE49-F238E27FC236}">
                <a16:creationId xmlns:a16="http://schemas.microsoft.com/office/drawing/2014/main" id="{41BC220D-ECBD-427D-BB0A-1A0698BEDE45}"/>
              </a:ext>
            </a:extLst>
          </p:cNvPr>
          <p:cNvSpPr>
            <a:spLocks xmlns:a="http://schemas.openxmlformats.org/drawingml/2006/main" noGrp="1"/>
          </p:cNvSpPr>
          <p:nvPr/>
        </p:nvSpPr>
        <p:spPr>
          <a:xfrm xmlns:a="http://schemas.openxmlformats.org/drawingml/2006/main">
            <a:off x="1676400" y="47529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6" name="">
            <a:extLst xmlns:a="http://schemas.openxmlformats.org/drawingml/2006/main">
              <a:ext uri="{FF2B5EF4-FFF2-40B4-BE49-F238E27FC236}">
                <a16:creationId xmlns:a16="http://schemas.microsoft.com/office/drawing/2014/main" id="{448F5982-9550-4310-A128-29CC2DFEA547}"/>
              </a:ext>
            </a:extLst>
          </p:cNvPr>
          <p:cNvSpPr>
            <a:spLocks xmlns:a="http://schemas.openxmlformats.org/drawingml/2006/main" noGrp="1"/>
          </p:cNvSpPr>
          <p:nvPr/>
        </p:nvSpPr>
        <p:spPr>
          <a:xfrm xmlns:a="http://schemas.openxmlformats.org/drawingml/2006/main">
            <a:off x="2152650" y="45910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meeting_schema.json 사람 승인 전에는 외부 시스템을 바꾸지 않음</a:t>
            </a:r>
          </a:p>
        </p:txBody>
      </p:sp>
      <p:sp>
        <p:nvSpPr>
          <p:cNvPr id="17" name="">
            <a:extLst xmlns:a="http://schemas.openxmlformats.org/drawingml/2006/main">
              <a:ext uri="{FF2B5EF4-FFF2-40B4-BE49-F238E27FC236}">
                <a16:creationId xmlns:a16="http://schemas.microsoft.com/office/drawing/2014/main" id="{E96FA585-2C9E-4D52-A099-E11D5E2DC37D}"/>
              </a:ext>
            </a:extLst>
          </p:cNvPr>
          <p:cNvSpPr>
            <a:spLocks xmlns:a="http://schemas.openxmlformats.org/drawingml/2006/main" noGrp="1"/>
          </p:cNvSpPr>
          <p:nvPr/>
        </p:nvSpPr>
        <p:spPr>
          <a:xfrm xmlns:a="http://schemas.openxmlformats.org/drawingml/2006/main">
            <a:off x="1238250" y="5295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8" name="">
            <a:extLst xmlns:a="http://schemas.openxmlformats.org/drawingml/2006/main">
              <a:ext uri="{FF2B5EF4-FFF2-40B4-BE49-F238E27FC236}">
                <a16:creationId xmlns:a16="http://schemas.microsoft.com/office/drawing/2014/main" id="{07EAF4A3-2E18-48F1-B9DF-D2B6C988C347}"/>
              </a:ext>
            </a:extLst>
          </p:cNvPr>
          <p:cNvSpPr>
            <a:spLocks xmlns:a="http://schemas.openxmlformats.org/drawingml/2006/main" noGrp="1"/>
          </p:cNvSpPr>
          <p:nvPr/>
        </p:nvSpPr>
        <p:spPr>
          <a:xfrm xmlns:a="http://schemas.openxmlformats.org/drawingml/2006/main">
            <a:off x="1676400" y="5419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9" name="">
            <a:extLst xmlns:a="http://schemas.openxmlformats.org/drawingml/2006/main">
              <a:ext uri="{FF2B5EF4-FFF2-40B4-BE49-F238E27FC236}">
                <a16:creationId xmlns:a16="http://schemas.microsoft.com/office/drawing/2014/main" id="{EE6CE576-CD50-4C00-ACE1-8B9CA4E6D522}"/>
              </a:ext>
            </a:extLst>
          </p:cNvPr>
          <p:cNvSpPr>
            <a:spLocks xmlns:a="http://schemas.openxmlformats.org/drawingml/2006/main" noGrp="1"/>
          </p:cNvSpPr>
          <p:nvPr/>
        </p:nvSpPr>
        <p:spPr>
          <a:xfrm xmlns:a="http://schemas.openxmlformats.org/drawingml/2006/main">
            <a:off x="2152650" y="52578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meeting_schema.json을 운영 검토 자료로 사용</a:t>
            </a:r>
          </a:p>
        </p:txBody>
      </p:sp>
    </p:spTree>
    <p:extLst>
      <p:ext uri="{BB962C8B-B14F-4D97-AF65-F5344CB8AC3E}">
        <p14:creationId xmlns:p14="http://schemas.microsoft.com/office/powerpoint/2010/main" val="1779563527"/>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2193DB9-EBC5-4247-8647-2B169A1E44C1}"/>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포트폴리오 적용</a:t>
            </a:r>
          </a:p>
        </p:txBody>
      </p:sp>
      <p:sp>
        <p:nvSpPr>
          <p:cNvPr id="2" name="">
            <a:extLst xmlns:a="http://schemas.openxmlformats.org/drawingml/2006/main">
              <a:ext uri="{FF2B5EF4-FFF2-40B4-BE49-F238E27FC236}">
                <a16:creationId xmlns:a16="http://schemas.microsoft.com/office/drawing/2014/main" id="{F1B3E7D1-AB24-4A12-964F-758D956AEDA1}"/>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구직자</a:t>
            </a:r>
          </a:p>
        </p:txBody>
      </p:sp>
      <p:sp>
        <p:nvSpPr>
          <p:cNvPr id="3" name="">
            <a:extLst xmlns:a="http://schemas.openxmlformats.org/drawingml/2006/main">
              <a:ext uri="{FF2B5EF4-FFF2-40B4-BE49-F238E27FC236}">
                <a16:creationId xmlns:a16="http://schemas.microsoft.com/office/drawing/2014/main" id="{B559B700-DAB0-4C5D-B408-CF7BE00E0FD2}"/>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B07B91AC-F5DD-4835-ADC4-D3CC2866E8D3}"/>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ABC8C093-C506-4CEA-8959-56A8D1771B5F}"/>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BF4F20A9-46C1-4254-946A-04AC3CD2FBE6}"/>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118</a:t>
            </a:r>
          </a:p>
        </p:txBody>
      </p:sp>
      <p:sp>
        <p:nvSpPr>
          <p:cNvPr id="7" name="">
            <a:extLst xmlns:a="http://schemas.openxmlformats.org/drawingml/2006/main">
              <a:ext uri="{FF2B5EF4-FFF2-40B4-BE49-F238E27FC236}">
                <a16:creationId xmlns:a16="http://schemas.microsoft.com/office/drawing/2014/main" id="{2CF2AF00-A8E6-43CC-AFD8-51111594BEE4}"/>
              </a:ext>
            </a:extLst>
          </p:cNvPr>
          <p:cNvSpPr>
            <a:spLocks xmlns:a="http://schemas.openxmlformats.org/drawingml/2006/main" noGrp="1"/>
          </p:cNvSpPr>
          <p:nvPr/>
        </p:nvSpPr>
        <p:spPr>
          <a:xfrm xmlns:a="http://schemas.openxmlformats.org/drawingml/2006/main">
            <a:off x="857250" y="1619250"/>
            <a:ext cx="10477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325" b="1">
                <a:solidFill>
                  <a:srgbClr val="191919"/>
                </a:solidFill>
                <a:latin typeface="NanumGothic"/>
                <a:ea typeface="NanumGothic"/>
                <a:cs typeface="NanumGothic"/>
              </a:defRPr>
            </a:pPr>
            <a:r>
              <a:rPr sz="2325" b="1">
                <a:solidFill>
                  <a:srgbClr val="191919"/>
                </a:solidFill>
                <a:latin typeface="NanumGothic"/>
                <a:ea typeface="NanumGothic"/>
                <a:cs typeface="NanumGothic"/>
              </a:rPr>
              <a:t>회의록 Schema와 Pydantic 계약 · 문제·코드·실패·검증을 한 저장소로 제출</a:t>
            </a:r>
          </a:p>
        </p:txBody>
      </p:sp>
      <p:sp>
        <p:nvSpPr>
          <p:cNvPr id="8" name="">
            <a:extLst xmlns:a="http://schemas.openxmlformats.org/drawingml/2006/main">
              <a:ext uri="{FF2B5EF4-FFF2-40B4-BE49-F238E27FC236}">
                <a16:creationId xmlns:a16="http://schemas.microsoft.com/office/drawing/2014/main" id="{55BBCE5D-5DB8-40BA-B389-2B93BEC9385E}"/>
              </a:ext>
            </a:extLst>
          </p:cNvPr>
          <p:cNvSpPr>
            <a:spLocks xmlns:a="http://schemas.openxmlformats.org/drawingml/2006/main" noGrp="1"/>
          </p:cNvSpPr>
          <p:nvPr/>
        </p:nvSpPr>
        <p:spPr>
          <a:xfrm xmlns:a="http://schemas.openxmlformats.org/drawingml/2006/main">
            <a:off x="123825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9" name="">
            <a:extLst xmlns:a="http://schemas.openxmlformats.org/drawingml/2006/main">
              <a:ext uri="{FF2B5EF4-FFF2-40B4-BE49-F238E27FC236}">
                <a16:creationId xmlns:a16="http://schemas.microsoft.com/office/drawing/2014/main" id="{28970F24-A5D6-4412-86D8-8F02A98A85CC}"/>
              </a:ext>
            </a:extLst>
          </p:cNvPr>
          <p:cNvSpPr>
            <a:spLocks xmlns:a="http://schemas.openxmlformats.org/drawingml/2006/main" noGrp="1"/>
          </p:cNvSpPr>
          <p:nvPr/>
        </p:nvSpPr>
        <p:spPr>
          <a:xfrm xmlns:a="http://schemas.openxmlformats.org/drawingml/2006/main">
            <a:off x="167640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F371A464-3997-4E0A-AC5B-AC0B5C49D4B8}"/>
              </a:ext>
            </a:extLst>
          </p:cNvPr>
          <p:cNvSpPr>
            <a:spLocks xmlns:a="http://schemas.openxmlformats.org/drawingml/2006/main" noGrp="1"/>
          </p:cNvSpPr>
          <p:nvPr/>
        </p:nvSpPr>
        <p:spPr>
          <a:xfrm xmlns:a="http://schemas.openxmlformats.org/drawingml/2006/main">
            <a:off x="2152650" y="32575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원문에 없는 담당자와 날짜를 빈칸 대신 추측한다.의 사용자 영향을 한 문장으로 설명</a:t>
            </a:r>
          </a:p>
        </p:txBody>
      </p:sp>
      <p:sp>
        <p:nvSpPr>
          <p:cNvPr id="11" name="">
            <a:extLst xmlns:a="http://schemas.openxmlformats.org/drawingml/2006/main">
              <a:ext uri="{FF2B5EF4-FFF2-40B4-BE49-F238E27FC236}">
                <a16:creationId xmlns:a16="http://schemas.microsoft.com/office/drawing/2014/main" id="{100525AD-D547-4167-B4A7-90CF47DE0E49}"/>
              </a:ext>
            </a:extLst>
          </p:cNvPr>
          <p:cNvSpPr>
            <a:spLocks xmlns:a="http://schemas.openxmlformats.org/drawingml/2006/main" noGrp="1"/>
          </p:cNvSpPr>
          <p:nvPr/>
        </p:nvSpPr>
        <p:spPr>
          <a:xfrm xmlns:a="http://schemas.openxmlformats.org/drawingml/2006/main">
            <a:off x="1238250" y="39624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EF22FF34-6C53-4AE1-BEBD-711806317D4A}"/>
              </a:ext>
            </a:extLst>
          </p:cNvPr>
          <p:cNvSpPr>
            <a:spLocks xmlns:a="http://schemas.openxmlformats.org/drawingml/2006/main" noGrp="1"/>
          </p:cNvSpPr>
          <p:nvPr/>
        </p:nvSpPr>
        <p:spPr>
          <a:xfrm xmlns:a="http://schemas.openxmlformats.org/drawingml/2006/main">
            <a:off x="1676400" y="40862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3" name="">
            <a:extLst xmlns:a="http://schemas.openxmlformats.org/drawingml/2006/main">
              <a:ext uri="{FF2B5EF4-FFF2-40B4-BE49-F238E27FC236}">
                <a16:creationId xmlns:a16="http://schemas.microsoft.com/office/drawing/2014/main" id="{6CC31D46-DB10-436B-B4B4-114A6DE57721}"/>
              </a:ext>
            </a:extLst>
          </p:cNvPr>
          <p:cNvSpPr>
            <a:spLocks xmlns:a="http://schemas.openxmlformats.org/drawingml/2006/main" noGrp="1"/>
          </p:cNvSpPr>
          <p:nvPr/>
        </p:nvSpPr>
        <p:spPr>
          <a:xfrm xmlns:a="http://schemas.openxmlformats.org/drawingml/2006/main">
            <a:off x="2152650" y="39243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회의록 Schema와 Pydantic 계약 정상 Demo와 대표 실패 Demo를 함께 준비</a:t>
            </a:r>
          </a:p>
        </p:txBody>
      </p:sp>
      <p:sp>
        <p:nvSpPr>
          <p:cNvPr id="14" name="">
            <a:extLst xmlns:a="http://schemas.openxmlformats.org/drawingml/2006/main">
              <a:ext uri="{FF2B5EF4-FFF2-40B4-BE49-F238E27FC236}">
                <a16:creationId xmlns:a16="http://schemas.microsoft.com/office/drawing/2014/main" id="{C017976A-2AA5-4DE4-9608-EB26B66FB709}"/>
              </a:ext>
            </a:extLst>
          </p:cNvPr>
          <p:cNvSpPr>
            <a:spLocks xmlns:a="http://schemas.openxmlformats.org/drawingml/2006/main" noGrp="1"/>
          </p:cNvSpPr>
          <p:nvPr/>
        </p:nvSpPr>
        <p:spPr>
          <a:xfrm xmlns:a="http://schemas.openxmlformats.org/drawingml/2006/main">
            <a:off x="1238250" y="46291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5" name="">
            <a:extLst xmlns:a="http://schemas.openxmlformats.org/drawingml/2006/main">
              <a:ext uri="{FF2B5EF4-FFF2-40B4-BE49-F238E27FC236}">
                <a16:creationId xmlns:a16="http://schemas.microsoft.com/office/drawing/2014/main" id="{860DA998-686A-4FAE-8E16-257CD115D35D}"/>
              </a:ext>
            </a:extLst>
          </p:cNvPr>
          <p:cNvSpPr>
            <a:spLocks xmlns:a="http://schemas.openxmlformats.org/drawingml/2006/main" noGrp="1"/>
          </p:cNvSpPr>
          <p:nvPr/>
        </p:nvSpPr>
        <p:spPr>
          <a:xfrm xmlns:a="http://schemas.openxmlformats.org/drawingml/2006/main">
            <a:off x="1676400" y="47529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6" name="">
            <a:extLst xmlns:a="http://schemas.openxmlformats.org/drawingml/2006/main">
              <a:ext uri="{FF2B5EF4-FFF2-40B4-BE49-F238E27FC236}">
                <a16:creationId xmlns:a16="http://schemas.microsoft.com/office/drawing/2014/main" id="{D4AE48F0-E416-4FF3-9B4D-5688803D72EC}"/>
              </a:ext>
            </a:extLst>
          </p:cNvPr>
          <p:cNvSpPr>
            <a:spLocks xmlns:a="http://schemas.openxmlformats.org/drawingml/2006/main" noGrp="1"/>
          </p:cNvSpPr>
          <p:nvPr/>
        </p:nvSpPr>
        <p:spPr>
          <a:xfrm xmlns:a="http://schemas.openxmlformats.org/drawingml/2006/main">
            <a:off x="2152650" y="45910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회의 schema에 필드를 추가하고 extra=forbid·누락 field test를 함께 만든다.의 diff와 직접 검토한 test 증거를 구분</a:t>
            </a:r>
          </a:p>
        </p:txBody>
      </p:sp>
      <p:sp>
        <p:nvSpPr>
          <p:cNvPr id="17" name="">
            <a:extLst xmlns:a="http://schemas.openxmlformats.org/drawingml/2006/main">
              <a:ext uri="{FF2B5EF4-FFF2-40B4-BE49-F238E27FC236}">
                <a16:creationId xmlns:a16="http://schemas.microsoft.com/office/drawing/2014/main" id="{57BF9EC9-B044-4880-88FA-83CF50A3DC9C}"/>
              </a:ext>
            </a:extLst>
          </p:cNvPr>
          <p:cNvSpPr>
            <a:spLocks xmlns:a="http://schemas.openxmlformats.org/drawingml/2006/main" noGrp="1"/>
          </p:cNvSpPr>
          <p:nvPr/>
        </p:nvSpPr>
        <p:spPr>
          <a:xfrm xmlns:a="http://schemas.openxmlformats.org/drawingml/2006/main">
            <a:off x="1238250" y="5295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8" name="">
            <a:extLst xmlns:a="http://schemas.openxmlformats.org/drawingml/2006/main">
              <a:ext uri="{FF2B5EF4-FFF2-40B4-BE49-F238E27FC236}">
                <a16:creationId xmlns:a16="http://schemas.microsoft.com/office/drawing/2014/main" id="{88E27084-F018-49F4-A12D-743381C954CF}"/>
              </a:ext>
            </a:extLst>
          </p:cNvPr>
          <p:cNvSpPr>
            <a:spLocks xmlns:a="http://schemas.openxmlformats.org/drawingml/2006/main" noGrp="1"/>
          </p:cNvSpPr>
          <p:nvPr/>
        </p:nvSpPr>
        <p:spPr>
          <a:xfrm xmlns:a="http://schemas.openxmlformats.org/drawingml/2006/main">
            <a:off x="1676400" y="5419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9" name="">
            <a:extLst xmlns:a="http://schemas.openxmlformats.org/drawingml/2006/main">
              <a:ext uri="{FF2B5EF4-FFF2-40B4-BE49-F238E27FC236}">
                <a16:creationId xmlns:a16="http://schemas.microsoft.com/office/drawing/2014/main" id="{EBFFD4BE-9AC2-4E26-9822-402EA28478FE}"/>
              </a:ext>
            </a:extLst>
          </p:cNvPr>
          <p:cNvSpPr>
            <a:spLocks xmlns:a="http://schemas.openxmlformats.org/drawingml/2006/main" noGrp="1"/>
          </p:cNvSpPr>
          <p:nvPr/>
        </p:nvSpPr>
        <p:spPr>
          <a:xfrm xmlns:a="http://schemas.openxmlformats.org/drawingml/2006/main">
            <a:off x="2152650" y="52578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meeting_schema.json과 README 재현 절차를 제출</a:t>
            </a:r>
          </a:p>
        </p:txBody>
      </p:sp>
    </p:spTree>
    <p:extLst>
      <p:ext uri="{BB962C8B-B14F-4D97-AF65-F5344CB8AC3E}">
        <p14:creationId xmlns:p14="http://schemas.microsoft.com/office/powerpoint/2010/main" val="2013139534"/>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37676DD-C3D0-419A-BABA-857E209E8D84}"/>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회의록 Schema와 Pydantic 계약 운영 점검</a:t>
            </a:r>
          </a:p>
        </p:txBody>
      </p:sp>
      <p:sp>
        <p:nvSpPr>
          <p:cNvPr id="2" name="">
            <a:extLst xmlns:a="http://schemas.openxmlformats.org/drawingml/2006/main">
              <a:ext uri="{FF2B5EF4-FFF2-40B4-BE49-F238E27FC236}">
                <a16:creationId xmlns:a16="http://schemas.microsoft.com/office/drawing/2014/main" id="{34022DFF-927A-4CF4-B028-3E364E2A41D9}"/>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운영 기준</a:t>
            </a:r>
          </a:p>
        </p:txBody>
      </p:sp>
      <p:sp>
        <p:nvSpPr>
          <p:cNvPr id="3" name="">
            <a:extLst xmlns:a="http://schemas.openxmlformats.org/drawingml/2006/main">
              <a:ext uri="{FF2B5EF4-FFF2-40B4-BE49-F238E27FC236}">
                <a16:creationId xmlns:a16="http://schemas.microsoft.com/office/drawing/2014/main" id="{AD00CD5D-6230-49F3-ACA5-C56F841F303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396BF068-5F85-485D-A162-9D5E63C4A2A6}"/>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7A99190D-0810-4856-B14A-B0214CBEB557}"/>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A436C425-3084-4530-A9B6-1E0BC83918F9}"/>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119</a:t>
            </a:r>
          </a:p>
        </p:txBody>
      </p:sp>
      <p:sp>
        <p:nvSpPr>
          <p:cNvPr id="7" name="">
            <a:extLst xmlns:a="http://schemas.openxmlformats.org/drawingml/2006/main">
              <a:ext uri="{FF2B5EF4-FFF2-40B4-BE49-F238E27FC236}">
                <a16:creationId xmlns:a16="http://schemas.microsoft.com/office/drawing/2014/main" id="{7FAC73F5-3C7E-45C0-B359-C0E22BE4C7C0}"/>
              </a:ext>
            </a:extLst>
          </p:cNvPr>
          <p:cNvSpPr>
            <a:spLocks xmlns:a="http://schemas.openxmlformats.org/drawingml/2006/main" noGrp="1"/>
          </p:cNvSpPr>
          <p:nvPr/>
        </p:nvSpPr>
        <p:spPr>
          <a:xfrm xmlns:a="http://schemas.openxmlformats.org/drawingml/2006/main">
            <a:off x="685800" y="1524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품질</a:t>
            </a:r>
          </a:p>
        </p:txBody>
      </p:sp>
      <p:sp>
        <p:nvSpPr>
          <p:cNvPr id="8" name="">
            <a:extLst xmlns:a="http://schemas.openxmlformats.org/drawingml/2006/main">
              <a:ext uri="{FF2B5EF4-FFF2-40B4-BE49-F238E27FC236}">
                <a16:creationId xmlns:a16="http://schemas.microsoft.com/office/drawing/2014/main" id="{B28C8001-8CEF-48B0-A202-7FBB0B717E13}"/>
              </a:ext>
            </a:extLst>
          </p:cNvPr>
          <p:cNvSpPr>
            <a:spLocks xmlns:a="http://schemas.openxmlformats.org/drawingml/2006/main" noGrp="1"/>
          </p:cNvSpPr>
          <p:nvPr/>
        </p:nvSpPr>
        <p:spPr>
          <a:xfrm xmlns:a="http://schemas.openxmlformats.org/drawingml/2006/main">
            <a:off x="685800" y="194310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3A562E1A-5282-435C-BE6D-6093EECCCD7B}"/>
              </a:ext>
            </a:extLst>
          </p:cNvPr>
          <p:cNvSpPr>
            <a:spLocks xmlns:a="http://schemas.openxmlformats.org/drawingml/2006/main" noGrp="1"/>
          </p:cNvSpPr>
          <p:nvPr/>
        </p:nvSpPr>
        <p:spPr>
          <a:xfrm xmlns:a="http://schemas.openxmlformats.org/drawingml/2006/main">
            <a:off x="685800" y="220980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무엇을 세 개 Action Item이 evidence_ids와 함께 validate된다.로 정의하는가</a:t>
            </a:r>
          </a:p>
        </p:txBody>
      </p:sp>
      <p:sp>
        <p:nvSpPr>
          <p:cNvPr id="10" name="">
            <a:extLst xmlns:a="http://schemas.openxmlformats.org/drawingml/2006/main">
              <a:ext uri="{FF2B5EF4-FFF2-40B4-BE49-F238E27FC236}">
                <a16:creationId xmlns:a16="http://schemas.microsoft.com/office/drawing/2014/main" id="{3B1C59B6-E1AE-4BD6-B457-30D06372171F}"/>
              </a:ext>
            </a:extLst>
          </p:cNvPr>
          <p:cNvSpPr>
            <a:spLocks xmlns:a="http://schemas.openxmlformats.org/drawingml/2006/main" noGrp="1"/>
          </p:cNvSpPr>
          <p:nvPr/>
        </p:nvSpPr>
        <p:spPr>
          <a:xfrm xmlns:a="http://schemas.openxmlformats.org/drawingml/2006/main">
            <a:off x="6096000" y="1524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안전</a:t>
            </a:r>
          </a:p>
        </p:txBody>
      </p:sp>
      <p:sp>
        <p:nvSpPr>
          <p:cNvPr id="11" name="">
            <a:extLst xmlns:a="http://schemas.openxmlformats.org/drawingml/2006/main">
              <a:ext uri="{FF2B5EF4-FFF2-40B4-BE49-F238E27FC236}">
                <a16:creationId xmlns:a16="http://schemas.microsoft.com/office/drawing/2014/main" id="{C5BA0C8C-7441-4B43-9ECF-0ADE50A55424}"/>
              </a:ext>
            </a:extLst>
          </p:cNvPr>
          <p:cNvSpPr>
            <a:spLocks xmlns:a="http://schemas.openxmlformats.org/drawingml/2006/main" noGrp="1"/>
          </p:cNvSpPr>
          <p:nvPr/>
        </p:nvSpPr>
        <p:spPr>
          <a:xfrm xmlns:a="http://schemas.openxmlformats.org/drawingml/2006/main">
            <a:off x="6096000" y="194310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07F248AB-B6D2-4730-A11E-9DBFB624389B}"/>
              </a:ext>
            </a:extLst>
          </p:cNvPr>
          <p:cNvSpPr>
            <a:spLocks xmlns:a="http://schemas.openxmlformats.org/drawingml/2006/main" noGrp="1"/>
          </p:cNvSpPr>
          <p:nvPr/>
        </p:nvSpPr>
        <p:spPr>
          <a:xfrm xmlns:a="http://schemas.openxmlformats.org/drawingml/2006/main">
            <a:off x="6096000" y="220980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회의록 Schema와 Pydantic 계약의 사람 승인과 external_write=false 위치</a:t>
            </a:r>
          </a:p>
        </p:txBody>
      </p:sp>
      <p:sp>
        <p:nvSpPr>
          <p:cNvPr id="13" name="">
            <a:extLst xmlns:a="http://schemas.openxmlformats.org/drawingml/2006/main">
              <a:ext uri="{FF2B5EF4-FFF2-40B4-BE49-F238E27FC236}">
                <a16:creationId xmlns:a16="http://schemas.microsoft.com/office/drawing/2014/main" id="{830F7960-1CA1-4866-9A06-B9385C65E8F9}"/>
              </a:ext>
            </a:extLst>
          </p:cNvPr>
          <p:cNvSpPr>
            <a:spLocks xmlns:a="http://schemas.openxmlformats.org/drawingml/2006/main" noGrp="1"/>
          </p:cNvSpPr>
          <p:nvPr/>
        </p:nvSpPr>
        <p:spPr>
          <a:xfrm xmlns:a="http://schemas.openxmlformats.org/drawingml/2006/main">
            <a:off x="685800" y="3600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복구</a:t>
            </a:r>
          </a:p>
        </p:txBody>
      </p:sp>
      <p:sp>
        <p:nvSpPr>
          <p:cNvPr id="14" name="">
            <a:extLst xmlns:a="http://schemas.openxmlformats.org/drawingml/2006/main">
              <a:ext uri="{FF2B5EF4-FFF2-40B4-BE49-F238E27FC236}">
                <a16:creationId xmlns:a16="http://schemas.microsoft.com/office/drawing/2014/main" id="{25FA4E7B-F229-4611-9507-8A3984EC4F6A}"/>
              </a:ext>
            </a:extLst>
          </p:cNvPr>
          <p:cNvSpPr>
            <a:spLocks xmlns:a="http://schemas.openxmlformats.org/drawingml/2006/main" noGrp="1"/>
          </p:cNvSpPr>
          <p:nvPr/>
        </p:nvSpPr>
        <p:spPr>
          <a:xfrm xmlns:a="http://schemas.openxmlformats.org/drawingml/2006/main">
            <a:off x="685800" y="401955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896B97E2-2380-447C-B596-F99AF5B324AB}"/>
              </a:ext>
            </a:extLst>
          </p:cNvPr>
          <p:cNvSpPr>
            <a:spLocks xmlns:a="http://schemas.openxmlformats.org/drawingml/2006/main" noGrp="1"/>
          </p:cNvSpPr>
          <p:nvPr/>
        </p:nvSpPr>
        <p:spPr>
          <a:xfrm xmlns:a="http://schemas.openxmlformats.org/drawingml/2006/main">
            <a:off x="685800" y="428625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원문에 없는 담당자와 날짜를 빈칸 대신 추측한다. 발생 시 meeting_schema.json에서 원인 상태를 확인</a:t>
            </a:r>
          </a:p>
        </p:txBody>
      </p:sp>
      <p:sp>
        <p:nvSpPr>
          <p:cNvPr id="16" name="">
            <a:extLst xmlns:a="http://schemas.openxmlformats.org/drawingml/2006/main">
              <a:ext uri="{FF2B5EF4-FFF2-40B4-BE49-F238E27FC236}">
                <a16:creationId xmlns:a16="http://schemas.microsoft.com/office/drawing/2014/main" id="{4489296B-473E-4F30-8413-106D9743E1D8}"/>
              </a:ext>
            </a:extLst>
          </p:cNvPr>
          <p:cNvSpPr>
            <a:spLocks xmlns:a="http://schemas.openxmlformats.org/drawingml/2006/main" noGrp="1"/>
          </p:cNvSpPr>
          <p:nvPr/>
        </p:nvSpPr>
        <p:spPr>
          <a:xfrm xmlns:a="http://schemas.openxmlformats.org/drawingml/2006/main">
            <a:off x="6096000" y="3600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관측</a:t>
            </a:r>
          </a:p>
        </p:txBody>
      </p:sp>
      <p:sp>
        <p:nvSpPr>
          <p:cNvPr id="17" name="">
            <a:extLst xmlns:a="http://schemas.openxmlformats.org/drawingml/2006/main">
              <a:ext uri="{FF2B5EF4-FFF2-40B4-BE49-F238E27FC236}">
                <a16:creationId xmlns:a16="http://schemas.microsoft.com/office/drawing/2014/main" id="{D7E325C3-0071-4F22-A393-3AA5FD74D0E3}"/>
              </a:ext>
            </a:extLst>
          </p:cNvPr>
          <p:cNvSpPr>
            <a:spLocks xmlns:a="http://schemas.openxmlformats.org/drawingml/2006/main" noGrp="1"/>
          </p:cNvSpPr>
          <p:nvPr/>
        </p:nvSpPr>
        <p:spPr>
          <a:xfrm xmlns:a="http://schemas.openxmlformats.org/drawingml/2006/main">
            <a:off x="6096000" y="401955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8CF3CC1A-4084-4E57-B7E2-D8330AEED343}"/>
              </a:ext>
            </a:extLst>
          </p:cNvPr>
          <p:cNvSpPr>
            <a:spLocks xmlns:a="http://schemas.openxmlformats.org/drawingml/2006/main" noGrp="1"/>
          </p:cNvSpPr>
          <p:nvPr/>
        </p:nvSpPr>
        <p:spPr>
          <a:xfrm xmlns:a="http://schemas.openxmlformats.org/drawingml/2006/main">
            <a:off x="6096000" y="428625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meeting_schema.json에서 어떤 status·error_code를 보는가</a:t>
            </a:r>
          </a:p>
        </p:txBody>
      </p:sp>
    </p:spTree>
    <p:extLst>
      <p:ext uri="{BB962C8B-B14F-4D97-AF65-F5344CB8AC3E}">
        <p14:creationId xmlns:p14="http://schemas.microsoft.com/office/powerpoint/2010/main" val="1862020581"/>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CBF7F51-4D54-4E4F-8D0B-E904426EB05A}"/>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meeting_schema.json 실행 증거</a:t>
            </a:r>
          </a:p>
        </p:txBody>
      </p:sp>
      <p:sp>
        <p:nvSpPr>
          <p:cNvPr id="2" name="">
            <a:extLst xmlns:a="http://schemas.openxmlformats.org/drawingml/2006/main">
              <a:ext uri="{FF2B5EF4-FFF2-40B4-BE49-F238E27FC236}">
                <a16:creationId xmlns:a16="http://schemas.microsoft.com/office/drawing/2014/main" id="{06C63575-9A17-433D-BFF6-B3507E4A74A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차시 마무리</a:t>
            </a:r>
          </a:p>
        </p:txBody>
      </p:sp>
      <p:sp>
        <p:nvSpPr>
          <p:cNvPr id="3" name="">
            <a:extLst xmlns:a="http://schemas.openxmlformats.org/drawingml/2006/main">
              <a:ext uri="{FF2B5EF4-FFF2-40B4-BE49-F238E27FC236}">
                <a16:creationId xmlns:a16="http://schemas.microsoft.com/office/drawing/2014/main" id="{579FE97B-9B98-4A02-BCE0-8E9E8E992EF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AF9C6453-DA12-4CC6-A736-425D66C71EE2}"/>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CFC9F9F7-06BB-4158-AD7A-73A45F867100}"/>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12:00-12:50 · 4차시</a:t>
            </a:r>
          </a:p>
        </p:txBody>
      </p:sp>
      <p:sp>
        <p:nvSpPr>
          <p:cNvPr id="6" name="">
            <a:extLst xmlns:a="http://schemas.openxmlformats.org/drawingml/2006/main">
              <a:ext uri="{FF2B5EF4-FFF2-40B4-BE49-F238E27FC236}">
                <a16:creationId xmlns:a16="http://schemas.microsoft.com/office/drawing/2014/main" id="{A352E1E6-866D-4BED-A325-79E7243514EC}"/>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120</a:t>
            </a:r>
          </a:p>
        </p:txBody>
      </p:sp>
      <p:sp>
        <p:nvSpPr>
          <p:cNvPr id="7" name="">
            <a:extLst xmlns:a="http://schemas.openxmlformats.org/drawingml/2006/main">
              <a:ext uri="{FF2B5EF4-FFF2-40B4-BE49-F238E27FC236}">
                <a16:creationId xmlns:a16="http://schemas.microsoft.com/office/drawing/2014/main" id="{1E9C9237-434E-4D74-AB17-B0A78789953A}"/>
              </a:ext>
            </a:extLst>
          </p:cNvPr>
          <p:cNvSpPr>
            <a:spLocks xmlns:a="http://schemas.openxmlformats.org/drawingml/2006/main" noGrp="1"/>
          </p:cNvSpPr>
          <p:nvPr/>
        </p:nvSpPr>
        <p:spPr>
          <a:xfrm xmlns:a="http://schemas.openxmlformats.org/drawingml/2006/main">
            <a:off x="914400" y="17335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D3969D75-606E-45D7-8D08-651090AA61A4}"/>
              </a:ext>
            </a:extLst>
          </p:cNvPr>
          <p:cNvSpPr>
            <a:spLocks xmlns:a="http://schemas.openxmlformats.org/drawingml/2006/main" noGrp="1"/>
          </p:cNvSpPr>
          <p:nvPr/>
        </p:nvSpPr>
        <p:spPr>
          <a:xfrm xmlns:a="http://schemas.openxmlformats.org/drawingml/2006/main">
            <a:off x="1352550" y="18573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24F6E205-CDDB-4649-9599-A9F0F2F0EC96}"/>
              </a:ext>
            </a:extLst>
          </p:cNvPr>
          <p:cNvSpPr>
            <a:spLocks xmlns:a="http://schemas.openxmlformats.org/drawingml/2006/main" noGrp="1"/>
          </p:cNvSpPr>
          <p:nvPr/>
        </p:nvSpPr>
        <p:spPr>
          <a:xfrm xmlns:a="http://schemas.openxmlformats.org/drawingml/2006/main">
            <a:off x="1828800" y="16954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설명: 회의록 Schema와 Pydantic 계약이 필요한 이유를 한 문장으로 말할 수 있다.</a:t>
            </a:r>
          </a:p>
        </p:txBody>
      </p:sp>
      <p:sp>
        <p:nvSpPr>
          <p:cNvPr id="10" name="">
            <a:extLst xmlns:a="http://schemas.openxmlformats.org/drawingml/2006/main">
              <a:ext uri="{FF2B5EF4-FFF2-40B4-BE49-F238E27FC236}">
                <a16:creationId xmlns:a16="http://schemas.microsoft.com/office/drawing/2014/main" id="{EF158CF3-27EE-499F-BCD6-123FC231A298}"/>
              </a:ext>
            </a:extLst>
          </p:cNvPr>
          <p:cNvSpPr>
            <a:spLocks xmlns:a="http://schemas.openxmlformats.org/drawingml/2006/main" noGrp="1"/>
          </p:cNvSpPr>
          <p:nvPr/>
        </p:nvSpPr>
        <p:spPr>
          <a:xfrm xmlns:a="http://schemas.openxmlformats.org/drawingml/2006/main">
            <a:off x="914400" y="28956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760CDF69-9770-4F63-A42F-68B1A639D9A3}"/>
              </a:ext>
            </a:extLst>
          </p:cNvPr>
          <p:cNvSpPr>
            <a:spLocks xmlns:a="http://schemas.openxmlformats.org/drawingml/2006/main" noGrp="1"/>
          </p:cNvSpPr>
          <p:nvPr/>
        </p:nvSpPr>
        <p:spPr>
          <a:xfrm xmlns:a="http://schemas.openxmlformats.org/drawingml/2006/main">
            <a:off x="1352550" y="30194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A358204B-1687-48E5-99AB-991FE45AFB59}"/>
              </a:ext>
            </a:extLst>
          </p:cNvPr>
          <p:cNvSpPr>
            <a:spLocks xmlns:a="http://schemas.openxmlformats.org/drawingml/2006/main" noGrp="1"/>
          </p:cNvSpPr>
          <p:nvPr/>
        </p:nvSpPr>
        <p:spPr>
          <a:xfrm xmlns:a="http://schemas.openxmlformats.org/drawingml/2006/main">
            <a:off x="1828800" y="285750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실행: python -m src.langchain_lab --provider fixture</a:t>
            </a:r>
          </a:p>
        </p:txBody>
      </p:sp>
      <p:sp>
        <p:nvSpPr>
          <p:cNvPr id="13" name="">
            <a:extLst xmlns:a="http://schemas.openxmlformats.org/drawingml/2006/main">
              <a:ext uri="{FF2B5EF4-FFF2-40B4-BE49-F238E27FC236}">
                <a16:creationId xmlns:a16="http://schemas.microsoft.com/office/drawing/2014/main" id="{510111FA-38FE-491A-9359-E7F3BB339AA2}"/>
              </a:ext>
            </a:extLst>
          </p:cNvPr>
          <p:cNvSpPr>
            <a:spLocks xmlns:a="http://schemas.openxmlformats.org/drawingml/2006/main" noGrp="1"/>
          </p:cNvSpPr>
          <p:nvPr/>
        </p:nvSpPr>
        <p:spPr>
          <a:xfrm xmlns:a="http://schemas.openxmlformats.org/drawingml/2006/main">
            <a:off x="914400" y="4057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80621BB2-17EC-4343-8403-C4B37D034FCC}"/>
              </a:ext>
            </a:extLst>
          </p:cNvPr>
          <p:cNvSpPr>
            <a:spLocks xmlns:a="http://schemas.openxmlformats.org/drawingml/2006/main" noGrp="1"/>
          </p:cNvSpPr>
          <p:nvPr/>
        </p:nvSpPr>
        <p:spPr>
          <a:xfrm xmlns:a="http://schemas.openxmlformats.org/drawingml/2006/main">
            <a:off x="1352550" y="4181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DE47D6CA-08D1-42CE-9E47-DC0A034F7BB9}"/>
              </a:ext>
            </a:extLst>
          </p:cNvPr>
          <p:cNvSpPr>
            <a:spLocks xmlns:a="http://schemas.openxmlformats.org/drawingml/2006/main" noGrp="1"/>
          </p:cNvSpPr>
          <p:nvPr/>
        </p:nvSpPr>
        <p:spPr>
          <a:xfrm xmlns:a="http://schemas.openxmlformats.org/drawingml/2006/main">
            <a:off x="1828800" y="40195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증거: meeting_schema.json과 정상·실패 test 결과가 남아 있다.</a:t>
            </a:r>
          </a:p>
        </p:txBody>
      </p:sp>
      <p:sp>
        <p:nvSpPr>
          <p:cNvPr id="16" name="">
            <a:extLst xmlns:a="http://schemas.openxmlformats.org/drawingml/2006/main">
              <a:ext uri="{FF2B5EF4-FFF2-40B4-BE49-F238E27FC236}">
                <a16:creationId xmlns:a16="http://schemas.microsoft.com/office/drawing/2014/main" id="{E2D49594-1123-4813-BF5B-1300B10ACE60}"/>
              </a:ext>
            </a:extLst>
          </p:cNvPr>
          <p:cNvSpPr>
            <a:spLocks xmlns:a="http://schemas.openxmlformats.org/drawingml/2006/main" noGrp="1"/>
          </p:cNvSpPr>
          <p:nvPr/>
        </p:nvSpPr>
        <p:spPr>
          <a:xfrm xmlns:a="http://schemas.openxmlformats.org/drawingml/2006/main">
            <a:off x="1524000" y="5391150"/>
            <a:ext cx="914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다음 차시: 발화 단위 Chunking</a:t>
            </a:r>
          </a:p>
        </p:txBody>
      </p:sp>
    </p:spTree>
    <p:extLst>
      <p:ext uri="{BB962C8B-B14F-4D97-AF65-F5344CB8AC3E}">
        <p14:creationId xmlns:p14="http://schemas.microsoft.com/office/powerpoint/2010/main" val="1012829514"/>
      </p:ext>
    </p:extLst>
  </p:cSld>
</p:sld>
</file>

<file path=ppt/slides/slide12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BCE8936-B746-4A4A-AD7D-FB0074C442F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7114C10-0527-4468-B45B-36BA2D37B2D4}"/>
              </a:ext>
            </a:extLst>
          </p:cNvPr>
          <p:cNvSpPr>
            <a:spLocks xmlns:a="http://schemas.openxmlformats.org/drawingml/2006/main" noGrp="1"/>
          </p:cNvSpPr>
          <p:nvPr/>
        </p:nvSpPr>
        <p:spPr>
          <a:xfrm xmlns:a="http://schemas.openxmlformats.org/drawingml/2006/main">
            <a:off x="800100" y="1676400"/>
            <a:ext cx="10287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98000"/>
              </a:lnSpc>
              <a:buNone/>
              <a:defRPr sz="4050" b="1">
                <a:solidFill>
                  <a:srgbClr val="FFFFFF"/>
                </a:solidFill>
                <a:latin typeface="NanumGothic"/>
                <a:ea typeface="NanumGothic"/>
                <a:cs typeface="NanumGothic"/>
              </a:defRPr>
            </a:pPr>
            <a:r>
              <a:rPr sz="4050" b="1">
                <a:solidFill>
                  <a:srgbClr val="FFFFFF"/>
                </a:solidFill>
                <a:latin typeface="NanumGothic"/>
                <a:ea typeface="NanumGothic"/>
                <a:cs typeface="NanumGothic"/>
              </a:rPr>
              <a:t>발화 단위 Chunking</a:t>
            </a:r>
          </a:p>
        </p:txBody>
      </p:sp>
      <p:sp>
        <p:nvSpPr>
          <p:cNvPr id="3" name="">
            <a:extLst xmlns:a="http://schemas.openxmlformats.org/drawingml/2006/main">
              <a:ext uri="{FF2B5EF4-FFF2-40B4-BE49-F238E27FC236}">
                <a16:creationId xmlns:a16="http://schemas.microsoft.com/office/drawing/2014/main" id="{18DBE2FE-807D-4934-BEDA-84E00B723560}"/>
              </a:ext>
            </a:extLst>
          </p:cNvPr>
          <p:cNvSpPr>
            <a:spLocks xmlns:a="http://schemas.openxmlformats.org/drawingml/2006/main" noGrp="1"/>
          </p:cNvSpPr>
          <p:nvPr/>
        </p:nvSpPr>
        <p:spPr>
          <a:xfrm xmlns:a="http://schemas.openxmlformats.org/drawingml/2006/main">
            <a:off x="800100" y="5905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DAY 2 · 5차시</a:t>
            </a:r>
          </a:p>
        </p:txBody>
      </p:sp>
      <p:sp>
        <p:nvSpPr>
          <p:cNvPr id="4" name="">
            <a:extLst xmlns:a="http://schemas.openxmlformats.org/drawingml/2006/main">
              <a:ext uri="{FF2B5EF4-FFF2-40B4-BE49-F238E27FC236}">
                <a16:creationId xmlns:a16="http://schemas.microsoft.com/office/drawing/2014/main" id="{2A7F3BFF-A364-402A-8652-C984DA6EE58A}"/>
              </a:ext>
            </a:extLst>
          </p:cNvPr>
          <p:cNvSpPr>
            <a:spLocks xmlns:a="http://schemas.openxmlformats.org/drawingml/2006/main" noGrp="1"/>
          </p:cNvSpPr>
          <p:nvPr/>
        </p:nvSpPr>
        <p:spPr>
          <a:xfrm xmlns:a="http://schemas.openxmlformats.org/drawingml/2006/main">
            <a:off x="800100" y="102870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1">
                <a:solidFill>
                  <a:srgbClr val="2563EB"/>
                </a:solidFill>
                <a:latin typeface="NanumGothic"/>
                <a:ea typeface="NanumGothic"/>
                <a:cs typeface="NanumGothic"/>
              </a:defRPr>
            </a:pPr>
            <a:r>
              <a:rPr sz="1500" b="1">
                <a:solidFill>
                  <a:srgbClr val="2563EB"/>
                </a:solidFill>
                <a:latin typeface="NanumGothic"/>
                <a:ea typeface="NanumGothic"/>
                <a:cs typeface="NanumGothic"/>
              </a:rPr>
              <a:t>12:50-13:40  (쉬는 시간 13:40-14:00)</a:t>
            </a:r>
          </a:p>
        </p:txBody>
      </p:sp>
      <p:sp>
        <p:nvSpPr>
          <p:cNvPr id="5" name="">
            <a:extLst xmlns:a="http://schemas.openxmlformats.org/drawingml/2006/main">
              <a:ext uri="{FF2B5EF4-FFF2-40B4-BE49-F238E27FC236}">
                <a16:creationId xmlns:a16="http://schemas.microsoft.com/office/drawing/2014/main" id="{BE5D1250-D3BA-44FA-98C6-0734AC99BEF3}"/>
              </a:ext>
            </a:extLst>
          </p:cNvPr>
          <p:cNvSpPr>
            <a:spLocks xmlns:a="http://schemas.openxmlformats.org/drawingml/2006/main" noGrp="1"/>
          </p:cNvSpPr>
          <p:nvPr/>
        </p:nvSpPr>
        <p:spPr>
          <a:xfrm xmlns:a="http://schemas.openxmlformats.org/drawingml/2006/main">
            <a:off x="838200" y="323850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1">
                <a:solidFill>
                  <a:srgbClr val="E0E0E0"/>
                </a:solidFill>
                <a:latin typeface="NanumGothic"/>
                <a:ea typeface="NanumGothic"/>
                <a:cs typeface="NanumGothic"/>
              </a:defRPr>
            </a:pPr>
            <a:r>
              <a:rPr sz="1875" b="1">
                <a:solidFill>
                  <a:srgbClr val="E0E0E0"/>
                </a:solidFill>
                <a:latin typeface="NanumGothic"/>
                <a:ea typeface="NanumGothic"/>
                <a:cs typeface="NanumGothic"/>
              </a:rPr>
              <a:t>Chunk · Overlap · meeting_chunks.json</a:t>
            </a:r>
          </a:p>
        </p:txBody>
      </p:sp>
      <p:sp>
        <p:nvSpPr>
          <p:cNvPr id="6" name="">
            <a:extLst xmlns:a="http://schemas.openxmlformats.org/drawingml/2006/main">
              <a:ext uri="{FF2B5EF4-FFF2-40B4-BE49-F238E27FC236}">
                <a16:creationId xmlns:a16="http://schemas.microsoft.com/office/drawing/2014/main" id="{55349382-4BF2-4642-847D-1A5305B2CFBA}"/>
              </a:ext>
            </a:extLst>
          </p:cNvPr>
          <p:cNvSpPr>
            <a:spLocks xmlns:a="http://schemas.openxmlformats.org/drawingml/2006/main" noGrp="1"/>
          </p:cNvSpPr>
          <p:nvPr/>
        </p:nvSpPr>
        <p:spPr>
          <a:xfrm xmlns:a="http://schemas.openxmlformats.org/drawingml/2006/main">
            <a:off x="800100" y="4267200"/>
            <a:ext cx="10401300" cy="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7" name="">
            <a:extLst xmlns:a="http://schemas.openxmlformats.org/drawingml/2006/main">
              <a:ext uri="{FF2B5EF4-FFF2-40B4-BE49-F238E27FC236}">
                <a16:creationId xmlns:a16="http://schemas.microsoft.com/office/drawing/2014/main" id="{1B353759-B8A0-47A8-B347-DE4023F0D7F1}"/>
              </a:ext>
            </a:extLst>
          </p:cNvPr>
          <p:cNvSpPr>
            <a:spLocks xmlns:a="http://schemas.openxmlformats.org/drawingml/2006/main" noGrp="1"/>
          </p:cNvSpPr>
          <p:nvPr/>
        </p:nvSpPr>
        <p:spPr>
          <a:xfrm xmlns:a="http://schemas.openxmlformats.org/drawingml/2006/main">
            <a:off x="8001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진행</a:t>
            </a:r>
          </a:p>
        </p:txBody>
      </p:sp>
      <p:sp>
        <p:nvSpPr>
          <p:cNvPr id="8" name="">
            <a:extLst xmlns:a="http://schemas.openxmlformats.org/drawingml/2006/main">
              <a:ext uri="{FF2B5EF4-FFF2-40B4-BE49-F238E27FC236}">
                <a16:creationId xmlns:a16="http://schemas.microsoft.com/office/drawing/2014/main" id="{22A3A6BE-67C4-40D3-9298-B9D9DD6E76D8}"/>
              </a:ext>
            </a:extLst>
          </p:cNvPr>
          <p:cNvSpPr>
            <a:spLocks xmlns:a="http://schemas.openxmlformats.org/drawingml/2006/main" noGrp="1"/>
          </p:cNvSpPr>
          <p:nvPr/>
        </p:nvSpPr>
        <p:spPr>
          <a:xfrm xmlns:a="http://schemas.openxmlformats.org/drawingml/2006/main">
            <a:off x="8001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발화 단위 Chunking</a:t>
            </a:r>
          </a:p>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강의 12분 · 강사 시연 10분 · Codex 소프트웨어 제작 23분 · 실행 확인 5분</a:t>
            </a:r>
          </a:p>
        </p:txBody>
      </p:sp>
      <p:sp>
        <p:nvSpPr>
          <p:cNvPr id="9" name="">
            <a:extLst xmlns:a="http://schemas.openxmlformats.org/drawingml/2006/main">
              <a:ext uri="{FF2B5EF4-FFF2-40B4-BE49-F238E27FC236}">
                <a16:creationId xmlns:a16="http://schemas.microsoft.com/office/drawing/2014/main" id="{03059199-5DBF-44F4-85D9-5D7B1D5B0029}"/>
              </a:ext>
            </a:extLst>
          </p:cNvPr>
          <p:cNvSpPr>
            <a:spLocks xmlns:a="http://schemas.openxmlformats.org/drawingml/2006/main" noGrp="1"/>
          </p:cNvSpPr>
          <p:nvPr/>
        </p:nvSpPr>
        <p:spPr>
          <a:xfrm xmlns:a="http://schemas.openxmlformats.org/drawingml/2006/main">
            <a:off x="42672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사용 파일</a:t>
            </a:r>
          </a:p>
        </p:txBody>
      </p:sp>
      <p:sp>
        <p:nvSpPr>
          <p:cNvPr id="10" name="">
            <a:extLst xmlns:a="http://schemas.openxmlformats.org/drawingml/2006/main">
              <a:ext uri="{FF2B5EF4-FFF2-40B4-BE49-F238E27FC236}">
                <a16:creationId xmlns:a16="http://schemas.microsoft.com/office/drawing/2014/main" id="{31E9A122-1095-4962-94B3-432904BF623C}"/>
              </a:ext>
            </a:extLst>
          </p:cNvPr>
          <p:cNvSpPr>
            <a:spLocks xmlns:a="http://schemas.openxmlformats.org/drawingml/2006/main" noGrp="1"/>
          </p:cNvSpPr>
          <p:nvPr/>
        </p:nvSpPr>
        <p:spPr>
          <a:xfrm xmlns:a="http://schemas.openxmlformats.org/drawingml/2006/main">
            <a:off x="42672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src/course_services/meeting_service.py</a:t>
            </a:r>
          </a:p>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tests/test_course_services.py</a:t>
            </a:r>
          </a:p>
        </p:txBody>
      </p:sp>
      <p:sp>
        <p:nvSpPr>
          <p:cNvPr id="11" name="">
            <a:extLst xmlns:a="http://schemas.openxmlformats.org/drawingml/2006/main">
              <a:ext uri="{FF2B5EF4-FFF2-40B4-BE49-F238E27FC236}">
                <a16:creationId xmlns:a16="http://schemas.microsoft.com/office/drawing/2014/main" id="{A4569C42-286A-40DB-89F6-28FA772E503B}"/>
              </a:ext>
            </a:extLst>
          </p:cNvPr>
          <p:cNvSpPr>
            <a:spLocks xmlns:a="http://schemas.openxmlformats.org/drawingml/2006/main" noGrp="1"/>
          </p:cNvSpPr>
          <p:nvPr/>
        </p:nvSpPr>
        <p:spPr>
          <a:xfrm xmlns:a="http://schemas.openxmlformats.org/drawingml/2006/main">
            <a:off x="77343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확인할 결과</a:t>
            </a:r>
          </a:p>
        </p:txBody>
      </p:sp>
      <p:sp>
        <p:nvSpPr>
          <p:cNvPr id="12" name="">
            <a:extLst xmlns:a="http://schemas.openxmlformats.org/drawingml/2006/main">
              <a:ext uri="{FF2B5EF4-FFF2-40B4-BE49-F238E27FC236}">
                <a16:creationId xmlns:a16="http://schemas.microsoft.com/office/drawing/2014/main" id="{9ACE16FE-0637-42DF-9755-0DCE240F5595}"/>
              </a:ext>
            </a:extLst>
          </p:cNvPr>
          <p:cNvSpPr>
            <a:spLocks xmlns:a="http://schemas.openxmlformats.org/drawingml/2006/main" noGrp="1"/>
          </p:cNvSpPr>
          <p:nvPr/>
        </p:nvSpPr>
        <p:spPr>
          <a:xfrm xmlns:a="http://schemas.openxmlformats.org/drawingml/2006/main">
            <a:off x="77343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meeting_chunks.json</a:t>
            </a:r>
          </a:p>
        </p:txBody>
      </p:sp>
      <p:sp>
        <p:nvSpPr>
          <p:cNvPr id="13" name="">
            <a:extLst xmlns:a="http://schemas.openxmlformats.org/drawingml/2006/main">
              <a:ext uri="{FF2B5EF4-FFF2-40B4-BE49-F238E27FC236}">
                <a16:creationId xmlns:a16="http://schemas.microsoft.com/office/drawing/2014/main" id="{EE1B82ED-FFDB-4E22-8F9E-348B30659ECB}"/>
              </a:ext>
            </a:extLst>
          </p:cNvPr>
          <p:cNvSpPr>
            <a:spLocks xmlns:a="http://schemas.openxmlformats.org/drawingml/2006/main" noGrp="1"/>
          </p:cNvSpPr>
          <p:nvPr/>
        </p:nvSpPr>
        <p:spPr>
          <a:xfrm xmlns:a="http://schemas.openxmlformats.org/drawingml/2006/main">
            <a:off x="800100" y="6096000"/>
            <a:ext cx="10401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825" b="1">
                <a:solidFill>
                  <a:srgbClr val="C7C7C7"/>
                </a:solidFill>
                <a:latin typeface="NanumGothic"/>
                <a:ea typeface="NanumGothic"/>
                <a:cs typeface="NanumGothic"/>
              </a:defRPr>
            </a:pPr>
            <a:r>
              <a:rPr sz="825" b="1">
                <a:solidFill>
                  <a:srgbClr val="C7C7C7"/>
                </a:solidFill>
                <a:latin typeface="NanumGothic"/>
                <a:ea typeface="NanumGothic"/>
                <a:cs typeface="NanumGothic"/>
              </a:rPr>
              <a:t>Day 2 · 한국어 회의 Agent · 5차시</a:t>
            </a:r>
          </a:p>
        </p:txBody>
      </p:sp>
    </p:spTree>
    <p:extLst>
      <p:ext uri="{BB962C8B-B14F-4D97-AF65-F5344CB8AC3E}">
        <p14:creationId xmlns:p14="http://schemas.microsoft.com/office/powerpoint/2010/main" val="1069946842"/>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B8D5F5A-31FC-4AE6-846F-A7567CA533EC}"/>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5차시 입력과 결과</a:t>
            </a:r>
          </a:p>
        </p:txBody>
      </p:sp>
      <p:sp>
        <p:nvSpPr>
          <p:cNvPr id="2" name="">
            <a:extLst xmlns:a="http://schemas.openxmlformats.org/drawingml/2006/main">
              <a:ext uri="{FF2B5EF4-FFF2-40B4-BE49-F238E27FC236}">
                <a16:creationId xmlns:a16="http://schemas.microsoft.com/office/drawing/2014/main" id="{2255B0DC-D06A-4C5B-8FE2-A7D6048A9D1B}"/>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현재 위치</a:t>
            </a:r>
          </a:p>
        </p:txBody>
      </p:sp>
      <p:sp>
        <p:nvSpPr>
          <p:cNvPr id="3" name="">
            <a:extLst xmlns:a="http://schemas.openxmlformats.org/drawingml/2006/main">
              <a:ext uri="{FF2B5EF4-FFF2-40B4-BE49-F238E27FC236}">
                <a16:creationId xmlns:a16="http://schemas.microsoft.com/office/drawing/2014/main" id="{D8C97031-D4B2-45A8-9FC1-FBB7B30F6EC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15694417-35FE-4C6D-B2CF-12B3CDC3744B}"/>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8A4BB151-D310-4C3D-BA7E-1703A86E27B2}"/>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D1468818-D967-46CF-9C61-06F9B4227505}"/>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122</a:t>
            </a:r>
          </a:p>
        </p:txBody>
      </p:sp>
      <p:sp>
        <p:nvSpPr>
          <p:cNvPr id="7" name="">
            <a:extLst xmlns:a="http://schemas.openxmlformats.org/drawingml/2006/main">
              <a:ext uri="{FF2B5EF4-FFF2-40B4-BE49-F238E27FC236}">
                <a16:creationId xmlns:a16="http://schemas.microsoft.com/office/drawing/2014/main" id="{3E74872E-FB5C-414E-96F2-6B3A50EAF9DD}"/>
              </a:ext>
            </a:extLst>
          </p:cNvPr>
          <p:cNvSpPr>
            <a:spLocks xmlns:a="http://schemas.openxmlformats.org/drawingml/2006/main" noGrp="1"/>
          </p:cNvSpPr>
          <p:nvPr/>
        </p:nvSpPr>
        <p:spPr>
          <a:xfrm xmlns:a="http://schemas.openxmlformats.org/drawingml/2006/main">
            <a:off x="685800" y="17335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입력</a:t>
            </a:r>
          </a:p>
        </p:txBody>
      </p:sp>
      <p:sp>
        <p:nvSpPr>
          <p:cNvPr id="8" name="">
            <a:extLst xmlns:a="http://schemas.openxmlformats.org/drawingml/2006/main">
              <a:ext uri="{FF2B5EF4-FFF2-40B4-BE49-F238E27FC236}">
                <a16:creationId xmlns:a16="http://schemas.microsoft.com/office/drawing/2014/main" id="{0A61AF38-D571-43E7-B50C-5EC6FA44DDF1}"/>
              </a:ext>
            </a:extLst>
          </p:cNvPr>
          <p:cNvSpPr>
            <a:spLocks xmlns:a="http://schemas.openxmlformats.org/drawingml/2006/main" noGrp="1"/>
          </p:cNvSpPr>
          <p:nvPr/>
        </p:nvSpPr>
        <p:spPr>
          <a:xfrm xmlns:a="http://schemas.openxmlformats.org/drawingml/2006/main">
            <a:off x="1962150" y="1857375"/>
            <a:ext cx="762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68871ECB-C9A9-4716-93AA-99E7BE199385}"/>
              </a:ext>
            </a:extLst>
          </p:cNvPr>
          <p:cNvSpPr>
            <a:spLocks xmlns:a="http://schemas.openxmlformats.org/drawingml/2006/main" noGrp="1"/>
          </p:cNvSpPr>
          <p:nvPr/>
        </p:nvSpPr>
        <p:spPr>
          <a:xfrm xmlns:a="http://schemas.openxmlformats.org/drawingml/2006/main">
            <a:off x="3009900" y="15621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0">
                <a:solidFill>
                  <a:srgbClr val="191919"/>
                </a:solidFill>
                <a:latin typeface="NanumGothic"/>
                <a:ea typeface="NanumGothic"/>
                <a:cs typeface="NanumGothic"/>
              </a:defRPr>
            </a:pPr>
            <a:r>
              <a:rPr sz="1875" b="0">
                <a:solidFill>
                  <a:srgbClr val="191919"/>
                </a:solidFill>
                <a:latin typeface="NanumGothic"/>
                <a:ea typeface="NanumGothic"/>
                <a:cs typeface="NanumGothic"/>
              </a:rPr>
              <a:t>meeting_schema.json</a:t>
            </a:r>
          </a:p>
        </p:txBody>
      </p:sp>
      <p:sp>
        <p:nvSpPr>
          <p:cNvPr id="10" name="">
            <a:extLst xmlns:a="http://schemas.openxmlformats.org/drawingml/2006/main">
              <a:ext uri="{FF2B5EF4-FFF2-40B4-BE49-F238E27FC236}">
                <a16:creationId xmlns:a16="http://schemas.microsoft.com/office/drawing/2014/main" id="{066875B9-4199-4AE2-A640-767FE2D05123}"/>
              </a:ext>
            </a:extLst>
          </p:cNvPr>
          <p:cNvSpPr>
            <a:spLocks xmlns:a="http://schemas.openxmlformats.org/drawingml/2006/main" noGrp="1"/>
          </p:cNvSpPr>
          <p:nvPr/>
        </p:nvSpPr>
        <p:spPr>
          <a:xfrm xmlns:a="http://schemas.openxmlformats.org/drawingml/2006/main">
            <a:off x="685800" y="28003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이번 차시</a:t>
            </a:r>
          </a:p>
        </p:txBody>
      </p:sp>
      <p:sp>
        <p:nvSpPr>
          <p:cNvPr id="11" name="">
            <a:extLst xmlns:a="http://schemas.openxmlformats.org/drawingml/2006/main">
              <a:ext uri="{FF2B5EF4-FFF2-40B4-BE49-F238E27FC236}">
                <a16:creationId xmlns:a16="http://schemas.microsoft.com/office/drawing/2014/main" id="{E80B1974-0FAA-426B-ACBC-FD330C687E19}"/>
              </a:ext>
            </a:extLst>
          </p:cNvPr>
          <p:cNvSpPr>
            <a:spLocks xmlns:a="http://schemas.openxmlformats.org/drawingml/2006/main" noGrp="1"/>
          </p:cNvSpPr>
          <p:nvPr/>
        </p:nvSpPr>
        <p:spPr>
          <a:xfrm xmlns:a="http://schemas.openxmlformats.org/drawingml/2006/main">
            <a:off x="1962150" y="2924175"/>
            <a:ext cx="76200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2" name="">
            <a:extLst xmlns:a="http://schemas.openxmlformats.org/drawingml/2006/main">
              <a:ext uri="{FF2B5EF4-FFF2-40B4-BE49-F238E27FC236}">
                <a16:creationId xmlns:a16="http://schemas.microsoft.com/office/drawing/2014/main" id="{52E8FA55-D84E-4975-8EE4-E07809505138}"/>
              </a:ext>
            </a:extLst>
          </p:cNvPr>
          <p:cNvSpPr>
            <a:spLocks xmlns:a="http://schemas.openxmlformats.org/drawingml/2006/main" noGrp="1"/>
          </p:cNvSpPr>
          <p:nvPr/>
        </p:nvSpPr>
        <p:spPr>
          <a:xfrm xmlns:a="http://schemas.openxmlformats.org/drawingml/2006/main">
            <a:off x="3009900" y="26289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1">
                <a:solidFill>
                  <a:srgbClr val="191919"/>
                </a:solidFill>
                <a:latin typeface="NanumGothic"/>
                <a:ea typeface="NanumGothic"/>
                <a:cs typeface="NanumGothic"/>
              </a:defRPr>
            </a:pPr>
            <a:r>
              <a:rPr sz="1875" b="1">
                <a:solidFill>
                  <a:srgbClr val="191919"/>
                </a:solidFill>
                <a:latin typeface="NanumGothic"/>
                <a:ea typeface="NanumGothic"/>
                <a:cs typeface="NanumGothic"/>
              </a:rPr>
              <a:t>발화 단위 Chunking</a:t>
            </a:r>
          </a:p>
        </p:txBody>
      </p:sp>
      <p:sp>
        <p:nvSpPr>
          <p:cNvPr id="13" name="">
            <a:extLst xmlns:a="http://schemas.openxmlformats.org/drawingml/2006/main">
              <a:ext uri="{FF2B5EF4-FFF2-40B4-BE49-F238E27FC236}">
                <a16:creationId xmlns:a16="http://schemas.microsoft.com/office/drawing/2014/main" id="{75176175-D438-4164-BD97-4E0BFD0B5758}"/>
              </a:ext>
            </a:extLst>
          </p:cNvPr>
          <p:cNvSpPr>
            <a:spLocks xmlns:a="http://schemas.openxmlformats.org/drawingml/2006/main" noGrp="1"/>
          </p:cNvSpPr>
          <p:nvPr/>
        </p:nvSpPr>
        <p:spPr>
          <a:xfrm xmlns:a="http://schemas.openxmlformats.org/drawingml/2006/main">
            <a:off x="685800" y="38671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결과</a:t>
            </a:r>
          </a:p>
        </p:txBody>
      </p:sp>
      <p:sp>
        <p:nvSpPr>
          <p:cNvPr id="14" name="">
            <a:extLst xmlns:a="http://schemas.openxmlformats.org/drawingml/2006/main">
              <a:ext uri="{FF2B5EF4-FFF2-40B4-BE49-F238E27FC236}">
                <a16:creationId xmlns:a16="http://schemas.microsoft.com/office/drawing/2014/main" id="{4B806958-1DFA-456B-9810-2C8DE851E600}"/>
              </a:ext>
            </a:extLst>
          </p:cNvPr>
          <p:cNvSpPr>
            <a:spLocks xmlns:a="http://schemas.openxmlformats.org/drawingml/2006/main" noGrp="1"/>
          </p:cNvSpPr>
          <p:nvPr/>
        </p:nvSpPr>
        <p:spPr>
          <a:xfrm xmlns:a="http://schemas.openxmlformats.org/drawingml/2006/main">
            <a:off x="1962150" y="3990975"/>
            <a:ext cx="762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334EA36A-8BCA-449C-B965-9DB45F514BC9}"/>
              </a:ext>
            </a:extLst>
          </p:cNvPr>
          <p:cNvSpPr>
            <a:spLocks xmlns:a="http://schemas.openxmlformats.org/drawingml/2006/main" noGrp="1"/>
          </p:cNvSpPr>
          <p:nvPr/>
        </p:nvSpPr>
        <p:spPr>
          <a:xfrm xmlns:a="http://schemas.openxmlformats.org/drawingml/2006/main">
            <a:off x="3009900" y="36957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0">
                <a:solidFill>
                  <a:srgbClr val="191919"/>
                </a:solidFill>
                <a:latin typeface="NanumGothic"/>
                <a:ea typeface="NanumGothic"/>
                <a:cs typeface="NanumGothic"/>
              </a:defRPr>
            </a:pPr>
            <a:r>
              <a:rPr sz="1875" b="0">
                <a:solidFill>
                  <a:srgbClr val="191919"/>
                </a:solidFill>
                <a:latin typeface="NanumGothic"/>
                <a:ea typeface="NanumGothic"/>
                <a:cs typeface="NanumGothic"/>
              </a:rPr>
              <a:t>meeting_chunks.json</a:t>
            </a:r>
          </a:p>
        </p:txBody>
      </p:sp>
      <p:sp>
        <p:nvSpPr>
          <p:cNvPr id="16" name="">
            <a:extLst xmlns:a="http://schemas.openxmlformats.org/drawingml/2006/main">
              <a:ext uri="{FF2B5EF4-FFF2-40B4-BE49-F238E27FC236}">
                <a16:creationId xmlns:a16="http://schemas.microsoft.com/office/drawing/2014/main" id="{C0ADEE81-7925-4408-BDBC-B40CA0B734D1}"/>
              </a:ext>
            </a:extLst>
          </p:cNvPr>
          <p:cNvSpPr>
            <a:spLocks xmlns:a="http://schemas.openxmlformats.org/drawingml/2006/main" noGrp="1"/>
          </p:cNvSpPr>
          <p:nvPr/>
        </p:nvSpPr>
        <p:spPr>
          <a:xfrm xmlns:a="http://schemas.openxmlformats.org/drawingml/2006/main">
            <a:off x="685800" y="4933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다음 연결</a:t>
            </a:r>
          </a:p>
        </p:txBody>
      </p:sp>
      <p:sp>
        <p:nvSpPr>
          <p:cNvPr id="17" name="">
            <a:extLst xmlns:a="http://schemas.openxmlformats.org/drawingml/2006/main">
              <a:ext uri="{FF2B5EF4-FFF2-40B4-BE49-F238E27FC236}">
                <a16:creationId xmlns:a16="http://schemas.microsoft.com/office/drawing/2014/main" id="{B3DD6103-C1E1-4DAA-B149-F8A8758D4390}"/>
              </a:ext>
            </a:extLst>
          </p:cNvPr>
          <p:cNvSpPr>
            <a:spLocks xmlns:a="http://schemas.openxmlformats.org/drawingml/2006/main" noGrp="1"/>
          </p:cNvSpPr>
          <p:nvPr/>
        </p:nvSpPr>
        <p:spPr>
          <a:xfrm xmlns:a="http://schemas.openxmlformats.org/drawingml/2006/main">
            <a:off x="1962150" y="5057775"/>
            <a:ext cx="762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2EA291F2-B5AA-463C-8743-E33226A3781F}"/>
              </a:ext>
            </a:extLst>
          </p:cNvPr>
          <p:cNvSpPr>
            <a:spLocks xmlns:a="http://schemas.openxmlformats.org/drawingml/2006/main" noGrp="1"/>
          </p:cNvSpPr>
          <p:nvPr/>
        </p:nvSpPr>
        <p:spPr>
          <a:xfrm xmlns:a="http://schemas.openxmlformats.org/drawingml/2006/main">
            <a:off x="3009900" y="47625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0">
                <a:solidFill>
                  <a:srgbClr val="191919"/>
                </a:solidFill>
                <a:latin typeface="NanumGothic"/>
                <a:ea typeface="NanumGothic"/>
                <a:cs typeface="NanumGothic"/>
              </a:defRPr>
            </a:pPr>
            <a:r>
              <a:rPr sz="1875" b="0">
                <a:solidFill>
                  <a:srgbClr val="191919"/>
                </a:solidFill>
                <a:latin typeface="NanumGothic"/>
                <a:ea typeface="NanumGothic"/>
                <a:cs typeface="NanumGothic"/>
              </a:rPr>
              <a:t>LangChain MeetingBrief Pipeline</a:t>
            </a:r>
          </a:p>
        </p:txBody>
      </p:sp>
    </p:spTree>
    <p:extLst>
      <p:ext uri="{BB962C8B-B14F-4D97-AF65-F5344CB8AC3E}">
        <p14:creationId xmlns:p14="http://schemas.microsoft.com/office/powerpoint/2010/main" val="116788490"/>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F07747E-1AF2-4422-84C4-882A0186F546}"/>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필요성</a:t>
            </a:r>
          </a:p>
        </p:txBody>
      </p:sp>
      <p:sp>
        <p:nvSpPr>
          <p:cNvPr id="2" name="">
            <a:extLst xmlns:a="http://schemas.openxmlformats.org/drawingml/2006/main">
              <a:ext uri="{FF2B5EF4-FFF2-40B4-BE49-F238E27FC236}">
                <a16:creationId xmlns:a16="http://schemas.microsoft.com/office/drawing/2014/main" id="{5EF2AD4F-67D0-487E-848D-65735814C3DC}"/>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5882039E-3E56-4B3C-9F67-EAA643F8A317}"/>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24AB9BF6-9FD0-4FB3-9F50-EA2C815EAB37}"/>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5" name="">
            <a:extLst xmlns:a="http://schemas.openxmlformats.org/drawingml/2006/main">
              <a:ext uri="{FF2B5EF4-FFF2-40B4-BE49-F238E27FC236}">
                <a16:creationId xmlns:a16="http://schemas.microsoft.com/office/drawing/2014/main" id="{D20BC29A-CECF-4118-B4C3-1CA85474F980}"/>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123</a:t>
            </a:r>
          </a:p>
        </p:txBody>
      </p:sp>
      <p:sp>
        <p:nvSpPr>
          <p:cNvPr id="6" name="">
            <a:extLst xmlns:a="http://schemas.openxmlformats.org/drawingml/2006/main">
              <a:ext uri="{FF2B5EF4-FFF2-40B4-BE49-F238E27FC236}">
                <a16:creationId xmlns:a16="http://schemas.microsoft.com/office/drawing/2014/main" id="{BBFFCA9B-3310-431A-81C9-DD34AFA170D4}"/>
              </a:ext>
            </a:extLst>
          </p:cNvPr>
          <p:cNvSpPr>
            <a:spLocks xmlns:a="http://schemas.openxmlformats.org/drawingml/2006/main" noGrp="1"/>
          </p:cNvSpPr>
          <p:nvPr/>
        </p:nvSpPr>
        <p:spPr>
          <a:xfrm xmlns:a="http://schemas.openxmlformats.org/drawingml/2006/main">
            <a:off x="762000" y="1733550"/>
            <a:ext cx="9906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325" b="1">
                <a:solidFill>
                  <a:srgbClr val="191919"/>
                </a:solidFill>
                <a:latin typeface="NanumGothic"/>
                <a:ea typeface="NanumGothic"/>
                <a:cs typeface="NanumGothic"/>
              </a:defRPr>
            </a:pPr>
            <a:r>
              <a:rPr sz="2325" b="1">
                <a:solidFill>
                  <a:srgbClr val="191919"/>
                </a:solidFill>
                <a:latin typeface="NanumGothic"/>
                <a:ea typeface="NanumGothic"/>
                <a:cs typeface="NanumGothic"/>
              </a:rPr>
              <a:t>글자 수만 자르면 담당자·결정·근거가 서로 다른 chunk로 갈라진다.</a:t>
            </a:r>
          </a:p>
        </p:txBody>
      </p:sp>
      <p:sp>
        <p:nvSpPr>
          <p:cNvPr id="7" name="">
            <a:extLst xmlns:a="http://schemas.openxmlformats.org/drawingml/2006/main">
              <a:ext uri="{FF2B5EF4-FFF2-40B4-BE49-F238E27FC236}">
                <a16:creationId xmlns:a16="http://schemas.microsoft.com/office/drawing/2014/main" id="{99EB7924-0BE6-482E-B336-4EFED50D325D}"/>
              </a:ext>
            </a:extLst>
          </p:cNvPr>
          <p:cNvSpPr>
            <a:spLocks xmlns:a="http://schemas.openxmlformats.org/drawingml/2006/main" noGrp="1"/>
          </p:cNvSpPr>
          <p:nvPr/>
        </p:nvSpPr>
        <p:spPr>
          <a:xfrm xmlns:a="http://schemas.openxmlformats.org/drawingml/2006/main">
            <a:off x="1143000" y="2857500"/>
            <a:ext cx="914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1650" b="0">
                <a:solidFill>
                  <a:srgbClr val="555555"/>
                </a:solidFill>
                <a:latin typeface="NanumGothic"/>
                <a:ea typeface="NanumGothic"/>
                <a:cs typeface="NanumGothic"/>
              </a:defRPr>
            </a:pPr>
            <a:r>
              <a:rPr sz="1650" b="0">
                <a:solidFill>
                  <a:srgbClr val="555555"/>
                </a:solidFill>
                <a:latin typeface="NanumGothic"/>
                <a:ea typeface="NanumGothic"/>
                <a:cs typeface="NanumGothic"/>
              </a:rPr>
              <a:t>segment 정렬에서 meeting_chunks.json까지, 가장 먼저 고정할 판단은 무엇인가</a:t>
            </a:r>
          </a:p>
        </p:txBody>
      </p:sp>
      <p:sp>
        <p:nvSpPr>
          <p:cNvPr id="8" name="">
            <a:extLst xmlns:a="http://schemas.openxmlformats.org/drawingml/2006/main">
              <a:ext uri="{FF2B5EF4-FFF2-40B4-BE49-F238E27FC236}">
                <a16:creationId xmlns:a16="http://schemas.microsoft.com/office/drawing/2014/main" id="{8B1556DA-9288-4528-AB90-03DB9B984B30}"/>
              </a:ext>
            </a:extLst>
          </p:cNvPr>
          <p:cNvSpPr>
            <a:spLocks xmlns:a="http://schemas.openxmlformats.org/drawingml/2006/main" noGrp="1"/>
          </p:cNvSpPr>
          <p:nvPr/>
        </p:nvSpPr>
        <p:spPr>
          <a:xfrm xmlns:a="http://schemas.openxmlformats.org/drawingml/2006/main">
            <a:off x="3657600" y="3581400"/>
            <a:ext cx="487680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9" name="">
            <a:extLst xmlns:a="http://schemas.openxmlformats.org/drawingml/2006/main">
              <a:ext uri="{FF2B5EF4-FFF2-40B4-BE49-F238E27FC236}">
                <a16:creationId xmlns:a16="http://schemas.microsoft.com/office/drawing/2014/main" id="{BCE4B309-9F0E-4D20-851E-A280BB7CDD25}"/>
              </a:ext>
            </a:extLst>
          </p:cNvPr>
          <p:cNvSpPr>
            <a:spLocks xmlns:a="http://schemas.openxmlformats.org/drawingml/2006/main" noGrp="1"/>
          </p:cNvSpPr>
          <p:nvPr/>
        </p:nvSpPr>
        <p:spPr>
          <a:xfrm xmlns:a="http://schemas.openxmlformats.org/drawingml/2006/main">
            <a:off x="1714500" y="3981450"/>
            <a:ext cx="876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425" b="1">
                <a:solidFill>
                  <a:srgbClr val="555555"/>
                </a:solidFill>
                <a:latin typeface="NanumGothic"/>
                <a:ea typeface="NanumGothic"/>
                <a:cs typeface="NanumGothic"/>
              </a:defRPr>
            </a:pPr>
            <a:r>
              <a:rPr sz="1425" b="1">
                <a:solidFill>
                  <a:srgbClr val="555555"/>
                </a:solidFill>
                <a:latin typeface="NanumGothic"/>
                <a:ea typeface="NanumGothic"/>
                <a:cs typeface="NanumGothic"/>
              </a:rPr>
              <a:t>이번 차시의 확인 결과: meeting_chunks.json</a:t>
            </a:r>
          </a:p>
        </p:txBody>
      </p:sp>
    </p:spTree>
    <p:extLst>
      <p:ext uri="{BB962C8B-B14F-4D97-AF65-F5344CB8AC3E}">
        <p14:creationId xmlns:p14="http://schemas.microsoft.com/office/powerpoint/2010/main" val="1083481586"/>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A794616-E093-4294-B784-110A3391FC79}"/>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학습 결과</a:t>
            </a:r>
          </a:p>
        </p:txBody>
      </p:sp>
      <p:sp>
        <p:nvSpPr>
          <p:cNvPr id="2" name="">
            <a:extLst xmlns:a="http://schemas.openxmlformats.org/drawingml/2006/main">
              <a:ext uri="{FF2B5EF4-FFF2-40B4-BE49-F238E27FC236}">
                <a16:creationId xmlns:a16="http://schemas.microsoft.com/office/drawing/2014/main" id="{3A1051D6-3CA4-4137-A8F0-F975564BE3F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D6A170A4-665C-447A-A480-F9AFDB7AE95A}"/>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EDDCA401-FBE5-40AB-82B8-E5918D9A2A40}"/>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5" name="">
            <a:extLst xmlns:a="http://schemas.openxmlformats.org/drawingml/2006/main">
              <a:ext uri="{FF2B5EF4-FFF2-40B4-BE49-F238E27FC236}">
                <a16:creationId xmlns:a16="http://schemas.microsoft.com/office/drawing/2014/main" id="{7702E519-DFC6-4850-9D54-CBEDE1C279F9}"/>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124</a:t>
            </a:r>
          </a:p>
        </p:txBody>
      </p:sp>
      <p:sp>
        <p:nvSpPr>
          <p:cNvPr id="6" name="">
            <a:extLst xmlns:a="http://schemas.openxmlformats.org/drawingml/2006/main">
              <a:ext uri="{FF2B5EF4-FFF2-40B4-BE49-F238E27FC236}">
                <a16:creationId xmlns:a16="http://schemas.microsoft.com/office/drawing/2014/main" id="{76B8E98A-0CB8-425F-B285-3A4426D5EB0E}"/>
              </a:ext>
            </a:extLst>
          </p:cNvPr>
          <p:cNvSpPr>
            <a:spLocks xmlns:a="http://schemas.openxmlformats.org/drawingml/2006/main" noGrp="1"/>
          </p:cNvSpPr>
          <p:nvPr/>
        </p:nvSpPr>
        <p:spPr>
          <a:xfrm xmlns:a="http://schemas.openxmlformats.org/drawingml/2006/main">
            <a:off x="914400" y="1847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6A54167E-3CFB-4ABD-8A54-524180BFBE14}"/>
              </a:ext>
            </a:extLst>
          </p:cNvPr>
          <p:cNvSpPr>
            <a:spLocks xmlns:a="http://schemas.openxmlformats.org/drawingml/2006/main" noGrp="1"/>
          </p:cNvSpPr>
          <p:nvPr/>
        </p:nvSpPr>
        <p:spPr>
          <a:xfrm xmlns:a="http://schemas.openxmlformats.org/drawingml/2006/main">
            <a:off x="1352550" y="1971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B2D0D4E0-841D-40D7-82DF-86F37248534D}"/>
              </a:ext>
            </a:extLst>
          </p:cNvPr>
          <p:cNvSpPr>
            <a:spLocks xmlns:a="http://schemas.openxmlformats.org/drawingml/2006/main" noGrp="1"/>
          </p:cNvSpPr>
          <p:nvPr/>
        </p:nvSpPr>
        <p:spPr>
          <a:xfrm xmlns:a="http://schemas.openxmlformats.org/drawingml/2006/main">
            <a:off x="1828800" y="18097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timestamp와 evidence ID를 잃지 않는 chunk를 만든다.</a:t>
            </a:r>
          </a:p>
        </p:txBody>
      </p:sp>
      <p:sp>
        <p:nvSpPr>
          <p:cNvPr id="9" name="">
            <a:extLst xmlns:a="http://schemas.openxmlformats.org/drawingml/2006/main">
              <a:ext uri="{FF2B5EF4-FFF2-40B4-BE49-F238E27FC236}">
                <a16:creationId xmlns:a16="http://schemas.microsoft.com/office/drawing/2014/main" id="{CD7ABB18-994C-4CDF-ACFA-B90885ADA6DC}"/>
              </a:ext>
            </a:extLst>
          </p:cNvPr>
          <p:cNvSpPr>
            <a:spLocks xmlns:a="http://schemas.openxmlformats.org/drawingml/2006/main" noGrp="1"/>
          </p:cNvSpPr>
          <p:nvPr/>
        </p:nvSpPr>
        <p:spPr>
          <a:xfrm xmlns:a="http://schemas.openxmlformats.org/drawingml/2006/main">
            <a:off x="914400" y="3009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0" name="">
            <a:extLst xmlns:a="http://schemas.openxmlformats.org/drawingml/2006/main">
              <a:ext uri="{FF2B5EF4-FFF2-40B4-BE49-F238E27FC236}">
                <a16:creationId xmlns:a16="http://schemas.microsoft.com/office/drawing/2014/main" id="{C28777F2-93BD-4968-92E3-392C5005E7FB}"/>
              </a:ext>
            </a:extLst>
          </p:cNvPr>
          <p:cNvSpPr>
            <a:spLocks xmlns:a="http://schemas.openxmlformats.org/drawingml/2006/main" noGrp="1"/>
          </p:cNvSpPr>
          <p:nvPr/>
        </p:nvSpPr>
        <p:spPr>
          <a:xfrm xmlns:a="http://schemas.openxmlformats.org/drawingml/2006/main">
            <a:off x="1352550" y="3133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B776D48A-3567-4091-9006-88BF09950CFD}"/>
              </a:ext>
            </a:extLst>
          </p:cNvPr>
          <p:cNvSpPr>
            <a:spLocks xmlns:a="http://schemas.openxmlformats.org/drawingml/2006/main" noGrp="1"/>
          </p:cNvSpPr>
          <p:nvPr/>
        </p:nvSpPr>
        <p:spPr>
          <a:xfrm xmlns:a="http://schemas.openxmlformats.org/drawingml/2006/main">
            <a:off x="1828800" y="297180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overlap 때문에 같은 Action Item이 두 번 생성된다. 왜 위험한지 설명한다.</a:t>
            </a:r>
          </a:p>
        </p:txBody>
      </p:sp>
      <p:sp>
        <p:nvSpPr>
          <p:cNvPr id="12" name="">
            <a:extLst xmlns:a="http://schemas.openxmlformats.org/drawingml/2006/main">
              <a:ext uri="{FF2B5EF4-FFF2-40B4-BE49-F238E27FC236}">
                <a16:creationId xmlns:a16="http://schemas.microsoft.com/office/drawing/2014/main" id="{E9356B42-8245-44CE-A44B-C296B93CBBF8}"/>
              </a:ext>
            </a:extLst>
          </p:cNvPr>
          <p:cNvSpPr>
            <a:spLocks xmlns:a="http://schemas.openxmlformats.org/drawingml/2006/main" noGrp="1"/>
          </p:cNvSpPr>
          <p:nvPr/>
        </p:nvSpPr>
        <p:spPr>
          <a:xfrm xmlns:a="http://schemas.openxmlformats.org/drawingml/2006/main">
            <a:off x="914400" y="41719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3" name="">
            <a:extLst xmlns:a="http://schemas.openxmlformats.org/drawingml/2006/main">
              <a:ext uri="{FF2B5EF4-FFF2-40B4-BE49-F238E27FC236}">
                <a16:creationId xmlns:a16="http://schemas.microsoft.com/office/drawing/2014/main" id="{17E59044-8DAA-4BCE-AFE0-D93842C7191D}"/>
              </a:ext>
            </a:extLst>
          </p:cNvPr>
          <p:cNvSpPr>
            <a:spLocks xmlns:a="http://schemas.openxmlformats.org/drawingml/2006/main" noGrp="1"/>
          </p:cNvSpPr>
          <p:nvPr/>
        </p:nvSpPr>
        <p:spPr>
          <a:xfrm xmlns:a="http://schemas.openxmlformats.org/drawingml/2006/main">
            <a:off x="1352550" y="42957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E2372869-8158-4A20-9371-03D4368E9CE7}"/>
              </a:ext>
            </a:extLst>
          </p:cNvPr>
          <p:cNvSpPr>
            <a:spLocks xmlns:a="http://schemas.openxmlformats.org/drawingml/2006/main" noGrp="1"/>
          </p:cNvSpPr>
          <p:nvPr/>
        </p:nvSpPr>
        <p:spPr>
          <a:xfrm xmlns:a="http://schemas.openxmlformats.org/drawingml/2006/main">
            <a:off x="1828800" y="41338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meeting_chunks.json에서 정상과 실패 상태를 직접 확인한다.</a:t>
            </a:r>
          </a:p>
        </p:txBody>
      </p:sp>
    </p:spTree>
    <p:extLst>
      <p:ext uri="{BB962C8B-B14F-4D97-AF65-F5344CB8AC3E}">
        <p14:creationId xmlns:p14="http://schemas.microsoft.com/office/powerpoint/2010/main" val="432094143"/>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7F7EB81-0F6D-40BD-9258-AE3F8BBD89E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용어</a:t>
            </a:r>
          </a:p>
        </p:txBody>
      </p:sp>
      <p:sp>
        <p:nvSpPr>
          <p:cNvPr id="2" name="">
            <a:extLst xmlns:a="http://schemas.openxmlformats.org/drawingml/2006/main">
              <a:ext uri="{FF2B5EF4-FFF2-40B4-BE49-F238E27FC236}">
                <a16:creationId xmlns:a16="http://schemas.microsoft.com/office/drawing/2014/main" id="{E342AF34-16E6-40B4-B41D-ECA3325895DE}"/>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용어 풀이</a:t>
            </a:r>
          </a:p>
        </p:txBody>
      </p:sp>
      <p:sp>
        <p:nvSpPr>
          <p:cNvPr id="3" name="">
            <a:extLst xmlns:a="http://schemas.openxmlformats.org/drawingml/2006/main">
              <a:ext uri="{FF2B5EF4-FFF2-40B4-BE49-F238E27FC236}">
                <a16:creationId xmlns:a16="http://schemas.microsoft.com/office/drawing/2014/main" id="{552001B5-2672-4212-A038-15BA3F0A3580}"/>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1B00A4CB-D183-4909-8EA1-F077DBC5B5B8}"/>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954EE110-CEA3-47C2-BA1F-98475BC42A1C}"/>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5BF935B6-9FF8-4088-9171-931A4148B9E2}"/>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125</a:t>
            </a:r>
          </a:p>
        </p:txBody>
      </p:sp>
      <p:sp>
        <p:nvSpPr>
          <p:cNvPr id="7" name="">
            <a:extLst xmlns:a="http://schemas.openxmlformats.org/drawingml/2006/main">
              <a:ext uri="{FF2B5EF4-FFF2-40B4-BE49-F238E27FC236}">
                <a16:creationId xmlns:a16="http://schemas.microsoft.com/office/drawing/2014/main" id="{00051E78-DF5B-43E8-99A1-E4EDCB197B1D}"/>
              </a:ext>
            </a:extLst>
          </p:cNvPr>
          <p:cNvSpPr>
            <a:spLocks xmlns:a="http://schemas.openxmlformats.org/drawingml/2006/main" noGrp="1"/>
          </p:cNvSpPr>
          <p:nvPr/>
        </p:nvSpPr>
        <p:spPr>
          <a:xfrm xmlns:a="http://schemas.openxmlformats.org/drawingml/2006/main">
            <a:off x="762000" y="1504950"/>
            <a:ext cx="2476500" cy="8572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8" name="">
            <a:extLst xmlns:a="http://schemas.openxmlformats.org/drawingml/2006/main">
              <a:ext uri="{FF2B5EF4-FFF2-40B4-BE49-F238E27FC236}">
                <a16:creationId xmlns:a16="http://schemas.microsoft.com/office/drawing/2014/main" id="{6B6A6DFB-387C-4575-9B75-09B9311CEEE0}"/>
              </a:ext>
            </a:extLst>
          </p:cNvPr>
          <p:cNvSpPr>
            <a:spLocks xmlns:a="http://schemas.openxmlformats.org/drawingml/2006/main" noGrp="1"/>
          </p:cNvSpPr>
          <p:nvPr/>
        </p:nvSpPr>
        <p:spPr>
          <a:xfrm xmlns:a="http://schemas.openxmlformats.org/drawingml/2006/main">
            <a:off x="933450" y="16764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용어</a:t>
            </a:r>
          </a:p>
        </p:txBody>
      </p:sp>
      <p:sp>
        <p:nvSpPr>
          <p:cNvPr id="9" name="">
            <a:extLst xmlns:a="http://schemas.openxmlformats.org/drawingml/2006/main">
              <a:ext uri="{FF2B5EF4-FFF2-40B4-BE49-F238E27FC236}">
                <a16:creationId xmlns:a16="http://schemas.microsoft.com/office/drawing/2014/main" id="{9EDFBACC-4FD8-43FE-BFE0-802E546AE187}"/>
              </a:ext>
            </a:extLst>
          </p:cNvPr>
          <p:cNvSpPr>
            <a:spLocks xmlns:a="http://schemas.openxmlformats.org/drawingml/2006/main" noGrp="1"/>
          </p:cNvSpPr>
          <p:nvPr/>
        </p:nvSpPr>
        <p:spPr>
          <a:xfrm xmlns:a="http://schemas.openxmlformats.org/drawingml/2006/main">
            <a:off x="3238500" y="1504950"/>
            <a:ext cx="7810500" cy="8572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0" name="">
            <a:extLst xmlns:a="http://schemas.openxmlformats.org/drawingml/2006/main">
              <a:ext uri="{FF2B5EF4-FFF2-40B4-BE49-F238E27FC236}">
                <a16:creationId xmlns:a16="http://schemas.microsoft.com/office/drawing/2014/main" id="{336BB6C0-1AD9-4927-8D06-7279A9118F7C}"/>
              </a:ext>
            </a:extLst>
          </p:cNvPr>
          <p:cNvSpPr>
            <a:spLocks xmlns:a="http://schemas.openxmlformats.org/drawingml/2006/main" noGrp="1"/>
          </p:cNvSpPr>
          <p:nvPr/>
        </p:nvSpPr>
        <p:spPr>
          <a:xfrm xmlns:a="http://schemas.openxmlformats.org/drawingml/2006/main">
            <a:off x="3409950" y="16764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이 수업에서 쓰는 뜻</a:t>
            </a:r>
          </a:p>
        </p:txBody>
      </p:sp>
      <p:sp>
        <p:nvSpPr>
          <p:cNvPr id="11" name="">
            <a:extLst xmlns:a="http://schemas.openxmlformats.org/drawingml/2006/main">
              <a:ext uri="{FF2B5EF4-FFF2-40B4-BE49-F238E27FC236}">
                <a16:creationId xmlns:a16="http://schemas.microsoft.com/office/drawing/2014/main" id="{CAC23A33-8159-468F-BE73-60098A7B8615}"/>
              </a:ext>
            </a:extLst>
          </p:cNvPr>
          <p:cNvSpPr>
            <a:spLocks xmlns:a="http://schemas.openxmlformats.org/drawingml/2006/main" noGrp="1"/>
          </p:cNvSpPr>
          <p:nvPr/>
        </p:nvSpPr>
        <p:spPr>
          <a:xfrm xmlns:a="http://schemas.openxmlformats.org/drawingml/2006/main">
            <a:off x="762000" y="2362200"/>
            <a:ext cx="2476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6428BCB1-5F73-4F7C-914E-77CA2A64CDAD}"/>
              </a:ext>
            </a:extLst>
          </p:cNvPr>
          <p:cNvSpPr>
            <a:spLocks xmlns:a="http://schemas.openxmlformats.org/drawingml/2006/main" noGrp="1"/>
          </p:cNvSpPr>
          <p:nvPr/>
        </p:nvSpPr>
        <p:spPr>
          <a:xfrm xmlns:a="http://schemas.openxmlformats.org/drawingml/2006/main">
            <a:off x="933450" y="253365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Chunk</a:t>
            </a:r>
          </a:p>
        </p:txBody>
      </p:sp>
      <p:sp>
        <p:nvSpPr>
          <p:cNvPr id="13" name="">
            <a:extLst xmlns:a="http://schemas.openxmlformats.org/drawingml/2006/main">
              <a:ext uri="{FF2B5EF4-FFF2-40B4-BE49-F238E27FC236}">
                <a16:creationId xmlns:a16="http://schemas.microsoft.com/office/drawing/2014/main" id="{D7623990-0731-490A-85D4-59AF8B797D38}"/>
              </a:ext>
            </a:extLst>
          </p:cNvPr>
          <p:cNvSpPr>
            <a:spLocks xmlns:a="http://schemas.openxmlformats.org/drawingml/2006/main" noGrp="1"/>
          </p:cNvSpPr>
          <p:nvPr/>
        </p:nvSpPr>
        <p:spPr>
          <a:xfrm xmlns:a="http://schemas.openxmlformats.org/drawingml/2006/main">
            <a:off x="3238500" y="2362200"/>
            <a:ext cx="7810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4DF8F8E5-EFF7-4D6F-919B-59BA0AF182EA}"/>
              </a:ext>
            </a:extLst>
          </p:cNvPr>
          <p:cNvSpPr>
            <a:spLocks xmlns:a="http://schemas.openxmlformats.org/drawingml/2006/main" noGrp="1"/>
          </p:cNvSpPr>
          <p:nvPr/>
        </p:nvSpPr>
        <p:spPr>
          <a:xfrm xmlns:a="http://schemas.openxmlformats.org/drawingml/2006/main">
            <a:off x="3409950" y="253365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모델에 넣을 작은 입력 묶음</a:t>
            </a:r>
          </a:p>
        </p:txBody>
      </p:sp>
      <p:sp>
        <p:nvSpPr>
          <p:cNvPr id="15" name="">
            <a:extLst xmlns:a="http://schemas.openxmlformats.org/drawingml/2006/main">
              <a:ext uri="{FF2B5EF4-FFF2-40B4-BE49-F238E27FC236}">
                <a16:creationId xmlns:a16="http://schemas.microsoft.com/office/drawing/2014/main" id="{6931BC3E-51DC-4C75-AD3A-E6EF5891F2C3}"/>
              </a:ext>
            </a:extLst>
          </p:cNvPr>
          <p:cNvSpPr>
            <a:spLocks xmlns:a="http://schemas.openxmlformats.org/drawingml/2006/main" noGrp="1"/>
          </p:cNvSpPr>
          <p:nvPr/>
        </p:nvSpPr>
        <p:spPr>
          <a:xfrm xmlns:a="http://schemas.openxmlformats.org/drawingml/2006/main">
            <a:off x="762000" y="3219450"/>
            <a:ext cx="2476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6" name="">
            <a:extLst xmlns:a="http://schemas.openxmlformats.org/drawingml/2006/main">
              <a:ext uri="{FF2B5EF4-FFF2-40B4-BE49-F238E27FC236}">
                <a16:creationId xmlns:a16="http://schemas.microsoft.com/office/drawing/2014/main" id="{29DFA826-E26E-44D5-B406-9C1EB3F881EC}"/>
              </a:ext>
            </a:extLst>
          </p:cNvPr>
          <p:cNvSpPr>
            <a:spLocks xmlns:a="http://schemas.openxmlformats.org/drawingml/2006/main" noGrp="1"/>
          </p:cNvSpPr>
          <p:nvPr/>
        </p:nvSpPr>
        <p:spPr>
          <a:xfrm xmlns:a="http://schemas.openxmlformats.org/drawingml/2006/main">
            <a:off x="933450" y="33909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Overlap</a:t>
            </a:r>
          </a:p>
        </p:txBody>
      </p:sp>
      <p:sp>
        <p:nvSpPr>
          <p:cNvPr id="17" name="">
            <a:extLst xmlns:a="http://schemas.openxmlformats.org/drawingml/2006/main">
              <a:ext uri="{FF2B5EF4-FFF2-40B4-BE49-F238E27FC236}">
                <a16:creationId xmlns:a16="http://schemas.microsoft.com/office/drawing/2014/main" id="{A5B0E394-76C8-4907-BFF0-79D61F8CA585}"/>
              </a:ext>
            </a:extLst>
          </p:cNvPr>
          <p:cNvSpPr>
            <a:spLocks xmlns:a="http://schemas.openxmlformats.org/drawingml/2006/main" noGrp="1"/>
          </p:cNvSpPr>
          <p:nvPr/>
        </p:nvSpPr>
        <p:spPr>
          <a:xfrm xmlns:a="http://schemas.openxmlformats.org/drawingml/2006/main">
            <a:off x="3238500" y="3219450"/>
            <a:ext cx="7810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F8681EF4-0DFE-4C67-A32F-0CEB362A0264}"/>
              </a:ext>
            </a:extLst>
          </p:cNvPr>
          <p:cNvSpPr>
            <a:spLocks xmlns:a="http://schemas.openxmlformats.org/drawingml/2006/main" noGrp="1"/>
          </p:cNvSpPr>
          <p:nvPr/>
        </p:nvSpPr>
        <p:spPr>
          <a:xfrm xmlns:a="http://schemas.openxmlformats.org/drawingml/2006/main">
            <a:off x="3409950" y="33909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경계 문맥을 이어 주는 중복 구간</a:t>
            </a:r>
          </a:p>
        </p:txBody>
      </p:sp>
      <p:sp>
        <p:nvSpPr>
          <p:cNvPr id="19" name="">
            <a:extLst xmlns:a="http://schemas.openxmlformats.org/drawingml/2006/main">
              <a:ext uri="{FF2B5EF4-FFF2-40B4-BE49-F238E27FC236}">
                <a16:creationId xmlns:a16="http://schemas.microsoft.com/office/drawing/2014/main" id="{234E4DAA-BDC9-4BB0-AE61-26B75A2B3F38}"/>
              </a:ext>
            </a:extLst>
          </p:cNvPr>
          <p:cNvSpPr>
            <a:spLocks xmlns:a="http://schemas.openxmlformats.org/drawingml/2006/main" noGrp="1"/>
          </p:cNvSpPr>
          <p:nvPr/>
        </p:nvSpPr>
        <p:spPr>
          <a:xfrm xmlns:a="http://schemas.openxmlformats.org/drawingml/2006/main">
            <a:off x="762000" y="4076700"/>
            <a:ext cx="2476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0" name="">
            <a:extLst xmlns:a="http://schemas.openxmlformats.org/drawingml/2006/main">
              <a:ext uri="{FF2B5EF4-FFF2-40B4-BE49-F238E27FC236}">
                <a16:creationId xmlns:a16="http://schemas.microsoft.com/office/drawing/2014/main" id="{87026974-C72A-45A8-9969-655A7952BCF6}"/>
              </a:ext>
            </a:extLst>
          </p:cNvPr>
          <p:cNvSpPr>
            <a:spLocks xmlns:a="http://schemas.openxmlformats.org/drawingml/2006/main" noGrp="1"/>
          </p:cNvSpPr>
          <p:nvPr/>
        </p:nvSpPr>
        <p:spPr>
          <a:xfrm xmlns:a="http://schemas.openxmlformats.org/drawingml/2006/main">
            <a:off x="933450" y="424815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Map</a:t>
            </a:r>
          </a:p>
        </p:txBody>
      </p:sp>
      <p:sp>
        <p:nvSpPr>
          <p:cNvPr id="21" name="">
            <a:extLst xmlns:a="http://schemas.openxmlformats.org/drawingml/2006/main">
              <a:ext uri="{FF2B5EF4-FFF2-40B4-BE49-F238E27FC236}">
                <a16:creationId xmlns:a16="http://schemas.microsoft.com/office/drawing/2014/main" id="{3B259C0A-B3FE-4E0A-9EA1-FF3344D06A23}"/>
              </a:ext>
            </a:extLst>
          </p:cNvPr>
          <p:cNvSpPr>
            <a:spLocks xmlns:a="http://schemas.openxmlformats.org/drawingml/2006/main" noGrp="1"/>
          </p:cNvSpPr>
          <p:nvPr/>
        </p:nvSpPr>
        <p:spPr>
          <a:xfrm xmlns:a="http://schemas.openxmlformats.org/drawingml/2006/main">
            <a:off x="3238500" y="4076700"/>
            <a:ext cx="7810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F155AF01-92BC-40AA-B047-C200745A3C92}"/>
              </a:ext>
            </a:extLst>
          </p:cNvPr>
          <p:cNvSpPr>
            <a:spLocks xmlns:a="http://schemas.openxmlformats.org/drawingml/2006/main" noGrp="1"/>
          </p:cNvSpPr>
          <p:nvPr/>
        </p:nvSpPr>
        <p:spPr>
          <a:xfrm xmlns:a="http://schemas.openxmlformats.org/drawingml/2006/main">
            <a:off x="3409950" y="424815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chunk별 초안을 만드는 단계</a:t>
            </a:r>
          </a:p>
        </p:txBody>
      </p:sp>
      <p:sp>
        <p:nvSpPr>
          <p:cNvPr id="23" name="">
            <a:extLst xmlns:a="http://schemas.openxmlformats.org/drawingml/2006/main">
              <a:ext uri="{FF2B5EF4-FFF2-40B4-BE49-F238E27FC236}">
                <a16:creationId xmlns:a16="http://schemas.microsoft.com/office/drawing/2014/main" id="{0634EA8D-38A1-4361-9A65-F435508C3DD5}"/>
              </a:ext>
            </a:extLst>
          </p:cNvPr>
          <p:cNvSpPr>
            <a:spLocks xmlns:a="http://schemas.openxmlformats.org/drawingml/2006/main" noGrp="1"/>
          </p:cNvSpPr>
          <p:nvPr/>
        </p:nvSpPr>
        <p:spPr>
          <a:xfrm xmlns:a="http://schemas.openxmlformats.org/drawingml/2006/main">
            <a:off x="762000" y="4933950"/>
            <a:ext cx="2476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4" name="">
            <a:extLst xmlns:a="http://schemas.openxmlformats.org/drawingml/2006/main">
              <a:ext uri="{FF2B5EF4-FFF2-40B4-BE49-F238E27FC236}">
                <a16:creationId xmlns:a16="http://schemas.microsoft.com/office/drawing/2014/main" id="{BB5589AE-4D1C-499F-ACBB-133A0C480822}"/>
              </a:ext>
            </a:extLst>
          </p:cNvPr>
          <p:cNvSpPr>
            <a:spLocks xmlns:a="http://schemas.openxmlformats.org/drawingml/2006/main" noGrp="1"/>
          </p:cNvSpPr>
          <p:nvPr/>
        </p:nvSpPr>
        <p:spPr>
          <a:xfrm xmlns:a="http://schemas.openxmlformats.org/drawingml/2006/main">
            <a:off x="933450" y="51054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Reduce</a:t>
            </a:r>
          </a:p>
        </p:txBody>
      </p:sp>
      <p:sp>
        <p:nvSpPr>
          <p:cNvPr id="25" name="">
            <a:extLst xmlns:a="http://schemas.openxmlformats.org/drawingml/2006/main">
              <a:ext uri="{FF2B5EF4-FFF2-40B4-BE49-F238E27FC236}">
                <a16:creationId xmlns:a16="http://schemas.microsoft.com/office/drawing/2014/main" id="{F53E7637-EB13-4E23-8E68-927F7A843DE2}"/>
              </a:ext>
            </a:extLst>
          </p:cNvPr>
          <p:cNvSpPr>
            <a:spLocks xmlns:a="http://schemas.openxmlformats.org/drawingml/2006/main" noGrp="1"/>
          </p:cNvSpPr>
          <p:nvPr/>
        </p:nvSpPr>
        <p:spPr>
          <a:xfrm xmlns:a="http://schemas.openxmlformats.org/drawingml/2006/main">
            <a:off x="3238500" y="4933950"/>
            <a:ext cx="7810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6" name="">
            <a:extLst xmlns:a="http://schemas.openxmlformats.org/drawingml/2006/main">
              <a:ext uri="{FF2B5EF4-FFF2-40B4-BE49-F238E27FC236}">
                <a16:creationId xmlns:a16="http://schemas.microsoft.com/office/drawing/2014/main" id="{23CBC219-4FC2-44E2-B318-12F89E8A7535}"/>
              </a:ext>
            </a:extLst>
          </p:cNvPr>
          <p:cNvSpPr>
            <a:spLocks xmlns:a="http://schemas.openxmlformats.org/drawingml/2006/main" noGrp="1"/>
          </p:cNvSpPr>
          <p:nvPr/>
        </p:nvSpPr>
        <p:spPr>
          <a:xfrm xmlns:a="http://schemas.openxmlformats.org/drawingml/2006/main">
            <a:off x="3409950" y="51054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여러 초안을 하나로 합치는 단계</a:t>
            </a:r>
          </a:p>
        </p:txBody>
      </p:sp>
    </p:spTree>
    <p:extLst>
      <p:ext uri="{BB962C8B-B14F-4D97-AF65-F5344CB8AC3E}">
        <p14:creationId xmlns:p14="http://schemas.microsoft.com/office/powerpoint/2010/main" val="1798923876"/>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8378D0E-7488-430A-9C31-7713A29F4E98}"/>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meeting_chunks.json 입출력</a:t>
            </a:r>
          </a:p>
        </p:txBody>
      </p:sp>
      <p:sp>
        <p:nvSpPr>
          <p:cNvPr id="2" name="">
            <a:extLst xmlns:a="http://schemas.openxmlformats.org/drawingml/2006/main">
              <a:ext uri="{FF2B5EF4-FFF2-40B4-BE49-F238E27FC236}">
                <a16:creationId xmlns:a16="http://schemas.microsoft.com/office/drawing/2014/main" id="{4EA96E90-6407-4726-971B-EF4FCD376A7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9AE286AE-9CEB-4D56-92E2-47F277F8EBC2}"/>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74DAF0D6-D617-4CCF-8978-98AE098536BF}"/>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5" name="">
            <a:extLst xmlns:a="http://schemas.openxmlformats.org/drawingml/2006/main">
              <a:ext uri="{FF2B5EF4-FFF2-40B4-BE49-F238E27FC236}">
                <a16:creationId xmlns:a16="http://schemas.microsoft.com/office/drawing/2014/main" id="{03971C7F-8E7D-4678-9A95-F1371B16071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126</a:t>
            </a:r>
          </a:p>
        </p:txBody>
      </p:sp>
      <p:sp>
        <p:nvSpPr>
          <p:cNvPr id="6" name="">
            <a:extLst xmlns:a="http://schemas.openxmlformats.org/drawingml/2006/main">
              <a:ext uri="{FF2B5EF4-FFF2-40B4-BE49-F238E27FC236}">
                <a16:creationId xmlns:a16="http://schemas.microsoft.com/office/drawing/2014/main" id="{ECDD91F4-9F69-43E0-AB3F-E2CE55856716}"/>
              </a:ext>
            </a:extLst>
          </p:cNvPr>
          <p:cNvSpPr>
            <a:spLocks xmlns:a="http://schemas.openxmlformats.org/drawingml/2006/main" noGrp="1"/>
          </p:cNvSpPr>
          <p:nvPr/>
        </p:nvSpPr>
        <p:spPr>
          <a:xfrm xmlns:a="http://schemas.openxmlformats.org/drawingml/2006/main">
            <a:off x="685800" y="1581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INPUT</a:t>
            </a:r>
          </a:p>
        </p:txBody>
      </p:sp>
      <p:sp>
        <p:nvSpPr>
          <p:cNvPr id="7" name="">
            <a:extLst xmlns:a="http://schemas.openxmlformats.org/drawingml/2006/main">
              <a:ext uri="{FF2B5EF4-FFF2-40B4-BE49-F238E27FC236}">
                <a16:creationId xmlns:a16="http://schemas.microsoft.com/office/drawing/2014/main" id="{86AC314B-97BF-4669-896C-6F551DFD4378}"/>
              </a:ext>
            </a:extLst>
          </p:cNvPr>
          <p:cNvSpPr>
            <a:spLocks xmlns:a="http://schemas.openxmlformats.org/drawingml/2006/main" noGrp="1"/>
          </p:cNvSpPr>
          <p:nvPr/>
        </p:nvSpPr>
        <p:spPr>
          <a:xfrm xmlns:a="http://schemas.openxmlformats.org/drawingml/2006/main">
            <a:off x="685800" y="196215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DA8770D2-13B6-4790-A408-6EF31BD4C63D}"/>
              </a:ext>
            </a:extLst>
          </p:cNvPr>
          <p:cNvSpPr>
            <a:spLocks xmlns:a="http://schemas.openxmlformats.org/drawingml/2006/main" noGrp="1"/>
          </p:cNvSpPr>
          <p:nvPr/>
        </p:nvSpPr>
        <p:spPr>
          <a:xfrm xmlns:a="http://schemas.openxmlformats.org/drawingml/2006/main">
            <a:off x="685800" y="21717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src/course_services/meeting_service.py</a:t>
            </a:r>
          </a:p>
        </p:txBody>
      </p:sp>
      <p:sp>
        <p:nvSpPr>
          <p:cNvPr id="9" name="">
            <a:extLst xmlns:a="http://schemas.openxmlformats.org/drawingml/2006/main">
              <a:ext uri="{FF2B5EF4-FFF2-40B4-BE49-F238E27FC236}">
                <a16:creationId xmlns:a16="http://schemas.microsoft.com/office/drawing/2014/main" id="{484BA3BB-1510-49D5-836C-A7391B1C22BF}"/>
              </a:ext>
            </a:extLst>
          </p:cNvPr>
          <p:cNvSpPr>
            <a:spLocks xmlns:a="http://schemas.openxmlformats.org/drawingml/2006/main" noGrp="1"/>
          </p:cNvSpPr>
          <p:nvPr/>
        </p:nvSpPr>
        <p:spPr>
          <a:xfrm xmlns:a="http://schemas.openxmlformats.org/drawingml/2006/main">
            <a:off x="6096000" y="1581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PROCESS</a:t>
            </a:r>
          </a:p>
        </p:txBody>
      </p:sp>
      <p:sp>
        <p:nvSpPr>
          <p:cNvPr id="10" name="">
            <a:extLst xmlns:a="http://schemas.openxmlformats.org/drawingml/2006/main">
              <a:ext uri="{FF2B5EF4-FFF2-40B4-BE49-F238E27FC236}">
                <a16:creationId xmlns:a16="http://schemas.microsoft.com/office/drawing/2014/main" id="{62FF34F1-3334-43DD-A1F4-FF0123EC18CE}"/>
              </a:ext>
            </a:extLst>
          </p:cNvPr>
          <p:cNvSpPr>
            <a:spLocks xmlns:a="http://schemas.openxmlformats.org/drawingml/2006/main" noGrp="1"/>
          </p:cNvSpPr>
          <p:nvPr/>
        </p:nvSpPr>
        <p:spPr>
          <a:xfrm xmlns:a="http://schemas.openxmlformats.org/drawingml/2006/main">
            <a:off x="6096000" y="196215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44AAA946-08BC-431F-81D2-AC29B428EA88}"/>
              </a:ext>
            </a:extLst>
          </p:cNvPr>
          <p:cNvSpPr>
            <a:spLocks xmlns:a="http://schemas.openxmlformats.org/drawingml/2006/main" noGrp="1"/>
          </p:cNvSpPr>
          <p:nvPr/>
        </p:nvSpPr>
        <p:spPr>
          <a:xfrm xmlns:a="http://schemas.openxmlformats.org/drawingml/2006/main">
            <a:off x="6096000" y="21717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segment 정렬 → 길이 누적 → 경계에서 close</a:t>
            </a:r>
          </a:p>
        </p:txBody>
      </p:sp>
      <p:sp>
        <p:nvSpPr>
          <p:cNvPr id="12" name="">
            <a:extLst xmlns:a="http://schemas.openxmlformats.org/drawingml/2006/main">
              <a:ext uri="{FF2B5EF4-FFF2-40B4-BE49-F238E27FC236}">
                <a16:creationId xmlns:a16="http://schemas.microsoft.com/office/drawing/2014/main" id="{67D1B8F1-7AD9-4CA7-8FA5-B50B6FD1C8F9}"/>
              </a:ext>
            </a:extLst>
          </p:cNvPr>
          <p:cNvSpPr>
            <a:spLocks xmlns:a="http://schemas.openxmlformats.org/drawingml/2006/main" noGrp="1"/>
          </p:cNvSpPr>
          <p:nvPr/>
        </p:nvSpPr>
        <p:spPr>
          <a:xfrm xmlns:a="http://schemas.openxmlformats.org/drawingml/2006/main">
            <a:off x="685800" y="3619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OUTPUT</a:t>
            </a:r>
          </a:p>
        </p:txBody>
      </p:sp>
      <p:sp>
        <p:nvSpPr>
          <p:cNvPr id="13" name="">
            <a:extLst xmlns:a="http://schemas.openxmlformats.org/drawingml/2006/main">
              <a:ext uri="{FF2B5EF4-FFF2-40B4-BE49-F238E27FC236}">
                <a16:creationId xmlns:a16="http://schemas.microsoft.com/office/drawing/2014/main" id="{92BA6283-E767-4E9B-893A-E1AAAC883162}"/>
              </a:ext>
            </a:extLst>
          </p:cNvPr>
          <p:cNvSpPr>
            <a:spLocks xmlns:a="http://schemas.openxmlformats.org/drawingml/2006/main" noGrp="1"/>
          </p:cNvSpPr>
          <p:nvPr/>
        </p:nvSpPr>
        <p:spPr>
          <a:xfrm xmlns:a="http://schemas.openxmlformats.org/drawingml/2006/main">
            <a:off x="685800" y="400050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74622A50-BDC2-40BE-8BEB-6D01B350D6ED}"/>
              </a:ext>
            </a:extLst>
          </p:cNvPr>
          <p:cNvSpPr>
            <a:spLocks xmlns:a="http://schemas.openxmlformats.org/drawingml/2006/main" noGrp="1"/>
          </p:cNvSpPr>
          <p:nvPr/>
        </p:nvSpPr>
        <p:spPr>
          <a:xfrm xmlns:a="http://schemas.openxmlformats.org/drawingml/2006/main">
            <a:off x="685800" y="42100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meeting_chunks.json</a:t>
            </a:r>
          </a:p>
        </p:txBody>
      </p:sp>
      <p:sp>
        <p:nvSpPr>
          <p:cNvPr id="15" name="">
            <a:extLst xmlns:a="http://schemas.openxmlformats.org/drawingml/2006/main">
              <a:ext uri="{FF2B5EF4-FFF2-40B4-BE49-F238E27FC236}">
                <a16:creationId xmlns:a16="http://schemas.microsoft.com/office/drawing/2014/main" id="{9FED4D41-95BE-4675-97EA-881477AA4E57}"/>
              </a:ext>
            </a:extLst>
          </p:cNvPr>
          <p:cNvSpPr>
            <a:spLocks xmlns:a="http://schemas.openxmlformats.org/drawingml/2006/main" noGrp="1"/>
          </p:cNvSpPr>
          <p:nvPr/>
        </p:nvSpPr>
        <p:spPr>
          <a:xfrm xmlns:a="http://schemas.openxmlformats.org/drawingml/2006/main">
            <a:off x="6096000" y="3619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VERIFY</a:t>
            </a:r>
          </a:p>
        </p:txBody>
      </p:sp>
      <p:sp>
        <p:nvSpPr>
          <p:cNvPr id="16" name="">
            <a:extLst xmlns:a="http://schemas.openxmlformats.org/drawingml/2006/main">
              <a:ext uri="{FF2B5EF4-FFF2-40B4-BE49-F238E27FC236}">
                <a16:creationId xmlns:a16="http://schemas.microsoft.com/office/drawing/2014/main" id="{16D1354F-315D-4F85-8029-C0D382D60860}"/>
              </a:ext>
            </a:extLst>
          </p:cNvPr>
          <p:cNvSpPr>
            <a:spLocks xmlns:a="http://schemas.openxmlformats.org/drawingml/2006/main" noGrp="1"/>
          </p:cNvSpPr>
          <p:nvPr/>
        </p:nvSpPr>
        <p:spPr>
          <a:xfrm xmlns:a="http://schemas.openxmlformats.org/drawingml/2006/main">
            <a:off x="6096000" y="400050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7" name="">
            <a:extLst xmlns:a="http://schemas.openxmlformats.org/drawingml/2006/main">
              <a:ext uri="{FF2B5EF4-FFF2-40B4-BE49-F238E27FC236}">
                <a16:creationId xmlns:a16="http://schemas.microsoft.com/office/drawing/2014/main" id="{351A11F2-3F2C-47A2-AB59-382624C614B3}"/>
              </a:ext>
            </a:extLst>
          </p:cNvPr>
          <p:cNvSpPr>
            <a:spLocks xmlns:a="http://schemas.openxmlformats.org/drawingml/2006/main" noGrp="1"/>
          </p:cNvSpPr>
          <p:nvPr/>
        </p:nvSpPr>
        <p:spPr>
          <a:xfrm xmlns:a="http://schemas.openxmlformats.org/drawingml/2006/main">
            <a:off x="6096000" y="42100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모든 segment ID가 적어도 한 chunk에 존재한다.</a:t>
            </a:r>
          </a:p>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max_chars&lt;40과 음수 overlap은 명시 오류다.</a:t>
            </a:r>
          </a:p>
        </p:txBody>
      </p:sp>
    </p:spTree>
    <p:extLst>
      <p:ext uri="{BB962C8B-B14F-4D97-AF65-F5344CB8AC3E}">
        <p14:creationId xmlns:p14="http://schemas.microsoft.com/office/powerpoint/2010/main" val="398181322"/>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D02D7AB-1B27-482D-A99D-C14B97E8CEDE}"/>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실행 흐름</a:t>
            </a:r>
          </a:p>
        </p:txBody>
      </p:sp>
      <p:sp>
        <p:nvSpPr>
          <p:cNvPr id="2" name="">
            <a:extLst xmlns:a="http://schemas.openxmlformats.org/drawingml/2006/main">
              <a:ext uri="{FF2B5EF4-FFF2-40B4-BE49-F238E27FC236}">
                <a16:creationId xmlns:a16="http://schemas.microsoft.com/office/drawing/2014/main" id="{9E4EBB65-3F6F-4152-A89E-FBAC22D180DE}"/>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업무 흐름</a:t>
            </a:r>
          </a:p>
        </p:txBody>
      </p:sp>
      <p:sp>
        <p:nvSpPr>
          <p:cNvPr id="3" name="">
            <a:extLst xmlns:a="http://schemas.openxmlformats.org/drawingml/2006/main">
              <a:ext uri="{FF2B5EF4-FFF2-40B4-BE49-F238E27FC236}">
                <a16:creationId xmlns:a16="http://schemas.microsoft.com/office/drawing/2014/main" id="{4ECBA671-1B83-469F-82B7-1216248E836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BC1190D0-F776-47FB-9AD0-DA344F8F3CA6}"/>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B464AD51-860D-4DB5-8DD6-BD98DB8E223E}"/>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C2108CD4-C6C1-48CE-9102-216ABD9BEC2E}"/>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127</a:t>
            </a:r>
          </a:p>
        </p:txBody>
      </p:sp>
      <p:sp>
        <p:nvSpPr>
          <p:cNvPr id="7" name="">
            <a:extLst xmlns:a="http://schemas.openxmlformats.org/drawingml/2006/main">
              <a:ext uri="{FF2B5EF4-FFF2-40B4-BE49-F238E27FC236}">
                <a16:creationId xmlns:a16="http://schemas.microsoft.com/office/drawing/2014/main" id="{9B33EA21-9E25-43AF-93A2-9231B49BB51C}"/>
              </a:ext>
            </a:extLst>
          </p:cNvPr>
          <p:cNvSpPr>
            <a:spLocks xmlns:a="http://schemas.openxmlformats.org/drawingml/2006/main" noGrp="1"/>
          </p:cNvSpPr>
          <p:nvPr/>
        </p:nvSpPr>
        <p:spPr>
          <a:xfrm xmlns:a="http://schemas.openxmlformats.org/drawingml/2006/main">
            <a:off x="6858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2563EB"/>
                </a:solidFill>
                <a:latin typeface="NanumGothic"/>
                <a:ea typeface="NanumGothic"/>
                <a:cs typeface="NanumGothic"/>
              </a:defRPr>
            </a:pPr>
            <a:r>
              <a:rPr sz="2625" b="1">
                <a:solidFill>
                  <a:srgbClr val="2563EB"/>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18915515-F8AE-4A81-B392-446E87A427A3}"/>
              </a:ext>
            </a:extLst>
          </p:cNvPr>
          <p:cNvSpPr>
            <a:spLocks xmlns:a="http://schemas.openxmlformats.org/drawingml/2006/main" noGrp="1"/>
          </p:cNvSpPr>
          <p:nvPr/>
        </p:nvSpPr>
        <p:spPr>
          <a:xfrm xmlns:a="http://schemas.openxmlformats.org/drawingml/2006/main">
            <a:off x="6858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E90A2E87-B3E2-4C8A-9F66-2970188EEEE1}"/>
              </a:ext>
            </a:extLst>
          </p:cNvPr>
          <p:cNvSpPr>
            <a:spLocks xmlns:a="http://schemas.openxmlformats.org/drawingml/2006/main" noGrp="1"/>
          </p:cNvSpPr>
          <p:nvPr/>
        </p:nvSpPr>
        <p:spPr>
          <a:xfrm xmlns:a="http://schemas.openxmlformats.org/drawingml/2006/main">
            <a:off x="6858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segment 정렬</a:t>
            </a:r>
          </a:p>
        </p:txBody>
      </p:sp>
      <p:sp>
        <p:nvSpPr>
          <p:cNvPr id="10" name="">
            <a:extLst xmlns:a="http://schemas.openxmlformats.org/drawingml/2006/main">
              <a:ext uri="{FF2B5EF4-FFF2-40B4-BE49-F238E27FC236}">
                <a16:creationId xmlns:a16="http://schemas.microsoft.com/office/drawing/2014/main" id="{E72CF4E6-503A-4018-858D-1D3C7D9BA0C2}"/>
              </a:ext>
            </a:extLst>
          </p:cNvPr>
          <p:cNvSpPr>
            <a:spLocks xmlns:a="http://schemas.openxmlformats.org/drawingml/2006/main" noGrp="1"/>
          </p:cNvSpPr>
          <p:nvPr/>
        </p:nvSpPr>
        <p:spPr>
          <a:xfrm xmlns:a="http://schemas.openxmlformats.org/drawingml/2006/main">
            <a:off x="283845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AC848F85-CE1E-4C16-AFB1-C65AD6E73ACF}"/>
              </a:ext>
            </a:extLst>
          </p:cNvPr>
          <p:cNvSpPr>
            <a:spLocks xmlns:a="http://schemas.openxmlformats.org/drawingml/2006/main" noGrp="1"/>
          </p:cNvSpPr>
          <p:nvPr/>
        </p:nvSpPr>
        <p:spPr>
          <a:xfrm xmlns:a="http://schemas.openxmlformats.org/drawingml/2006/main">
            <a:off x="283845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416D6BB8-0A41-43A6-8A2E-28A096CDA70F}"/>
              </a:ext>
            </a:extLst>
          </p:cNvPr>
          <p:cNvSpPr>
            <a:spLocks xmlns:a="http://schemas.openxmlformats.org/drawingml/2006/main" noGrp="1"/>
          </p:cNvSpPr>
          <p:nvPr/>
        </p:nvSpPr>
        <p:spPr>
          <a:xfrm xmlns:a="http://schemas.openxmlformats.org/drawingml/2006/main">
            <a:off x="283845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길이 누적</a:t>
            </a:r>
          </a:p>
        </p:txBody>
      </p:sp>
      <p:sp>
        <p:nvSpPr>
          <p:cNvPr id="13" name="">
            <a:extLst xmlns:a="http://schemas.openxmlformats.org/drawingml/2006/main">
              <a:ext uri="{FF2B5EF4-FFF2-40B4-BE49-F238E27FC236}">
                <a16:creationId xmlns:a16="http://schemas.microsoft.com/office/drawing/2014/main" id="{E0331B3E-593E-4082-9BBC-B7BCA35DFB53}"/>
              </a:ext>
            </a:extLst>
          </p:cNvPr>
          <p:cNvSpPr>
            <a:spLocks xmlns:a="http://schemas.openxmlformats.org/drawingml/2006/main" noGrp="1"/>
          </p:cNvSpPr>
          <p:nvPr/>
        </p:nvSpPr>
        <p:spPr>
          <a:xfrm xmlns:a="http://schemas.openxmlformats.org/drawingml/2006/main">
            <a:off x="49911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51DE206C-A291-4D17-A0A3-27807411B463}"/>
              </a:ext>
            </a:extLst>
          </p:cNvPr>
          <p:cNvSpPr>
            <a:spLocks xmlns:a="http://schemas.openxmlformats.org/drawingml/2006/main" noGrp="1"/>
          </p:cNvSpPr>
          <p:nvPr/>
        </p:nvSpPr>
        <p:spPr>
          <a:xfrm xmlns:a="http://schemas.openxmlformats.org/drawingml/2006/main">
            <a:off x="49911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27594D2E-BF17-4B92-AFE6-5B267634B558}"/>
              </a:ext>
            </a:extLst>
          </p:cNvPr>
          <p:cNvSpPr>
            <a:spLocks xmlns:a="http://schemas.openxmlformats.org/drawingml/2006/main" noGrp="1"/>
          </p:cNvSpPr>
          <p:nvPr/>
        </p:nvSpPr>
        <p:spPr>
          <a:xfrm xmlns:a="http://schemas.openxmlformats.org/drawingml/2006/main">
            <a:off x="49911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경계에서 close</a:t>
            </a:r>
          </a:p>
        </p:txBody>
      </p:sp>
      <p:sp>
        <p:nvSpPr>
          <p:cNvPr id="16" name="">
            <a:extLst xmlns:a="http://schemas.openxmlformats.org/drawingml/2006/main">
              <a:ext uri="{FF2B5EF4-FFF2-40B4-BE49-F238E27FC236}">
                <a16:creationId xmlns:a16="http://schemas.microsoft.com/office/drawing/2014/main" id="{70ADA239-9446-432D-8CDD-BADF56481FF3}"/>
              </a:ext>
            </a:extLst>
          </p:cNvPr>
          <p:cNvSpPr>
            <a:spLocks xmlns:a="http://schemas.openxmlformats.org/drawingml/2006/main" noGrp="1"/>
          </p:cNvSpPr>
          <p:nvPr/>
        </p:nvSpPr>
        <p:spPr>
          <a:xfrm xmlns:a="http://schemas.openxmlformats.org/drawingml/2006/main">
            <a:off x="714375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D1B337A6-664A-45AC-BB70-24A65ADE7A9D}"/>
              </a:ext>
            </a:extLst>
          </p:cNvPr>
          <p:cNvSpPr>
            <a:spLocks xmlns:a="http://schemas.openxmlformats.org/drawingml/2006/main" noGrp="1"/>
          </p:cNvSpPr>
          <p:nvPr/>
        </p:nvSpPr>
        <p:spPr>
          <a:xfrm xmlns:a="http://schemas.openxmlformats.org/drawingml/2006/main">
            <a:off x="714375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65E38355-EA29-4E6D-867A-B696EC171F1A}"/>
              </a:ext>
            </a:extLst>
          </p:cNvPr>
          <p:cNvSpPr>
            <a:spLocks xmlns:a="http://schemas.openxmlformats.org/drawingml/2006/main" noGrp="1"/>
          </p:cNvSpPr>
          <p:nvPr/>
        </p:nvSpPr>
        <p:spPr>
          <a:xfrm xmlns:a="http://schemas.openxmlformats.org/drawingml/2006/main">
            <a:off x="714375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한 segment overlap</a:t>
            </a:r>
          </a:p>
        </p:txBody>
      </p:sp>
      <p:sp>
        <p:nvSpPr>
          <p:cNvPr id="19" name="">
            <a:extLst xmlns:a="http://schemas.openxmlformats.org/drawingml/2006/main">
              <a:ext uri="{FF2B5EF4-FFF2-40B4-BE49-F238E27FC236}">
                <a16:creationId xmlns:a16="http://schemas.microsoft.com/office/drawing/2014/main" id="{9227E12C-0CB5-47C0-AE2C-CB44445AC168}"/>
              </a:ext>
            </a:extLst>
          </p:cNvPr>
          <p:cNvSpPr>
            <a:spLocks xmlns:a="http://schemas.openxmlformats.org/drawingml/2006/main" noGrp="1"/>
          </p:cNvSpPr>
          <p:nvPr/>
        </p:nvSpPr>
        <p:spPr>
          <a:xfrm xmlns:a="http://schemas.openxmlformats.org/drawingml/2006/main">
            <a:off x="92964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05</a:t>
            </a:r>
          </a:p>
        </p:txBody>
      </p:sp>
      <p:sp>
        <p:nvSpPr>
          <p:cNvPr id="20" name="">
            <a:extLst xmlns:a="http://schemas.openxmlformats.org/drawingml/2006/main">
              <a:ext uri="{FF2B5EF4-FFF2-40B4-BE49-F238E27FC236}">
                <a16:creationId xmlns:a16="http://schemas.microsoft.com/office/drawing/2014/main" id="{7289734F-4D3B-42AE-B6DE-61363AE35B36}"/>
              </a:ext>
            </a:extLst>
          </p:cNvPr>
          <p:cNvSpPr>
            <a:spLocks xmlns:a="http://schemas.openxmlformats.org/drawingml/2006/main" noGrp="1"/>
          </p:cNvSpPr>
          <p:nvPr/>
        </p:nvSpPr>
        <p:spPr>
          <a:xfrm xmlns:a="http://schemas.openxmlformats.org/drawingml/2006/main">
            <a:off x="92964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21" name="">
            <a:extLst xmlns:a="http://schemas.openxmlformats.org/drawingml/2006/main">
              <a:ext uri="{FF2B5EF4-FFF2-40B4-BE49-F238E27FC236}">
                <a16:creationId xmlns:a16="http://schemas.microsoft.com/office/drawing/2014/main" id="{774A2F41-8629-4AC1-9761-5D4271697BB5}"/>
              </a:ext>
            </a:extLst>
          </p:cNvPr>
          <p:cNvSpPr>
            <a:spLocks xmlns:a="http://schemas.openxmlformats.org/drawingml/2006/main" noGrp="1"/>
          </p:cNvSpPr>
          <p:nvPr/>
        </p:nvSpPr>
        <p:spPr>
          <a:xfrm xmlns:a="http://schemas.openxmlformats.org/drawingml/2006/main">
            <a:off x="92964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chunk ID 저장</a:t>
            </a:r>
          </a:p>
        </p:txBody>
      </p:sp>
      <p:sp>
        <p:nvSpPr>
          <p:cNvPr id="22" name="">
            <a:extLst xmlns:a="http://schemas.openxmlformats.org/drawingml/2006/main">
              <a:ext uri="{FF2B5EF4-FFF2-40B4-BE49-F238E27FC236}">
                <a16:creationId xmlns:a16="http://schemas.microsoft.com/office/drawing/2014/main" id="{D3A8CC7F-94D1-4EA7-B3AB-574EA1E13DC3}"/>
              </a:ext>
            </a:extLst>
          </p:cNvPr>
          <p:cNvSpPr>
            <a:spLocks xmlns:a="http://schemas.openxmlformats.org/drawingml/2006/main" noGrp="1"/>
          </p:cNvSpPr>
          <p:nvPr/>
        </p:nvSpPr>
        <p:spPr>
          <a:xfrm xmlns:a="http://schemas.openxmlformats.org/drawingml/2006/main">
            <a:off x="1524000" y="46291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마지막 판단은 meeting_chunks.json에서 사람이 확인합니다.</a:t>
            </a:r>
          </a:p>
        </p:txBody>
      </p:sp>
    </p:spTree>
    <p:extLst>
      <p:ext uri="{BB962C8B-B14F-4D97-AF65-F5344CB8AC3E}">
        <p14:creationId xmlns:p14="http://schemas.microsoft.com/office/powerpoint/2010/main" val="321245919"/>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0EFF6FF-3805-4C9B-8186-64F8D7C3688E}"/>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meeting_chunks.json 정상·실패 계약</a:t>
            </a:r>
          </a:p>
        </p:txBody>
      </p:sp>
      <p:sp>
        <p:nvSpPr>
          <p:cNvPr id="2" name="">
            <a:extLst xmlns:a="http://schemas.openxmlformats.org/drawingml/2006/main">
              <a:ext uri="{FF2B5EF4-FFF2-40B4-BE49-F238E27FC236}">
                <a16:creationId xmlns:a16="http://schemas.microsoft.com/office/drawing/2014/main" id="{7B915E24-E9AD-4974-AD5C-23005799E97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5EFD4AA0-2220-4F69-B68A-0620576DD1CB}"/>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1070D953-88A0-468C-BBAB-9BCB1975E7E7}"/>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5" name="">
            <a:extLst xmlns:a="http://schemas.openxmlformats.org/drawingml/2006/main">
              <a:ext uri="{FF2B5EF4-FFF2-40B4-BE49-F238E27FC236}">
                <a16:creationId xmlns:a16="http://schemas.microsoft.com/office/drawing/2014/main" id="{CA89067B-A74C-4D73-8C95-23806B30BEE1}"/>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128</a:t>
            </a:r>
          </a:p>
        </p:txBody>
      </p:sp>
      <p:sp>
        <p:nvSpPr>
          <p:cNvPr id="6" name="">
            <a:extLst xmlns:a="http://schemas.openxmlformats.org/drawingml/2006/main">
              <a:ext uri="{FF2B5EF4-FFF2-40B4-BE49-F238E27FC236}">
                <a16:creationId xmlns:a16="http://schemas.microsoft.com/office/drawing/2014/main" id="{07924B7A-3D59-4EF5-8F48-D99C136FA78F}"/>
              </a:ext>
            </a:extLst>
          </p:cNvPr>
          <p:cNvSpPr>
            <a:spLocks xmlns:a="http://schemas.openxmlformats.org/drawingml/2006/main" noGrp="1"/>
          </p:cNvSpPr>
          <p:nvPr/>
        </p:nvSpPr>
        <p:spPr>
          <a:xfrm xmlns:a="http://schemas.openxmlformats.org/drawingml/2006/main">
            <a:off x="762000" y="17145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정상</a:t>
            </a:r>
          </a:p>
        </p:txBody>
      </p:sp>
      <p:sp>
        <p:nvSpPr>
          <p:cNvPr id="7" name="">
            <a:extLst xmlns:a="http://schemas.openxmlformats.org/drawingml/2006/main">
              <a:ext uri="{FF2B5EF4-FFF2-40B4-BE49-F238E27FC236}">
                <a16:creationId xmlns:a16="http://schemas.microsoft.com/office/drawing/2014/main" id="{9749EF5C-E6A3-450B-9373-B47AEA5AE69F}"/>
              </a:ext>
            </a:extLst>
          </p:cNvPr>
          <p:cNvSpPr>
            <a:spLocks xmlns:a="http://schemas.openxmlformats.org/drawingml/2006/main" noGrp="1"/>
          </p:cNvSpPr>
          <p:nvPr/>
        </p:nvSpPr>
        <p:spPr>
          <a:xfrm xmlns:a="http://schemas.openxmlformats.org/drawingml/2006/main">
            <a:off x="2343150" y="18478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06B470AA-1E47-4B65-91E5-1D51889DDB4B}"/>
              </a:ext>
            </a:extLst>
          </p:cNvPr>
          <p:cNvSpPr>
            <a:spLocks xmlns:a="http://schemas.openxmlformats.org/drawingml/2006/main" noGrp="1"/>
          </p:cNvSpPr>
          <p:nvPr/>
        </p:nvSpPr>
        <p:spPr>
          <a:xfrm xmlns:a="http://schemas.openxmlformats.org/drawingml/2006/main">
            <a:off x="3238500" y="15240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모든 segment ID가 적어도 한 chunk에 존재한다.</a:t>
            </a:r>
          </a:p>
        </p:txBody>
      </p:sp>
      <p:sp>
        <p:nvSpPr>
          <p:cNvPr id="9" name="">
            <a:extLst xmlns:a="http://schemas.openxmlformats.org/drawingml/2006/main">
              <a:ext uri="{FF2B5EF4-FFF2-40B4-BE49-F238E27FC236}">
                <a16:creationId xmlns:a16="http://schemas.microsoft.com/office/drawing/2014/main" id="{00CA37F3-C5AA-4F59-AAD4-6BB6C2A78EA6}"/>
              </a:ext>
            </a:extLst>
          </p:cNvPr>
          <p:cNvSpPr>
            <a:spLocks xmlns:a="http://schemas.openxmlformats.org/drawingml/2006/main" noGrp="1"/>
          </p:cNvSpPr>
          <p:nvPr/>
        </p:nvSpPr>
        <p:spPr>
          <a:xfrm xmlns:a="http://schemas.openxmlformats.org/drawingml/2006/main">
            <a:off x="762000" y="27813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경계</a:t>
            </a:r>
          </a:p>
        </p:txBody>
      </p:sp>
      <p:sp>
        <p:nvSpPr>
          <p:cNvPr id="10" name="">
            <a:extLst xmlns:a="http://schemas.openxmlformats.org/drawingml/2006/main">
              <a:ext uri="{FF2B5EF4-FFF2-40B4-BE49-F238E27FC236}">
                <a16:creationId xmlns:a16="http://schemas.microsoft.com/office/drawing/2014/main" id="{F6CCD035-EC76-41EF-9D84-70FB1CA14DFD}"/>
              </a:ext>
            </a:extLst>
          </p:cNvPr>
          <p:cNvSpPr>
            <a:spLocks xmlns:a="http://schemas.openxmlformats.org/drawingml/2006/main" noGrp="1"/>
          </p:cNvSpPr>
          <p:nvPr/>
        </p:nvSpPr>
        <p:spPr>
          <a:xfrm xmlns:a="http://schemas.openxmlformats.org/drawingml/2006/main">
            <a:off x="2343150" y="29146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3E997730-AD47-4A81-B64E-2985CB0DB0E7}"/>
              </a:ext>
            </a:extLst>
          </p:cNvPr>
          <p:cNvSpPr>
            <a:spLocks xmlns:a="http://schemas.openxmlformats.org/drawingml/2006/main" noGrp="1"/>
          </p:cNvSpPr>
          <p:nvPr/>
        </p:nvSpPr>
        <p:spPr>
          <a:xfrm xmlns:a="http://schemas.openxmlformats.org/drawingml/2006/main">
            <a:off x="3238500" y="25908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max_chars&lt;40과 음수 overlap은 명시 오류다.</a:t>
            </a:r>
          </a:p>
        </p:txBody>
      </p:sp>
      <p:sp>
        <p:nvSpPr>
          <p:cNvPr id="12" name="">
            <a:extLst xmlns:a="http://schemas.openxmlformats.org/drawingml/2006/main">
              <a:ext uri="{FF2B5EF4-FFF2-40B4-BE49-F238E27FC236}">
                <a16:creationId xmlns:a16="http://schemas.microsoft.com/office/drawing/2014/main" id="{E4B81426-6888-4F96-9DCE-389AA7623CFD}"/>
              </a:ext>
            </a:extLst>
          </p:cNvPr>
          <p:cNvSpPr>
            <a:spLocks xmlns:a="http://schemas.openxmlformats.org/drawingml/2006/main" noGrp="1"/>
          </p:cNvSpPr>
          <p:nvPr/>
        </p:nvSpPr>
        <p:spPr>
          <a:xfrm xmlns:a="http://schemas.openxmlformats.org/drawingml/2006/main">
            <a:off x="762000" y="38481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외부 쓰기</a:t>
            </a:r>
          </a:p>
        </p:txBody>
      </p:sp>
      <p:sp>
        <p:nvSpPr>
          <p:cNvPr id="13" name="">
            <a:extLst xmlns:a="http://schemas.openxmlformats.org/drawingml/2006/main">
              <a:ext uri="{FF2B5EF4-FFF2-40B4-BE49-F238E27FC236}">
                <a16:creationId xmlns:a16="http://schemas.microsoft.com/office/drawing/2014/main" id="{3124C582-7DED-45EC-A573-C81B1639C34C}"/>
              </a:ext>
            </a:extLst>
          </p:cNvPr>
          <p:cNvSpPr>
            <a:spLocks xmlns:a="http://schemas.openxmlformats.org/drawingml/2006/main" noGrp="1"/>
          </p:cNvSpPr>
          <p:nvPr/>
        </p:nvSpPr>
        <p:spPr>
          <a:xfrm xmlns:a="http://schemas.openxmlformats.org/drawingml/2006/main">
            <a:off x="2343150" y="39814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1D8BDB49-8A69-49EB-BA19-3C799EA342DB}"/>
              </a:ext>
            </a:extLst>
          </p:cNvPr>
          <p:cNvSpPr>
            <a:spLocks xmlns:a="http://schemas.openxmlformats.org/drawingml/2006/main" noGrp="1"/>
          </p:cNvSpPr>
          <p:nvPr/>
        </p:nvSpPr>
        <p:spPr>
          <a:xfrm xmlns:a="http://schemas.openxmlformats.org/drawingml/2006/main">
            <a:off x="3238500" y="36576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발화 단위 Chunking: 기본값 false · dry-run과 사람 승인 뒤 별도 adapter 호출</a:t>
            </a:r>
          </a:p>
        </p:txBody>
      </p:sp>
      <p:sp>
        <p:nvSpPr>
          <p:cNvPr id="15" name="">
            <a:extLst xmlns:a="http://schemas.openxmlformats.org/drawingml/2006/main">
              <a:ext uri="{FF2B5EF4-FFF2-40B4-BE49-F238E27FC236}">
                <a16:creationId xmlns:a16="http://schemas.microsoft.com/office/drawing/2014/main" id="{B115AF9C-B8E3-43BB-92FD-49AF366148B3}"/>
              </a:ext>
            </a:extLst>
          </p:cNvPr>
          <p:cNvSpPr>
            <a:spLocks xmlns:a="http://schemas.openxmlformats.org/drawingml/2006/main" noGrp="1"/>
          </p:cNvSpPr>
          <p:nvPr/>
        </p:nvSpPr>
        <p:spPr>
          <a:xfrm xmlns:a="http://schemas.openxmlformats.org/drawingml/2006/main">
            <a:off x="762000" y="49149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기록</a:t>
            </a:r>
          </a:p>
        </p:txBody>
      </p:sp>
      <p:sp>
        <p:nvSpPr>
          <p:cNvPr id="16" name="">
            <a:extLst xmlns:a="http://schemas.openxmlformats.org/drawingml/2006/main">
              <a:ext uri="{FF2B5EF4-FFF2-40B4-BE49-F238E27FC236}">
                <a16:creationId xmlns:a16="http://schemas.microsoft.com/office/drawing/2014/main" id="{D0ADE222-2C76-4CF2-B2EB-721875BDEDEC}"/>
              </a:ext>
            </a:extLst>
          </p:cNvPr>
          <p:cNvSpPr>
            <a:spLocks xmlns:a="http://schemas.openxmlformats.org/drawingml/2006/main" noGrp="1"/>
          </p:cNvSpPr>
          <p:nvPr/>
        </p:nvSpPr>
        <p:spPr>
          <a:xfrm xmlns:a="http://schemas.openxmlformats.org/drawingml/2006/main">
            <a:off x="2343150" y="50482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7" name="">
            <a:extLst xmlns:a="http://schemas.openxmlformats.org/drawingml/2006/main">
              <a:ext uri="{FF2B5EF4-FFF2-40B4-BE49-F238E27FC236}">
                <a16:creationId xmlns:a16="http://schemas.microsoft.com/office/drawing/2014/main" id="{BEF5BA05-AA6B-4910-BBD2-3ADEC70AEABC}"/>
              </a:ext>
            </a:extLst>
          </p:cNvPr>
          <p:cNvSpPr>
            <a:spLocks xmlns:a="http://schemas.openxmlformats.org/drawingml/2006/main" noGrp="1"/>
          </p:cNvSpPr>
          <p:nvPr/>
        </p:nvSpPr>
        <p:spPr>
          <a:xfrm xmlns:a="http://schemas.openxmlformats.org/drawingml/2006/main">
            <a:off x="3238500" y="47244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status·error_code·입력 식별자·meeting_chunks.json</a:t>
            </a:r>
          </a:p>
        </p:txBody>
      </p:sp>
    </p:spTree>
    <p:extLst>
      <p:ext uri="{BB962C8B-B14F-4D97-AF65-F5344CB8AC3E}">
        <p14:creationId xmlns:p14="http://schemas.microsoft.com/office/powerpoint/2010/main" val="1717948613"/>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E45E8CC-A261-4EE2-A2C0-83648EA8B0BB}"/>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파일 지도</a:t>
            </a:r>
          </a:p>
        </p:txBody>
      </p:sp>
      <p:sp>
        <p:nvSpPr>
          <p:cNvPr id="2" name="">
            <a:extLst xmlns:a="http://schemas.openxmlformats.org/drawingml/2006/main">
              <a:ext uri="{FF2B5EF4-FFF2-40B4-BE49-F238E27FC236}">
                <a16:creationId xmlns:a16="http://schemas.microsoft.com/office/drawing/2014/main" id="{EA2650ED-5503-4F7C-A468-2DEE343CD5CF}"/>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저장소 구조</a:t>
            </a:r>
          </a:p>
        </p:txBody>
      </p:sp>
      <p:sp>
        <p:nvSpPr>
          <p:cNvPr id="3" name="">
            <a:extLst xmlns:a="http://schemas.openxmlformats.org/drawingml/2006/main">
              <a:ext uri="{FF2B5EF4-FFF2-40B4-BE49-F238E27FC236}">
                <a16:creationId xmlns:a16="http://schemas.microsoft.com/office/drawing/2014/main" id="{C23818BB-5753-4DD2-A9BC-A68D5AA4002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91A7BA7B-DF2F-46F3-B568-3FF99B17F48E}"/>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A457DCAC-10D6-41D3-8054-86CA7AEC9E87}"/>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71AD608B-0108-49C2-A09A-DF6500B7760E}"/>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129</a:t>
            </a:r>
          </a:p>
        </p:txBody>
      </p:sp>
      <p:sp>
        <p:nvSpPr>
          <p:cNvPr id="7" name="">
            <a:extLst xmlns:a="http://schemas.openxmlformats.org/drawingml/2006/main">
              <a:ext uri="{FF2B5EF4-FFF2-40B4-BE49-F238E27FC236}">
                <a16:creationId xmlns:a16="http://schemas.microsoft.com/office/drawing/2014/main" id="{C84DFD8C-DF93-4508-B9EF-8C0E88308EDB}"/>
              </a:ext>
            </a:extLst>
          </p:cNvPr>
          <p:cNvSpPr>
            <a:spLocks xmlns:a="http://schemas.openxmlformats.org/drawingml/2006/main" noGrp="1"/>
          </p:cNvSpPr>
          <p:nvPr/>
        </p:nvSpPr>
        <p:spPr>
          <a:xfrm xmlns:a="http://schemas.openxmlformats.org/drawingml/2006/main">
            <a:off x="685800" y="1676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입력·fixture</a:t>
            </a:r>
          </a:p>
        </p:txBody>
      </p:sp>
      <p:sp>
        <p:nvSpPr>
          <p:cNvPr id="8" name="">
            <a:extLst xmlns:a="http://schemas.openxmlformats.org/drawingml/2006/main">
              <a:ext uri="{FF2B5EF4-FFF2-40B4-BE49-F238E27FC236}">
                <a16:creationId xmlns:a16="http://schemas.microsoft.com/office/drawing/2014/main" id="{A48188E9-54C6-4AD3-9B1F-C5B4228043E2}"/>
              </a:ext>
            </a:extLst>
          </p:cNvPr>
          <p:cNvSpPr>
            <a:spLocks xmlns:a="http://schemas.openxmlformats.org/drawingml/2006/main" noGrp="1"/>
          </p:cNvSpPr>
          <p:nvPr/>
        </p:nvSpPr>
        <p:spPr>
          <a:xfrm xmlns:a="http://schemas.openxmlformats.org/drawingml/2006/main">
            <a:off x="2724150" y="1504950"/>
            <a:ext cx="8191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9" name="">
            <a:extLst xmlns:a="http://schemas.openxmlformats.org/drawingml/2006/main">
              <a:ext uri="{FF2B5EF4-FFF2-40B4-BE49-F238E27FC236}">
                <a16:creationId xmlns:a16="http://schemas.microsoft.com/office/drawing/2014/main" id="{BA6334DB-F330-4016-BA9A-1336952BDB65}"/>
              </a:ext>
            </a:extLst>
          </p:cNvPr>
          <p:cNvSpPr>
            <a:spLocks xmlns:a="http://schemas.openxmlformats.org/drawingml/2006/main" noGrp="1"/>
          </p:cNvSpPr>
          <p:nvPr/>
        </p:nvSpPr>
        <p:spPr>
          <a:xfrm xmlns:a="http://schemas.openxmlformats.org/drawingml/2006/main">
            <a:off x="2952750" y="16764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src/course_services/meeting_service.py</a:t>
            </a:r>
          </a:p>
        </p:txBody>
      </p:sp>
      <p:sp>
        <p:nvSpPr>
          <p:cNvPr id="10" name="">
            <a:extLst xmlns:a="http://schemas.openxmlformats.org/drawingml/2006/main">
              <a:ext uri="{FF2B5EF4-FFF2-40B4-BE49-F238E27FC236}">
                <a16:creationId xmlns:a16="http://schemas.microsoft.com/office/drawing/2014/main" id="{DF382AC1-C9F0-42E4-BD31-7FF1C441FCE5}"/>
              </a:ext>
            </a:extLst>
          </p:cNvPr>
          <p:cNvSpPr>
            <a:spLocks xmlns:a="http://schemas.openxmlformats.org/drawingml/2006/main" noGrp="1"/>
          </p:cNvSpPr>
          <p:nvPr/>
        </p:nvSpPr>
        <p:spPr>
          <a:xfrm xmlns:a="http://schemas.openxmlformats.org/drawingml/2006/main">
            <a:off x="685800" y="27432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구현 코드</a:t>
            </a:r>
          </a:p>
        </p:txBody>
      </p:sp>
      <p:sp>
        <p:nvSpPr>
          <p:cNvPr id="11" name="">
            <a:extLst xmlns:a="http://schemas.openxmlformats.org/drawingml/2006/main">
              <a:ext uri="{FF2B5EF4-FFF2-40B4-BE49-F238E27FC236}">
                <a16:creationId xmlns:a16="http://schemas.microsoft.com/office/drawing/2014/main" id="{2C1D927A-FBAD-4EB1-8CDE-54ABC8695FA4}"/>
              </a:ext>
            </a:extLst>
          </p:cNvPr>
          <p:cNvSpPr>
            <a:spLocks xmlns:a="http://schemas.openxmlformats.org/drawingml/2006/main" noGrp="1"/>
          </p:cNvSpPr>
          <p:nvPr/>
        </p:nvSpPr>
        <p:spPr>
          <a:xfrm xmlns:a="http://schemas.openxmlformats.org/drawingml/2006/main">
            <a:off x="2724150" y="2571750"/>
            <a:ext cx="8191500" cy="6858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0335FBA1-B589-443E-BAE1-A69BA1257578}"/>
              </a:ext>
            </a:extLst>
          </p:cNvPr>
          <p:cNvSpPr>
            <a:spLocks xmlns:a="http://schemas.openxmlformats.org/drawingml/2006/main" noGrp="1"/>
          </p:cNvSpPr>
          <p:nvPr/>
        </p:nvSpPr>
        <p:spPr>
          <a:xfrm xmlns:a="http://schemas.openxmlformats.org/drawingml/2006/main">
            <a:off x="2952750" y="27432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tests/test_course_services.py</a:t>
            </a:r>
          </a:p>
        </p:txBody>
      </p:sp>
      <p:sp>
        <p:nvSpPr>
          <p:cNvPr id="13" name="">
            <a:extLst xmlns:a="http://schemas.openxmlformats.org/drawingml/2006/main">
              <a:ext uri="{FF2B5EF4-FFF2-40B4-BE49-F238E27FC236}">
                <a16:creationId xmlns:a16="http://schemas.microsoft.com/office/drawing/2014/main" id="{7BBDBD81-052F-41F2-9596-2573DCFEA810}"/>
              </a:ext>
            </a:extLst>
          </p:cNvPr>
          <p:cNvSpPr>
            <a:spLocks xmlns:a="http://schemas.openxmlformats.org/drawingml/2006/main" noGrp="1"/>
          </p:cNvSpPr>
          <p:nvPr/>
        </p:nvSpPr>
        <p:spPr>
          <a:xfrm xmlns:a="http://schemas.openxmlformats.org/drawingml/2006/main">
            <a:off x="685800" y="38100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검증·test</a:t>
            </a:r>
          </a:p>
        </p:txBody>
      </p:sp>
      <p:sp>
        <p:nvSpPr>
          <p:cNvPr id="14" name="">
            <a:extLst xmlns:a="http://schemas.openxmlformats.org/drawingml/2006/main">
              <a:ext uri="{FF2B5EF4-FFF2-40B4-BE49-F238E27FC236}">
                <a16:creationId xmlns:a16="http://schemas.microsoft.com/office/drawing/2014/main" id="{0EF8C350-7610-467D-9297-C4FC4C2D06E6}"/>
              </a:ext>
            </a:extLst>
          </p:cNvPr>
          <p:cNvSpPr>
            <a:spLocks xmlns:a="http://schemas.openxmlformats.org/drawingml/2006/main" noGrp="1"/>
          </p:cNvSpPr>
          <p:nvPr/>
        </p:nvSpPr>
        <p:spPr>
          <a:xfrm xmlns:a="http://schemas.openxmlformats.org/drawingml/2006/main">
            <a:off x="2724150" y="3638550"/>
            <a:ext cx="8191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5" name="">
            <a:extLst xmlns:a="http://schemas.openxmlformats.org/drawingml/2006/main">
              <a:ext uri="{FF2B5EF4-FFF2-40B4-BE49-F238E27FC236}">
                <a16:creationId xmlns:a16="http://schemas.microsoft.com/office/drawing/2014/main" id="{27B30164-9D84-4E59-B3EA-D49DCE64CBB9}"/>
              </a:ext>
            </a:extLst>
          </p:cNvPr>
          <p:cNvSpPr>
            <a:spLocks xmlns:a="http://schemas.openxmlformats.org/drawingml/2006/main" noGrp="1"/>
          </p:cNvSpPr>
          <p:nvPr/>
        </p:nvSpPr>
        <p:spPr>
          <a:xfrm xmlns:a="http://schemas.openxmlformats.org/drawingml/2006/main">
            <a:off x="2952750" y="38100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data/meeting_sample_ko_12min.txt</a:t>
            </a:r>
          </a:p>
        </p:txBody>
      </p:sp>
      <p:sp>
        <p:nvSpPr>
          <p:cNvPr id="16" name="">
            <a:extLst xmlns:a="http://schemas.openxmlformats.org/drawingml/2006/main">
              <a:ext uri="{FF2B5EF4-FFF2-40B4-BE49-F238E27FC236}">
                <a16:creationId xmlns:a16="http://schemas.microsoft.com/office/drawing/2014/main" id="{A2AAFE9B-EF51-4E9F-BC2D-812C500AE529}"/>
              </a:ext>
            </a:extLst>
          </p:cNvPr>
          <p:cNvSpPr>
            <a:spLocks xmlns:a="http://schemas.openxmlformats.org/drawingml/2006/main" noGrp="1"/>
          </p:cNvSpPr>
          <p:nvPr/>
        </p:nvSpPr>
        <p:spPr>
          <a:xfrm xmlns:a="http://schemas.openxmlformats.org/drawingml/2006/main">
            <a:off x="685800" y="48768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따라하기 notebook</a:t>
            </a:r>
          </a:p>
        </p:txBody>
      </p:sp>
      <p:sp>
        <p:nvSpPr>
          <p:cNvPr id="17" name="">
            <a:extLst xmlns:a="http://schemas.openxmlformats.org/drawingml/2006/main">
              <a:ext uri="{FF2B5EF4-FFF2-40B4-BE49-F238E27FC236}">
                <a16:creationId xmlns:a16="http://schemas.microsoft.com/office/drawing/2014/main" id="{20265C07-EEBA-40ED-9530-46A45EDCCF39}"/>
              </a:ext>
            </a:extLst>
          </p:cNvPr>
          <p:cNvSpPr>
            <a:spLocks xmlns:a="http://schemas.openxmlformats.org/drawingml/2006/main" noGrp="1"/>
          </p:cNvSpPr>
          <p:nvPr/>
        </p:nvSpPr>
        <p:spPr>
          <a:xfrm xmlns:a="http://schemas.openxmlformats.org/drawingml/2006/main">
            <a:off x="2724150" y="4705350"/>
            <a:ext cx="8191500" cy="6858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0AE647AF-9D8F-458B-9CE3-8486B87C972D}"/>
              </a:ext>
            </a:extLst>
          </p:cNvPr>
          <p:cNvSpPr>
            <a:spLocks xmlns:a="http://schemas.openxmlformats.org/drawingml/2006/main" noGrp="1"/>
          </p:cNvSpPr>
          <p:nvPr/>
        </p:nvSpPr>
        <p:spPr>
          <a:xfrm xmlns:a="http://schemas.openxmlformats.org/drawingml/2006/main">
            <a:off x="2952750" y="48768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materials/day2/day2_service_lab.ipynb</a:t>
            </a:r>
          </a:p>
        </p:txBody>
      </p:sp>
    </p:spTree>
    <p:extLst>
      <p:ext uri="{BB962C8B-B14F-4D97-AF65-F5344CB8AC3E}">
        <p14:creationId xmlns:p14="http://schemas.microsoft.com/office/powerpoint/2010/main" val="404848858"/>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3B5F05D-01DC-41B3-A734-196DA9840B91}"/>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개념·코드</a:t>
            </a:r>
          </a:p>
        </p:txBody>
      </p:sp>
      <p:sp>
        <p:nvSpPr>
          <p:cNvPr id="2" name="">
            <a:extLst xmlns:a="http://schemas.openxmlformats.org/drawingml/2006/main">
              <a:ext uri="{FF2B5EF4-FFF2-40B4-BE49-F238E27FC236}">
                <a16:creationId xmlns:a16="http://schemas.microsoft.com/office/drawing/2014/main" id="{79D61924-6A70-4564-8BE6-1766690B6801}"/>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개념 연결</a:t>
            </a:r>
          </a:p>
        </p:txBody>
      </p:sp>
      <p:sp>
        <p:nvSpPr>
          <p:cNvPr id="3" name="">
            <a:extLst xmlns:a="http://schemas.openxmlformats.org/drawingml/2006/main">
              <a:ext uri="{FF2B5EF4-FFF2-40B4-BE49-F238E27FC236}">
                <a16:creationId xmlns:a16="http://schemas.microsoft.com/office/drawing/2014/main" id="{02F2121B-BCDE-4329-A371-5E81B780E97B}"/>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043782CA-60C3-48AF-BAC0-BD08105B7846}"/>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B65B5097-0457-4027-B381-B5EACA7B23A2}"/>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FED2C4E7-4426-470C-8C81-2867541C0F3F}"/>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130</a:t>
            </a:r>
          </a:p>
        </p:txBody>
      </p:sp>
      <p:sp>
        <p:nvSpPr>
          <p:cNvPr id="7" name="">
            <a:extLst xmlns:a="http://schemas.openxmlformats.org/drawingml/2006/main">
              <a:ext uri="{FF2B5EF4-FFF2-40B4-BE49-F238E27FC236}">
                <a16:creationId xmlns:a16="http://schemas.microsoft.com/office/drawing/2014/main" id="{37981680-D410-4FB8-8144-5E19FEEAC0B3}"/>
              </a:ext>
            </a:extLst>
          </p:cNvPr>
          <p:cNvSpPr>
            <a:spLocks xmlns:a="http://schemas.openxmlformats.org/drawingml/2006/main" noGrp="1"/>
          </p:cNvSpPr>
          <p:nvPr/>
        </p:nvSpPr>
        <p:spPr>
          <a:xfrm xmlns:a="http://schemas.openxmlformats.org/drawingml/2006/main">
            <a:off x="685800" y="1504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Chunk</a:t>
            </a:r>
          </a:p>
        </p:txBody>
      </p:sp>
      <p:sp>
        <p:nvSpPr>
          <p:cNvPr id="8" name="">
            <a:extLst xmlns:a="http://schemas.openxmlformats.org/drawingml/2006/main">
              <a:ext uri="{FF2B5EF4-FFF2-40B4-BE49-F238E27FC236}">
                <a16:creationId xmlns:a16="http://schemas.microsoft.com/office/drawing/2014/main" id="{3527BD1D-4292-4BC1-BEA3-89B6DFE1C2E4}"/>
              </a:ext>
            </a:extLst>
          </p:cNvPr>
          <p:cNvSpPr>
            <a:spLocks xmlns:a="http://schemas.openxmlformats.org/drawingml/2006/main" noGrp="1"/>
          </p:cNvSpPr>
          <p:nvPr/>
        </p:nvSpPr>
        <p:spPr>
          <a:xfrm xmlns:a="http://schemas.openxmlformats.org/drawingml/2006/main">
            <a:off x="685800" y="19621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모델에 넣을 작은 입력 묶음</a:t>
            </a:r>
          </a:p>
        </p:txBody>
      </p:sp>
      <p:sp>
        <p:nvSpPr>
          <p:cNvPr id="9" name="">
            <a:extLst xmlns:a="http://schemas.openxmlformats.org/drawingml/2006/main">
              <a:ext uri="{FF2B5EF4-FFF2-40B4-BE49-F238E27FC236}">
                <a16:creationId xmlns:a16="http://schemas.microsoft.com/office/drawing/2014/main" id="{A0EFEE12-3922-4FF7-8968-30E5FA4E8ACE}"/>
              </a:ext>
            </a:extLst>
          </p:cNvPr>
          <p:cNvSpPr>
            <a:spLocks xmlns:a="http://schemas.openxmlformats.org/drawingml/2006/main" noGrp="1"/>
          </p:cNvSpPr>
          <p:nvPr/>
        </p:nvSpPr>
        <p:spPr>
          <a:xfrm xmlns:a="http://schemas.openxmlformats.org/drawingml/2006/main">
            <a:off x="685800" y="26670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0" name="">
            <a:extLst xmlns:a="http://schemas.openxmlformats.org/drawingml/2006/main">
              <a:ext uri="{FF2B5EF4-FFF2-40B4-BE49-F238E27FC236}">
                <a16:creationId xmlns:a16="http://schemas.microsoft.com/office/drawing/2014/main" id="{2D382B42-0466-4B97-B814-D27DB4E2CF2C}"/>
              </a:ext>
            </a:extLst>
          </p:cNvPr>
          <p:cNvSpPr>
            <a:spLocks xmlns:a="http://schemas.openxmlformats.org/drawingml/2006/main" noGrp="1"/>
          </p:cNvSpPr>
          <p:nvPr/>
        </p:nvSpPr>
        <p:spPr>
          <a:xfrm xmlns:a="http://schemas.openxmlformats.org/drawingml/2006/main">
            <a:off x="819150" y="27813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src/course_services/meeting_service.py</a:t>
            </a:r>
          </a:p>
        </p:txBody>
      </p:sp>
      <p:sp>
        <p:nvSpPr>
          <p:cNvPr id="11" name="">
            <a:extLst xmlns:a="http://schemas.openxmlformats.org/drawingml/2006/main">
              <a:ext uri="{FF2B5EF4-FFF2-40B4-BE49-F238E27FC236}">
                <a16:creationId xmlns:a16="http://schemas.microsoft.com/office/drawing/2014/main" id="{B393AB30-EF51-47CF-A256-AF6F50B6C0AF}"/>
              </a:ext>
            </a:extLst>
          </p:cNvPr>
          <p:cNvSpPr>
            <a:spLocks xmlns:a="http://schemas.openxmlformats.org/drawingml/2006/main" noGrp="1"/>
          </p:cNvSpPr>
          <p:nvPr/>
        </p:nvSpPr>
        <p:spPr>
          <a:xfrm xmlns:a="http://schemas.openxmlformats.org/drawingml/2006/main">
            <a:off x="6096000" y="1504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Overlap</a:t>
            </a:r>
          </a:p>
        </p:txBody>
      </p:sp>
      <p:sp>
        <p:nvSpPr>
          <p:cNvPr id="12" name="">
            <a:extLst xmlns:a="http://schemas.openxmlformats.org/drawingml/2006/main">
              <a:ext uri="{FF2B5EF4-FFF2-40B4-BE49-F238E27FC236}">
                <a16:creationId xmlns:a16="http://schemas.microsoft.com/office/drawing/2014/main" id="{DD2757ED-2CF2-44C7-A8C0-CB42C16B2D46}"/>
              </a:ext>
            </a:extLst>
          </p:cNvPr>
          <p:cNvSpPr>
            <a:spLocks xmlns:a="http://schemas.openxmlformats.org/drawingml/2006/main" noGrp="1"/>
          </p:cNvSpPr>
          <p:nvPr/>
        </p:nvSpPr>
        <p:spPr>
          <a:xfrm xmlns:a="http://schemas.openxmlformats.org/drawingml/2006/main">
            <a:off x="6096000" y="19621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경계 문맥을 이어 주는 중복 구간</a:t>
            </a:r>
          </a:p>
        </p:txBody>
      </p:sp>
      <p:sp>
        <p:nvSpPr>
          <p:cNvPr id="13" name="">
            <a:extLst xmlns:a="http://schemas.openxmlformats.org/drawingml/2006/main">
              <a:ext uri="{FF2B5EF4-FFF2-40B4-BE49-F238E27FC236}">
                <a16:creationId xmlns:a16="http://schemas.microsoft.com/office/drawing/2014/main" id="{812FF2CF-88A9-4212-99B3-DBDBAA1D20F1}"/>
              </a:ext>
            </a:extLst>
          </p:cNvPr>
          <p:cNvSpPr>
            <a:spLocks xmlns:a="http://schemas.openxmlformats.org/drawingml/2006/main" noGrp="1"/>
          </p:cNvSpPr>
          <p:nvPr/>
        </p:nvSpPr>
        <p:spPr>
          <a:xfrm xmlns:a="http://schemas.openxmlformats.org/drawingml/2006/main">
            <a:off x="6096000" y="26670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9C047A26-3E0B-4FFB-B360-F3867746C005}"/>
              </a:ext>
            </a:extLst>
          </p:cNvPr>
          <p:cNvSpPr>
            <a:spLocks xmlns:a="http://schemas.openxmlformats.org/drawingml/2006/main" noGrp="1"/>
          </p:cNvSpPr>
          <p:nvPr/>
        </p:nvSpPr>
        <p:spPr>
          <a:xfrm xmlns:a="http://schemas.openxmlformats.org/drawingml/2006/main">
            <a:off x="6229350" y="27813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tests/test_course_services.py</a:t>
            </a:r>
          </a:p>
        </p:txBody>
      </p:sp>
      <p:sp>
        <p:nvSpPr>
          <p:cNvPr id="15" name="">
            <a:extLst xmlns:a="http://schemas.openxmlformats.org/drawingml/2006/main">
              <a:ext uri="{FF2B5EF4-FFF2-40B4-BE49-F238E27FC236}">
                <a16:creationId xmlns:a16="http://schemas.microsoft.com/office/drawing/2014/main" id="{CADA5E8D-8797-444C-A7F6-5DBD7635A90E}"/>
              </a:ext>
            </a:extLst>
          </p:cNvPr>
          <p:cNvSpPr>
            <a:spLocks xmlns:a="http://schemas.openxmlformats.org/drawingml/2006/main" noGrp="1"/>
          </p:cNvSpPr>
          <p:nvPr/>
        </p:nvSpPr>
        <p:spPr>
          <a:xfrm xmlns:a="http://schemas.openxmlformats.org/drawingml/2006/main">
            <a:off x="685800" y="3486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Map</a:t>
            </a:r>
          </a:p>
        </p:txBody>
      </p:sp>
      <p:sp>
        <p:nvSpPr>
          <p:cNvPr id="16" name="">
            <a:extLst xmlns:a="http://schemas.openxmlformats.org/drawingml/2006/main">
              <a:ext uri="{FF2B5EF4-FFF2-40B4-BE49-F238E27FC236}">
                <a16:creationId xmlns:a16="http://schemas.microsoft.com/office/drawing/2014/main" id="{241C4752-F082-4EA0-90A9-7421361917EB}"/>
              </a:ext>
            </a:extLst>
          </p:cNvPr>
          <p:cNvSpPr>
            <a:spLocks xmlns:a="http://schemas.openxmlformats.org/drawingml/2006/main" noGrp="1"/>
          </p:cNvSpPr>
          <p:nvPr/>
        </p:nvSpPr>
        <p:spPr>
          <a:xfrm xmlns:a="http://schemas.openxmlformats.org/drawingml/2006/main">
            <a:off x="685800" y="39433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chunk별 초안을 만드는 단계</a:t>
            </a:r>
          </a:p>
        </p:txBody>
      </p:sp>
      <p:sp>
        <p:nvSpPr>
          <p:cNvPr id="17" name="">
            <a:extLst xmlns:a="http://schemas.openxmlformats.org/drawingml/2006/main">
              <a:ext uri="{FF2B5EF4-FFF2-40B4-BE49-F238E27FC236}">
                <a16:creationId xmlns:a16="http://schemas.microsoft.com/office/drawing/2014/main" id="{69E5EF99-1368-4CEF-B89D-0D5CFAC36E1A}"/>
              </a:ext>
            </a:extLst>
          </p:cNvPr>
          <p:cNvSpPr>
            <a:spLocks xmlns:a="http://schemas.openxmlformats.org/drawingml/2006/main" noGrp="1"/>
          </p:cNvSpPr>
          <p:nvPr/>
        </p:nvSpPr>
        <p:spPr>
          <a:xfrm xmlns:a="http://schemas.openxmlformats.org/drawingml/2006/main">
            <a:off x="685800" y="46482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77FA2B08-B831-42B1-AE2D-E1DDA012BFF8}"/>
              </a:ext>
            </a:extLst>
          </p:cNvPr>
          <p:cNvSpPr>
            <a:spLocks xmlns:a="http://schemas.openxmlformats.org/drawingml/2006/main" noGrp="1"/>
          </p:cNvSpPr>
          <p:nvPr/>
        </p:nvSpPr>
        <p:spPr>
          <a:xfrm xmlns:a="http://schemas.openxmlformats.org/drawingml/2006/main">
            <a:off x="819150" y="47625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data/meeting_sample_ko_12min.txt</a:t>
            </a:r>
          </a:p>
        </p:txBody>
      </p:sp>
      <p:sp>
        <p:nvSpPr>
          <p:cNvPr id="19" name="">
            <a:extLst xmlns:a="http://schemas.openxmlformats.org/drawingml/2006/main">
              <a:ext uri="{FF2B5EF4-FFF2-40B4-BE49-F238E27FC236}">
                <a16:creationId xmlns:a16="http://schemas.microsoft.com/office/drawing/2014/main" id="{F987D156-E10C-484F-9E0F-B8A461FE7EA1}"/>
              </a:ext>
            </a:extLst>
          </p:cNvPr>
          <p:cNvSpPr>
            <a:spLocks xmlns:a="http://schemas.openxmlformats.org/drawingml/2006/main" noGrp="1"/>
          </p:cNvSpPr>
          <p:nvPr/>
        </p:nvSpPr>
        <p:spPr>
          <a:xfrm xmlns:a="http://schemas.openxmlformats.org/drawingml/2006/main">
            <a:off x="6096000" y="3486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Reduce</a:t>
            </a:r>
          </a:p>
        </p:txBody>
      </p:sp>
      <p:sp>
        <p:nvSpPr>
          <p:cNvPr id="20" name="">
            <a:extLst xmlns:a="http://schemas.openxmlformats.org/drawingml/2006/main">
              <a:ext uri="{FF2B5EF4-FFF2-40B4-BE49-F238E27FC236}">
                <a16:creationId xmlns:a16="http://schemas.microsoft.com/office/drawing/2014/main" id="{D062FA63-AE43-4240-A72C-A4FABC4ADAD2}"/>
              </a:ext>
            </a:extLst>
          </p:cNvPr>
          <p:cNvSpPr>
            <a:spLocks xmlns:a="http://schemas.openxmlformats.org/drawingml/2006/main" noGrp="1"/>
          </p:cNvSpPr>
          <p:nvPr/>
        </p:nvSpPr>
        <p:spPr>
          <a:xfrm xmlns:a="http://schemas.openxmlformats.org/drawingml/2006/main">
            <a:off x="6096000" y="39433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여러 초안을 하나로 합치는 단계</a:t>
            </a:r>
          </a:p>
        </p:txBody>
      </p:sp>
      <p:sp>
        <p:nvSpPr>
          <p:cNvPr id="21" name="">
            <a:extLst xmlns:a="http://schemas.openxmlformats.org/drawingml/2006/main">
              <a:ext uri="{FF2B5EF4-FFF2-40B4-BE49-F238E27FC236}">
                <a16:creationId xmlns:a16="http://schemas.microsoft.com/office/drawing/2014/main" id="{156B3754-2DA2-4B47-876D-2948EBFFB446}"/>
              </a:ext>
            </a:extLst>
          </p:cNvPr>
          <p:cNvSpPr>
            <a:spLocks xmlns:a="http://schemas.openxmlformats.org/drawingml/2006/main" noGrp="1"/>
          </p:cNvSpPr>
          <p:nvPr/>
        </p:nvSpPr>
        <p:spPr>
          <a:xfrm xmlns:a="http://schemas.openxmlformats.org/drawingml/2006/main">
            <a:off x="6096000" y="46482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ED93868A-EF0F-48E1-B448-5A1238594C96}"/>
              </a:ext>
            </a:extLst>
          </p:cNvPr>
          <p:cNvSpPr>
            <a:spLocks xmlns:a="http://schemas.openxmlformats.org/drawingml/2006/main" noGrp="1"/>
          </p:cNvSpPr>
          <p:nvPr/>
        </p:nvSpPr>
        <p:spPr>
          <a:xfrm xmlns:a="http://schemas.openxmlformats.org/drawingml/2006/main">
            <a:off x="6229350" y="47625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materials/day2/day2_service_lab.ipynb</a:t>
            </a:r>
          </a:p>
        </p:txBody>
      </p:sp>
    </p:spTree>
    <p:extLst>
      <p:ext uri="{BB962C8B-B14F-4D97-AF65-F5344CB8AC3E}">
        <p14:creationId xmlns:p14="http://schemas.microsoft.com/office/powerpoint/2010/main" val="2114742783"/>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D8785C09-A0B8-4C43-8483-9D799ECA96BF}"/>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선택 기준</a:t>
            </a:r>
          </a:p>
        </p:txBody>
      </p:sp>
      <p:sp>
        <p:nvSpPr>
          <p:cNvPr id="2" name="">
            <a:extLst xmlns:a="http://schemas.openxmlformats.org/drawingml/2006/main">
              <a:ext uri="{FF2B5EF4-FFF2-40B4-BE49-F238E27FC236}">
                <a16:creationId xmlns:a16="http://schemas.microsoft.com/office/drawing/2014/main" id="{7CC8AC42-B73A-4865-9FA7-E056C06F0088}"/>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비교</a:t>
            </a:r>
          </a:p>
        </p:txBody>
      </p:sp>
      <p:sp>
        <p:nvSpPr>
          <p:cNvPr id="3" name="">
            <a:extLst xmlns:a="http://schemas.openxmlformats.org/drawingml/2006/main">
              <a:ext uri="{FF2B5EF4-FFF2-40B4-BE49-F238E27FC236}">
                <a16:creationId xmlns:a16="http://schemas.microsoft.com/office/drawing/2014/main" id="{8D02F33B-A0C0-45E2-ABA1-264B167CBAB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BD611884-AFC1-420F-B7F7-C356B23CC4C2}"/>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9118E100-B083-40FA-A56E-20C2842D4777}"/>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5F0BB2A3-B9FF-40AB-AD34-191585EBD1D3}"/>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131</a:t>
            </a:r>
          </a:p>
        </p:txBody>
      </p:sp>
      <p:sp>
        <p:nvSpPr>
          <p:cNvPr id="7" name="">
            <a:extLst xmlns:a="http://schemas.openxmlformats.org/drawingml/2006/main">
              <a:ext uri="{FF2B5EF4-FFF2-40B4-BE49-F238E27FC236}">
                <a16:creationId xmlns:a16="http://schemas.microsoft.com/office/drawing/2014/main" id="{1924B46D-915C-402D-9ADA-1837A913B2DD}"/>
              </a:ext>
            </a:extLst>
          </p:cNvPr>
          <p:cNvSpPr>
            <a:spLocks xmlns:a="http://schemas.openxmlformats.org/drawingml/2006/main" noGrp="1"/>
          </p:cNvSpPr>
          <p:nvPr/>
        </p:nvSpPr>
        <p:spPr>
          <a:xfrm xmlns:a="http://schemas.openxmlformats.org/drawingml/2006/main">
            <a:off x="666750" y="1504950"/>
            <a:ext cx="238125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8" name="">
            <a:extLst xmlns:a="http://schemas.openxmlformats.org/drawingml/2006/main">
              <a:ext uri="{FF2B5EF4-FFF2-40B4-BE49-F238E27FC236}">
                <a16:creationId xmlns:a16="http://schemas.microsoft.com/office/drawing/2014/main" id="{01C0E3E2-2C35-43B7-8587-712380E11F8E}"/>
              </a:ext>
            </a:extLst>
          </p:cNvPr>
          <p:cNvSpPr>
            <a:spLocks xmlns:a="http://schemas.openxmlformats.org/drawingml/2006/main" noGrp="1"/>
          </p:cNvSpPr>
          <p:nvPr/>
        </p:nvSpPr>
        <p:spPr>
          <a:xfrm xmlns:a="http://schemas.openxmlformats.org/drawingml/2006/main">
            <a:off x="819150" y="16573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구분</a:t>
            </a:r>
          </a:p>
        </p:txBody>
      </p:sp>
      <p:sp>
        <p:nvSpPr>
          <p:cNvPr id="9" name="">
            <a:extLst xmlns:a="http://schemas.openxmlformats.org/drawingml/2006/main">
              <a:ext uri="{FF2B5EF4-FFF2-40B4-BE49-F238E27FC236}">
                <a16:creationId xmlns:a16="http://schemas.microsoft.com/office/drawing/2014/main" id="{C412C93E-627E-418C-B6E4-8A3ACCDFD7FC}"/>
              </a:ext>
            </a:extLst>
          </p:cNvPr>
          <p:cNvSpPr>
            <a:spLocks xmlns:a="http://schemas.openxmlformats.org/drawingml/2006/main" noGrp="1"/>
          </p:cNvSpPr>
          <p:nvPr/>
        </p:nvSpPr>
        <p:spPr>
          <a:xfrm xmlns:a="http://schemas.openxmlformats.org/drawingml/2006/main">
            <a:off x="3048000" y="1504950"/>
            <a:ext cx="457200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0" name="">
            <a:extLst xmlns:a="http://schemas.openxmlformats.org/drawingml/2006/main">
              <a:ext uri="{FF2B5EF4-FFF2-40B4-BE49-F238E27FC236}">
                <a16:creationId xmlns:a16="http://schemas.microsoft.com/office/drawing/2014/main" id="{EBC6C315-1171-43E6-9F0E-A20F32CB8B35}"/>
              </a:ext>
            </a:extLst>
          </p:cNvPr>
          <p:cNvSpPr>
            <a:spLocks xmlns:a="http://schemas.openxmlformats.org/drawingml/2006/main" noGrp="1"/>
          </p:cNvSpPr>
          <p:nvPr/>
        </p:nvSpPr>
        <p:spPr>
          <a:xfrm xmlns:a="http://schemas.openxmlformats.org/drawingml/2006/main">
            <a:off x="3200400" y="16573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역할</a:t>
            </a:r>
          </a:p>
        </p:txBody>
      </p:sp>
      <p:sp>
        <p:nvSpPr>
          <p:cNvPr id="11" name="">
            <a:extLst xmlns:a="http://schemas.openxmlformats.org/drawingml/2006/main">
              <a:ext uri="{FF2B5EF4-FFF2-40B4-BE49-F238E27FC236}">
                <a16:creationId xmlns:a16="http://schemas.microsoft.com/office/drawing/2014/main" id="{092540A6-75BE-4B2A-BCFC-33A6AD8DADE7}"/>
              </a:ext>
            </a:extLst>
          </p:cNvPr>
          <p:cNvSpPr>
            <a:spLocks xmlns:a="http://schemas.openxmlformats.org/drawingml/2006/main" noGrp="1"/>
          </p:cNvSpPr>
          <p:nvPr/>
        </p:nvSpPr>
        <p:spPr>
          <a:xfrm xmlns:a="http://schemas.openxmlformats.org/drawingml/2006/main">
            <a:off x="7620000" y="1504950"/>
            <a:ext cx="390525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2" name="">
            <a:extLst xmlns:a="http://schemas.openxmlformats.org/drawingml/2006/main">
              <a:ext uri="{FF2B5EF4-FFF2-40B4-BE49-F238E27FC236}">
                <a16:creationId xmlns:a16="http://schemas.microsoft.com/office/drawing/2014/main" id="{13020FD2-CDDE-4C28-A148-92DFF512D2C2}"/>
              </a:ext>
            </a:extLst>
          </p:cNvPr>
          <p:cNvSpPr>
            <a:spLocks xmlns:a="http://schemas.openxmlformats.org/drawingml/2006/main" noGrp="1"/>
          </p:cNvSpPr>
          <p:nvPr/>
        </p:nvSpPr>
        <p:spPr>
          <a:xfrm xmlns:a="http://schemas.openxmlformats.org/drawingml/2006/main">
            <a:off x="7772400" y="16573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이번 차시의 판단 기준</a:t>
            </a:r>
          </a:p>
        </p:txBody>
      </p:sp>
      <p:sp>
        <p:nvSpPr>
          <p:cNvPr id="13" name="">
            <a:extLst xmlns:a="http://schemas.openxmlformats.org/drawingml/2006/main">
              <a:ext uri="{FF2B5EF4-FFF2-40B4-BE49-F238E27FC236}">
                <a16:creationId xmlns:a16="http://schemas.microsoft.com/office/drawing/2014/main" id="{E5310170-FA54-4604-8151-424044A552BF}"/>
              </a:ext>
            </a:extLst>
          </p:cNvPr>
          <p:cNvSpPr>
            <a:spLocks xmlns:a="http://schemas.openxmlformats.org/drawingml/2006/main" noGrp="1"/>
          </p:cNvSpPr>
          <p:nvPr/>
        </p:nvSpPr>
        <p:spPr>
          <a:xfrm xmlns:a="http://schemas.openxmlformats.org/drawingml/2006/main">
            <a:off x="666750" y="2381250"/>
            <a:ext cx="2381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9E434F43-97DB-46FB-A08F-937FFB65438E}"/>
              </a:ext>
            </a:extLst>
          </p:cNvPr>
          <p:cNvSpPr>
            <a:spLocks xmlns:a="http://schemas.openxmlformats.org/drawingml/2006/main" noGrp="1"/>
          </p:cNvSpPr>
          <p:nvPr/>
        </p:nvSpPr>
        <p:spPr>
          <a:xfrm xmlns:a="http://schemas.openxmlformats.org/drawingml/2006/main">
            <a:off x="819150" y="25336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Chunk</a:t>
            </a:r>
          </a:p>
        </p:txBody>
      </p:sp>
      <p:sp>
        <p:nvSpPr>
          <p:cNvPr id="15" name="">
            <a:extLst xmlns:a="http://schemas.openxmlformats.org/drawingml/2006/main">
              <a:ext uri="{FF2B5EF4-FFF2-40B4-BE49-F238E27FC236}">
                <a16:creationId xmlns:a16="http://schemas.microsoft.com/office/drawing/2014/main" id="{7E22FA0C-6211-4765-A854-96EA0605CEF2}"/>
              </a:ext>
            </a:extLst>
          </p:cNvPr>
          <p:cNvSpPr>
            <a:spLocks xmlns:a="http://schemas.openxmlformats.org/drawingml/2006/main" noGrp="1"/>
          </p:cNvSpPr>
          <p:nvPr/>
        </p:nvSpPr>
        <p:spPr>
          <a:xfrm xmlns:a="http://schemas.openxmlformats.org/drawingml/2006/main">
            <a:off x="3048000" y="2381250"/>
            <a:ext cx="457200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6" name="">
            <a:extLst xmlns:a="http://schemas.openxmlformats.org/drawingml/2006/main">
              <a:ext uri="{FF2B5EF4-FFF2-40B4-BE49-F238E27FC236}">
                <a16:creationId xmlns:a16="http://schemas.microsoft.com/office/drawing/2014/main" id="{8EA75401-C657-4BD6-BE42-4A2B7F7AEA22}"/>
              </a:ext>
            </a:extLst>
          </p:cNvPr>
          <p:cNvSpPr>
            <a:spLocks xmlns:a="http://schemas.openxmlformats.org/drawingml/2006/main" noGrp="1"/>
          </p:cNvSpPr>
          <p:nvPr/>
        </p:nvSpPr>
        <p:spPr>
          <a:xfrm xmlns:a="http://schemas.openxmlformats.org/drawingml/2006/main">
            <a:off x="3200400" y="25336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segment 정렬 단계의 입력 기준</a:t>
            </a:r>
          </a:p>
        </p:txBody>
      </p:sp>
      <p:sp>
        <p:nvSpPr>
          <p:cNvPr id="17" name="">
            <a:extLst xmlns:a="http://schemas.openxmlformats.org/drawingml/2006/main">
              <a:ext uri="{FF2B5EF4-FFF2-40B4-BE49-F238E27FC236}">
                <a16:creationId xmlns:a16="http://schemas.microsoft.com/office/drawing/2014/main" id="{512AB9C8-EA71-43B0-9560-A4342B43A16F}"/>
              </a:ext>
            </a:extLst>
          </p:cNvPr>
          <p:cNvSpPr>
            <a:spLocks xmlns:a="http://schemas.openxmlformats.org/drawingml/2006/main" noGrp="1"/>
          </p:cNvSpPr>
          <p:nvPr/>
        </p:nvSpPr>
        <p:spPr>
          <a:xfrm xmlns:a="http://schemas.openxmlformats.org/drawingml/2006/main">
            <a:off x="7620000" y="2381250"/>
            <a:ext cx="3905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6D272984-770A-41E9-8DE4-275335ACBD59}"/>
              </a:ext>
            </a:extLst>
          </p:cNvPr>
          <p:cNvSpPr>
            <a:spLocks xmlns:a="http://schemas.openxmlformats.org/drawingml/2006/main" noGrp="1"/>
          </p:cNvSpPr>
          <p:nvPr/>
        </p:nvSpPr>
        <p:spPr>
          <a:xfrm xmlns:a="http://schemas.openxmlformats.org/drawingml/2006/main">
            <a:off x="7772400" y="25336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결정론 test로 먼저 확인</a:t>
            </a:r>
          </a:p>
        </p:txBody>
      </p:sp>
      <p:sp>
        <p:nvSpPr>
          <p:cNvPr id="19" name="">
            <a:extLst xmlns:a="http://schemas.openxmlformats.org/drawingml/2006/main">
              <a:ext uri="{FF2B5EF4-FFF2-40B4-BE49-F238E27FC236}">
                <a16:creationId xmlns:a16="http://schemas.microsoft.com/office/drawing/2014/main" id="{C51302FC-07D6-42CC-BA95-6F5364EE3A39}"/>
              </a:ext>
            </a:extLst>
          </p:cNvPr>
          <p:cNvSpPr>
            <a:spLocks xmlns:a="http://schemas.openxmlformats.org/drawingml/2006/main" noGrp="1"/>
          </p:cNvSpPr>
          <p:nvPr/>
        </p:nvSpPr>
        <p:spPr>
          <a:xfrm xmlns:a="http://schemas.openxmlformats.org/drawingml/2006/main">
            <a:off x="666750" y="3257550"/>
            <a:ext cx="2381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0" name="">
            <a:extLst xmlns:a="http://schemas.openxmlformats.org/drawingml/2006/main">
              <a:ext uri="{FF2B5EF4-FFF2-40B4-BE49-F238E27FC236}">
                <a16:creationId xmlns:a16="http://schemas.microsoft.com/office/drawing/2014/main" id="{5F6389E3-D24D-45AC-B09A-BD6A792D71E6}"/>
              </a:ext>
            </a:extLst>
          </p:cNvPr>
          <p:cNvSpPr>
            <a:spLocks xmlns:a="http://schemas.openxmlformats.org/drawingml/2006/main" noGrp="1"/>
          </p:cNvSpPr>
          <p:nvPr/>
        </p:nvSpPr>
        <p:spPr>
          <a:xfrm xmlns:a="http://schemas.openxmlformats.org/drawingml/2006/main">
            <a:off x="819150" y="34099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Overlap</a:t>
            </a:r>
          </a:p>
        </p:txBody>
      </p:sp>
      <p:sp>
        <p:nvSpPr>
          <p:cNvPr id="21" name="">
            <a:extLst xmlns:a="http://schemas.openxmlformats.org/drawingml/2006/main">
              <a:ext uri="{FF2B5EF4-FFF2-40B4-BE49-F238E27FC236}">
                <a16:creationId xmlns:a16="http://schemas.microsoft.com/office/drawing/2014/main" id="{10F88455-ED37-40A9-974A-64ED5C0A2518}"/>
              </a:ext>
            </a:extLst>
          </p:cNvPr>
          <p:cNvSpPr>
            <a:spLocks xmlns:a="http://schemas.openxmlformats.org/drawingml/2006/main" noGrp="1"/>
          </p:cNvSpPr>
          <p:nvPr/>
        </p:nvSpPr>
        <p:spPr>
          <a:xfrm xmlns:a="http://schemas.openxmlformats.org/drawingml/2006/main">
            <a:off x="3048000" y="3257550"/>
            <a:ext cx="45720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D00F0D9A-1107-497A-9AA9-75EA36BAB5F0}"/>
              </a:ext>
            </a:extLst>
          </p:cNvPr>
          <p:cNvSpPr>
            <a:spLocks xmlns:a="http://schemas.openxmlformats.org/drawingml/2006/main" noGrp="1"/>
          </p:cNvSpPr>
          <p:nvPr/>
        </p:nvSpPr>
        <p:spPr>
          <a:xfrm xmlns:a="http://schemas.openxmlformats.org/drawingml/2006/main">
            <a:off x="3200400" y="34099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길이 누적 단계의 교체 경계</a:t>
            </a:r>
          </a:p>
        </p:txBody>
      </p:sp>
      <p:sp>
        <p:nvSpPr>
          <p:cNvPr id="23" name="">
            <a:extLst xmlns:a="http://schemas.openxmlformats.org/drawingml/2006/main">
              <a:ext uri="{FF2B5EF4-FFF2-40B4-BE49-F238E27FC236}">
                <a16:creationId xmlns:a16="http://schemas.microsoft.com/office/drawing/2014/main" id="{2581F7B6-A4FB-41E5-934E-A55D952E1779}"/>
              </a:ext>
            </a:extLst>
          </p:cNvPr>
          <p:cNvSpPr>
            <a:spLocks xmlns:a="http://schemas.openxmlformats.org/drawingml/2006/main" noGrp="1"/>
          </p:cNvSpPr>
          <p:nvPr/>
        </p:nvSpPr>
        <p:spPr>
          <a:xfrm xmlns:a="http://schemas.openxmlformats.org/drawingml/2006/main">
            <a:off x="7620000" y="3257550"/>
            <a:ext cx="3905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4" name="">
            <a:extLst xmlns:a="http://schemas.openxmlformats.org/drawingml/2006/main">
              <a:ext uri="{FF2B5EF4-FFF2-40B4-BE49-F238E27FC236}">
                <a16:creationId xmlns:a16="http://schemas.microsoft.com/office/drawing/2014/main" id="{898D6CAD-4F2D-45BB-AAA2-8606502C0DE0}"/>
              </a:ext>
            </a:extLst>
          </p:cNvPr>
          <p:cNvSpPr>
            <a:spLocks xmlns:a="http://schemas.openxmlformats.org/drawingml/2006/main" noGrp="1"/>
          </p:cNvSpPr>
          <p:nvPr/>
        </p:nvSpPr>
        <p:spPr>
          <a:xfrm xmlns:a="http://schemas.openxmlformats.org/drawingml/2006/main">
            <a:off x="7772400" y="34099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adapter 경계를 확인</a:t>
            </a:r>
          </a:p>
        </p:txBody>
      </p:sp>
      <p:sp>
        <p:nvSpPr>
          <p:cNvPr id="25" name="">
            <a:extLst xmlns:a="http://schemas.openxmlformats.org/drawingml/2006/main">
              <a:ext uri="{FF2B5EF4-FFF2-40B4-BE49-F238E27FC236}">
                <a16:creationId xmlns:a16="http://schemas.microsoft.com/office/drawing/2014/main" id="{824A9665-DF35-41EF-AEF1-7DB423DB7C2C}"/>
              </a:ext>
            </a:extLst>
          </p:cNvPr>
          <p:cNvSpPr>
            <a:spLocks xmlns:a="http://schemas.openxmlformats.org/drawingml/2006/main" noGrp="1"/>
          </p:cNvSpPr>
          <p:nvPr/>
        </p:nvSpPr>
        <p:spPr>
          <a:xfrm xmlns:a="http://schemas.openxmlformats.org/drawingml/2006/main">
            <a:off x="666750" y="4133850"/>
            <a:ext cx="2381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6" name="">
            <a:extLst xmlns:a="http://schemas.openxmlformats.org/drawingml/2006/main">
              <a:ext uri="{FF2B5EF4-FFF2-40B4-BE49-F238E27FC236}">
                <a16:creationId xmlns:a16="http://schemas.microsoft.com/office/drawing/2014/main" id="{7DAFB244-3934-40FA-B5A6-9931DAA1CC77}"/>
              </a:ext>
            </a:extLst>
          </p:cNvPr>
          <p:cNvSpPr>
            <a:spLocks xmlns:a="http://schemas.openxmlformats.org/drawingml/2006/main" noGrp="1"/>
          </p:cNvSpPr>
          <p:nvPr/>
        </p:nvSpPr>
        <p:spPr>
          <a:xfrm xmlns:a="http://schemas.openxmlformats.org/drawingml/2006/main">
            <a:off x="819150" y="42862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Map</a:t>
            </a:r>
          </a:p>
        </p:txBody>
      </p:sp>
      <p:sp>
        <p:nvSpPr>
          <p:cNvPr id="27" name="">
            <a:extLst xmlns:a="http://schemas.openxmlformats.org/drawingml/2006/main">
              <a:ext uri="{FF2B5EF4-FFF2-40B4-BE49-F238E27FC236}">
                <a16:creationId xmlns:a16="http://schemas.microsoft.com/office/drawing/2014/main" id="{4DAC08BE-25E8-4190-B62B-CEE23030FEE9}"/>
              </a:ext>
            </a:extLst>
          </p:cNvPr>
          <p:cNvSpPr>
            <a:spLocks xmlns:a="http://schemas.openxmlformats.org/drawingml/2006/main" noGrp="1"/>
          </p:cNvSpPr>
          <p:nvPr/>
        </p:nvSpPr>
        <p:spPr>
          <a:xfrm xmlns:a="http://schemas.openxmlformats.org/drawingml/2006/main">
            <a:off x="3048000" y="4133850"/>
            <a:ext cx="457200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8" name="">
            <a:extLst xmlns:a="http://schemas.openxmlformats.org/drawingml/2006/main">
              <a:ext uri="{FF2B5EF4-FFF2-40B4-BE49-F238E27FC236}">
                <a16:creationId xmlns:a16="http://schemas.microsoft.com/office/drawing/2014/main" id="{04F6612F-AA84-4E68-AC88-E54C3860EC57}"/>
              </a:ext>
            </a:extLst>
          </p:cNvPr>
          <p:cNvSpPr>
            <a:spLocks xmlns:a="http://schemas.openxmlformats.org/drawingml/2006/main" noGrp="1"/>
          </p:cNvSpPr>
          <p:nvPr/>
        </p:nvSpPr>
        <p:spPr>
          <a:xfrm xmlns:a="http://schemas.openxmlformats.org/drawingml/2006/main">
            <a:off x="3200400" y="42862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경계에서 close 단계의 운영 조건</a:t>
            </a:r>
          </a:p>
        </p:txBody>
      </p:sp>
      <p:sp>
        <p:nvSpPr>
          <p:cNvPr id="29" name="">
            <a:extLst xmlns:a="http://schemas.openxmlformats.org/drawingml/2006/main">
              <a:ext uri="{FF2B5EF4-FFF2-40B4-BE49-F238E27FC236}">
                <a16:creationId xmlns:a16="http://schemas.microsoft.com/office/drawing/2014/main" id="{8C6FB723-184D-417E-91D1-ABD018E0D363}"/>
              </a:ext>
            </a:extLst>
          </p:cNvPr>
          <p:cNvSpPr>
            <a:spLocks xmlns:a="http://schemas.openxmlformats.org/drawingml/2006/main" noGrp="1"/>
          </p:cNvSpPr>
          <p:nvPr/>
        </p:nvSpPr>
        <p:spPr>
          <a:xfrm xmlns:a="http://schemas.openxmlformats.org/drawingml/2006/main">
            <a:off x="7620000" y="4133850"/>
            <a:ext cx="3905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30" name="">
            <a:extLst xmlns:a="http://schemas.openxmlformats.org/drawingml/2006/main">
              <a:ext uri="{FF2B5EF4-FFF2-40B4-BE49-F238E27FC236}">
                <a16:creationId xmlns:a16="http://schemas.microsoft.com/office/drawing/2014/main" id="{66D8CB62-187A-4A8D-A828-F43E8755BEC9}"/>
              </a:ext>
            </a:extLst>
          </p:cNvPr>
          <p:cNvSpPr>
            <a:spLocks xmlns:a="http://schemas.openxmlformats.org/drawingml/2006/main" noGrp="1"/>
          </p:cNvSpPr>
          <p:nvPr/>
        </p:nvSpPr>
        <p:spPr>
          <a:xfrm xmlns:a="http://schemas.openxmlformats.org/drawingml/2006/main">
            <a:off x="7772400" y="42862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비용·지연·권한을 확인</a:t>
            </a:r>
          </a:p>
        </p:txBody>
      </p:sp>
      <p:sp>
        <p:nvSpPr>
          <p:cNvPr id="31" name="">
            <a:extLst xmlns:a="http://schemas.openxmlformats.org/drawingml/2006/main">
              <a:ext uri="{FF2B5EF4-FFF2-40B4-BE49-F238E27FC236}">
                <a16:creationId xmlns:a16="http://schemas.microsoft.com/office/drawing/2014/main" id="{C7E6DE62-FF03-4B27-8328-57142563B29E}"/>
              </a:ext>
            </a:extLst>
          </p:cNvPr>
          <p:cNvSpPr>
            <a:spLocks xmlns:a="http://schemas.openxmlformats.org/drawingml/2006/main" noGrp="1"/>
          </p:cNvSpPr>
          <p:nvPr/>
        </p:nvSpPr>
        <p:spPr>
          <a:xfrm xmlns:a="http://schemas.openxmlformats.org/drawingml/2006/main">
            <a:off x="666750" y="5010150"/>
            <a:ext cx="2381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2" name="">
            <a:extLst xmlns:a="http://schemas.openxmlformats.org/drawingml/2006/main">
              <a:ext uri="{FF2B5EF4-FFF2-40B4-BE49-F238E27FC236}">
                <a16:creationId xmlns:a16="http://schemas.microsoft.com/office/drawing/2014/main" id="{24D000AE-014E-4176-A644-60495F27236B}"/>
              </a:ext>
            </a:extLst>
          </p:cNvPr>
          <p:cNvSpPr>
            <a:spLocks xmlns:a="http://schemas.openxmlformats.org/drawingml/2006/main" noGrp="1"/>
          </p:cNvSpPr>
          <p:nvPr/>
        </p:nvSpPr>
        <p:spPr>
          <a:xfrm xmlns:a="http://schemas.openxmlformats.org/drawingml/2006/main">
            <a:off x="819150" y="51625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Reduce</a:t>
            </a:r>
          </a:p>
        </p:txBody>
      </p:sp>
      <p:sp>
        <p:nvSpPr>
          <p:cNvPr id="33" name="">
            <a:extLst xmlns:a="http://schemas.openxmlformats.org/drawingml/2006/main">
              <a:ext uri="{FF2B5EF4-FFF2-40B4-BE49-F238E27FC236}">
                <a16:creationId xmlns:a16="http://schemas.microsoft.com/office/drawing/2014/main" id="{F67F63F0-2445-457F-A069-97DD1CFF6CB1}"/>
              </a:ext>
            </a:extLst>
          </p:cNvPr>
          <p:cNvSpPr>
            <a:spLocks xmlns:a="http://schemas.openxmlformats.org/drawingml/2006/main" noGrp="1"/>
          </p:cNvSpPr>
          <p:nvPr/>
        </p:nvSpPr>
        <p:spPr>
          <a:xfrm xmlns:a="http://schemas.openxmlformats.org/drawingml/2006/main">
            <a:off x="3048000" y="5010150"/>
            <a:ext cx="45720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4" name="">
            <a:extLst xmlns:a="http://schemas.openxmlformats.org/drawingml/2006/main">
              <a:ext uri="{FF2B5EF4-FFF2-40B4-BE49-F238E27FC236}">
                <a16:creationId xmlns:a16="http://schemas.microsoft.com/office/drawing/2014/main" id="{46A976AC-416B-49E3-B941-4CB626ED022A}"/>
              </a:ext>
            </a:extLst>
          </p:cNvPr>
          <p:cNvSpPr>
            <a:spLocks xmlns:a="http://schemas.openxmlformats.org/drawingml/2006/main" noGrp="1"/>
          </p:cNvSpPr>
          <p:nvPr/>
        </p:nvSpPr>
        <p:spPr>
          <a:xfrm xmlns:a="http://schemas.openxmlformats.org/drawingml/2006/main">
            <a:off x="3200400" y="51625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한 segment overlap 단계의 판단 기록</a:t>
            </a:r>
          </a:p>
        </p:txBody>
      </p:sp>
      <p:sp>
        <p:nvSpPr>
          <p:cNvPr id="35" name="">
            <a:extLst xmlns:a="http://schemas.openxmlformats.org/drawingml/2006/main">
              <a:ext uri="{FF2B5EF4-FFF2-40B4-BE49-F238E27FC236}">
                <a16:creationId xmlns:a16="http://schemas.microsoft.com/office/drawing/2014/main" id="{4F037749-0469-43BC-88FB-7B2AB2C98805}"/>
              </a:ext>
            </a:extLst>
          </p:cNvPr>
          <p:cNvSpPr>
            <a:spLocks xmlns:a="http://schemas.openxmlformats.org/drawingml/2006/main" noGrp="1"/>
          </p:cNvSpPr>
          <p:nvPr/>
        </p:nvSpPr>
        <p:spPr>
          <a:xfrm xmlns:a="http://schemas.openxmlformats.org/drawingml/2006/main">
            <a:off x="7620000" y="5010150"/>
            <a:ext cx="3905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6" name="">
            <a:extLst xmlns:a="http://schemas.openxmlformats.org/drawingml/2006/main">
              <a:ext uri="{FF2B5EF4-FFF2-40B4-BE49-F238E27FC236}">
                <a16:creationId xmlns:a16="http://schemas.microsoft.com/office/drawing/2014/main" id="{241BB06D-E8D3-40D4-A511-CB2C93CF7D91}"/>
              </a:ext>
            </a:extLst>
          </p:cNvPr>
          <p:cNvSpPr>
            <a:spLocks xmlns:a="http://schemas.openxmlformats.org/drawingml/2006/main" noGrp="1"/>
          </p:cNvSpPr>
          <p:nvPr/>
        </p:nvSpPr>
        <p:spPr>
          <a:xfrm xmlns:a="http://schemas.openxmlformats.org/drawingml/2006/main">
            <a:off x="7772400" y="51625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사람 판단과 운영 기록을 확인</a:t>
            </a:r>
          </a:p>
        </p:txBody>
      </p:sp>
    </p:spTree>
    <p:extLst>
      <p:ext uri="{BB962C8B-B14F-4D97-AF65-F5344CB8AC3E}">
        <p14:creationId xmlns:p14="http://schemas.microsoft.com/office/powerpoint/2010/main" val="1763286301"/>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7471A99-0C11-42EB-9E68-42D654ED25D9}"/>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대표 실패</a:t>
            </a:r>
          </a:p>
        </p:txBody>
      </p:sp>
      <p:sp>
        <p:nvSpPr>
          <p:cNvPr id="2" name="">
            <a:extLst xmlns:a="http://schemas.openxmlformats.org/drawingml/2006/main">
              <a:ext uri="{FF2B5EF4-FFF2-40B4-BE49-F238E27FC236}">
                <a16:creationId xmlns:a16="http://schemas.microsoft.com/office/drawing/2014/main" id="{54A77B36-F837-482E-9E32-1D73C65192FD}"/>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실패 사례</a:t>
            </a:r>
          </a:p>
        </p:txBody>
      </p:sp>
      <p:sp>
        <p:nvSpPr>
          <p:cNvPr id="3" name="">
            <a:extLst xmlns:a="http://schemas.openxmlformats.org/drawingml/2006/main">
              <a:ext uri="{FF2B5EF4-FFF2-40B4-BE49-F238E27FC236}">
                <a16:creationId xmlns:a16="http://schemas.microsoft.com/office/drawing/2014/main" id="{17655936-F5E1-4617-8D54-028015F10EA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F2C915AF-C8CE-4003-800D-5365C3C14B51}"/>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85EEE812-5B6C-49EA-8CF8-C29839B31698}"/>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0200975C-3345-4C2F-AD49-2630D8BBC1CF}"/>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132</a:t>
            </a:r>
          </a:p>
        </p:txBody>
      </p:sp>
      <p:sp>
        <p:nvSpPr>
          <p:cNvPr id="7" name="">
            <a:extLst xmlns:a="http://schemas.openxmlformats.org/drawingml/2006/main">
              <a:ext uri="{FF2B5EF4-FFF2-40B4-BE49-F238E27FC236}">
                <a16:creationId xmlns:a16="http://schemas.microsoft.com/office/drawing/2014/main" id="{F434B212-6378-4B33-8FA8-DC61C24CBDB2}"/>
              </a:ext>
            </a:extLst>
          </p:cNvPr>
          <p:cNvSpPr>
            <a:spLocks xmlns:a="http://schemas.openxmlformats.org/drawingml/2006/main" noGrp="1"/>
          </p:cNvSpPr>
          <p:nvPr/>
        </p:nvSpPr>
        <p:spPr>
          <a:xfrm xmlns:a="http://schemas.openxmlformats.org/drawingml/2006/main">
            <a:off x="685800" y="1619250"/>
            <a:ext cx="4724400" cy="33147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5F1BC81-728A-4BEE-9435-18FB640AE7A6}"/>
              </a:ext>
            </a:extLst>
          </p:cNvPr>
          <p:cNvSpPr>
            <a:spLocks xmlns:a="http://schemas.openxmlformats.org/drawingml/2006/main" noGrp="1"/>
          </p:cNvSpPr>
          <p:nvPr/>
        </p:nvSpPr>
        <p:spPr>
          <a:xfrm xmlns:a="http://schemas.openxmlformats.org/drawingml/2006/main">
            <a:off x="990600" y="19240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C7C7C7"/>
                </a:solidFill>
                <a:latin typeface="NanumGothic"/>
                <a:ea typeface="NanumGothic"/>
                <a:cs typeface="NanumGothic"/>
              </a:defRPr>
            </a:pPr>
            <a:r>
              <a:rPr sz="1050" b="1">
                <a:solidFill>
                  <a:srgbClr val="C7C7C7"/>
                </a:solidFill>
                <a:latin typeface="NanumGothic"/>
                <a:ea typeface="NanumGothic"/>
                <a:cs typeface="NanumGothic"/>
              </a:rPr>
              <a:t>실패</a:t>
            </a:r>
          </a:p>
        </p:txBody>
      </p:sp>
      <p:sp>
        <p:nvSpPr>
          <p:cNvPr id="9" name="">
            <a:extLst xmlns:a="http://schemas.openxmlformats.org/drawingml/2006/main">
              <a:ext uri="{FF2B5EF4-FFF2-40B4-BE49-F238E27FC236}">
                <a16:creationId xmlns:a16="http://schemas.microsoft.com/office/drawing/2014/main" id="{AFC57E08-F014-45F9-A153-87591E68E359}"/>
              </a:ext>
            </a:extLst>
          </p:cNvPr>
          <p:cNvSpPr>
            <a:spLocks xmlns:a="http://schemas.openxmlformats.org/drawingml/2006/main" noGrp="1"/>
          </p:cNvSpPr>
          <p:nvPr/>
        </p:nvSpPr>
        <p:spPr>
          <a:xfrm xmlns:a="http://schemas.openxmlformats.org/drawingml/2006/main">
            <a:off x="990600" y="2476500"/>
            <a:ext cx="41148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overlap 때문에 같은 Action Item이 두 번 생성된다.</a:t>
            </a:r>
          </a:p>
        </p:txBody>
      </p:sp>
      <p:sp>
        <p:nvSpPr>
          <p:cNvPr id="10" name="">
            <a:extLst xmlns:a="http://schemas.openxmlformats.org/drawingml/2006/main">
              <a:ext uri="{FF2B5EF4-FFF2-40B4-BE49-F238E27FC236}">
                <a16:creationId xmlns:a16="http://schemas.microsoft.com/office/drawing/2014/main" id="{15377AD1-CE11-4CFD-A353-37B1F2E6BC93}"/>
              </a:ext>
            </a:extLst>
          </p:cNvPr>
          <p:cNvSpPr>
            <a:spLocks xmlns:a="http://schemas.openxmlformats.org/drawingml/2006/main" noGrp="1"/>
          </p:cNvSpPr>
          <p:nvPr/>
        </p:nvSpPr>
        <p:spPr>
          <a:xfrm xmlns:a="http://schemas.openxmlformats.org/drawingml/2006/main">
            <a:off x="5981700" y="19240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사용자 영향</a:t>
            </a:r>
          </a:p>
        </p:txBody>
      </p:sp>
      <p:sp>
        <p:nvSpPr>
          <p:cNvPr id="11" name="">
            <a:extLst xmlns:a="http://schemas.openxmlformats.org/drawingml/2006/main">
              <a:ext uri="{FF2B5EF4-FFF2-40B4-BE49-F238E27FC236}">
                <a16:creationId xmlns:a16="http://schemas.microsoft.com/office/drawing/2014/main" id="{610AF149-7888-4AE8-8E47-82E6D1B37D45}"/>
              </a:ext>
            </a:extLst>
          </p:cNvPr>
          <p:cNvSpPr>
            <a:spLocks xmlns:a="http://schemas.openxmlformats.org/drawingml/2006/main" noGrp="1"/>
          </p:cNvSpPr>
          <p:nvPr/>
        </p:nvSpPr>
        <p:spPr>
          <a:xfrm xmlns:a="http://schemas.openxmlformats.org/drawingml/2006/main">
            <a:off x="5981700" y="2476500"/>
            <a:ext cx="48196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1">
                <a:solidFill>
                  <a:srgbClr val="191919"/>
                </a:solidFill>
                <a:latin typeface="NanumGothic"/>
                <a:ea typeface="NanumGothic"/>
                <a:cs typeface="NanumGothic"/>
              </a:defRPr>
            </a:pPr>
            <a:r>
              <a:rPr sz="1875" b="1">
                <a:solidFill>
                  <a:srgbClr val="191919"/>
                </a:solidFill>
                <a:latin typeface="NanumGothic"/>
                <a:ea typeface="NanumGothic"/>
                <a:cs typeface="NanumGothic"/>
              </a:rPr>
              <a:t>overlap 때문에 같은 Action Item이 두 번 생성된다. 상태에서는 meeting_chunks.json을 운영 판단에 사용할 수 없다.</a:t>
            </a:r>
          </a:p>
        </p:txBody>
      </p:sp>
      <p:sp>
        <p:nvSpPr>
          <p:cNvPr id="12" name="">
            <a:extLst xmlns:a="http://schemas.openxmlformats.org/drawingml/2006/main">
              <a:ext uri="{FF2B5EF4-FFF2-40B4-BE49-F238E27FC236}">
                <a16:creationId xmlns:a16="http://schemas.microsoft.com/office/drawing/2014/main" id="{9DC4BB4B-22EB-4DC2-B8E2-A0B8658CF84E}"/>
              </a:ext>
            </a:extLst>
          </p:cNvPr>
          <p:cNvSpPr>
            <a:spLocks xmlns:a="http://schemas.openxmlformats.org/drawingml/2006/main" noGrp="1"/>
          </p:cNvSpPr>
          <p:nvPr/>
        </p:nvSpPr>
        <p:spPr>
          <a:xfrm xmlns:a="http://schemas.openxmlformats.org/drawingml/2006/main">
            <a:off x="1524000" y="5410200"/>
            <a:ext cx="914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발화 단위 Chunking 실패가 재현돼야 복구 코드와 회귀 test를 만들 수 있습니다.</a:t>
            </a:r>
          </a:p>
        </p:txBody>
      </p:sp>
    </p:spTree>
    <p:extLst>
      <p:ext uri="{BB962C8B-B14F-4D97-AF65-F5344CB8AC3E}">
        <p14:creationId xmlns:p14="http://schemas.microsoft.com/office/powerpoint/2010/main" val="849399115"/>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4FBBBB2-38CE-448F-8CBA-D100D49A2D20}"/>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복구 경로</a:t>
            </a:r>
          </a:p>
        </p:txBody>
      </p:sp>
      <p:sp>
        <p:nvSpPr>
          <p:cNvPr id="2" name="">
            <a:extLst xmlns:a="http://schemas.openxmlformats.org/drawingml/2006/main">
              <a:ext uri="{FF2B5EF4-FFF2-40B4-BE49-F238E27FC236}">
                <a16:creationId xmlns:a16="http://schemas.microsoft.com/office/drawing/2014/main" id="{1988F891-9822-4832-BF30-1A350D264673}"/>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오류 처리</a:t>
            </a:r>
          </a:p>
        </p:txBody>
      </p:sp>
      <p:sp>
        <p:nvSpPr>
          <p:cNvPr id="3" name="">
            <a:extLst xmlns:a="http://schemas.openxmlformats.org/drawingml/2006/main">
              <a:ext uri="{FF2B5EF4-FFF2-40B4-BE49-F238E27FC236}">
                <a16:creationId xmlns:a16="http://schemas.microsoft.com/office/drawing/2014/main" id="{DAC85EEA-9A5E-4D35-930B-F44F95C1C1F0}"/>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FF7EF4FE-19B5-4951-B8E1-262362A88F50}"/>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BE8FFC8F-770C-44CE-971A-DED7ACF57097}"/>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D64E74D3-77CB-46B2-A6BF-C906E6F1832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133</a:t>
            </a:r>
          </a:p>
        </p:txBody>
      </p:sp>
      <p:sp>
        <p:nvSpPr>
          <p:cNvPr id="7" name="">
            <a:extLst xmlns:a="http://schemas.openxmlformats.org/drawingml/2006/main">
              <a:ext uri="{FF2B5EF4-FFF2-40B4-BE49-F238E27FC236}">
                <a16:creationId xmlns:a16="http://schemas.microsoft.com/office/drawing/2014/main" id="{3C4A6B34-7B52-416E-A678-BD6E5A25A699}"/>
              </a:ext>
            </a:extLst>
          </p:cNvPr>
          <p:cNvSpPr>
            <a:spLocks xmlns:a="http://schemas.openxmlformats.org/drawingml/2006/main" noGrp="1"/>
          </p:cNvSpPr>
          <p:nvPr/>
        </p:nvSpPr>
        <p:spPr>
          <a:xfrm xmlns:a="http://schemas.openxmlformats.org/drawingml/2006/main">
            <a:off x="838200" y="15430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7719E54A-BA5C-4740-9DC3-8905C40EBE20}"/>
              </a:ext>
            </a:extLst>
          </p:cNvPr>
          <p:cNvSpPr>
            <a:spLocks xmlns:a="http://schemas.openxmlformats.org/drawingml/2006/main" noGrp="1"/>
          </p:cNvSpPr>
          <p:nvPr/>
        </p:nvSpPr>
        <p:spPr>
          <a:xfrm xmlns:a="http://schemas.openxmlformats.org/drawingml/2006/main">
            <a:off x="1276350" y="16668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CB57DF6F-6132-482E-88D5-105483437DC0}"/>
              </a:ext>
            </a:extLst>
          </p:cNvPr>
          <p:cNvSpPr>
            <a:spLocks xmlns:a="http://schemas.openxmlformats.org/drawingml/2006/main" noGrp="1"/>
          </p:cNvSpPr>
          <p:nvPr/>
        </p:nvSpPr>
        <p:spPr>
          <a:xfrm xmlns:a="http://schemas.openxmlformats.org/drawingml/2006/main">
            <a:off x="1752600" y="1504950"/>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탐지: max_chars&lt;40과 음수 overlap은 명시 오류다.</a:t>
            </a:r>
          </a:p>
        </p:txBody>
      </p:sp>
      <p:sp>
        <p:nvSpPr>
          <p:cNvPr id="10" name="">
            <a:extLst xmlns:a="http://schemas.openxmlformats.org/drawingml/2006/main">
              <a:ext uri="{FF2B5EF4-FFF2-40B4-BE49-F238E27FC236}">
                <a16:creationId xmlns:a16="http://schemas.microsoft.com/office/drawing/2014/main" id="{6E2EBCF1-D6F0-4480-A99A-C5A3F3B7B776}"/>
              </a:ext>
            </a:extLst>
          </p:cNvPr>
          <p:cNvSpPr>
            <a:spLocks xmlns:a="http://schemas.openxmlformats.org/drawingml/2006/main" noGrp="1"/>
          </p:cNvSpPr>
          <p:nvPr/>
        </p:nvSpPr>
        <p:spPr>
          <a:xfrm xmlns:a="http://schemas.openxmlformats.org/drawingml/2006/main">
            <a:off x="838200" y="254317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FF76313C-8C41-4CE4-8FAA-D3544A98C777}"/>
              </a:ext>
            </a:extLst>
          </p:cNvPr>
          <p:cNvSpPr>
            <a:spLocks xmlns:a="http://schemas.openxmlformats.org/drawingml/2006/main" noGrp="1"/>
          </p:cNvSpPr>
          <p:nvPr/>
        </p:nvSpPr>
        <p:spPr>
          <a:xfrm xmlns:a="http://schemas.openxmlformats.org/drawingml/2006/main">
            <a:off x="1276350" y="2667000"/>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29D07C33-F972-444B-80F5-F1757BD30EF7}"/>
              </a:ext>
            </a:extLst>
          </p:cNvPr>
          <p:cNvSpPr>
            <a:spLocks xmlns:a="http://schemas.openxmlformats.org/drawingml/2006/main" noGrp="1"/>
          </p:cNvSpPr>
          <p:nvPr/>
        </p:nvSpPr>
        <p:spPr>
          <a:xfrm xmlns:a="http://schemas.openxmlformats.org/drawingml/2006/main">
            <a:off x="1752600" y="2505075"/>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중단: overlap 때문에 같은 Action Item이 두 번 생성된다.</a:t>
            </a:r>
          </a:p>
        </p:txBody>
      </p:sp>
      <p:sp>
        <p:nvSpPr>
          <p:cNvPr id="13" name="">
            <a:extLst xmlns:a="http://schemas.openxmlformats.org/drawingml/2006/main">
              <a:ext uri="{FF2B5EF4-FFF2-40B4-BE49-F238E27FC236}">
                <a16:creationId xmlns:a16="http://schemas.microsoft.com/office/drawing/2014/main" id="{78E57F0B-C05B-486C-8BFD-C0EB433EDEA2}"/>
              </a:ext>
            </a:extLst>
          </p:cNvPr>
          <p:cNvSpPr>
            <a:spLocks xmlns:a="http://schemas.openxmlformats.org/drawingml/2006/main" noGrp="1"/>
          </p:cNvSpPr>
          <p:nvPr/>
        </p:nvSpPr>
        <p:spPr>
          <a:xfrm xmlns:a="http://schemas.openxmlformats.org/drawingml/2006/main">
            <a:off x="838200" y="35433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B2500FFB-F03E-47AB-A765-875B6EC272B7}"/>
              </a:ext>
            </a:extLst>
          </p:cNvPr>
          <p:cNvSpPr>
            <a:spLocks xmlns:a="http://schemas.openxmlformats.org/drawingml/2006/main" noGrp="1"/>
          </p:cNvSpPr>
          <p:nvPr/>
        </p:nvSpPr>
        <p:spPr>
          <a:xfrm xmlns:a="http://schemas.openxmlformats.org/drawingml/2006/main">
            <a:off x="1276350" y="36671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31203D70-6992-478F-9A03-B2D949ABA062}"/>
              </a:ext>
            </a:extLst>
          </p:cNvPr>
          <p:cNvSpPr>
            <a:spLocks xmlns:a="http://schemas.openxmlformats.org/drawingml/2006/main" noGrp="1"/>
          </p:cNvSpPr>
          <p:nvPr/>
        </p:nvSpPr>
        <p:spPr>
          <a:xfrm xmlns:a="http://schemas.openxmlformats.org/drawingml/2006/main">
            <a:off x="1752600" y="3505200"/>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복구: evidence ID 기반 deduplication과 최종 사람 검토를 적용한다.</a:t>
            </a:r>
          </a:p>
        </p:txBody>
      </p:sp>
      <p:sp>
        <p:nvSpPr>
          <p:cNvPr id="16" name="">
            <a:extLst xmlns:a="http://schemas.openxmlformats.org/drawingml/2006/main">
              <a:ext uri="{FF2B5EF4-FFF2-40B4-BE49-F238E27FC236}">
                <a16:creationId xmlns:a16="http://schemas.microsoft.com/office/drawing/2014/main" id="{CC3346E8-AADF-4796-B036-C94E4642BD64}"/>
              </a:ext>
            </a:extLst>
          </p:cNvPr>
          <p:cNvSpPr>
            <a:spLocks xmlns:a="http://schemas.openxmlformats.org/drawingml/2006/main" noGrp="1"/>
          </p:cNvSpPr>
          <p:nvPr/>
        </p:nvSpPr>
        <p:spPr>
          <a:xfrm xmlns:a="http://schemas.openxmlformats.org/drawingml/2006/main">
            <a:off x="838200" y="454342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0DB7E595-898D-4F2D-83D0-2F9CBC3C38D8}"/>
              </a:ext>
            </a:extLst>
          </p:cNvPr>
          <p:cNvSpPr>
            <a:spLocks xmlns:a="http://schemas.openxmlformats.org/drawingml/2006/main" noGrp="1"/>
          </p:cNvSpPr>
          <p:nvPr/>
        </p:nvSpPr>
        <p:spPr>
          <a:xfrm xmlns:a="http://schemas.openxmlformats.org/drawingml/2006/main">
            <a:off x="1276350" y="4667250"/>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2BB845C1-DBF9-4B91-BBA8-E6A212DD9AE7}"/>
              </a:ext>
            </a:extLst>
          </p:cNvPr>
          <p:cNvSpPr>
            <a:spLocks xmlns:a="http://schemas.openxmlformats.org/drawingml/2006/main" noGrp="1"/>
          </p:cNvSpPr>
          <p:nvPr/>
        </p:nvSpPr>
        <p:spPr>
          <a:xfrm xmlns:a="http://schemas.openxmlformats.org/drawingml/2006/main">
            <a:off x="1752600" y="4505325"/>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증거: meeting_chunks.json과 test 결과를 함께 남긴다.</a:t>
            </a:r>
          </a:p>
        </p:txBody>
      </p:sp>
    </p:spTree>
    <p:extLst>
      <p:ext uri="{BB962C8B-B14F-4D97-AF65-F5344CB8AC3E}">
        <p14:creationId xmlns:p14="http://schemas.microsoft.com/office/powerpoint/2010/main" val="1798951008"/>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37B662C-0F27-42AD-BB5E-267EED74F57B}"/>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Codex 검증 루프</a:t>
            </a:r>
          </a:p>
        </p:txBody>
      </p:sp>
      <p:sp>
        <p:nvSpPr>
          <p:cNvPr id="2" name="">
            <a:extLst xmlns:a="http://schemas.openxmlformats.org/drawingml/2006/main">
              <a:ext uri="{FF2B5EF4-FFF2-40B4-BE49-F238E27FC236}">
                <a16:creationId xmlns:a16="http://schemas.microsoft.com/office/drawing/2014/main" id="{AB78E130-58FB-4768-A7A9-42491A5EF7B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공식·로컬 참고 화면</a:t>
            </a:r>
          </a:p>
        </p:txBody>
      </p:sp>
      <p:sp>
        <p:nvSpPr>
          <p:cNvPr id="3" name="">
            <a:extLst xmlns:a="http://schemas.openxmlformats.org/drawingml/2006/main">
              <a:ext uri="{FF2B5EF4-FFF2-40B4-BE49-F238E27FC236}">
                <a16:creationId xmlns:a16="http://schemas.microsoft.com/office/drawing/2014/main" id="{74F17DF6-1C3F-4E7A-B775-A5B335D529D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F64181E5-D518-472C-BA75-F598BE9BA1BC}"/>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7EAA0889-0A0A-4805-ABC6-92A2CD6A1B23}"/>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332BC191-26D3-4AFC-A098-B17DB20E5204}"/>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134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f82411067bc4951"/>
          <a:stretch xmlns:a="http://schemas.openxmlformats.org/drawingml/2006/main"/>
        </p:blipFill>
        <p:spPr>
          <a:xfrm xmlns:a="http://schemas.openxmlformats.org/drawingml/2006/main">
            <a:off x="5010150" y="1830586"/>
            <a:ext cx="6191250" cy="3482578"/>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7AC244E-CC74-4737-B426-E9122A687536}"/>
              </a:ext>
            </a:extLst>
          </p:cNvPr>
          <p:cNvSpPr>
            <a:spLocks xmlns:a="http://schemas.openxmlformats.org/drawingml/2006/main" noGrp="1"/>
          </p:cNvSpPr>
          <p:nvPr/>
        </p:nvSpPr>
        <p:spPr>
          <a:xfrm xmlns:a="http://schemas.openxmlformats.org/drawingml/2006/main">
            <a:off x="685800" y="1714500"/>
            <a:ext cx="382905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025" b="1">
                <a:solidFill>
                  <a:srgbClr val="191919"/>
                </a:solidFill>
                <a:latin typeface="NanumGothic"/>
                <a:ea typeface="NanumGothic"/>
                <a:cs typeface="NanumGothic"/>
              </a:defRPr>
            </a:pPr>
            <a:r>
              <a:rPr sz="2025" b="1">
                <a:solidFill>
                  <a:srgbClr val="191919"/>
                </a:solidFill>
                <a:latin typeface="NanumGothic"/>
                <a:ea typeface="NanumGothic"/>
                <a:cs typeface="NanumGothic"/>
              </a:rPr>
              <a:t>tests/test_course_services.py의 책임을 찾고 meeting_chunks.json 계약을 focused test로 고정합니다.</a:t>
            </a:r>
          </a:p>
        </p:txBody>
      </p:sp>
      <p:sp>
        <p:nvSpPr>
          <p:cNvPr id="9" name="">
            <a:extLst xmlns:a="http://schemas.openxmlformats.org/drawingml/2006/main">
              <a:ext uri="{FF2B5EF4-FFF2-40B4-BE49-F238E27FC236}">
                <a16:creationId xmlns:a16="http://schemas.microsoft.com/office/drawing/2014/main" id="{B1E8B6C6-7E65-4EAB-AEDA-F8C463A0E6B1}"/>
              </a:ext>
            </a:extLst>
          </p:cNvPr>
          <p:cNvSpPr>
            <a:spLocks xmlns:a="http://schemas.openxmlformats.org/drawingml/2006/main" noGrp="1"/>
          </p:cNvSpPr>
          <p:nvPr/>
        </p:nvSpPr>
        <p:spPr>
          <a:xfrm xmlns:a="http://schemas.openxmlformats.org/drawingml/2006/main">
            <a:off x="685800" y="3867150"/>
            <a:ext cx="38290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발화 단위 Chunking</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저장소 이해 → 허용 범위 변경</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 focused test → diff 리뷰</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 사람 merge</a:t>
            </a:r>
          </a:p>
        </p:txBody>
      </p:sp>
    </p:spTree>
    <p:extLst>
      <p:ext uri="{BB962C8B-B14F-4D97-AF65-F5344CB8AC3E}">
        <p14:creationId xmlns:p14="http://schemas.microsoft.com/office/powerpoint/2010/main" val="918448349"/>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1477098-2FEC-4482-BA56-A49BE2402CEE}"/>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Codex 작업 명세</a:t>
            </a:r>
          </a:p>
        </p:txBody>
      </p:sp>
      <p:sp>
        <p:nvSpPr>
          <p:cNvPr id="2" name="">
            <a:extLst xmlns:a="http://schemas.openxmlformats.org/drawingml/2006/main">
              <a:ext uri="{FF2B5EF4-FFF2-40B4-BE49-F238E27FC236}">
                <a16:creationId xmlns:a16="http://schemas.microsoft.com/office/drawing/2014/main" id="{A318DE57-DB58-4E4D-AD5E-F85E7DB16CEF}"/>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작업 요청 예시</a:t>
            </a:r>
          </a:p>
        </p:txBody>
      </p:sp>
      <p:sp>
        <p:nvSpPr>
          <p:cNvPr id="3" name="">
            <a:extLst xmlns:a="http://schemas.openxmlformats.org/drawingml/2006/main">
              <a:ext uri="{FF2B5EF4-FFF2-40B4-BE49-F238E27FC236}">
                <a16:creationId xmlns:a16="http://schemas.microsoft.com/office/drawing/2014/main" id="{99ACF8CE-59C4-435C-A694-6DA080A453CC}"/>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E5BF9862-3F87-4EF5-8740-731595495189}"/>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940E2D97-1949-4A4E-8E07-E25004BAB698}"/>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58F499E0-34F8-42CA-A871-0C8DAB718D96}"/>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135</a:t>
            </a:r>
          </a:p>
        </p:txBody>
      </p:sp>
      <p:sp>
        <p:nvSpPr>
          <p:cNvPr id="7" name="">
            <a:extLst xmlns:a="http://schemas.openxmlformats.org/drawingml/2006/main">
              <a:ext uri="{FF2B5EF4-FFF2-40B4-BE49-F238E27FC236}">
                <a16:creationId xmlns:a16="http://schemas.microsoft.com/office/drawing/2014/main" id="{E19F2E69-CE68-4531-AB1B-A4F441BF1C0D}"/>
              </a:ext>
            </a:extLst>
          </p:cNvPr>
          <p:cNvSpPr>
            <a:spLocks xmlns:a="http://schemas.openxmlformats.org/drawingml/2006/main" noGrp="1"/>
          </p:cNvSpPr>
          <p:nvPr/>
        </p:nvSpPr>
        <p:spPr>
          <a:xfrm xmlns:a="http://schemas.openxmlformats.org/drawingml/2006/main">
            <a:off x="685800" y="15811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목표</a:t>
            </a:r>
          </a:p>
        </p:txBody>
      </p:sp>
      <p:sp>
        <p:nvSpPr>
          <p:cNvPr id="8" name="">
            <a:extLst xmlns:a="http://schemas.openxmlformats.org/drawingml/2006/main">
              <a:ext uri="{FF2B5EF4-FFF2-40B4-BE49-F238E27FC236}">
                <a16:creationId xmlns:a16="http://schemas.microsoft.com/office/drawing/2014/main" id="{9E43A321-D061-4B98-8D18-F49600A277C5}"/>
              </a:ext>
            </a:extLst>
          </p:cNvPr>
          <p:cNvSpPr>
            <a:spLocks xmlns:a="http://schemas.openxmlformats.org/drawingml/2006/main" noGrp="1"/>
          </p:cNvSpPr>
          <p:nvPr/>
        </p:nvSpPr>
        <p:spPr>
          <a:xfrm xmlns:a="http://schemas.openxmlformats.org/drawingml/2006/main">
            <a:off x="2286000" y="142875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9" name="">
            <a:extLst xmlns:a="http://schemas.openxmlformats.org/drawingml/2006/main">
              <a:ext uri="{FF2B5EF4-FFF2-40B4-BE49-F238E27FC236}">
                <a16:creationId xmlns:a16="http://schemas.microsoft.com/office/drawing/2014/main" id="{05D87B30-AD04-4246-BC72-A428ECA75525}"/>
              </a:ext>
            </a:extLst>
          </p:cNvPr>
          <p:cNvSpPr>
            <a:spLocks xmlns:a="http://schemas.openxmlformats.org/drawingml/2006/main" noGrp="1"/>
          </p:cNvSpPr>
          <p:nvPr/>
        </p:nvSpPr>
        <p:spPr>
          <a:xfrm xmlns:a="http://schemas.openxmlformats.org/drawingml/2006/main">
            <a:off x="2533650" y="158115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1">
                <a:solidFill>
                  <a:srgbClr val="191919"/>
                </a:solidFill>
                <a:latin typeface="NanumGothic"/>
                <a:ea typeface="NanumGothic"/>
                <a:cs typeface="NanumGothic"/>
              </a:defRPr>
            </a:pPr>
            <a:r>
              <a:rPr sz="1425" b="1">
                <a:solidFill>
                  <a:srgbClr val="191919"/>
                </a:solidFill>
                <a:latin typeface="NanumGothic"/>
                <a:ea typeface="NanumGothic"/>
                <a:cs typeface="NanumGothic"/>
              </a:rPr>
              <a:t>segment 경계를 보존하는 chunk 함수와 작은 max_chars failure test를 작성한다.</a:t>
            </a:r>
          </a:p>
        </p:txBody>
      </p:sp>
      <p:sp>
        <p:nvSpPr>
          <p:cNvPr id="10" name="">
            <a:extLst xmlns:a="http://schemas.openxmlformats.org/drawingml/2006/main">
              <a:ext uri="{FF2B5EF4-FFF2-40B4-BE49-F238E27FC236}">
                <a16:creationId xmlns:a16="http://schemas.microsoft.com/office/drawing/2014/main" id="{A815B499-E69D-4DD8-9008-770CE0BC0F40}"/>
              </a:ext>
            </a:extLst>
          </p:cNvPr>
          <p:cNvSpPr>
            <a:spLocks xmlns:a="http://schemas.openxmlformats.org/drawingml/2006/main" noGrp="1"/>
          </p:cNvSpPr>
          <p:nvPr/>
        </p:nvSpPr>
        <p:spPr>
          <a:xfrm xmlns:a="http://schemas.openxmlformats.org/drawingml/2006/main">
            <a:off x="685800" y="27051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허용 경로</a:t>
            </a:r>
          </a:p>
        </p:txBody>
      </p:sp>
      <p:sp>
        <p:nvSpPr>
          <p:cNvPr id="11" name="">
            <a:extLst xmlns:a="http://schemas.openxmlformats.org/drawingml/2006/main">
              <a:ext uri="{FF2B5EF4-FFF2-40B4-BE49-F238E27FC236}">
                <a16:creationId xmlns:a16="http://schemas.microsoft.com/office/drawing/2014/main" id="{D83A583E-6F90-4A34-806C-87250C0BD1E4}"/>
              </a:ext>
            </a:extLst>
          </p:cNvPr>
          <p:cNvSpPr>
            <a:spLocks xmlns:a="http://schemas.openxmlformats.org/drawingml/2006/main" noGrp="1"/>
          </p:cNvSpPr>
          <p:nvPr/>
        </p:nvSpPr>
        <p:spPr>
          <a:xfrm xmlns:a="http://schemas.openxmlformats.org/drawingml/2006/main">
            <a:off x="2286000" y="255270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F608AC05-ED82-4DBA-B81D-A94F70825EBE}"/>
              </a:ext>
            </a:extLst>
          </p:cNvPr>
          <p:cNvSpPr>
            <a:spLocks xmlns:a="http://schemas.openxmlformats.org/drawingml/2006/main" noGrp="1"/>
          </p:cNvSpPr>
          <p:nvPr/>
        </p:nvSpPr>
        <p:spPr>
          <a:xfrm xmlns:a="http://schemas.openxmlformats.org/drawingml/2006/main">
            <a:off x="2533650" y="270510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tests/test_course_services.py</a:t>
            </a:r>
          </a:p>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data/meeting_sample_ko_12min.txt</a:t>
            </a:r>
          </a:p>
        </p:txBody>
      </p:sp>
      <p:sp>
        <p:nvSpPr>
          <p:cNvPr id="13" name="">
            <a:extLst xmlns:a="http://schemas.openxmlformats.org/drawingml/2006/main">
              <a:ext uri="{FF2B5EF4-FFF2-40B4-BE49-F238E27FC236}">
                <a16:creationId xmlns:a16="http://schemas.microsoft.com/office/drawing/2014/main" id="{088351F5-D6A2-468B-9879-60A668EE4ECB}"/>
              </a:ext>
            </a:extLst>
          </p:cNvPr>
          <p:cNvSpPr>
            <a:spLocks xmlns:a="http://schemas.openxmlformats.org/drawingml/2006/main" noGrp="1"/>
          </p:cNvSpPr>
          <p:nvPr/>
        </p:nvSpPr>
        <p:spPr>
          <a:xfrm xmlns:a="http://schemas.openxmlformats.org/drawingml/2006/main">
            <a:off x="685800" y="38290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완료 조건</a:t>
            </a:r>
          </a:p>
        </p:txBody>
      </p:sp>
      <p:sp>
        <p:nvSpPr>
          <p:cNvPr id="14" name="">
            <a:extLst xmlns:a="http://schemas.openxmlformats.org/drawingml/2006/main">
              <a:ext uri="{FF2B5EF4-FFF2-40B4-BE49-F238E27FC236}">
                <a16:creationId xmlns:a16="http://schemas.microsoft.com/office/drawing/2014/main" id="{E4D881B2-A386-4AF4-81E3-F00651E8F0AF}"/>
              </a:ext>
            </a:extLst>
          </p:cNvPr>
          <p:cNvSpPr>
            <a:spLocks xmlns:a="http://schemas.openxmlformats.org/drawingml/2006/main" noGrp="1"/>
          </p:cNvSpPr>
          <p:nvPr/>
        </p:nvSpPr>
        <p:spPr>
          <a:xfrm xmlns:a="http://schemas.openxmlformats.org/drawingml/2006/main">
            <a:off x="2286000" y="3676650"/>
            <a:ext cx="8763000" cy="800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5" name="">
            <a:extLst xmlns:a="http://schemas.openxmlformats.org/drawingml/2006/main">
              <a:ext uri="{FF2B5EF4-FFF2-40B4-BE49-F238E27FC236}">
                <a16:creationId xmlns:a16="http://schemas.microsoft.com/office/drawing/2014/main" id="{392DAF9F-E121-4AF2-B07F-73EE58484703}"/>
              </a:ext>
            </a:extLst>
          </p:cNvPr>
          <p:cNvSpPr>
            <a:spLocks xmlns:a="http://schemas.openxmlformats.org/drawingml/2006/main" noGrp="1"/>
          </p:cNvSpPr>
          <p:nvPr/>
        </p:nvSpPr>
        <p:spPr>
          <a:xfrm xmlns:a="http://schemas.openxmlformats.org/drawingml/2006/main">
            <a:off x="2533650" y="382905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모든 segment ID가 적어도 한 chunk에 존재한다.</a:t>
            </a:r>
          </a:p>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max_chars&lt;40과 음수 overlap은 명시 오류다.</a:t>
            </a:r>
          </a:p>
        </p:txBody>
      </p:sp>
      <p:sp>
        <p:nvSpPr>
          <p:cNvPr id="16" name="">
            <a:extLst xmlns:a="http://schemas.openxmlformats.org/drawingml/2006/main">
              <a:ext uri="{FF2B5EF4-FFF2-40B4-BE49-F238E27FC236}">
                <a16:creationId xmlns:a16="http://schemas.microsoft.com/office/drawing/2014/main" id="{31F1B66F-55E3-4216-B90A-81291BC90F8A}"/>
              </a:ext>
            </a:extLst>
          </p:cNvPr>
          <p:cNvSpPr>
            <a:spLocks xmlns:a="http://schemas.openxmlformats.org/drawingml/2006/main" noGrp="1"/>
          </p:cNvSpPr>
          <p:nvPr/>
        </p:nvSpPr>
        <p:spPr>
          <a:xfrm xmlns:a="http://schemas.openxmlformats.org/drawingml/2006/main">
            <a:off x="685800" y="49530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금지</a:t>
            </a:r>
          </a:p>
        </p:txBody>
      </p:sp>
      <p:sp>
        <p:nvSpPr>
          <p:cNvPr id="17" name="">
            <a:extLst xmlns:a="http://schemas.openxmlformats.org/drawingml/2006/main">
              <a:ext uri="{FF2B5EF4-FFF2-40B4-BE49-F238E27FC236}">
                <a16:creationId xmlns:a16="http://schemas.microsoft.com/office/drawing/2014/main" id="{05ACC419-EB88-484E-A653-6F9917E71A84}"/>
              </a:ext>
            </a:extLst>
          </p:cNvPr>
          <p:cNvSpPr>
            <a:spLocks xmlns:a="http://schemas.openxmlformats.org/drawingml/2006/main" noGrp="1"/>
          </p:cNvSpPr>
          <p:nvPr/>
        </p:nvSpPr>
        <p:spPr>
          <a:xfrm xmlns:a="http://schemas.openxmlformats.org/drawingml/2006/main">
            <a:off x="2286000" y="480060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A3E46C86-9A99-4D4A-B530-7976CC806D57}"/>
              </a:ext>
            </a:extLst>
          </p:cNvPr>
          <p:cNvSpPr>
            <a:spLocks xmlns:a="http://schemas.openxmlformats.org/drawingml/2006/main" noGrp="1"/>
          </p:cNvSpPr>
          <p:nvPr/>
        </p:nvSpPr>
        <p:spPr>
          <a:xfrm xmlns:a="http://schemas.openxmlformats.org/drawingml/2006/main">
            <a:off x="2533650" y="495300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발화 단위 Chunking: secret 출력 · workspace 밖 변경 · test 약화 · 승인 없는 외부 쓰기</a:t>
            </a:r>
          </a:p>
        </p:txBody>
      </p:sp>
    </p:spTree>
    <p:extLst>
      <p:ext uri="{BB962C8B-B14F-4D97-AF65-F5344CB8AC3E}">
        <p14:creationId xmlns:p14="http://schemas.microsoft.com/office/powerpoint/2010/main" val="783061989"/>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B3FF9A6-344F-4BE0-8DED-222BC9B720EF}"/>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독립 리뷰</a:t>
            </a:r>
          </a:p>
        </p:txBody>
      </p:sp>
      <p:sp>
        <p:nvSpPr>
          <p:cNvPr id="2" name="">
            <a:extLst xmlns:a="http://schemas.openxmlformats.org/drawingml/2006/main">
              <a:ext uri="{FF2B5EF4-FFF2-40B4-BE49-F238E27FC236}">
                <a16:creationId xmlns:a16="http://schemas.microsoft.com/office/drawing/2014/main" id="{7E8A8BBB-5019-4CEB-AB7A-E09312170732}"/>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Codex·Claude Code</a:t>
            </a:r>
          </a:p>
        </p:txBody>
      </p:sp>
      <p:sp>
        <p:nvSpPr>
          <p:cNvPr id="3" name="">
            <a:extLst xmlns:a="http://schemas.openxmlformats.org/drawingml/2006/main">
              <a:ext uri="{FF2B5EF4-FFF2-40B4-BE49-F238E27FC236}">
                <a16:creationId xmlns:a16="http://schemas.microsoft.com/office/drawing/2014/main" id="{E16B4C96-C7DF-4F80-8EA0-3AD2B934E0C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70AD42C8-DC87-4192-B209-7D1B7DB2FCBE}"/>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AD92CBC0-93B0-48FC-8E95-77F7890F17C0}"/>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CD842D49-91A0-47F6-9635-76AA8FBB2844}"/>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136</a:t>
            </a:r>
          </a:p>
        </p:txBody>
      </p:sp>
      <p:sp>
        <p:nvSpPr>
          <p:cNvPr id="7" name="">
            <a:extLst xmlns:a="http://schemas.openxmlformats.org/drawingml/2006/main">
              <a:ext uri="{FF2B5EF4-FFF2-40B4-BE49-F238E27FC236}">
                <a16:creationId xmlns:a16="http://schemas.microsoft.com/office/drawing/2014/main" id="{62C9C26C-4970-46D9-86BB-03AD54C4B1E9}"/>
              </a:ext>
            </a:extLst>
          </p:cNvPr>
          <p:cNvSpPr>
            <a:spLocks xmlns:a="http://schemas.openxmlformats.org/drawingml/2006/main" noGrp="1"/>
          </p:cNvSpPr>
          <p:nvPr/>
        </p:nvSpPr>
        <p:spPr>
          <a:xfrm xmlns:a="http://schemas.openxmlformats.org/drawingml/2006/main">
            <a:off x="723900" y="16192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D2E12378-89CC-4439-BAB0-B38580F9F4D6}"/>
              </a:ext>
            </a:extLst>
          </p:cNvPr>
          <p:cNvSpPr>
            <a:spLocks xmlns:a="http://schemas.openxmlformats.org/drawingml/2006/main" noGrp="1"/>
          </p:cNvSpPr>
          <p:nvPr/>
        </p:nvSpPr>
        <p:spPr>
          <a:xfrm xmlns:a="http://schemas.openxmlformats.org/drawingml/2006/main">
            <a:off x="1428750" y="15049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Codex diff</a:t>
            </a:r>
          </a:p>
        </p:txBody>
      </p:sp>
      <p:sp>
        <p:nvSpPr>
          <p:cNvPr id="9" name="">
            <a:extLst xmlns:a="http://schemas.openxmlformats.org/drawingml/2006/main">
              <a:ext uri="{FF2B5EF4-FFF2-40B4-BE49-F238E27FC236}">
                <a16:creationId xmlns:a16="http://schemas.microsoft.com/office/drawing/2014/main" id="{E6BBB7D4-C81D-4686-A7CF-07A257B2D0F1}"/>
              </a:ext>
            </a:extLst>
          </p:cNvPr>
          <p:cNvSpPr>
            <a:spLocks xmlns:a="http://schemas.openxmlformats.org/drawingml/2006/main" noGrp="1"/>
          </p:cNvSpPr>
          <p:nvPr/>
        </p:nvSpPr>
        <p:spPr>
          <a:xfrm xmlns:a="http://schemas.openxmlformats.org/drawingml/2006/main">
            <a:off x="3733800" y="17716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158242EC-0447-4EDD-B436-EB81FFE0BA98}"/>
              </a:ext>
            </a:extLst>
          </p:cNvPr>
          <p:cNvSpPr>
            <a:spLocks xmlns:a="http://schemas.openxmlformats.org/drawingml/2006/main" noGrp="1"/>
          </p:cNvSpPr>
          <p:nvPr/>
        </p:nvSpPr>
        <p:spPr>
          <a:xfrm xmlns:a="http://schemas.openxmlformats.org/drawingml/2006/main">
            <a:off x="4629150" y="15049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발화 단위 Chunking 허용 경로 밖 파일이 바뀌지 않았는가</a:t>
            </a:r>
          </a:p>
        </p:txBody>
      </p:sp>
      <p:sp>
        <p:nvSpPr>
          <p:cNvPr id="11" name="">
            <a:extLst xmlns:a="http://schemas.openxmlformats.org/drawingml/2006/main">
              <a:ext uri="{FF2B5EF4-FFF2-40B4-BE49-F238E27FC236}">
                <a16:creationId xmlns:a16="http://schemas.microsoft.com/office/drawing/2014/main" id="{1233A120-3CF1-4D87-A39E-6B74EB7FFC07}"/>
              </a:ext>
            </a:extLst>
          </p:cNvPr>
          <p:cNvSpPr>
            <a:spLocks xmlns:a="http://schemas.openxmlformats.org/drawingml/2006/main" noGrp="1"/>
          </p:cNvSpPr>
          <p:nvPr/>
        </p:nvSpPr>
        <p:spPr>
          <a:xfrm xmlns:a="http://schemas.openxmlformats.org/drawingml/2006/main">
            <a:off x="723900" y="26860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B3867B02-74EA-48C5-BF6E-5328EAB29719}"/>
              </a:ext>
            </a:extLst>
          </p:cNvPr>
          <p:cNvSpPr>
            <a:spLocks xmlns:a="http://schemas.openxmlformats.org/drawingml/2006/main" noGrp="1"/>
          </p:cNvSpPr>
          <p:nvPr/>
        </p:nvSpPr>
        <p:spPr>
          <a:xfrm xmlns:a="http://schemas.openxmlformats.org/drawingml/2006/main">
            <a:off x="1428750" y="25717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Focused test</a:t>
            </a:r>
          </a:p>
        </p:txBody>
      </p:sp>
      <p:sp>
        <p:nvSpPr>
          <p:cNvPr id="13" name="">
            <a:extLst xmlns:a="http://schemas.openxmlformats.org/drawingml/2006/main">
              <a:ext uri="{FF2B5EF4-FFF2-40B4-BE49-F238E27FC236}">
                <a16:creationId xmlns:a16="http://schemas.microsoft.com/office/drawing/2014/main" id="{48D7E6A5-B7BE-4E08-9359-F21C3FCE832F}"/>
              </a:ext>
            </a:extLst>
          </p:cNvPr>
          <p:cNvSpPr>
            <a:spLocks xmlns:a="http://schemas.openxmlformats.org/drawingml/2006/main" noGrp="1"/>
          </p:cNvSpPr>
          <p:nvPr/>
        </p:nvSpPr>
        <p:spPr>
          <a:xfrm xmlns:a="http://schemas.openxmlformats.org/drawingml/2006/main">
            <a:off x="3733800" y="28384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481CA48B-FB17-49E6-9A4E-179EF1CA93F5}"/>
              </a:ext>
            </a:extLst>
          </p:cNvPr>
          <p:cNvSpPr>
            <a:spLocks xmlns:a="http://schemas.openxmlformats.org/drawingml/2006/main" noGrp="1"/>
          </p:cNvSpPr>
          <p:nvPr/>
        </p:nvSpPr>
        <p:spPr>
          <a:xfrm xmlns:a="http://schemas.openxmlformats.org/drawingml/2006/main">
            <a:off x="4629150" y="25717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모든 segment ID가 적어도 한 chunk에 존재한다.</a:t>
            </a:r>
          </a:p>
        </p:txBody>
      </p:sp>
      <p:sp>
        <p:nvSpPr>
          <p:cNvPr id="15" name="">
            <a:extLst xmlns:a="http://schemas.openxmlformats.org/drawingml/2006/main">
              <a:ext uri="{FF2B5EF4-FFF2-40B4-BE49-F238E27FC236}">
                <a16:creationId xmlns:a16="http://schemas.microsoft.com/office/drawing/2014/main" id="{386DCEF3-5FE1-440B-9CCE-7A8695700779}"/>
              </a:ext>
            </a:extLst>
          </p:cNvPr>
          <p:cNvSpPr>
            <a:spLocks xmlns:a="http://schemas.openxmlformats.org/drawingml/2006/main" noGrp="1"/>
          </p:cNvSpPr>
          <p:nvPr/>
        </p:nvSpPr>
        <p:spPr>
          <a:xfrm xmlns:a="http://schemas.openxmlformats.org/drawingml/2006/main">
            <a:off x="723900" y="37528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03</a:t>
            </a:r>
          </a:p>
        </p:txBody>
      </p:sp>
      <p:sp>
        <p:nvSpPr>
          <p:cNvPr id="16" name="">
            <a:extLst xmlns:a="http://schemas.openxmlformats.org/drawingml/2006/main">
              <a:ext uri="{FF2B5EF4-FFF2-40B4-BE49-F238E27FC236}">
                <a16:creationId xmlns:a16="http://schemas.microsoft.com/office/drawing/2014/main" id="{319E0920-B8E9-432A-B55E-FC66E852F61F}"/>
              </a:ext>
            </a:extLst>
          </p:cNvPr>
          <p:cNvSpPr>
            <a:spLocks xmlns:a="http://schemas.openxmlformats.org/drawingml/2006/main" noGrp="1"/>
          </p:cNvSpPr>
          <p:nvPr/>
        </p:nvSpPr>
        <p:spPr>
          <a:xfrm xmlns:a="http://schemas.openxmlformats.org/drawingml/2006/main">
            <a:off x="1428750" y="36385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Claude review</a:t>
            </a:r>
          </a:p>
        </p:txBody>
      </p:sp>
      <p:sp>
        <p:nvSpPr>
          <p:cNvPr id="17" name="">
            <a:extLst xmlns:a="http://schemas.openxmlformats.org/drawingml/2006/main">
              <a:ext uri="{FF2B5EF4-FFF2-40B4-BE49-F238E27FC236}">
                <a16:creationId xmlns:a16="http://schemas.microsoft.com/office/drawing/2014/main" id="{DC80415E-D912-40B5-B3AB-DD09718852C2}"/>
              </a:ext>
            </a:extLst>
          </p:cNvPr>
          <p:cNvSpPr>
            <a:spLocks xmlns:a="http://schemas.openxmlformats.org/drawingml/2006/main" noGrp="1"/>
          </p:cNvSpPr>
          <p:nvPr/>
        </p:nvSpPr>
        <p:spPr>
          <a:xfrm xmlns:a="http://schemas.openxmlformats.org/drawingml/2006/main">
            <a:off x="3733800" y="39052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1DB519D3-D849-447D-828C-552F5657718D}"/>
              </a:ext>
            </a:extLst>
          </p:cNvPr>
          <p:cNvSpPr>
            <a:spLocks xmlns:a="http://schemas.openxmlformats.org/drawingml/2006/main" noGrp="1"/>
          </p:cNvSpPr>
          <p:nvPr/>
        </p:nvSpPr>
        <p:spPr>
          <a:xfrm xmlns:a="http://schemas.openxmlformats.org/drawingml/2006/main">
            <a:off x="4629150" y="36385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meeting_chunks.json 변경 라인·누락 경계를 별도 session에서 검토</a:t>
            </a:r>
          </a:p>
        </p:txBody>
      </p:sp>
      <p:sp>
        <p:nvSpPr>
          <p:cNvPr id="19" name="">
            <a:extLst xmlns:a="http://schemas.openxmlformats.org/drawingml/2006/main">
              <a:ext uri="{FF2B5EF4-FFF2-40B4-BE49-F238E27FC236}">
                <a16:creationId xmlns:a16="http://schemas.microsoft.com/office/drawing/2014/main" id="{A6338933-6A0C-4E5E-8EEC-E791946939D7}"/>
              </a:ext>
            </a:extLst>
          </p:cNvPr>
          <p:cNvSpPr>
            <a:spLocks xmlns:a="http://schemas.openxmlformats.org/drawingml/2006/main" noGrp="1"/>
          </p:cNvSpPr>
          <p:nvPr/>
        </p:nvSpPr>
        <p:spPr>
          <a:xfrm xmlns:a="http://schemas.openxmlformats.org/drawingml/2006/main">
            <a:off x="723900" y="48196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04</a:t>
            </a:r>
          </a:p>
        </p:txBody>
      </p:sp>
      <p:sp>
        <p:nvSpPr>
          <p:cNvPr id="20" name="">
            <a:extLst xmlns:a="http://schemas.openxmlformats.org/drawingml/2006/main">
              <a:ext uri="{FF2B5EF4-FFF2-40B4-BE49-F238E27FC236}">
                <a16:creationId xmlns:a16="http://schemas.microsoft.com/office/drawing/2014/main" id="{ED40F912-0D00-4403-A4D7-8A14BDDCE047}"/>
              </a:ext>
            </a:extLst>
          </p:cNvPr>
          <p:cNvSpPr>
            <a:spLocks xmlns:a="http://schemas.openxmlformats.org/drawingml/2006/main" noGrp="1"/>
          </p:cNvSpPr>
          <p:nvPr/>
        </p:nvSpPr>
        <p:spPr>
          <a:xfrm xmlns:a="http://schemas.openxmlformats.org/drawingml/2006/main">
            <a:off x="1428750" y="47053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Human merge</a:t>
            </a:r>
          </a:p>
        </p:txBody>
      </p:sp>
      <p:sp>
        <p:nvSpPr>
          <p:cNvPr id="21" name="">
            <a:extLst xmlns:a="http://schemas.openxmlformats.org/drawingml/2006/main">
              <a:ext uri="{FF2B5EF4-FFF2-40B4-BE49-F238E27FC236}">
                <a16:creationId xmlns:a16="http://schemas.microsoft.com/office/drawing/2014/main" id="{311AB5BB-59BD-4EE9-8EFA-4BA7DCF71AFD}"/>
              </a:ext>
            </a:extLst>
          </p:cNvPr>
          <p:cNvSpPr>
            <a:spLocks xmlns:a="http://schemas.openxmlformats.org/drawingml/2006/main" noGrp="1"/>
          </p:cNvSpPr>
          <p:nvPr/>
        </p:nvSpPr>
        <p:spPr>
          <a:xfrm xmlns:a="http://schemas.openxmlformats.org/drawingml/2006/main">
            <a:off x="3733800" y="49720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22" name="">
            <a:extLst xmlns:a="http://schemas.openxmlformats.org/drawingml/2006/main">
              <a:ext uri="{FF2B5EF4-FFF2-40B4-BE49-F238E27FC236}">
                <a16:creationId xmlns:a16="http://schemas.microsoft.com/office/drawing/2014/main" id="{3F9EFFCC-0C90-4F9F-877F-AC49C3B97FE2}"/>
              </a:ext>
            </a:extLst>
          </p:cNvPr>
          <p:cNvSpPr>
            <a:spLocks xmlns:a="http://schemas.openxmlformats.org/drawingml/2006/main" noGrp="1"/>
          </p:cNvSpPr>
          <p:nvPr/>
        </p:nvSpPr>
        <p:spPr>
          <a:xfrm xmlns:a="http://schemas.openxmlformats.org/drawingml/2006/main">
            <a:off x="4629150" y="47053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발화 단위 Chunking의 두 LLM 의견과 test는 자동 승인이 아니다</a:t>
            </a:r>
          </a:p>
        </p:txBody>
      </p:sp>
    </p:spTree>
    <p:extLst>
      <p:ext uri="{BB962C8B-B14F-4D97-AF65-F5344CB8AC3E}">
        <p14:creationId xmlns:p14="http://schemas.microsoft.com/office/powerpoint/2010/main" val="949270336"/>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3408D33-BC5F-479F-933F-4F06A18A35C4}"/>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정상 시연</a:t>
            </a:r>
          </a:p>
        </p:txBody>
      </p:sp>
      <p:sp>
        <p:nvSpPr>
          <p:cNvPr id="2" name="">
            <a:extLst xmlns:a="http://schemas.openxmlformats.org/drawingml/2006/main">
              <a:ext uri="{FF2B5EF4-FFF2-40B4-BE49-F238E27FC236}">
                <a16:creationId xmlns:a16="http://schemas.microsoft.com/office/drawing/2014/main" id="{50B2E05F-E770-4041-B506-FE3252834D28}"/>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강사 시연</a:t>
            </a:r>
          </a:p>
        </p:txBody>
      </p:sp>
      <p:sp>
        <p:nvSpPr>
          <p:cNvPr id="3" name="">
            <a:extLst xmlns:a="http://schemas.openxmlformats.org/drawingml/2006/main">
              <a:ext uri="{FF2B5EF4-FFF2-40B4-BE49-F238E27FC236}">
                <a16:creationId xmlns:a16="http://schemas.microsoft.com/office/drawing/2014/main" id="{AE105EE7-5CC3-4F4B-9AC8-A85EC8D61811}"/>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26EF94FD-9487-46E7-A31D-1B4818F41A50}"/>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74460BB1-2F19-4009-9F86-207C3A8161EC}"/>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21B4C4D7-B380-48A4-A93E-DAD3427E445C}"/>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137</a:t>
            </a:r>
          </a:p>
        </p:txBody>
      </p:sp>
      <p:sp>
        <p:nvSpPr>
          <p:cNvPr id="7" name="">
            <a:extLst xmlns:a="http://schemas.openxmlformats.org/drawingml/2006/main">
              <a:ext uri="{FF2B5EF4-FFF2-40B4-BE49-F238E27FC236}">
                <a16:creationId xmlns:a16="http://schemas.microsoft.com/office/drawing/2014/main" id="{11AEB283-2706-43A1-8507-0B80D5E8F962}"/>
              </a:ext>
            </a:extLst>
          </p:cNvPr>
          <p:cNvSpPr>
            <a:spLocks xmlns:a="http://schemas.openxmlformats.org/drawingml/2006/main" noGrp="1"/>
          </p:cNvSpPr>
          <p:nvPr/>
        </p:nvSpPr>
        <p:spPr>
          <a:xfrm xmlns:a="http://schemas.openxmlformats.org/drawingml/2006/main">
            <a:off x="876300" y="15621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74857A70-62F3-4F56-A954-188EA6370064}"/>
              </a:ext>
            </a:extLst>
          </p:cNvPr>
          <p:cNvSpPr>
            <a:spLocks xmlns:a="http://schemas.openxmlformats.org/drawingml/2006/main" noGrp="1"/>
          </p:cNvSpPr>
          <p:nvPr/>
        </p:nvSpPr>
        <p:spPr>
          <a:xfrm xmlns:a="http://schemas.openxmlformats.org/drawingml/2006/main">
            <a:off x="1314450" y="16859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1FC22F72-F10D-4F04-AC5D-B6607995A7CD}"/>
              </a:ext>
            </a:extLst>
          </p:cNvPr>
          <p:cNvSpPr>
            <a:spLocks xmlns:a="http://schemas.openxmlformats.org/drawingml/2006/main" noGrp="1"/>
          </p:cNvSpPr>
          <p:nvPr/>
        </p:nvSpPr>
        <p:spPr>
          <a:xfrm xmlns:a="http://schemas.openxmlformats.org/drawingml/2006/main">
            <a:off x="1790700" y="15240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열기: src/course_services/meeting_service.py</a:t>
            </a:r>
          </a:p>
        </p:txBody>
      </p:sp>
      <p:sp>
        <p:nvSpPr>
          <p:cNvPr id="10" name="">
            <a:extLst xmlns:a="http://schemas.openxmlformats.org/drawingml/2006/main">
              <a:ext uri="{FF2B5EF4-FFF2-40B4-BE49-F238E27FC236}">
                <a16:creationId xmlns:a16="http://schemas.microsoft.com/office/drawing/2014/main" id="{C99D9F12-9CF0-4893-B72B-5461BCE77F9B}"/>
              </a:ext>
            </a:extLst>
          </p:cNvPr>
          <p:cNvSpPr>
            <a:spLocks xmlns:a="http://schemas.openxmlformats.org/drawingml/2006/main" noGrp="1"/>
          </p:cNvSpPr>
          <p:nvPr/>
        </p:nvSpPr>
        <p:spPr>
          <a:xfrm xmlns:a="http://schemas.openxmlformats.org/drawingml/2006/main">
            <a:off x="876300" y="25527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A9DC4DBD-CA6A-4C56-91DA-275EB6AF3446}"/>
              </a:ext>
            </a:extLst>
          </p:cNvPr>
          <p:cNvSpPr>
            <a:spLocks xmlns:a="http://schemas.openxmlformats.org/drawingml/2006/main" noGrp="1"/>
          </p:cNvSpPr>
          <p:nvPr/>
        </p:nvSpPr>
        <p:spPr>
          <a:xfrm xmlns:a="http://schemas.openxmlformats.org/drawingml/2006/main">
            <a:off x="1314450" y="26765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35B1094B-77C7-4EB8-983F-DB989D626CFB}"/>
              </a:ext>
            </a:extLst>
          </p:cNvPr>
          <p:cNvSpPr>
            <a:spLocks xmlns:a="http://schemas.openxmlformats.org/drawingml/2006/main" noGrp="1"/>
          </p:cNvSpPr>
          <p:nvPr/>
        </p:nvSpPr>
        <p:spPr>
          <a:xfrm xmlns:a="http://schemas.openxmlformats.org/drawingml/2006/main">
            <a:off x="1790700" y="25146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구현 확인: tests/test_course_services.py</a:t>
            </a:r>
          </a:p>
        </p:txBody>
      </p:sp>
      <p:sp>
        <p:nvSpPr>
          <p:cNvPr id="13" name="">
            <a:extLst xmlns:a="http://schemas.openxmlformats.org/drawingml/2006/main">
              <a:ext uri="{FF2B5EF4-FFF2-40B4-BE49-F238E27FC236}">
                <a16:creationId xmlns:a16="http://schemas.microsoft.com/office/drawing/2014/main" id="{7174A4FA-60B4-4C30-891F-70792EF45585}"/>
              </a:ext>
            </a:extLst>
          </p:cNvPr>
          <p:cNvSpPr>
            <a:spLocks xmlns:a="http://schemas.openxmlformats.org/drawingml/2006/main" noGrp="1"/>
          </p:cNvSpPr>
          <p:nvPr/>
        </p:nvSpPr>
        <p:spPr>
          <a:xfrm xmlns:a="http://schemas.openxmlformats.org/drawingml/2006/main">
            <a:off x="876300" y="35433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EA7701E5-60A1-4660-91ED-105EC1D2635B}"/>
              </a:ext>
            </a:extLst>
          </p:cNvPr>
          <p:cNvSpPr>
            <a:spLocks xmlns:a="http://schemas.openxmlformats.org/drawingml/2006/main" noGrp="1"/>
          </p:cNvSpPr>
          <p:nvPr/>
        </p:nvSpPr>
        <p:spPr>
          <a:xfrm xmlns:a="http://schemas.openxmlformats.org/drawingml/2006/main">
            <a:off x="1314450" y="36671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026AE124-5CD5-43A6-8CFF-65F98E20A535}"/>
              </a:ext>
            </a:extLst>
          </p:cNvPr>
          <p:cNvSpPr>
            <a:spLocks xmlns:a="http://schemas.openxmlformats.org/drawingml/2006/main" noGrp="1"/>
          </p:cNvSpPr>
          <p:nvPr/>
        </p:nvSpPr>
        <p:spPr>
          <a:xfrm xmlns:a="http://schemas.openxmlformats.org/drawingml/2006/main">
            <a:off x="1790700" y="35052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실행: python -m pytest -q tests/test_course_services.py -k meeting_chunks</a:t>
            </a:r>
          </a:p>
        </p:txBody>
      </p:sp>
      <p:sp>
        <p:nvSpPr>
          <p:cNvPr id="16" name="">
            <a:extLst xmlns:a="http://schemas.openxmlformats.org/drawingml/2006/main">
              <a:ext uri="{FF2B5EF4-FFF2-40B4-BE49-F238E27FC236}">
                <a16:creationId xmlns:a16="http://schemas.microsoft.com/office/drawing/2014/main" id="{05224314-9F61-481B-B592-E2F2B7248A7C}"/>
              </a:ext>
            </a:extLst>
          </p:cNvPr>
          <p:cNvSpPr>
            <a:spLocks xmlns:a="http://schemas.openxmlformats.org/drawingml/2006/main" noGrp="1"/>
          </p:cNvSpPr>
          <p:nvPr/>
        </p:nvSpPr>
        <p:spPr>
          <a:xfrm xmlns:a="http://schemas.openxmlformats.org/drawingml/2006/main">
            <a:off x="876300" y="4533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45E3D8B6-6A46-4CF2-964E-69FE6AD80B19}"/>
              </a:ext>
            </a:extLst>
          </p:cNvPr>
          <p:cNvSpPr>
            <a:spLocks xmlns:a="http://schemas.openxmlformats.org/drawingml/2006/main" noGrp="1"/>
          </p:cNvSpPr>
          <p:nvPr/>
        </p:nvSpPr>
        <p:spPr>
          <a:xfrm xmlns:a="http://schemas.openxmlformats.org/drawingml/2006/main">
            <a:off x="1314450" y="4657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265655B6-97C4-477A-9DEA-EF244D452FBD}"/>
              </a:ext>
            </a:extLst>
          </p:cNvPr>
          <p:cNvSpPr>
            <a:spLocks xmlns:a="http://schemas.openxmlformats.org/drawingml/2006/main" noGrp="1"/>
          </p:cNvSpPr>
          <p:nvPr/>
        </p:nvSpPr>
        <p:spPr>
          <a:xfrm xmlns:a="http://schemas.openxmlformats.org/drawingml/2006/main">
            <a:off x="1790700" y="44958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성공 신호: 모든 segment ID가 적어도 한 chunk에 존재한다.</a:t>
            </a:r>
          </a:p>
        </p:txBody>
      </p:sp>
    </p:spTree>
    <p:extLst>
      <p:ext uri="{BB962C8B-B14F-4D97-AF65-F5344CB8AC3E}">
        <p14:creationId xmlns:p14="http://schemas.microsoft.com/office/powerpoint/2010/main" val="1674555883"/>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569D472-9BB4-4155-BB58-B1E7B4E98CFA}"/>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실행 명령</a:t>
            </a:r>
          </a:p>
        </p:txBody>
      </p:sp>
      <p:sp>
        <p:nvSpPr>
          <p:cNvPr id="2" name="">
            <a:extLst xmlns:a="http://schemas.openxmlformats.org/drawingml/2006/main">
              <a:ext uri="{FF2B5EF4-FFF2-40B4-BE49-F238E27FC236}">
                <a16:creationId xmlns:a16="http://schemas.microsoft.com/office/drawing/2014/main" id="{22053C86-8B3C-4848-9EEB-168ACD7DE2CF}"/>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Terminal</a:t>
            </a:r>
          </a:p>
        </p:txBody>
      </p:sp>
      <p:sp>
        <p:nvSpPr>
          <p:cNvPr id="3" name="">
            <a:extLst xmlns:a="http://schemas.openxmlformats.org/drawingml/2006/main">
              <a:ext uri="{FF2B5EF4-FFF2-40B4-BE49-F238E27FC236}">
                <a16:creationId xmlns:a16="http://schemas.microsoft.com/office/drawing/2014/main" id="{06B88FEB-3B7D-4D73-A5BB-6EFE36A66EA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FED811B9-BA20-40B1-A32C-3521A026B445}"/>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2A1BFA17-7543-429E-8BB6-023583DF2B18}"/>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26D57A90-DE3B-4B84-A308-F81B341E4803}"/>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138</a:t>
            </a:r>
          </a:p>
        </p:txBody>
      </p:sp>
      <p:sp>
        <p:nvSpPr>
          <p:cNvPr id="7" name="">
            <a:extLst xmlns:a="http://schemas.openxmlformats.org/drawingml/2006/main">
              <a:ext uri="{FF2B5EF4-FFF2-40B4-BE49-F238E27FC236}">
                <a16:creationId xmlns:a16="http://schemas.microsoft.com/office/drawing/2014/main" id="{0F3BD9F3-AEC6-4C71-9123-04DD5067BA76}"/>
              </a:ext>
            </a:extLst>
          </p:cNvPr>
          <p:cNvSpPr>
            <a:spLocks xmlns:a="http://schemas.openxmlformats.org/drawingml/2006/main" noGrp="1"/>
          </p:cNvSpPr>
          <p:nvPr/>
        </p:nvSpPr>
        <p:spPr>
          <a:xfrm xmlns:a="http://schemas.openxmlformats.org/drawingml/2006/main">
            <a:off x="685800" y="1809750"/>
            <a:ext cx="10820400" cy="2305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E180BD0-537C-4ED8-9881-5633C3B58E95}"/>
              </a:ext>
            </a:extLst>
          </p:cNvPr>
          <p:cNvSpPr>
            <a:spLocks xmlns:a="http://schemas.openxmlformats.org/drawingml/2006/main" noGrp="1"/>
          </p:cNvSpPr>
          <p:nvPr/>
        </p:nvSpPr>
        <p:spPr>
          <a:xfrm xmlns:a="http://schemas.openxmlformats.org/drawingml/2006/main">
            <a:off x="1066800" y="2381250"/>
            <a:ext cx="342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025" b="1">
                <a:solidFill>
                  <a:srgbClr val="2563EB"/>
                </a:solidFill>
                <a:latin typeface="NanumGothic"/>
                <a:ea typeface="NanumGothic"/>
                <a:cs typeface="NanumGothic"/>
              </a:defRPr>
            </a:pPr>
            <a:r>
              <a:rPr sz="2025" b="1">
                <a:solidFill>
                  <a:srgbClr val="2563EB"/>
                </a:solidFill>
                <a:latin typeface="NanumGothic"/>
                <a:ea typeface="NanumGothic"/>
                <a:cs typeface="NanumGothic"/>
              </a:rPr>
              <a:t>$</a:t>
            </a:r>
          </a:p>
        </p:txBody>
      </p:sp>
      <p:sp>
        <p:nvSpPr>
          <p:cNvPr id="9" name="">
            <a:extLst xmlns:a="http://schemas.openxmlformats.org/drawingml/2006/main">
              <a:ext uri="{FF2B5EF4-FFF2-40B4-BE49-F238E27FC236}">
                <a16:creationId xmlns:a16="http://schemas.microsoft.com/office/drawing/2014/main" id="{493B90F8-0A19-429A-9D87-0682181258AE}"/>
              </a:ext>
            </a:extLst>
          </p:cNvPr>
          <p:cNvSpPr>
            <a:spLocks xmlns:a="http://schemas.openxmlformats.org/drawingml/2006/main" noGrp="1"/>
          </p:cNvSpPr>
          <p:nvPr/>
        </p:nvSpPr>
        <p:spPr>
          <a:xfrm xmlns:a="http://schemas.openxmlformats.org/drawingml/2006/main">
            <a:off x="1581150" y="22479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python -m pytest -q tests/test_course_services.py -k meeting_chunks</a:t>
            </a:r>
          </a:p>
        </p:txBody>
      </p:sp>
      <p:sp>
        <p:nvSpPr>
          <p:cNvPr id="10" name="">
            <a:extLst xmlns:a="http://schemas.openxmlformats.org/drawingml/2006/main">
              <a:ext uri="{FF2B5EF4-FFF2-40B4-BE49-F238E27FC236}">
                <a16:creationId xmlns:a16="http://schemas.microsoft.com/office/drawing/2014/main" id="{286D618E-BD4F-4AB0-9BB5-10EB6C326AE0}"/>
              </a:ext>
            </a:extLst>
          </p:cNvPr>
          <p:cNvSpPr>
            <a:spLocks xmlns:a="http://schemas.openxmlformats.org/drawingml/2006/main" noGrp="1"/>
          </p:cNvSpPr>
          <p:nvPr/>
        </p:nvSpPr>
        <p:spPr>
          <a:xfrm xmlns:a="http://schemas.openxmlformats.org/drawingml/2006/main">
            <a:off x="819150" y="4648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실행 전 확인</a:t>
            </a:r>
          </a:p>
        </p:txBody>
      </p:sp>
      <p:sp>
        <p:nvSpPr>
          <p:cNvPr id="11" name="">
            <a:extLst xmlns:a="http://schemas.openxmlformats.org/drawingml/2006/main">
              <a:ext uri="{FF2B5EF4-FFF2-40B4-BE49-F238E27FC236}">
                <a16:creationId xmlns:a16="http://schemas.microsoft.com/office/drawing/2014/main" id="{9A800B4B-F631-4853-B77C-638B446DDE66}"/>
              </a:ext>
            </a:extLst>
          </p:cNvPr>
          <p:cNvSpPr>
            <a:spLocks xmlns:a="http://schemas.openxmlformats.org/drawingml/2006/main" noGrp="1"/>
          </p:cNvSpPr>
          <p:nvPr/>
        </p:nvSpPr>
        <p:spPr>
          <a:xfrm xmlns:a="http://schemas.openxmlformats.org/drawingml/2006/main">
            <a:off x="2857500" y="4552950"/>
            <a:ext cx="800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발화 단위 Chunking: repository root · Python 3.12 · .env 미출력</a:t>
            </a:r>
          </a:p>
        </p:txBody>
      </p:sp>
    </p:spTree>
    <p:extLst>
      <p:ext uri="{BB962C8B-B14F-4D97-AF65-F5344CB8AC3E}">
        <p14:creationId xmlns:p14="http://schemas.microsoft.com/office/powerpoint/2010/main" val="675095782"/>
      </p:ext>
    </p:extLst>
  </p:cSld>
</p:sld>
</file>

<file path=ppt/slides/slide1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6DCD63A-D080-4EA3-B34D-335F5916F5FD}"/>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05_meeting_chunks.json 실행 결과</a:t>
            </a:r>
          </a:p>
        </p:txBody>
      </p:sp>
      <p:sp>
        <p:nvSpPr>
          <p:cNvPr id="2" name="">
            <a:extLst xmlns:a="http://schemas.openxmlformats.org/drawingml/2006/main">
              <a:ext uri="{FF2B5EF4-FFF2-40B4-BE49-F238E27FC236}">
                <a16:creationId xmlns:a16="http://schemas.microsoft.com/office/drawing/2014/main" id="{54F8C4C2-C036-426A-9477-ED6847A0D2E9}"/>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Actual Output</a:t>
            </a:r>
          </a:p>
        </p:txBody>
      </p:sp>
      <p:sp>
        <p:nvSpPr>
          <p:cNvPr id="3" name="">
            <a:extLst xmlns:a="http://schemas.openxmlformats.org/drawingml/2006/main">
              <a:ext uri="{FF2B5EF4-FFF2-40B4-BE49-F238E27FC236}">
                <a16:creationId xmlns:a16="http://schemas.microsoft.com/office/drawing/2014/main" id="{AE3DB645-CD4F-48F0-A368-47DFF79B04E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E46BA1C4-178C-4CFD-911F-B8888BDD4E00}"/>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9DDD5D16-A6AF-438D-8100-DF90577448CE}"/>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258BE4CC-47CE-40B3-8E12-37F66F42FACF}"/>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139</a:t>
            </a:r>
          </a:p>
        </p:txBody>
      </p:sp>
      <p:sp>
        <p:nvSpPr>
          <p:cNvPr id="7" name="">
            <a:extLst xmlns:a="http://schemas.openxmlformats.org/drawingml/2006/main">
              <a:ext uri="{FF2B5EF4-FFF2-40B4-BE49-F238E27FC236}">
                <a16:creationId xmlns:a16="http://schemas.microsoft.com/office/drawing/2014/main" id="{075DCDF5-8988-4A78-A20D-ABD6A9BBF657}"/>
              </a:ext>
            </a:extLst>
          </p:cNvPr>
          <p:cNvSpPr>
            <a:spLocks xmlns:a="http://schemas.openxmlformats.org/drawingml/2006/main" noGrp="1"/>
          </p:cNvSpPr>
          <p:nvPr/>
        </p:nvSpPr>
        <p:spPr>
          <a:xfrm xmlns:a="http://schemas.openxmlformats.org/drawingml/2006/main">
            <a:off x="685800" y="1466850"/>
            <a:ext cx="10820400" cy="44005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B69E402-5DFD-472C-8A87-EF981201BD68}"/>
              </a:ext>
            </a:extLst>
          </p:cNvPr>
          <p:cNvSpPr>
            <a:spLocks xmlns:a="http://schemas.openxmlformats.org/drawingml/2006/main" noGrp="1"/>
          </p:cNvSpPr>
          <p:nvPr/>
        </p:nvSpPr>
        <p:spPr>
          <a:xfrm xmlns:a="http://schemas.openxmlformats.org/drawingml/2006/main">
            <a:off x="933450" y="1695450"/>
            <a:ext cx="10325100" cy="394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9468"/>
          </a:bodyPr>
          <a:lstStyle xmlns:a="http://schemas.openxmlformats.org/drawingml/2006/main"/>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"chunks":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"id": "c01",</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"segment_ids":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"s01",</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"s02",</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"s03",</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"s04",</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"s05",</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"s06",</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"s07"</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"text": "모두 들어오셨죠? 오늘 회의 목적은 고객 문의 자동화 PoC의 첫 범위를 확정하는 것입니다. 모델을 고르는 회의가 아니라, 어떤 문의를 어디까지 자동화하고 어디서 사람이 확인할지 정하는 회의로 진행하겠습니다.\n운영 쪽 현황부터 말씀드릴게요. 최근 4주 동안 합성 기준으로 문의가 1,240건 정도였고, 배송 지연이 31퍼센트, 반품 절차가 24퍼센트, 환불과 보상 관련 문의가 18퍼센트였습니다. 나머지는 계정, 쿠폰, 상품 정보처럼 유형이 조금씩 달랐습니다.\n그중에서 API 없이도 답할 수 있는 범위를 먼저 골라야 할 것 같습니다. 배송 지연은 주문 상태 조회가 필요할 수 있고, 반품 절차는 정책 문서만으로도 초안 생성이 가능하니까 같은 자동화로 묶으면 위험도가 다릅니다.\n맞습니다. 그래서 입력을 두 종류로 나누면 좋겠습니다. 첫 번째는 공개 FAQ와 합성 문의만 사용하는 교육용 경로이고, 두 번째는 주문 상태 같은 내부 도구를 연결하는 확장 경로입니다. 오늘은 첫 번째 경로만 구현하는 게 안전합니다.\n그러면 오늘 결정할 PoC 사용자는 상담원 한 명으로 두죠. 고객에게 바로 답하는 Agent가 아니라, 상담원이 검토할 답변 초안과 근거 문장을 만드는 Copilot으로 정의하겠습니다.\n동의합니다. 실제 상담에서는 답변 자체보다 근거를 찾는 시간이 오래 걸립니다. 문의 한 건당 평균 처리 시간이 6분 40초 정도라고 가정하면, FAQ를 찾고 초안을 만드는 시간을 30초 안으로 줄이는 것이 1차 가치가 될 수 있습니다.\n외부 발송은 이번 범위에서 빼는 게 좋겠습니다. send_email이나 상담 시스템 게시 도구는 등록하지 않고, 로컬 Markdown이나 JSON 초안까지만 저장하도록 하겠습니다."</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"id": "c02",</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"segment_ids":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"s07",</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"s08",</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"s09",</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"s10",</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"s11",</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"s12",</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"s13",</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a:t>
            </a:r>
          </a:p>
        </p:txBody>
      </p:sp>
    </p:spTree>
    <p:extLst>
      <p:ext uri="{BB962C8B-B14F-4D97-AF65-F5344CB8AC3E}">
        <p14:creationId xmlns:p14="http://schemas.microsoft.com/office/powerpoint/2010/main" val="1740741207"/>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CB7684F-F1E0-4453-9112-83A34FA990E4}"/>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실패·복구 시연</a:t>
            </a:r>
          </a:p>
        </p:txBody>
      </p:sp>
      <p:sp>
        <p:nvSpPr>
          <p:cNvPr id="2" name="">
            <a:extLst xmlns:a="http://schemas.openxmlformats.org/drawingml/2006/main">
              <a:ext uri="{FF2B5EF4-FFF2-40B4-BE49-F238E27FC236}">
                <a16:creationId xmlns:a16="http://schemas.microsoft.com/office/drawing/2014/main" id="{24DDFDBB-F4A0-47C4-936C-3B559A3C3467}"/>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실패 시연</a:t>
            </a:r>
          </a:p>
        </p:txBody>
      </p:sp>
      <p:sp>
        <p:nvSpPr>
          <p:cNvPr id="3" name="">
            <a:extLst xmlns:a="http://schemas.openxmlformats.org/drawingml/2006/main">
              <a:ext uri="{FF2B5EF4-FFF2-40B4-BE49-F238E27FC236}">
                <a16:creationId xmlns:a16="http://schemas.microsoft.com/office/drawing/2014/main" id="{05EA0729-8CFE-48F1-8CE4-261814ADB8E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480F2D33-6B3B-4E06-9CB4-134265F5A0F0}"/>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DE5B2608-F5B9-4D05-9AA1-E001A6CA1DD3}"/>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8E38C979-D800-4FEC-AD60-55D51BDEBABB}"/>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140</a:t>
            </a:r>
          </a:p>
        </p:txBody>
      </p:sp>
      <p:sp>
        <p:nvSpPr>
          <p:cNvPr id="7" name="">
            <a:extLst xmlns:a="http://schemas.openxmlformats.org/drawingml/2006/main">
              <a:ext uri="{FF2B5EF4-FFF2-40B4-BE49-F238E27FC236}">
                <a16:creationId xmlns:a16="http://schemas.microsoft.com/office/drawing/2014/main" id="{EF0F5FF3-62F7-4FBD-BE2F-7CF368CE0CF8}"/>
              </a:ext>
            </a:extLst>
          </p:cNvPr>
          <p:cNvSpPr>
            <a:spLocks xmlns:a="http://schemas.openxmlformats.org/drawingml/2006/main" noGrp="1"/>
          </p:cNvSpPr>
          <p:nvPr/>
        </p:nvSpPr>
        <p:spPr>
          <a:xfrm xmlns:a="http://schemas.openxmlformats.org/drawingml/2006/main">
            <a:off x="762000" y="1619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재현</a:t>
            </a:r>
          </a:p>
        </p:txBody>
      </p:sp>
      <p:sp>
        <p:nvSpPr>
          <p:cNvPr id="8" name="">
            <a:extLst xmlns:a="http://schemas.openxmlformats.org/drawingml/2006/main">
              <a:ext uri="{FF2B5EF4-FFF2-40B4-BE49-F238E27FC236}">
                <a16:creationId xmlns:a16="http://schemas.microsoft.com/office/drawing/2014/main" id="{D8E054E6-BA61-4D2B-87DC-D365236F32AA}"/>
              </a:ext>
            </a:extLst>
          </p:cNvPr>
          <p:cNvSpPr>
            <a:spLocks xmlns:a="http://schemas.openxmlformats.org/drawingml/2006/main" noGrp="1"/>
          </p:cNvSpPr>
          <p:nvPr/>
        </p:nvSpPr>
        <p:spPr>
          <a:xfrm xmlns:a="http://schemas.openxmlformats.org/drawingml/2006/main">
            <a:off x="762000" y="2133600"/>
            <a:ext cx="4762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100" b="1">
                <a:solidFill>
                  <a:srgbClr val="191919"/>
                </a:solidFill>
                <a:latin typeface="NanumGothic"/>
                <a:ea typeface="NanumGothic"/>
                <a:cs typeface="NanumGothic"/>
              </a:defRPr>
            </a:pPr>
            <a:r>
              <a:rPr sz="2100" b="1">
                <a:solidFill>
                  <a:srgbClr val="191919"/>
                </a:solidFill>
                <a:latin typeface="NanumGothic"/>
                <a:ea typeface="NanumGothic"/>
                <a:cs typeface="NanumGothic"/>
              </a:rPr>
              <a:t>max_chars&lt;40과 음수 overlap은 명시 오류다.</a:t>
            </a:r>
          </a:p>
        </p:txBody>
      </p:sp>
      <p:sp>
        <p:nvSpPr>
          <p:cNvPr id="9" name="">
            <a:extLst xmlns:a="http://schemas.openxmlformats.org/drawingml/2006/main">
              <a:ext uri="{FF2B5EF4-FFF2-40B4-BE49-F238E27FC236}">
                <a16:creationId xmlns:a16="http://schemas.microsoft.com/office/drawing/2014/main" id="{76FEBC05-0A7B-4B44-81E3-8C2EB296D28B}"/>
              </a:ext>
            </a:extLst>
          </p:cNvPr>
          <p:cNvSpPr>
            <a:spLocks xmlns:a="http://schemas.openxmlformats.org/drawingml/2006/main" noGrp="1"/>
          </p:cNvSpPr>
          <p:nvPr/>
        </p:nvSpPr>
        <p:spPr>
          <a:xfrm xmlns:a="http://schemas.openxmlformats.org/drawingml/2006/main">
            <a:off x="6000750" y="1657350"/>
            <a:ext cx="0" cy="342900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10" name="">
            <a:extLst xmlns:a="http://schemas.openxmlformats.org/drawingml/2006/main">
              <a:ext uri="{FF2B5EF4-FFF2-40B4-BE49-F238E27FC236}">
                <a16:creationId xmlns:a16="http://schemas.microsoft.com/office/drawing/2014/main" id="{7A849C3A-E985-4EE2-90AE-E91039DD4CBA}"/>
              </a:ext>
            </a:extLst>
          </p:cNvPr>
          <p:cNvSpPr>
            <a:spLocks xmlns:a="http://schemas.openxmlformats.org/drawingml/2006/main" noGrp="1"/>
          </p:cNvSpPr>
          <p:nvPr/>
        </p:nvSpPr>
        <p:spPr>
          <a:xfrm xmlns:a="http://schemas.openxmlformats.org/drawingml/2006/main">
            <a:off x="6553200" y="1619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복구</a:t>
            </a:r>
          </a:p>
        </p:txBody>
      </p:sp>
      <p:sp>
        <p:nvSpPr>
          <p:cNvPr id="11" name="">
            <a:extLst xmlns:a="http://schemas.openxmlformats.org/drawingml/2006/main">
              <a:ext uri="{FF2B5EF4-FFF2-40B4-BE49-F238E27FC236}">
                <a16:creationId xmlns:a16="http://schemas.microsoft.com/office/drawing/2014/main" id="{9BAAF8EC-8F64-4AD5-B77E-C2F7E760F1F0}"/>
              </a:ext>
            </a:extLst>
          </p:cNvPr>
          <p:cNvSpPr>
            <a:spLocks xmlns:a="http://schemas.openxmlformats.org/drawingml/2006/main" noGrp="1"/>
          </p:cNvSpPr>
          <p:nvPr/>
        </p:nvSpPr>
        <p:spPr>
          <a:xfrm xmlns:a="http://schemas.openxmlformats.org/drawingml/2006/main">
            <a:off x="6553200" y="2133600"/>
            <a:ext cx="45529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100" b="1">
                <a:solidFill>
                  <a:srgbClr val="191919"/>
                </a:solidFill>
                <a:latin typeface="NanumGothic"/>
                <a:ea typeface="NanumGothic"/>
                <a:cs typeface="NanumGothic"/>
              </a:defRPr>
            </a:pPr>
            <a:r>
              <a:rPr sz="2100" b="1">
                <a:solidFill>
                  <a:srgbClr val="191919"/>
                </a:solidFill>
                <a:latin typeface="NanumGothic"/>
                <a:ea typeface="NanumGothic"/>
                <a:cs typeface="NanumGothic"/>
              </a:rPr>
              <a:t>evidence ID 기반 deduplication과 최종 사람 검토를 적용한다.</a:t>
            </a:r>
          </a:p>
        </p:txBody>
      </p:sp>
      <p:sp>
        <p:nvSpPr>
          <p:cNvPr id="12" name="">
            <a:extLst xmlns:a="http://schemas.openxmlformats.org/drawingml/2006/main">
              <a:ext uri="{FF2B5EF4-FFF2-40B4-BE49-F238E27FC236}">
                <a16:creationId xmlns:a16="http://schemas.microsoft.com/office/drawing/2014/main" id="{73CC4D74-D4DF-45F0-AEAE-11AFB0C2BA7C}"/>
              </a:ext>
            </a:extLst>
          </p:cNvPr>
          <p:cNvSpPr>
            <a:spLocks xmlns:a="http://schemas.openxmlformats.org/drawingml/2006/main" noGrp="1"/>
          </p:cNvSpPr>
          <p:nvPr/>
        </p:nvSpPr>
        <p:spPr>
          <a:xfrm xmlns:a="http://schemas.openxmlformats.org/drawingml/2006/main">
            <a:off x="1524000" y="4686300"/>
            <a:ext cx="914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확인: max_chars&lt;40과 음수 overlap은 명시 오류다.</a:t>
            </a:r>
          </a:p>
        </p:txBody>
      </p:sp>
    </p:spTree>
    <p:extLst>
      <p:ext uri="{BB962C8B-B14F-4D97-AF65-F5344CB8AC3E}">
        <p14:creationId xmlns:p14="http://schemas.microsoft.com/office/powerpoint/2010/main" val="1267497224"/>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37E38B8-C06D-4AD7-A827-AD9B01340A0F}"/>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소프트웨어 제작</a:t>
            </a:r>
          </a:p>
        </p:txBody>
      </p:sp>
      <p:sp>
        <p:nvSpPr>
          <p:cNvPr id="2" name="">
            <a:extLst xmlns:a="http://schemas.openxmlformats.org/drawingml/2006/main">
              <a:ext uri="{FF2B5EF4-FFF2-40B4-BE49-F238E27FC236}">
                <a16:creationId xmlns:a16="http://schemas.microsoft.com/office/drawing/2014/main" id="{B28FDE76-D438-42A1-B3AF-7F40BD83FD8E}"/>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009FF5CA-6CEE-4402-AE58-5D0F72CE3EF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CF100531-29D6-4D1B-B6FF-CAD41213C438}"/>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0A560B10-777B-4541-BCA6-FD7B1B9969A7}"/>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B2E51108-4721-4F9C-983F-3D9B22840A92}"/>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141</a:t>
            </a:r>
          </a:p>
        </p:txBody>
      </p:sp>
      <p:sp>
        <p:nvSpPr>
          <p:cNvPr id="7" name="">
            <a:extLst xmlns:a="http://schemas.openxmlformats.org/drawingml/2006/main">
              <a:ext uri="{FF2B5EF4-FFF2-40B4-BE49-F238E27FC236}">
                <a16:creationId xmlns:a16="http://schemas.microsoft.com/office/drawing/2014/main" id="{1129D7C2-1203-47E0-8023-AC57BB20EDC5}"/>
              </a:ext>
            </a:extLst>
          </p:cNvPr>
          <p:cNvSpPr>
            <a:spLocks xmlns:a="http://schemas.openxmlformats.org/drawingml/2006/main" noGrp="1"/>
          </p:cNvSpPr>
          <p:nvPr/>
        </p:nvSpPr>
        <p:spPr>
          <a:xfrm xmlns:a="http://schemas.openxmlformats.org/drawingml/2006/main">
            <a:off x="762000" y="16573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열 파일</a:t>
            </a:r>
          </a:p>
        </p:txBody>
      </p:sp>
      <p:sp>
        <p:nvSpPr>
          <p:cNvPr id="8" name="">
            <a:extLst xmlns:a="http://schemas.openxmlformats.org/drawingml/2006/main">
              <a:ext uri="{FF2B5EF4-FFF2-40B4-BE49-F238E27FC236}">
                <a16:creationId xmlns:a16="http://schemas.microsoft.com/office/drawing/2014/main" id="{6A9CD7DA-BF58-4974-9AC2-9099026F22DE}"/>
              </a:ext>
            </a:extLst>
          </p:cNvPr>
          <p:cNvSpPr>
            <a:spLocks xmlns:a="http://schemas.openxmlformats.org/drawingml/2006/main" noGrp="1"/>
          </p:cNvSpPr>
          <p:nvPr/>
        </p:nvSpPr>
        <p:spPr>
          <a:xfrm xmlns:a="http://schemas.openxmlformats.org/drawingml/2006/main">
            <a:off x="2476500" y="1466850"/>
            <a:ext cx="819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tests/test_course_services.py</a:t>
            </a:r>
          </a:p>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data/meeting_sample_ko_12min.txt</a:t>
            </a:r>
          </a:p>
        </p:txBody>
      </p:sp>
      <p:sp>
        <p:nvSpPr>
          <p:cNvPr id="9" name="">
            <a:extLst xmlns:a="http://schemas.openxmlformats.org/drawingml/2006/main">
              <a:ext uri="{FF2B5EF4-FFF2-40B4-BE49-F238E27FC236}">
                <a16:creationId xmlns:a16="http://schemas.microsoft.com/office/drawing/2014/main" id="{EB8C74D1-893A-4E92-8306-5443948F34E6}"/>
              </a:ext>
            </a:extLst>
          </p:cNvPr>
          <p:cNvSpPr>
            <a:spLocks xmlns:a="http://schemas.openxmlformats.org/drawingml/2006/main" noGrp="1"/>
          </p:cNvSpPr>
          <p:nvPr/>
        </p:nvSpPr>
        <p:spPr>
          <a:xfrm xmlns:a="http://schemas.openxmlformats.org/drawingml/2006/main">
            <a:off x="762000" y="26670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작업 범위</a:t>
            </a:r>
          </a:p>
        </p:txBody>
      </p:sp>
      <p:sp>
        <p:nvSpPr>
          <p:cNvPr id="10" name="">
            <a:extLst xmlns:a="http://schemas.openxmlformats.org/drawingml/2006/main">
              <a:ext uri="{FF2B5EF4-FFF2-40B4-BE49-F238E27FC236}">
                <a16:creationId xmlns:a16="http://schemas.microsoft.com/office/drawing/2014/main" id="{C4E80F25-8F4B-442D-BBDC-1D28A17FC578}"/>
              </a:ext>
            </a:extLst>
          </p:cNvPr>
          <p:cNvSpPr>
            <a:spLocks xmlns:a="http://schemas.openxmlformats.org/drawingml/2006/main" noGrp="1"/>
          </p:cNvSpPr>
          <p:nvPr/>
        </p:nvSpPr>
        <p:spPr>
          <a:xfrm xmlns:a="http://schemas.openxmlformats.org/drawingml/2006/main">
            <a:off x="2476500" y="2571750"/>
            <a:ext cx="8191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발화 단위 Chunking 명세 → 최소 Patch → Focused Test → Diff 검토</a:t>
            </a:r>
          </a:p>
        </p:txBody>
      </p:sp>
      <p:sp>
        <p:nvSpPr>
          <p:cNvPr id="11" name="">
            <a:extLst xmlns:a="http://schemas.openxmlformats.org/drawingml/2006/main">
              <a:ext uri="{FF2B5EF4-FFF2-40B4-BE49-F238E27FC236}">
                <a16:creationId xmlns:a16="http://schemas.microsoft.com/office/drawing/2014/main" id="{3D3C97D4-D9BE-4773-B3F0-312FC30CB31D}"/>
              </a:ext>
            </a:extLst>
          </p:cNvPr>
          <p:cNvSpPr>
            <a:spLocks xmlns:a="http://schemas.openxmlformats.org/drawingml/2006/main" noGrp="1"/>
          </p:cNvSpPr>
          <p:nvPr/>
        </p:nvSpPr>
        <p:spPr>
          <a:xfrm xmlns:a="http://schemas.openxmlformats.org/drawingml/2006/main">
            <a:off x="762000" y="39052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완료 기준</a:t>
            </a:r>
          </a:p>
        </p:txBody>
      </p:sp>
      <p:sp>
        <p:nvSpPr>
          <p:cNvPr id="12" name="">
            <a:extLst xmlns:a="http://schemas.openxmlformats.org/drawingml/2006/main">
              <a:ext uri="{FF2B5EF4-FFF2-40B4-BE49-F238E27FC236}">
                <a16:creationId xmlns:a16="http://schemas.microsoft.com/office/drawing/2014/main" id="{67988358-A9FF-4429-8A35-E04BB09DCB3C}"/>
              </a:ext>
            </a:extLst>
          </p:cNvPr>
          <p:cNvSpPr>
            <a:spLocks xmlns:a="http://schemas.openxmlformats.org/drawingml/2006/main" noGrp="1"/>
          </p:cNvSpPr>
          <p:nvPr/>
        </p:nvSpPr>
        <p:spPr>
          <a:xfrm xmlns:a="http://schemas.openxmlformats.org/drawingml/2006/main">
            <a:off x="2476500" y="3810000"/>
            <a:ext cx="8191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모든 segment ID가 적어도 한 chunk에 존재한다.</a:t>
            </a:r>
          </a:p>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meeting_chunks.json 저장</a:t>
            </a:r>
          </a:p>
        </p:txBody>
      </p:sp>
    </p:spTree>
    <p:extLst>
      <p:ext uri="{BB962C8B-B14F-4D97-AF65-F5344CB8AC3E}">
        <p14:creationId xmlns:p14="http://schemas.microsoft.com/office/powerpoint/2010/main" val="1723419029"/>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4BDB4FC-50A5-4AC3-BCAD-2A39AD09A0F1}"/>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Notebook 셀</a:t>
            </a:r>
          </a:p>
        </p:txBody>
      </p:sp>
      <p:sp>
        <p:nvSpPr>
          <p:cNvPr id="2" name="">
            <a:extLst xmlns:a="http://schemas.openxmlformats.org/drawingml/2006/main">
              <a:ext uri="{FF2B5EF4-FFF2-40B4-BE49-F238E27FC236}">
                <a16:creationId xmlns:a16="http://schemas.microsoft.com/office/drawing/2014/main" id="{BA3AE6D0-72BA-4952-99D9-DC671C82B6A7}"/>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775E9663-BDE3-4C93-8C24-0C8BE657F7F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EFE97014-7AC8-4AA9-B95A-BFEF2E75CDF5}"/>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7599A68E-4574-4767-B249-77FED7E1ACEF}"/>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8A1D1E45-72A8-4AF6-80D1-684D637371F9}"/>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142</a:t>
            </a:r>
          </a:p>
        </p:txBody>
      </p:sp>
      <p:sp>
        <p:nvSpPr>
          <p:cNvPr id="7" name="">
            <a:extLst xmlns:a="http://schemas.openxmlformats.org/drawingml/2006/main">
              <a:ext uri="{FF2B5EF4-FFF2-40B4-BE49-F238E27FC236}">
                <a16:creationId xmlns:a16="http://schemas.microsoft.com/office/drawing/2014/main" id="{21E1C3BF-8951-4B8B-BD70-BAF653B7AAE4}"/>
              </a:ext>
            </a:extLst>
          </p:cNvPr>
          <p:cNvSpPr>
            <a:spLocks xmlns:a="http://schemas.openxmlformats.org/drawingml/2006/main" noGrp="1"/>
          </p:cNvSpPr>
          <p:nvPr/>
        </p:nvSpPr>
        <p:spPr>
          <a:xfrm xmlns:a="http://schemas.openxmlformats.org/drawingml/2006/main">
            <a:off x="685800" y="13716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Menlo"/>
                <a:ea typeface="Menlo"/>
                <a:cs typeface="Menlo"/>
              </a:defRPr>
            </a:pPr>
            <a:r>
              <a:rPr sz="975" b="1">
                <a:solidFill>
                  <a:srgbClr val="555555"/>
                </a:solidFill>
                <a:latin typeface="Menlo"/>
                <a:ea typeface="Menlo"/>
                <a:cs typeface="Menlo"/>
              </a:rPr>
              <a:t>materials/day2/day2_service_lab.ipynb · 5차시</a:t>
            </a:r>
          </a:p>
        </p:txBody>
      </p:sp>
      <p:sp>
        <p:nvSpPr>
          <p:cNvPr id="8" name="">
            <a:extLst xmlns:a="http://schemas.openxmlformats.org/drawingml/2006/main">
              <a:ext uri="{FF2B5EF4-FFF2-40B4-BE49-F238E27FC236}">
                <a16:creationId xmlns:a16="http://schemas.microsoft.com/office/drawing/2014/main" id="{C2DDE0D6-0230-4839-B0AC-0201BD1FAAC6}"/>
              </a:ext>
            </a:extLst>
          </p:cNvPr>
          <p:cNvSpPr>
            <a:spLocks xmlns:a="http://schemas.openxmlformats.org/drawingml/2006/main" noGrp="1"/>
          </p:cNvSpPr>
          <p:nvPr/>
        </p:nvSpPr>
        <p:spPr>
          <a:xfrm xmlns:a="http://schemas.openxmlformats.org/drawingml/2006/main">
            <a:off x="685800" y="1733550"/>
            <a:ext cx="10820400" cy="39433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FC59D7F-FFA0-4E8F-A2F4-72157912AA12}"/>
              </a:ext>
            </a:extLst>
          </p:cNvPr>
          <p:cNvSpPr>
            <a:spLocks xmlns:a="http://schemas.openxmlformats.org/drawingml/2006/main" noGrp="1"/>
          </p:cNvSpPr>
          <p:nvPr/>
        </p:nvSpPr>
        <p:spPr>
          <a:xfrm xmlns:a="http://schemas.openxmlformats.org/drawingml/2006/main">
            <a:off x="933450" y="1962150"/>
            <a:ext cx="10325100" cy="3486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from src.course_services.meeting_service import chunk_transcript_segments</a:t>
            </a:r>
          </a:p>
          <a:p xmlns:a="http://schemas.openxmlformats.org/drawingml/2006/main">
            <a:r>
              <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chunks = chunk_transcript_segments(stt_segments, max_chars=900, overlap_segments=1)</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try:</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chunk_transcript_segments(stt_segments, max_chars=20)</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chunk_boundary = {"status": "UNEXPECTED_SUCCESS"}</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except ValueError as exc:</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chunk_boundary = {"status": "EXPECTED_FAILURE", "error_code": str(exc)}</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chunk_result = {"chunks": chunks, "boundary": chunk_boundary}</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save_json("05_meeting_chunks.json", chunk_result)</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{"chunk_count": len(chunks), "boundary": chunk_boundary}</a:t>
            </a:r>
          </a:p>
        </p:txBody>
      </p:sp>
    </p:spTree>
    <p:extLst>
      <p:ext uri="{BB962C8B-B14F-4D97-AF65-F5344CB8AC3E}">
        <p14:creationId xmlns:p14="http://schemas.microsoft.com/office/powerpoint/2010/main" val="764269569"/>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6BDC9D4-43B0-4D24-8DF1-B72A7E17EDA1}"/>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Terminal 실행</a:t>
            </a:r>
          </a:p>
        </p:txBody>
      </p:sp>
      <p:sp>
        <p:nvSpPr>
          <p:cNvPr id="2" name="">
            <a:extLst xmlns:a="http://schemas.openxmlformats.org/drawingml/2006/main">
              <a:ext uri="{FF2B5EF4-FFF2-40B4-BE49-F238E27FC236}">
                <a16:creationId xmlns:a16="http://schemas.microsoft.com/office/drawing/2014/main" id="{7158EB34-C848-4CB4-A592-ED780CC6DC86}"/>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D5DD3706-189C-41EB-A7BF-668DF8CBE13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D0AE144F-3B25-42B2-A4A6-22E79F00DBA6}"/>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B06D142C-5551-408B-A929-552D8243A444}"/>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A9A4B578-6AB0-471D-9259-5C2A41D4D91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143</a:t>
            </a:r>
          </a:p>
        </p:txBody>
      </p:sp>
      <p:sp>
        <p:nvSpPr>
          <p:cNvPr id="7" name="">
            <a:extLst xmlns:a="http://schemas.openxmlformats.org/drawingml/2006/main">
              <a:ext uri="{FF2B5EF4-FFF2-40B4-BE49-F238E27FC236}">
                <a16:creationId xmlns:a16="http://schemas.microsoft.com/office/drawing/2014/main" id="{2A0C2C41-1205-402C-80BD-475F37E9B591}"/>
              </a:ext>
            </a:extLst>
          </p:cNvPr>
          <p:cNvSpPr>
            <a:spLocks xmlns:a="http://schemas.openxmlformats.org/drawingml/2006/main" noGrp="1"/>
          </p:cNvSpPr>
          <p:nvPr/>
        </p:nvSpPr>
        <p:spPr>
          <a:xfrm xmlns:a="http://schemas.openxmlformats.org/drawingml/2006/main">
            <a:off x="685800" y="1657350"/>
            <a:ext cx="10820400" cy="26670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3A2E574-75EE-4B88-AE7B-A555CC37DC80}"/>
              </a:ext>
            </a:extLst>
          </p:cNvPr>
          <p:cNvSpPr>
            <a:spLocks xmlns:a="http://schemas.openxmlformats.org/drawingml/2006/main" noGrp="1"/>
          </p:cNvSpPr>
          <p:nvPr/>
        </p:nvSpPr>
        <p:spPr>
          <a:xfrm xmlns:a="http://schemas.openxmlformats.org/drawingml/2006/main">
            <a:off x="952500" y="20193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FFFFFF"/>
                </a:solidFill>
                <a:latin typeface="Menlo"/>
                <a:ea typeface="Menlo"/>
                <a:cs typeface="Menlo"/>
              </a:defRPr>
            </a:pPr>
            <a:r>
              <a:rPr sz="1650" b="1">
                <a:solidFill>
                  <a:srgbClr val="FFFFFF"/>
                </a:solidFill>
                <a:latin typeface="Menlo"/>
                <a:ea typeface="Menlo"/>
                <a:cs typeface="Menlo"/>
              </a:rPr>
              <a:t>$ python -m pytest -q tests/test_course_services.py -k meeting_chunks</a:t>
            </a:r>
          </a:p>
        </p:txBody>
      </p:sp>
      <p:sp>
        <p:nvSpPr>
          <p:cNvPr id="9" name="">
            <a:extLst xmlns:a="http://schemas.openxmlformats.org/drawingml/2006/main">
              <a:ext uri="{FF2B5EF4-FFF2-40B4-BE49-F238E27FC236}">
                <a16:creationId xmlns:a16="http://schemas.microsoft.com/office/drawing/2014/main" id="{F462A648-E9FA-4D1D-9EDB-84E061118152}"/>
              </a:ext>
            </a:extLst>
          </p:cNvPr>
          <p:cNvSpPr>
            <a:spLocks xmlns:a="http://schemas.openxmlformats.org/drawingml/2006/main" noGrp="1"/>
          </p:cNvSpPr>
          <p:nvPr/>
        </p:nvSpPr>
        <p:spPr>
          <a:xfrm xmlns:a="http://schemas.openxmlformats.org/drawingml/2006/main">
            <a:off x="952500" y="310515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1">
                <a:solidFill>
                  <a:srgbClr val="C7C7C7"/>
                </a:solidFill>
                <a:latin typeface="Menlo"/>
                <a:ea typeface="Menlo"/>
                <a:cs typeface="Menlo"/>
              </a:defRPr>
            </a:pPr>
            <a:r>
              <a:rPr sz="1275" b="1">
                <a:solidFill>
                  <a:srgbClr val="C7C7C7"/>
                </a:solidFill>
                <a:latin typeface="Menlo"/>
                <a:ea typeface="Menlo"/>
                <a:cs typeface="Menlo"/>
              </a:rPr>
              <a:t>저장 위치</a:t>
            </a:r>
          </a:p>
          <a:p xmlns:a="http://schemas.openxmlformats.org/drawingml/2006/main">
            <a:pPr algn="l">
              <a:lnSpc>
                <a:spcPct val="110000"/>
              </a:lnSpc>
              <a:buNone/>
              <a:defRPr sz="1275" b="1">
                <a:solidFill>
                  <a:srgbClr val="C7C7C7"/>
                </a:solidFill>
                <a:latin typeface="Menlo"/>
                <a:ea typeface="Menlo"/>
                <a:cs typeface="Menlo"/>
              </a:defRPr>
            </a:pPr>
            <a:r>
              <a:rPr sz="1275" b="1">
                <a:solidFill>
                  <a:srgbClr val="C7C7C7"/>
                </a:solidFill>
                <a:latin typeface="Menlo"/>
                <a:ea typeface="Menlo"/>
                <a:cs typeface="Menlo"/>
              </a:rPr>
              <a:t>output/course-labs/day2/05_meeting_chunks.json</a:t>
            </a:r>
          </a:p>
        </p:txBody>
      </p:sp>
      <p:sp>
        <p:nvSpPr>
          <p:cNvPr id="10" name="">
            <a:extLst xmlns:a="http://schemas.openxmlformats.org/drawingml/2006/main">
              <a:ext uri="{FF2B5EF4-FFF2-40B4-BE49-F238E27FC236}">
                <a16:creationId xmlns:a16="http://schemas.microsoft.com/office/drawing/2014/main" id="{B519D7BA-F5C9-49A3-9DA1-9D187FBBE830}"/>
              </a:ext>
            </a:extLst>
          </p:cNvPr>
          <p:cNvSpPr>
            <a:spLocks xmlns:a="http://schemas.openxmlformats.org/drawingml/2006/main" noGrp="1"/>
          </p:cNvSpPr>
          <p:nvPr/>
        </p:nvSpPr>
        <p:spPr>
          <a:xfrm xmlns:a="http://schemas.openxmlformats.org/drawingml/2006/main">
            <a:off x="1066800" y="4838700"/>
            <a:ext cx="1005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모든 segment ID가 적어도 한 chunk에 존재한다.</a:t>
            </a:r>
          </a:p>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실패 시 meeting_chunks.json의 status·error_code를 먼저 확인</a:t>
            </a:r>
          </a:p>
        </p:txBody>
      </p:sp>
    </p:spTree>
    <p:extLst>
      <p:ext uri="{BB962C8B-B14F-4D97-AF65-F5344CB8AC3E}">
        <p14:creationId xmlns:p14="http://schemas.microsoft.com/office/powerpoint/2010/main" val="1242868993"/>
      </p:ext>
    </p:extLst>
  </p:cSld>
</p:sld>
</file>

<file path=ppt/slides/slide1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5190030-BA25-4EF0-B960-C9401ED2EC20}"/>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실패 증거</a:t>
            </a:r>
          </a:p>
        </p:txBody>
      </p:sp>
      <p:sp>
        <p:nvSpPr>
          <p:cNvPr id="2" name="">
            <a:extLst xmlns:a="http://schemas.openxmlformats.org/drawingml/2006/main">
              <a:ext uri="{FF2B5EF4-FFF2-40B4-BE49-F238E27FC236}">
                <a16:creationId xmlns:a16="http://schemas.microsoft.com/office/drawing/2014/main" id="{1A626751-8080-4BD2-AE81-4972162A59A1}"/>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Boundary Evidence</a:t>
            </a:r>
          </a:p>
        </p:txBody>
      </p:sp>
      <p:sp>
        <p:nvSpPr>
          <p:cNvPr id="3" name="">
            <a:extLst xmlns:a="http://schemas.openxmlformats.org/drawingml/2006/main">
              <a:ext uri="{FF2B5EF4-FFF2-40B4-BE49-F238E27FC236}">
                <a16:creationId xmlns:a16="http://schemas.microsoft.com/office/drawing/2014/main" id="{5A7B3E52-0727-4466-81A2-220CB661F522}"/>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0AE4EF31-FAD0-4CDC-97D9-A9424832A703}"/>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57ED66E7-DDF1-4024-BE9D-720B0FBB72EA}"/>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6A150428-51FC-414D-AC9F-93BCF917416E}"/>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144</a:t>
            </a:r>
          </a:p>
        </p:txBody>
      </p:sp>
      <p:sp>
        <p:nvSpPr>
          <p:cNvPr id="7" name="">
            <a:extLst xmlns:a="http://schemas.openxmlformats.org/drawingml/2006/main">
              <a:ext uri="{FF2B5EF4-FFF2-40B4-BE49-F238E27FC236}">
                <a16:creationId xmlns:a16="http://schemas.microsoft.com/office/drawing/2014/main" id="{51BAC6F1-87BC-4C48-B796-BF59B13DC77A}"/>
              </a:ext>
            </a:extLst>
          </p:cNvPr>
          <p:cNvSpPr>
            <a:spLocks xmlns:a="http://schemas.openxmlformats.org/drawingml/2006/main" noGrp="1"/>
          </p:cNvSpPr>
          <p:nvPr/>
        </p:nvSpPr>
        <p:spPr>
          <a:xfrm xmlns:a="http://schemas.openxmlformats.org/drawingml/2006/main">
            <a:off x="742950" y="1562100"/>
            <a:ext cx="1047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025" b="1">
                <a:solidFill>
                  <a:srgbClr val="191919"/>
                </a:solidFill>
                <a:latin typeface="NanumGothic"/>
                <a:ea typeface="NanumGothic"/>
                <a:cs typeface="NanumGothic"/>
              </a:defRPr>
            </a:pPr>
            <a:r>
              <a:rPr sz="2025" b="1">
                <a:solidFill>
                  <a:srgbClr val="191919"/>
                </a:solidFill>
                <a:latin typeface="NanumGothic"/>
                <a:ea typeface="NanumGothic"/>
                <a:cs typeface="NanumGothic"/>
              </a:rPr>
              <a:t>max_chars&lt;40과 음수 overlap은 명시 오류다.</a:t>
            </a:r>
          </a:p>
        </p:txBody>
      </p:sp>
      <p:sp>
        <p:nvSpPr>
          <p:cNvPr id="8" name="">
            <a:extLst xmlns:a="http://schemas.openxmlformats.org/drawingml/2006/main">
              <a:ext uri="{FF2B5EF4-FFF2-40B4-BE49-F238E27FC236}">
                <a16:creationId xmlns:a16="http://schemas.microsoft.com/office/drawing/2014/main" id="{061C32E4-F0A6-42A0-9E2C-52159E4C3A89}"/>
              </a:ext>
            </a:extLst>
          </p:cNvPr>
          <p:cNvSpPr>
            <a:spLocks xmlns:a="http://schemas.openxmlformats.org/drawingml/2006/main" noGrp="1"/>
          </p:cNvSpPr>
          <p:nvPr/>
        </p:nvSpPr>
        <p:spPr>
          <a:xfrm xmlns:a="http://schemas.openxmlformats.org/drawingml/2006/main">
            <a:off x="990600" y="2724150"/>
            <a:ext cx="10210800" cy="18097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CF43841-9BE0-4072-ABF7-F474AFC7F4C8}"/>
              </a:ext>
            </a:extLst>
          </p:cNvPr>
          <p:cNvSpPr>
            <a:spLocks xmlns:a="http://schemas.openxmlformats.org/drawingml/2006/main" noGrp="1"/>
          </p:cNvSpPr>
          <p:nvPr/>
        </p:nvSpPr>
        <p:spPr>
          <a:xfrm xmlns:a="http://schemas.openxmlformats.org/drawingml/2006/main">
            <a:off x="1333500" y="3086100"/>
            <a:ext cx="952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result_file = "output/course-labs/day2/05_meeting_chunks.json"</a:t>
            </a:r>
          </a:p>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expected = "HOLD | EXPECTED_FAILURE | BLOCKED"</a:t>
            </a:r>
          </a:p>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external_write = false</a:t>
            </a:r>
          </a:p>
        </p:txBody>
      </p:sp>
      <p:sp>
        <p:nvSpPr>
          <p:cNvPr id="10" name="">
            <a:extLst xmlns:a="http://schemas.openxmlformats.org/drawingml/2006/main">
              <a:ext uri="{FF2B5EF4-FFF2-40B4-BE49-F238E27FC236}">
                <a16:creationId xmlns:a16="http://schemas.microsoft.com/office/drawing/2014/main" id="{A49DB723-D3D0-4FA4-8336-442F91A4B5B9}"/>
              </a:ext>
            </a:extLst>
          </p:cNvPr>
          <p:cNvSpPr>
            <a:spLocks xmlns:a="http://schemas.openxmlformats.org/drawingml/2006/main" noGrp="1"/>
          </p:cNvSpPr>
          <p:nvPr/>
        </p:nvSpPr>
        <p:spPr>
          <a:xfrm xmlns:a="http://schemas.openxmlformats.org/drawingml/2006/main">
            <a:off x="1238250" y="497205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meeting_chunks.json이 HOLD라면 외부 쓰기 없이 해당 차시 입력으로 돌아갑니다.</a:t>
            </a:r>
          </a:p>
        </p:txBody>
      </p:sp>
    </p:spTree>
    <p:extLst>
      <p:ext uri="{BB962C8B-B14F-4D97-AF65-F5344CB8AC3E}">
        <p14:creationId xmlns:p14="http://schemas.microsoft.com/office/powerpoint/2010/main" val="1350182211"/>
      </p:ext>
    </p:extLst>
  </p:cSld>
</p:sld>
</file>

<file path=ppt/slides/slide1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F2B8421-4D86-43D0-8F68-0D63CBBF8FA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정상 Case</a:t>
            </a:r>
          </a:p>
        </p:txBody>
      </p:sp>
      <p:sp>
        <p:nvSpPr>
          <p:cNvPr id="2" name="">
            <a:extLst xmlns:a="http://schemas.openxmlformats.org/drawingml/2006/main">
              <a:ext uri="{FF2B5EF4-FFF2-40B4-BE49-F238E27FC236}">
                <a16:creationId xmlns:a16="http://schemas.microsoft.com/office/drawing/2014/main" id="{526E6628-ED27-4B65-BADB-65F8B60E6793}"/>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실행 확인</a:t>
            </a:r>
          </a:p>
        </p:txBody>
      </p:sp>
      <p:sp>
        <p:nvSpPr>
          <p:cNvPr id="3" name="">
            <a:extLst xmlns:a="http://schemas.openxmlformats.org/drawingml/2006/main">
              <a:ext uri="{FF2B5EF4-FFF2-40B4-BE49-F238E27FC236}">
                <a16:creationId xmlns:a16="http://schemas.microsoft.com/office/drawing/2014/main" id="{EEB297D1-1612-464F-808B-B322DA1097B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4D4A86A9-E80A-4454-AD87-FB9C1C078C56}"/>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FB1AFA4D-E73C-48AB-BCC4-E99CC32A3676}"/>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427F663D-18A8-4DA1-AE2D-8AAF4D25E297}"/>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145</a:t>
            </a:r>
          </a:p>
        </p:txBody>
      </p:sp>
      <p:sp>
        <p:nvSpPr>
          <p:cNvPr id="7" name="">
            <a:extLst xmlns:a="http://schemas.openxmlformats.org/drawingml/2006/main">
              <a:ext uri="{FF2B5EF4-FFF2-40B4-BE49-F238E27FC236}">
                <a16:creationId xmlns:a16="http://schemas.microsoft.com/office/drawing/2014/main" id="{164BD978-2B61-4615-9A47-866CB363B041}"/>
              </a:ext>
            </a:extLst>
          </p:cNvPr>
          <p:cNvSpPr>
            <a:spLocks xmlns:a="http://schemas.openxmlformats.org/drawingml/2006/main" noGrp="1"/>
          </p:cNvSpPr>
          <p:nvPr/>
        </p:nvSpPr>
        <p:spPr>
          <a:xfrm xmlns:a="http://schemas.openxmlformats.org/drawingml/2006/main">
            <a:off x="685800" y="1562100"/>
            <a:ext cx="10820400" cy="12001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1A2393C-37D5-4AC8-98BB-E585C049DE71}"/>
              </a:ext>
            </a:extLst>
          </p:cNvPr>
          <p:cNvSpPr>
            <a:spLocks xmlns:a="http://schemas.openxmlformats.org/drawingml/2006/main" noGrp="1"/>
          </p:cNvSpPr>
          <p:nvPr/>
        </p:nvSpPr>
        <p:spPr>
          <a:xfrm xmlns:a="http://schemas.openxmlformats.org/drawingml/2006/main">
            <a:off x="990600" y="18478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C7C7C7"/>
                </a:solidFill>
                <a:latin typeface="NanumGothic"/>
                <a:ea typeface="NanumGothic"/>
                <a:cs typeface="NanumGothic"/>
              </a:defRPr>
            </a:pPr>
            <a:r>
              <a:rPr sz="975" b="1">
                <a:solidFill>
                  <a:srgbClr val="C7C7C7"/>
                </a:solidFill>
                <a:latin typeface="NanumGothic"/>
                <a:ea typeface="NanumGothic"/>
                <a:cs typeface="NanumGothic"/>
              </a:rPr>
              <a:t>NORMAL</a:t>
            </a:r>
          </a:p>
        </p:txBody>
      </p:sp>
      <p:sp>
        <p:nvSpPr>
          <p:cNvPr id="9" name="">
            <a:extLst xmlns:a="http://schemas.openxmlformats.org/drawingml/2006/main">
              <a:ext uri="{FF2B5EF4-FFF2-40B4-BE49-F238E27FC236}">
                <a16:creationId xmlns:a16="http://schemas.microsoft.com/office/drawing/2014/main" id="{BA6E4DCB-7B60-4FF0-AEE6-6992DD3FA9BF}"/>
              </a:ext>
            </a:extLst>
          </p:cNvPr>
          <p:cNvSpPr>
            <a:spLocks xmlns:a="http://schemas.openxmlformats.org/drawingml/2006/main" noGrp="1"/>
          </p:cNvSpPr>
          <p:nvPr/>
        </p:nvSpPr>
        <p:spPr>
          <a:xfrm xmlns:a="http://schemas.openxmlformats.org/drawingml/2006/main">
            <a:off x="2800350" y="1790700"/>
            <a:ext cx="809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FFFFFF"/>
                </a:solidFill>
                <a:latin typeface="NanumGothic"/>
                <a:ea typeface="NanumGothic"/>
                <a:cs typeface="NanumGothic"/>
              </a:defRPr>
            </a:pPr>
            <a:r>
              <a:rPr sz="1800" b="1">
                <a:solidFill>
                  <a:srgbClr val="FFFFFF"/>
                </a:solidFill>
                <a:latin typeface="NanumGothic"/>
                <a:ea typeface="NanumGothic"/>
                <a:cs typeface="NanumGothic"/>
              </a:rPr>
              <a:t>모든 segment ID가 적어도 한 chunk에 존재한다.</a:t>
            </a:r>
          </a:p>
        </p:txBody>
      </p:sp>
      <p:sp>
        <p:nvSpPr>
          <p:cNvPr id="10" name="">
            <a:extLst xmlns:a="http://schemas.openxmlformats.org/drawingml/2006/main">
              <a:ext uri="{FF2B5EF4-FFF2-40B4-BE49-F238E27FC236}">
                <a16:creationId xmlns:a16="http://schemas.microsoft.com/office/drawing/2014/main" id="{C7DB740B-6EE6-4567-81BD-A26D5691341E}"/>
              </a:ext>
            </a:extLst>
          </p:cNvPr>
          <p:cNvSpPr>
            <a:spLocks xmlns:a="http://schemas.openxmlformats.org/drawingml/2006/main" noGrp="1"/>
          </p:cNvSpPr>
          <p:nvPr/>
        </p:nvSpPr>
        <p:spPr>
          <a:xfrm xmlns:a="http://schemas.openxmlformats.org/drawingml/2006/main">
            <a:off x="91440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11" name="">
            <a:extLst xmlns:a="http://schemas.openxmlformats.org/drawingml/2006/main">
              <a:ext uri="{FF2B5EF4-FFF2-40B4-BE49-F238E27FC236}">
                <a16:creationId xmlns:a16="http://schemas.microsoft.com/office/drawing/2014/main" id="{78D1E650-19E6-4A8D-8DC4-20B39EC09F86}"/>
              </a:ext>
            </a:extLst>
          </p:cNvPr>
          <p:cNvSpPr>
            <a:spLocks xmlns:a="http://schemas.openxmlformats.org/drawingml/2006/main" noGrp="1"/>
          </p:cNvSpPr>
          <p:nvPr/>
        </p:nvSpPr>
        <p:spPr>
          <a:xfrm xmlns:a="http://schemas.openxmlformats.org/drawingml/2006/main">
            <a:off x="135255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73D873A4-1817-4AB7-BBAC-699A7EF36247}"/>
              </a:ext>
            </a:extLst>
          </p:cNvPr>
          <p:cNvSpPr>
            <a:spLocks xmlns:a="http://schemas.openxmlformats.org/drawingml/2006/main" noGrp="1"/>
          </p:cNvSpPr>
          <p:nvPr/>
        </p:nvSpPr>
        <p:spPr>
          <a:xfrm xmlns:a="http://schemas.openxmlformats.org/drawingml/2006/main">
            <a:off x="1828800" y="32575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src/course_services/meeting_service.py 입력과 command가 기록됐는가</a:t>
            </a:r>
          </a:p>
        </p:txBody>
      </p:sp>
      <p:sp>
        <p:nvSpPr>
          <p:cNvPr id="13" name="">
            <a:extLst xmlns:a="http://schemas.openxmlformats.org/drawingml/2006/main">
              <a:ext uri="{FF2B5EF4-FFF2-40B4-BE49-F238E27FC236}">
                <a16:creationId xmlns:a16="http://schemas.microsoft.com/office/drawing/2014/main" id="{8115B0E5-BB16-4177-B33E-0E23D090023C}"/>
              </a:ext>
            </a:extLst>
          </p:cNvPr>
          <p:cNvSpPr>
            <a:spLocks xmlns:a="http://schemas.openxmlformats.org/drawingml/2006/main" noGrp="1"/>
          </p:cNvSpPr>
          <p:nvPr/>
        </p:nvSpPr>
        <p:spPr>
          <a:xfrm xmlns:a="http://schemas.openxmlformats.org/drawingml/2006/main">
            <a:off x="914400" y="40957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4" name="">
            <a:extLst xmlns:a="http://schemas.openxmlformats.org/drawingml/2006/main">
              <a:ext uri="{FF2B5EF4-FFF2-40B4-BE49-F238E27FC236}">
                <a16:creationId xmlns:a16="http://schemas.microsoft.com/office/drawing/2014/main" id="{31DC3126-81E9-4BFE-B9C6-93D62F8F312C}"/>
              </a:ext>
            </a:extLst>
          </p:cNvPr>
          <p:cNvSpPr>
            <a:spLocks xmlns:a="http://schemas.openxmlformats.org/drawingml/2006/main" noGrp="1"/>
          </p:cNvSpPr>
          <p:nvPr/>
        </p:nvSpPr>
        <p:spPr>
          <a:xfrm xmlns:a="http://schemas.openxmlformats.org/drawingml/2006/main">
            <a:off x="1352550" y="42195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518B2434-0829-49F6-B8F2-8DDDFD701AD5}"/>
              </a:ext>
            </a:extLst>
          </p:cNvPr>
          <p:cNvSpPr>
            <a:spLocks xmlns:a="http://schemas.openxmlformats.org/drawingml/2006/main" noGrp="1"/>
          </p:cNvSpPr>
          <p:nvPr/>
        </p:nvSpPr>
        <p:spPr>
          <a:xfrm xmlns:a="http://schemas.openxmlformats.org/drawingml/2006/main">
            <a:off x="1828800" y="40576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meeting_chunks.json schema가 validate되는가</a:t>
            </a:r>
          </a:p>
        </p:txBody>
      </p:sp>
      <p:sp>
        <p:nvSpPr>
          <p:cNvPr id="16" name="">
            <a:extLst xmlns:a="http://schemas.openxmlformats.org/drawingml/2006/main">
              <a:ext uri="{FF2B5EF4-FFF2-40B4-BE49-F238E27FC236}">
                <a16:creationId xmlns:a16="http://schemas.microsoft.com/office/drawing/2014/main" id="{D70D2651-F342-437F-B5F0-D92252119632}"/>
              </a:ext>
            </a:extLst>
          </p:cNvPr>
          <p:cNvSpPr>
            <a:spLocks xmlns:a="http://schemas.openxmlformats.org/drawingml/2006/main" noGrp="1"/>
          </p:cNvSpPr>
          <p:nvPr/>
        </p:nvSpPr>
        <p:spPr>
          <a:xfrm xmlns:a="http://schemas.openxmlformats.org/drawingml/2006/main">
            <a:off x="914400" y="4895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7" name="">
            <a:extLst xmlns:a="http://schemas.openxmlformats.org/drawingml/2006/main">
              <a:ext uri="{FF2B5EF4-FFF2-40B4-BE49-F238E27FC236}">
                <a16:creationId xmlns:a16="http://schemas.microsoft.com/office/drawing/2014/main" id="{2758E248-7BB9-495E-A658-276A3F91D5CD}"/>
              </a:ext>
            </a:extLst>
          </p:cNvPr>
          <p:cNvSpPr>
            <a:spLocks xmlns:a="http://schemas.openxmlformats.org/drawingml/2006/main" noGrp="1"/>
          </p:cNvSpPr>
          <p:nvPr/>
        </p:nvSpPr>
        <p:spPr>
          <a:xfrm xmlns:a="http://schemas.openxmlformats.org/drawingml/2006/main">
            <a:off x="1352550" y="5019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D33EE2F4-6D45-46EF-9888-A35B077E2C55}"/>
              </a:ext>
            </a:extLst>
          </p:cNvPr>
          <p:cNvSpPr>
            <a:spLocks xmlns:a="http://schemas.openxmlformats.org/drawingml/2006/main" noGrp="1"/>
          </p:cNvSpPr>
          <p:nvPr/>
        </p:nvSpPr>
        <p:spPr>
          <a:xfrm xmlns:a="http://schemas.openxmlformats.org/drawingml/2006/main">
            <a:off x="1828800" y="48577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발화 단위 Chunking focused test가 실제로 통과했는가</a:t>
            </a:r>
          </a:p>
        </p:txBody>
      </p:sp>
    </p:spTree>
    <p:extLst>
      <p:ext uri="{BB962C8B-B14F-4D97-AF65-F5344CB8AC3E}">
        <p14:creationId xmlns:p14="http://schemas.microsoft.com/office/powerpoint/2010/main" val="1910128205"/>
      </p:ext>
    </p:extLst>
  </p:cSld>
</p:sld>
</file>

<file path=ppt/slides/slide1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0EED32E-74BA-4C6E-AD11-1AF2F6D48DF0}"/>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경계 Case</a:t>
            </a:r>
          </a:p>
        </p:txBody>
      </p:sp>
      <p:sp>
        <p:nvSpPr>
          <p:cNvPr id="2" name="">
            <a:extLst xmlns:a="http://schemas.openxmlformats.org/drawingml/2006/main">
              <a:ext uri="{FF2B5EF4-FFF2-40B4-BE49-F238E27FC236}">
                <a16:creationId xmlns:a16="http://schemas.microsoft.com/office/drawing/2014/main" id="{9B43AEA4-DE29-453C-A957-853D270E7C14}"/>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실행 확인</a:t>
            </a:r>
          </a:p>
        </p:txBody>
      </p:sp>
      <p:sp>
        <p:nvSpPr>
          <p:cNvPr id="3" name="">
            <a:extLst xmlns:a="http://schemas.openxmlformats.org/drawingml/2006/main">
              <a:ext uri="{FF2B5EF4-FFF2-40B4-BE49-F238E27FC236}">
                <a16:creationId xmlns:a16="http://schemas.microsoft.com/office/drawing/2014/main" id="{0F5DEB98-8984-45AE-845A-B3035CEB4ED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13FA4471-DF77-49FB-BDA3-B08C4CB17754}"/>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A416C086-E8DF-401C-86E1-C0442220EB89}"/>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29D03A8B-FC0D-40D1-AC0E-51BB53680397}"/>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146</a:t>
            </a:r>
          </a:p>
        </p:txBody>
      </p:sp>
      <p:sp>
        <p:nvSpPr>
          <p:cNvPr id="7" name="">
            <a:extLst xmlns:a="http://schemas.openxmlformats.org/drawingml/2006/main">
              <a:ext uri="{FF2B5EF4-FFF2-40B4-BE49-F238E27FC236}">
                <a16:creationId xmlns:a16="http://schemas.microsoft.com/office/drawing/2014/main" id="{D49587B7-A186-4DD6-8624-BCFE432FECB6}"/>
              </a:ext>
            </a:extLst>
          </p:cNvPr>
          <p:cNvSpPr>
            <a:spLocks xmlns:a="http://schemas.openxmlformats.org/drawingml/2006/main" noGrp="1"/>
          </p:cNvSpPr>
          <p:nvPr/>
        </p:nvSpPr>
        <p:spPr>
          <a:xfrm xmlns:a="http://schemas.openxmlformats.org/drawingml/2006/main">
            <a:off x="685800" y="1562100"/>
            <a:ext cx="10820400" cy="12001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8C55616-5083-419B-94B7-6AC853E201CB}"/>
              </a:ext>
            </a:extLst>
          </p:cNvPr>
          <p:cNvSpPr>
            <a:spLocks xmlns:a="http://schemas.openxmlformats.org/drawingml/2006/main" noGrp="1"/>
          </p:cNvSpPr>
          <p:nvPr/>
        </p:nvSpPr>
        <p:spPr>
          <a:xfrm xmlns:a="http://schemas.openxmlformats.org/drawingml/2006/main">
            <a:off x="990600" y="18478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C7C7C7"/>
                </a:solidFill>
                <a:latin typeface="NanumGothic"/>
                <a:ea typeface="NanumGothic"/>
                <a:cs typeface="NanumGothic"/>
              </a:defRPr>
            </a:pPr>
            <a:r>
              <a:rPr sz="975" b="1">
                <a:solidFill>
                  <a:srgbClr val="C7C7C7"/>
                </a:solidFill>
                <a:latin typeface="NanumGothic"/>
                <a:ea typeface="NanumGothic"/>
                <a:cs typeface="NanumGothic"/>
              </a:rPr>
              <a:t>BOUNDARY</a:t>
            </a:r>
          </a:p>
        </p:txBody>
      </p:sp>
      <p:sp>
        <p:nvSpPr>
          <p:cNvPr id="9" name="">
            <a:extLst xmlns:a="http://schemas.openxmlformats.org/drawingml/2006/main">
              <a:ext uri="{FF2B5EF4-FFF2-40B4-BE49-F238E27FC236}">
                <a16:creationId xmlns:a16="http://schemas.microsoft.com/office/drawing/2014/main" id="{37786588-0F77-4498-BCC3-6BAA7EDFC481}"/>
              </a:ext>
            </a:extLst>
          </p:cNvPr>
          <p:cNvSpPr>
            <a:spLocks xmlns:a="http://schemas.openxmlformats.org/drawingml/2006/main" noGrp="1"/>
          </p:cNvSpPr>
          <p:nvPr/>
        </p:nvSpPr>
        <p:spPr>
          <a:xfrm xmlns:a="http://schemas.openxmlformats.org/drawingml/2006/main">
            <a:off x="2800350" y="1790700"/>
            <a:ext cx="809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FFFFFF"/>
                </a:solidFill>
                <a:latin typeface="NanumGothic"/>
                <a:ea typeface="NanumGothic"/>
                <a:cs typeface="NanumGothic"/>
              </a:defRPr>
            </a:pPr>
            <a:r>
              <a:rPr sz="1800" b="1">
                <a:solidFill>
                  <a:srgbClr val="FFFFFF"/>
                </a:solidFill>
                <a:latin typeface="NanumGothic"/>
                <a:ea typeface="NanumGothic"/>
                <a:cs typeface="NanumGothic"/>
              </a:rPr>
              <a:t>max_chars&lt;40과 음수 overlap은 명시 오류다.</a:t>
            </a:r>
          </a:p>
        </p:txBody>
      </p:sp>
      <p:sp>
        <p:nvSpPr>
          <p:cNvPr id="10" name="">
            <a:extLst xmlns:a="http://schemas.openxmlformats.org/drawingml/2006/main">
              <a:ext uri="{FF2B5EF4-FFF2-40B4-BE49-F238E27FC236}">
                <a16:creationId xmlns:a16="http://schemas.microsoft.com/office/drawing/2014/main" id="{8CF0EA3F-6BAD-4F37-863E-A04B79C24932}"/>
              </a:ext>
            </a:extLst>
          </p:cNvPr>
          <p:cNvSpPr>
            <a:spLocks xmlns:a="http://schemas.openxmlformats.org/drawingml/2006/main" noGrp="1"/>
          </p:cNvSpPr>
          <p:nvPr/>
        </p:nvSpPr>
        <p:spPr>
          <a:xfrm xmlns:a="http://schemas.openxmlformats.org/drawingml/2006/main">
            <a:off x="91440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11" name="">
            <a:extLst xmlns:a="http://schemas.openxmlformats.org/drawingml/2006/main">
              <a:ext uri="{FF2B5EF4-FFF2-40B4-BE49-F238E27FC236}">
                <a16:creationId xmlns:a16="http://schemas.microsoft.com/office/drawing/2014/main" id="{58C3C5E6-D5FA-47D4-9107-F3C45E022D14}"/>
              </a:ext>
            </a:extLst>
          </p:cNvPr>
          <p:cNvSpPr>
            <a:spLocks xmlns:a="http://schemas.openxmlformats.org/drawingml/2006/main" noGrp="1"/>
          </p:cNvSpPr>
          <p:nvPr/>
        </p:nvSpPr>
        <p:spPr>
          <a:xfrm xmlns:a="http://schemas.openxmlformats.org/drawingml/2006/main">
            <a:off x="135255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71CB75C8-0001-49EF-B7D9-E1D2FE1D8D98}"/>
              </a:ext>
            </a:extLst>
          </p:cNvPr>
          <p:cNvSpPr>
            <a:spLocks xmlns:a="http://schemas.openxmlformats.org/drawingml/2006/main" noGrp="1"/>
          </p:cNvSpPr>
          <p:nvPr/>
        </p:nvSpPr>
        <p:spPr>
          <a:xfrm xmlns:a="http://schemas.openxmlformats.org/drawingml/2006/main">
            <a:off x="1828800" y="32575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발화 단위 Chunking: raw traceback 대신 stable error_code가 남는가</a:t>
            </a:r>
          </a:p>
        </p:txBody>
      </p:sp>
      <p:sp>
        <p:nvSpPr>
          <p:cNvPr id="13" name="">
            <a:extLst xmlns:a="http://schemas.openxmlformats.org/drawingml/2006/main">
              <a:ext uri="{FF2B5EF4-FFF2-40B4-BE49-F238E27FC236}">
                <a16:creationId xmlns:a16="http://schemas.microsoft.com/office/drawing/2014/main" id="{A7ECC587-2824-4BA2-812E-F7BE01949ABF}"/>
              </a:ext>
            </a:extLst>
          </p:cNvPr>
          <p:cNvSpPr>
            <a:spLocks xmlns:a="http://schemas.openxmlformats.org/drawingml/2006/main" noGrp="1"/>
          </p:cNvSpPr>
          <p:nvPr/>
        </p:nvSpPr>
        <p:spPr>
          <a:xfrm xmlns:a="http://schemas.openxmlformats.org/drawingml/2006/main">
            <a:off x="914400" y="40957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4" name="">
            <a:extLst xmlns:a="http://schemas.openxmlformats.org/drawingml/2006/main">
              <a:ext uri="{FF2B5EF4-FFF2-40B4-BE49-F238E27FC236}">
                <a16:creationId xmlns:a16="http://schemas.microsoft.com/office/drawing/2014/main" id="{02FF714B-78E4-4B25-A4F0-73DCA985C5FA}"/>
              </a:ext>
            </a:extLst>
          </p:cNvPr>
          <p:cNvSpPr>
            <a:spLocks xmlns:a="http://schemas.openxmlformats.org/drawingml/2006/main" noGrp="1"/>
          </p:cNvSpPr>
          <p:nvPr/>
        </p:nvSpPr>
        <p:spPr>
          <a:xfrm xmlns:a="http://schemas.openxmlformats.org/drawingml/2006/main">
            <a:off x="1352550" y="42195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F9830F29-4695-4B0B-8069-AB23CB0B28C6}"/>
              </a:ext>
            </a:extLst>
          </p:cNvPr>
          <p:cNvSpPr>
            <a:spLocks xmlns:a="http://schemas.openxmlformats.org/drawingml/2006/main" noGrp="1"/>
          </p:cNvSpPr>
          <p:nvPr/>
        </p:nvSpPr>
        <p:spPr>
          <a:xfrm xmlns:a="http://schemas.openxmlformats.org/drawingml/2006/main">
            <a:off x="1828800" y="40576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meeting_chunks.json: 외부 쓰기·자동 메일이 false인가</a:t>
            </a:r>
          </a:p>
        </p:txBody>
      </p:sp>
      <p:sp>
        <p:nvSpPr>
          <p:cNvPr id="16" name="">
            <a:extLst xmlns:a="http://schemas.openxmlformats.org/drawingml/2006/main">
              <a:ext uri="{FF2B5EF4-FFF2-40B4-BE49-F238E27FC236}">
                <a16:creationId xmlns:a16="http://schemas.microsoft.com/office/drawing/2014/main" id="{B46134F8-F252-43F4-89E7-EA3F461AFF2A}"/>
              </a:ext>
            </a:extLst>
          </p:cNvPr>
          <p:cNvSpPr>
            <a:spLocks xmlns:a="http://schemas.openxmlformats.org/drawingml/2006/main" noGrp="1"/>
          </p:cNvSpPr>
          <p:nvPr/>
        </p:nvSpPr>
        <p:spPr>
          <a:xfrm xmlns:a="http://schemas.openxmlformats.org/drawingml/2006/main">
            <a:off x="914400" y="4895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7" name="">
            <a:extLst xmlns:a="http://schemas.openxmlformats.org/drawingml/2006/main">
              <a:ext uri="{FF2B5EF4-FFF2-40B4-BE49-F238E27FC236}">
                <a16:creationId xmlns:a16="http://schemas.microsoft.com/office/drawing/2014/main" id="{A1694A53-99A2-45FF-BDBC-4A3342A8DA71}"/>
              </a:ext>
            </a:extLst>
          </p:cNvPr>
          <p:cNvSpPr>
            <a:spLocks xmlns:a="http://schemas.openxmlformats.org/drawingml/2006/main" noGrp="1"/>
          </p:cNvSpPr>
          <p:nvPr/>
        </p:nvSpPr>
        <p:spPr>
          <a:xfrm xmlns:a="http://schemas.openxmlformats.org/drawingml/2006/main">
            <a:off x="1352550" y="5019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C917B32B-ED30-4307-820D-0C975701F9FE}"/>
              </a:ext>
            </a:extLst>
          </p:cNvPr>
          <p:cNvSpPr>
            <a:spLocks xmlns:a="http://schemas.openxmlformats.org/drawingml/2006/main" noGrp="1"/>
          </p:cNvSpPr>
          <p:nvPr/>
        </p:nvSpPr>
        <p:spPr>
          <a:xfrm xmlns:a="http://schemas.openxmlformats.org/drawingml/2006/main">
            <a:off x="1828800" y="48577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max_chars&lt;40과 음수 overlap은 명시 오류다. 재현이 가능한가</a:t>
            </a:r>
          </a:p>
        </p:txBody>
      </p:sp>
    </p:spTree>
    <p:extLst>
      <p:ext uri="{BB962C8B-B14F-4D97-AF65-F5344CB8AC3E}">
        <p14:creationId xmlns:p14="http://schemas.microsoft.com/office/powerpoint/2010/main" val="621344777"/>
      </p:ext>
    </p:extLst>
  </p:cSld>
</p:sld>
</file>

<file path=ppt/slides/slide1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BD0A824-4320-452A-BADA-2C0DC2EAEEE4}"/>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현업 적용</a:t>
            </a:r>
          </a:p>
        </p:txBody>
      </p:sp>
      <p:sp>
        <p:nvSpPr>
          <p:cNvPr id="2" name="">
            <a:extLst xmlns:a="http://schemas.openxmlformats.org/drawingml/2006/main">
              <a:ext uri="{FF2B5EF4-FFF2-40B4-BE49-F238E27FC236}">
                <a16:creationId xmlns:a16="http://schemas.microsoft.com/office/drawing/2014/main" id="{04081633-7E74-4EDE-B109-988DA1DD377E}"/>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재직자</a:t>
            </a:r>
          </a:p>
        </p:txBody>
      </p:sp>
      <p:sp>
        <p:nvSpPr>
          <p:cNvPr id="3" name="">
            <a:extLst xmlns:a="http://schemas.openxmlformats.org/drawingml/2006/main">
              <a:ext uri="{FF2B5EF4-FFF2-40B4-BE49-F238E27FC236}">
                <a16:creationId xmlns:a16="http://schemas.microsoft.com/office/drawing/2014/main" id="{7A3DD63B-8834-4D89-AAF9-4AC2B612454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DDE906FD-51AA-48E5-A29C-CAD780683ED8}"/>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A267D12E-EF13-4FC3-BE95-A3D735AF2F2E}"/>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1224F932-DE2F-4A1D-9DDD-5183F83F01C1}"/>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147</a:t>
            </a:r>
          </a:p>
        </p:txBody>
      </p:sp>
      <p:sp>
        <p:nvSpPr>
          <p:cNvPr id="7" name="">
            <a:extLst xmlns:a="http://schemas.openxmlformats.org/drawingml/2006/main">
              <a:ext uri="{FF2B5EF4-FFF2-40B4-BE49-F238E27FC236}">
                <a16:creationId xmlns:a16="http://schemas.microsoft.com/office/drawing/2014/main" id="{AE0FBBE5-D63B-4AC4-9583-844365779162}"/>
              </a:ext>
            </a:extLst>
          </p:cNvPr>
          <p:cNvSpPr>
            <a:spLocks xmlns:a="http://schemas.openxmlformats.org/drawingml/2006/main" noGrp="1"/>
          </p:cNvSpPr>
          <p:nvPr/>
        </p:nvSpPr>
        <p:spPr>
          <a:xfrm xmlns:a="http://schemas.openxmlformats.org/drawingml/2006/main">
            <a:off x="857250" y="1619250"/>
            <a:ext cx="10477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325" b="1">
                <a:solidFill>
                  <a:srgbClr val="191919"/>
                </a:solidFill>
                <a:latin typeface="NanumGothic"/>
                <a:ea typeface="NanumGothic"/>
                <a:cs typeface="NanumGothic"/>
              </a:defRPr>
            </a:pPr>
            <a:r>
              <a:rPr sz="2325" b="1">
                <a:solidFill>
                  <a:srgbClr val="191919"/>
                </a:solidFill>
                <a:latin typeface="NanumGothic"/>
                <a:ea typeface="NanumGothic"/>
                <a:cs typeface="NanumGothic"/>
              </a:rPr>
              <a:t>10분 이상 상품 운영 회의를 결정·담당자·기한으로 축약</a:t>
            </a:r>
          </a:p>
        </p:txBody>
      </p:sp>
      <p:sp>
        <p:nvSpPr>
          <p:cNvPr id="8" name="">
            <a:extLst xmlns:a="http://schemas.openxmlformats.org/drawingml/2006/main">
              <a:ext uri="{FF2B5EF4-FFF2-40B4-BE49-F238E27FC236}">
                <a16:creationId xmlns:a16="http://schemas.microsoft.com/office/drawing/2014/main" id="{7D9AE408-5CCE-4FE4-ACE3-290A2BE07873}"/>
              </a:ext>
            </a:extLst>
          </p:cNvPr>
          <p:cNvSpPr>
            <a:spLocks xmlns:a="http://schemas.openxmlformats.org/drawingml/2006/main" noGrp="1"/>
          </p:cNvSpPr>
          <p:nvPr/>
        </p:nvSpPr>
        <p:spPr>
          <a:xfrm xmlns:a="http://schemas.openxmlformats.org/drawingml/2006/main">
            <a:off x="123825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9" name="">
            <a:extLst xmlns:a="http://schemas.openxmlformats.org/drawingml/2006/main">
              <a:ext uri="{FF2B5EF4-FFF2-40B4-BE49-F238E27FC236}">
                <a16:creationId xmlns:a16="http://schemas.microsoft.com/office/drawing/2014/main" id="{B7715C35-01F8-4F90-9869-79FB863D2C47}"/>
              </a:ext>
            </a:extLst>
          </p:cNvPr>
          <p:cNvSpPr>
            <a:spLocks xmlns:a="http://schemas.openxmlformats.org/drawingml/2006/main" noGrp="1"/>
          </p:cNvSpPr>
          <p:nvPr/>
        </p:nvSpPr>
        <p:spPr>
          <a:xfrm xmlns:a="http://schemas.openxmlformats.org/drawingml/2006/main">
            <a:off x="167640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C0AFD6C4-3DD7-4E8C-9AF1-9F290682DCDE}"/>
              </a:ext>
            </a:extLst>
          </p:cNvPr>
          <p:cNvSpPr>
            <a:spLocks xmlns:a="http://schemas.openxmlformats.org/drawingml/2006/main" noGrp="1"/>
          </p:cNvSpPr>
          <p:nvPr/>
        </p:nvSpPr>
        <p:spPr>
          <a:xfrm xmlns:a="http://schemas.openxmlformats.org/drawingml/2006/main">
            <a:off x="2152650" y="32575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발화 단위 Chunking은 합성·비식별 sample로 먼저 실행</a:t>
            </a:r>
          </a:p>
        </p:txBody>
      </p:sp>
      <p:sp>
        <p:nvSpPr>
          <p:cNvPr id="11" name="">
            <a:extLst xmlns:a="http://schemas.openxmlformats.org/drawingml/2006/main">
              <a:ext uri="{FF2B5EF4-FFF2-40B4-BE49-F238E27FC236}">
                <a16:creationId xmlns:a16="http://schemas.microsoft.com/office/drawing/2014/main" id="{953291A4-6CF2-446E-BA0D-DF3216E3D2F9}"/>
              </a:ext>
            </a:extLst>
          </p:cNvPr>
          <p:cNvSpPr>
            <a:spLocks xmlns:a="http://schemas.openxmlformats.org/drawingml/2006/main" noGrp="1"/>
          </p:cNvSpPr>
          <p:nvPr/>
        </p:nvSpPr>
        <p:spPr>
          <a:xfrm xmlns:a="http://schemas.openxmlformats.org/drawingml/2006/main">
            <a:off x="1238250" y="39624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9E8669C6-82A5-4016-B2EF-0DF109AD125A}"/>
              </a:ext>
            </a:extLst>
          </p:cNvPr>
          <p:cNvSpPr>
            <a:spLocks xmlns:a="http://schemas.openxmlformats.org/drawingml/2006/main" noGrp="1"/>
          </p:cNvSpPr>
          <p:nvPr/>
        </p:nvSpPr>
        <p:spPr>
          <a:xfrm xmlns:a="http://schemas.openxmlformats.org/drawingml/2006/main">
            <a:off x="1676400" y="40862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3" name="">
            <a:extLst xmlns:a="http://schemas.openxmlformats.org/drawingml/2006/main">
              <a:ext uri="{FF2B5EF4-FFF2-40B4-BE49-F238E27FC236}">
                <a16:creationId xmlns:a16="http://schemas.microsoft.com/office/drawing/2014/main" id="{5A628048-99F1-4008-ADB8-77EFA2F3DEAA}"/>
              </a:ext>
            </a:extLst>
          </p:cNvPr>
          <p:cNvSpPr>
            <a:spLocks xmlns:a="http://schemas.openxmlformats.org/drawingml/2006/main" noGrp="1"/>
          </p:cNvSpPr>
          <p:nvPr/>
        </p:nvSpPr>
        <p:spPr>
          <a:xfrm xmlns:a="http://schemas.openxmlformats.org/drawingml/2006/main">
            <a:off x="2152650" y="39243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10분 이상 상품 운영 회의를 결정·담당자·기한으로 축약의 현재 수작업 시간과 오류를 baseline으로 기록</a:t>
            </a:r>
          </a:p>
        </p:txBody>
      </p:sp>
      <p:sp>
        <p:nvSpPr>
          <p:cNvPr id="14" name="">
            <a:extLst xmlns:a="http://schemas.openxmlformats.org/drawingml/2006/main">
              <a:ext uri="{FF2B5EF4-FFF2-40B4-BE49-F238E27FC236}">
                <a16:creationId xmlns:a16="http://schemas.microsoft.com/office/drawing/2014/main" id="{41466751-A6DC-4353-8E6D-38FB158882EA}"/>
              </a:ext>
            </a:extLst>
          </p:cNvPr>
          <p:cNvSpPr>
            <a:spLocks xmlns:a="http://schemas.openxmlformats.org/drawingml/2006/main" noGrp="1"/>
          </p:cNvSpPr>
          <p:nvPr/>
        </p:nvSpPr>
        <p:spPr>
          <a:xfrm xmlns:a="http://schemas.openxmlformats.org/drawingml/2006/main">
            <a:off x="1238250" y="46291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5" name="">
            <a:extLst xmlns:a="http://schemas.openxmlformats.org/drawingml/2006/main">
              <a:ext uri="{FF2B5EF4-FFF2-40B4-BE49-F238E27FC236}">
                <a16:creationId xmlns:a16="http://schemas.microsoft.com/office/drawing/2014/main" id="{0E2F520F-4115-4725-9F90-58F66D7F561A}"/>
              </a:ext>
            </a:extLst>
          </p:cNvPr>
          <p:cNvSpPr>
            <a:spLocks xmlns:a="http://schemas.openxmlformats.org/drawingml/2006/main" noGrp="1"/>
          </p:cNvSpPr>
          <p:nvPr/>
        </p:nvSpPr>
        <p:spPr>
          <a:xfrm xmlns:a="http://schemas.openxmlformats.org/drawingml/2006/main">
            <a:off x="1676400" y="47529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6" name="">
            <a:extLst xmlns:a="http://schemas.openxmlformats.org/drawingml/2006/main">
              <a:ext uri="{FF2B5EF4-FFF2-40B4-BE49-F238E27FC236}">
                <a16:creationId xmlns:a16="http://schemas.microsoft.com/office/drawing/2014/main" id="{7156C3C5-8875-4ACC-AB80-8128C3A948BA}"/>
              </a:ext>
            </a:extLst>
          </p:cNvPr>
          <p:cNvSpPr>
            <a:spLocks xmlns:a="http://schemas.openxmlformats.org/drawingml/2006/main" noGrp="1"/>
          </p:cNvSpPr>
          <p:nvPr/>
        </p:nvSpPr>
        <p:spPr>
          <a:xfrm xmlns:a="http://schemas.openxmlformats.org/drawingml/2006/main">
            <a:off x="2152650" y="45910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meeting_chunks.json 사람 승인 전에는 외부 시스템을 바꾸지 않음</a:t>
            </a:r>
          </a:p>
        </p:txBody>
      </p:sp>
      <p:sp>
        <p:nvSpPr>
          <p:cNvPr id="17" name="">
            <a:extLst xmlns:a="http://schemas.openxmlformats.org/drawingml/2006/main">
              <a:ext uri="{FF2B5EF4-FFF2-40B4-BE49-F238E27FC236}">
                <a16:creationId xmlns:a16="http://schemas.microsoft.com/office/drawing/2014/main" id="{FB6D6641-9C5A-41A4-A6EA-5B9826320EBC}"/>
              </a:ext>
            </a:extLst>
          </p:cNvPr>
          <p:cNvSpPr>
            <a:spLocks xmlns:a="http://schemas.openxmlformats.org/drawingml/2006/main" noGrp="1"/>
          </p:cNvSpPr>
          <p:nvPr/>
        </p:nvSpPr>
        <p:spPr>
          <a:xfrm xmlns:a="http://schemas.openxmlformats.org/drawingml/2006/main">
            <a:off x="1238250" y="5295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8" name="">
            <a:extLst xmlns:a="http://schemas.openxmlformats.org/drawingml/2006/main">
              <a:ext uri="{FF2B5EF4-FFF2-40B4-BE49-F238E27FC236}">
                <a16:creationId xmlns:a16="http://schemas.microsoft.com/office/drawing/2014/main" id="{38D18B85-98E9-4B9A-8CCE-880D69A9395D}"/>
              </a:ext>
            </a:extLst>
          </p:cNvPr>
          <p:cNvSpPr>
            <a:spLocks xmlns:a="http://schemas.openxmlformats.org/drawingml/2006/main" noGrp="1"/>
          </p:cNvSpPr>
          <p:nvPr/>
        </p:nvSpPr>
        <p:spPr>
          <a:xfrm xmlns:a="http://schemas.openxmlformats.org/drawingml/2006/main">
            <a:off x="1676400" y="5419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9" name="">
            <a:extLst xmlns:a="http://schemas.openxmlformats.org/drawingml/2006/main">
              <a:ext uri="{FF2B5EF4-FFF2-40B4-BE49-F238E27FC236}">
                <a16:creationId xmlns:a16="http://schemas.microsoft.com/office/drawing/2014/main" id="{F53B2407-3205-498D-951B-532987C5DA50}"/>
              </a:ext>
            </a:extLst>
          </p:cNvPr>
          <p:cNvSpPr>
            <a:spLocks xmlns:a="http://schemas.openxmlformats.org/drawingml/2006/main" noGrp="1"/>
          </p:cNvSpPr>
          <p:nvPr/>
        </p:nvSpPr>
        <p:spPr>
          <a:xfrm xmlns:a="http://schemas.openxmlformats.org/drawingml/2006/main">
            <a:off x="2152650" y="52578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meeting_chunks.json을 운영 검토 자료로 사용</a:t>
            </a:r>
          </a:p>
        </p:txBody>
      </p:sp>
    </p:spTree>
    <p:extLst>
      <p:ext uri="{BB962C8B-B14F-4D97-AF65-F5344CB8AC3E}">
        <p14:creationId xmlns:p14="http://schemas.microsoft.com/office/powerpoint/2010/main" val="1810368381"/>
      </p:ext>
    </p:extLst>
  </p:cSld>
</p:sld>
</file>

<file path=ppt/slides/slide1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FA99897-EBFB-4648-817B-688503468734}"/>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포트폴리오 적용</a:t>
            </a:r>
          </a:p>
        </p:txBody>
      </p:sp>
      <p:sp>
        <p:nvSpPr>
          <p:cNvPr id="2" name="">
            <a:extLst xmlns:a="http://schemas.openxmlformats.org/drawingml/2006/main">
              <a:ext uri="{FF2B5EF4-FFF2-40B4-BE49-F238E27FC236}">
                <a16:creationId xmlns:a16="http://schemas.microsoft.com/office/drawing/2014/main" id="{EF407712-0384-4E34-947D-B199086FE77E}"/>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구직자</a:t>
            </a:r>
          </a:p>
        </p:txBody>
      </p:sp>
      <p:sp>
        <p:nvSpPr>
          <p:cNvPr id="3" name="">
            <a:extLst xmlns:a="http://schemas.openxmlformats.org/drawingml/2006/main">
              <a:ext uri="{FF2B5EF4-FFF2-40B4-BE49-F238E27FC236}">
                <a16:creationId xmlns:a16="http://schemas.microsoft.com/office/drawing/2014/main" id="{80E44958-1764-4367-BDF6-D1BC4829B4B8}"/>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70AF4867-73F5-4A57-BA4F-E667C8CB54B0}"/>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022FEFAE-6C3C-434C-AF3E-653868CA178F}"/>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5749F2D7-E9A3-4C84-8029-3B1D99C505F5}"/>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148</a:t>
            </a:r>
          </a:p>
        </p:txBody>
      </p:sp>
      <p:sp>
        <p:nvSpPr>
          <p:cNvPr id="7" name="">
            <a:extLst xmlns:a="http://schemas.openxmlformats.org/drawingml/2006/main">
              <a:ext uri="{FF2B5EF4-FFF2-40B4-BE49-F238E27FC236}">
                <a16:creationId xmlns:a16="http://schemas.microsoft.com/office/drawing/2014/main" id="{18BA2719-558A-4EF5-8CF5-5B3B2726A1BD}"/>
              </a:ext>
            </a:extLst>
          </p:cNvPr>
          <p:cNvSpPr>
            <a:spLocks xmlns:a="http://schemas.openxmlformats.org/drawingml/2006/main" noGrp="1"/>
          </p:cNvSpPr>
          <p:nvPr/>
        </p:nvSpPr>
        <p:spPr>
          <a:xfrm xmlns:a="http://schemas.openxmlformats.org/drawingml/2006/main">
            <a:off x="857250" y="1619250"/>
            <a:ext cx="10477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325" b="1">
                <a:solidFill>
                  <a:srgbClr val="191919"/>
                </a:solidFill>
                <a:latin typeface="NanumGothic"/>
                <a:ea typeface="NanumGothic"/>
                <a:cs typeface="NanumGothic"/>
              </a:defRPr>
            </a:pPr>
            <a:r>
              <a:rPr sz="2325" b="1">
                <a:solidFill>
                  <a:srgbClr val="191919"/>
                </a:solidFill>
                <a:latin typeface="NanumGothic"/>
                <a:ea typeface="NanumGothic"/>
                <a:cs typeface="NanumGothic"/>
              </a:rPr>
              <a:t>발화 단위 Chunking · 문제·코드·실패·검증을 한 저장소로 제출</a:t>
            </a:r>
          </a:p>
        </p:txBody>
      </p:sp>
      <p:sp>
        <p:nvSpPr>
          <p:cNvPr id="8" name="">
            <a:extLst xmlns:a="http://schemas.openxmlformats.org/drawingml/2006/main">
              <a:ext uri="{FF2B5EF4-FFF2-40B4-BE49-F238E27FC236}">
                <a16:creationId xmlns:a16="http://schemas.microsoft.com/office/drawing/2014/main" id="{5773100C-0764-4552-94A2-84FF7ABB57BE}"/>
              </a:ext>
            </a:extLst>
          </p:cNvPr>
          <p:cNvSpPr>
            <a:spLocks xmlns:a="http://schemas.openxmlformats.org/drawingml/2006/main" noGrp="1"/>
          </p:cNvSpPr>
          <p:nvPr/>
        </p:nvSpPr>
        <p:spPr>
          <a:xfrm xmlns:a="http://schemas.openxmlformats.org/drawingml/2006/main">
            <a:off x="123825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9" name="">
            <a:extLst xmlns:a="http://schemas.openxmlformats.org/drawingml/2006/main">
              <a:ext uri="{FF2B5EF4-FFF2-40B4-BE49-F238E27FC236}">
                <a16:creationId xmlns:a16="http://schemas.microsoft.com/office/drawing/2014/main" id="{E6C6D5F3-1E3A-4BB6-9C58-E883F75821A5}"/>
              </a:ext>
            </a:extLst>
          </p:cNvPr>
          <p:cNvSpPr>
            <a:spLocks xmlns:a="http://schemas.openxmlformats.org/drawingml/2006/main" noGrp="1"/>
          </p:cNvSpPr>
          <p:nvPr/>
        </p:nvSpPr>
        <p:spPr>
          <a:xfrm xmlns:a="http://schemas.openxmlformats.org/drawingml/2006/main">
            <a:off x="167640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683934F4-76EA-430C-94C4-D74114DC2431}"/>
              </a:ext>
            </a:extLst>
          </p:cNvPr>
          <p:cNvSpPr>
            <a:spLocks xmlns:a="http://schemas.openxmlformats.org/drawingml/2006/main" noGrp="1"/>
          </p:cNvSpPr>
          <p:nvPr/>
        </p:nvSpPr>
        <p:spPr>
          <a:xfrm xmlns:a="http://schemas.openxmlformats.org/drawingml/2006/main">
            <a:off x="2152650" y="32575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overlap 때문에 같은 Action Item이 두 번 생성된다.의 사용자 영향을 한 문장으로 설명</a:t>
            </a:r>
          </a:p>
        </p:txBody>
      </p:sp>
      <p:sp>
        <p:nvSpPr>
          <p:cNvPr id="11" name="">
            <a:extLst xmlns:a="http://schemas.openxmlformats.org/drawingml/2006/main">
              <a:ext uri="{FF2B5EF4-FFF2-40B4-BE49-F238E27FC236}">
                <a16:creationId xmlns:a16="http://schemas.microsoft.com/office/drawing/2014/main" id="{548D0A54-5CF2-4292-A7FA-188B30C146F0}"/>
              </a:ext>
            </a:extLst>
          </p:cNvPr>
          <p:cNvSpPr>
            <a:spLocks xmlns:a="http://schemas.openxmlformats.org/drawingml/2006/main" noGrp="1"/>
          </p:cNvSpPr>
          <p:nvPr/>
        </p:nvSpPr>
        <p:spPr>
          <a:xfrm xmlns:a="http://schemas.openxmlformats.org/drawingml/2006/main">
            <a:off x="1238250" y="39624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BDD1840C-9371-46CF-85AF-5ECB8C4244A4}"/>
              </a:ext>
            </a:extLst>
          </p:cNvPr>
          <p:cNvSpPr>
            <a:spLocks xmlns:a="http://schemas.openxmlformats.org/drawingml/2006/main" noGrp="1"/>
          </p:cNvSpPr>
          <p:nvPr/>
        </p:nvSpPr>
        <p:spPr>
          <a:xfrm xmlns:a="http://schemas.openxmlformats.org/drawingml/2006/main">
            <a:off x="1676400" y="40862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3" name="">
            <a:extLst xmlns:a="http://schemas.openxmlformats.org/drawingml/2006/main">
              <a:ext uri="{FF2B5EF4-FFF2-40B4-BE49-F238E27FC236}">
                <a16:creationId xmlns:a16="http://schemas.microsoft.com/office/drawing/2014/main" id="{7C057C14-9C73-4153-9DCA-E6EFA1077064}"/>
              </a:ext>
            </a:extLst>
          </p:cNvPr>
          <p:cNvSpPr>
            <a:spLocks xmlns:a="http://schemas.openxmlformats.org/drawingml/2006/main" noGrp="1"/>
          </p:cNvSpPr>
          <p:nvPr/>
        </p:nvSpPr>
        <p:spPr>
          <a:xfrm xmlns:a="http://schemas.openxmlformats.org/drawingml/2006/main">
            <a:off x="2152650" y="39243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발화 단위 Chunking 정상 Demo와 대표 실패 Demo를 함께 준비</a:t>
            </a:r>
          </a:p>
        </p:txBody>
      </p:sp>
      <p:sp>
        <p:nvSpPr>
          <p:cNvPr id="14" name="">
            <a:extLst xmlns:a="http://schemas.openxmlformats.org/drawingml/2006/main">
              <a:ext uri="{FF2B5EF4-FFF2-40B4-BE49-F238E27FC236}">
                <a16:creationId xmlns:a16="http://schemas.microsoft.com/office/drawing/2014/main" id="{D5787475-6D2E-4EE5-8F3B-902A0EE17334}"/>
              </a:ext>
            </a:extLst>
          </p:cNvPr>
          <p:cNvSpPr>
            <a:spLocks xmlns:a="http://schemas.openxmlformats.org/drawingml/2006/main" noGrp="1"/>
          </p:cNvSpPr>
          <p:nvPr/>
        </p:nvSpPr>
        <p:spPr>
          <a:xfrm xmlns:a="http://schemas.openxmlformats.org/drawingml/2006/main">
            <a:off x="1238250" y="46291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5" name="">
            <a:extLst xmlns:a="http://schemas.openxmlformats.org/drawingml/2006/main">
              <a:ext uri="{FF2B5EF4-FFF2-40B4-BE49-F238E27FC236}">
                <a16:creationId xmlns:a16="http://schemas.microsoft.com/office/drawing/2014/main" id="{A8ED57AE-B50A-4E0E-9C9B-2574FE2B31FD}"/>
              </a:ext>
            </a:extLst>
          </p:cNvPr>
          <p:cNvSpPr>
            <a:spLocks xmlns:a="http://schemas.openxmlformats.org/drawingml/2006/main" noGrp="1"/>
          </p:cNvSpPr>
          <p:nvPr/>
        </p:nvSpPr>
        <p:spPr>
          <a:xfrm xmlns:a="http://schemas.openxmlformats.org/drawingml/2006/main">
            <a:off x="1676400" y="47529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6" name="">
            <a:extLst xmlns:a="http://schemas.openxmlformats.org/drawingml/2006/main">
              <a:ext uri="{FF2B5EF4-FFF2-40B4-BE49-F238E27FC236}">
                <a16:creationId xmlns:a16="http://schemas.microsoft.com/office/drawing/2014/main" id="{EBAB7B50-1FB5-4C36-93F3-610E6D9C252A}"/>
              </a:ext>
            </a:extLst>
          </p:cNvPr>
          <p:cNvSpPr>
            <a:spLocks xmlns:a="http://schemas.openxmlformats.org/drawingml/2006/main" noGrp="1"/>
          </p:cNvSpPr>
          <p:nvPr/>
        </p:nvSpPr>
        <p:spPr>
          <a:xfrm xmlns:a="http://schemas.openxmlformats.org/drawingml/2006/main">
            <a:off x="2152650" y="45910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segment 경계를 보존하는 chunk 함수와 작은 max_chars failure test를 작성한다.의 diff와 직접 검토한 test 증거를 구분</a:t>
            </a:r>
          </a:p>
        </p:txBody>
      </p:sp>
      <p:sp>
        <p:nvSpPr>
          <p:cNvPr id="17" name="">
            <a:extLst xmlns:a="http://schemas.openxmlformats.org/drawingml/2006/main">
              <a:ext uri="{FF2B5EF4-FFF2-40B4-BE49-F238E27FC236}">
                <a16:creationId xmlns:a16="http://schemas.microsoft.com/office/drawing/2014/main" id="{E8AE8AF8-E977-4272-8674-D7F66BCCE8C2}"/>
              </a:ext>
            </a:extLst>
          </p:cNvPr>
          <p:cNvSpPr>
            <a:spLocks xmlns:a="http://schemas.openxmlformats.org/drawingml/2006/main" noGrp="1"/>
          </p:cNvSpPr>
          <p:nvPr/>
        </p:nvSpPr>
        <p:spPr>
          <a:xfrm xmlns:a="http://schemas.openxmlformats.org/drawingml/2006/main">
            <a:off x="1238250" y="5295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8" name="">
            <a:extLst xmlns:a="http://schemas.openxmlformats.org/drawingml/2006/main">
              <a:ext uri="{FF2B5EF4-FFF2-40B4-BE49-F238E27FC236}">
                <a16:creationId xmlns:a16="http://schemas.microsoft.com/office/drawing/2014/main" id="{F32AAE7C-D8C0-4AFB-846C-F2F36A358B24}"/>
              </a:ext>
            </a:extLst>
          </p:cNvPr>
          <p:cNvSpPr>
            <a:spLocks xmlns:a="http://schemas.openxmlformats.org/drawingml/2006/main" noGrp="1"/>
          </p:cNvSpPr>
          <p:nvPr/>
        </p:nvSpPr>
        <p:spPr>
          <a:xfrm xmlns:a="http://schemas.openxmlformats.org/drawingml/2006/main">
            <a:off x="1676400" y="5419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9" name="">
            <a:extLst xmlns:a="http://schemas.openxmlformats.org/drawingml/2006/main">
              <a:ext uri="{FF2B5EF4-FFF2-40B4-BE49-F238E27FC236}">
                <a16:creationId xmlns:a16="http://schemas.microsoft.com/office/drawing/2014/main" id="{C3A6D6B7-7A78-4854-9188-514653A5578C}"/>
              </a:ext>
            </a:extLst>
          </p:cNvPr>
          <p:cNvSpPr>
            <a:spLocks xmlns:a="http://schemas.openxmlformats.org/drawingml/2006/main" noGrp="1"/>
          </p:cNvSpPr>
          <p:nvPr/>
        </p:nvSpPr>
        <p:spPr>
          <a:xfrm xmlns:a="http://schemas.openxmlformats.org/drawingml/2006/main">
            <a:off x="2152650" y="52578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meeting_chunks.json과 README 재현 절차를 제출</a:t>
            </a:r>
          </a:p>
        </p:txBody>
      </p:sp>
    </p:spTree>
    <p:extLst>
      <p:ext uri="{BB962C8B-B14F-4D97-AF65-F5344CB8AC3E}">
        <p14:creationId xmlns:p14="http://schemas.microsoft.com/office/powerpoint/2010/main" val="1231062798"/>
      </p:ext>
    </p:extLst>
  </p:cSld>
</p:sld>
</file>

<file path=ppt/slides/slide1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95B018D-67FB-44BB-A7C5-09491C4A6EA9}"/>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발화 단위 Chunking 운영 점검</a:t>
            </a:r>
          </a:p>
        </p:txBody>
      </p:sp>
      <p:sp>
        <p:nvSpPr>
          <p:cNvPr id="2" name="">
            <a:extLst xmlns:a="http://schemas.openxmlformats.org/drawingml/2006/main">
              <a:ext uri="{FF2B5EF4-FFF2-40B4-BE49-F238E27FC236}">
                <a16:creationId xmlns:a16="http://schemas.microsoft.com/office/drawing/2014/main" id="{20BE43C8-E203-4541-9556-F60B1A43631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운영 기준</a:t>
            </a:r>
          </a:p>
        </p:txBody>
      </p:sp>
      <p:sp>
        <p:nvSpPr>
          <p:cNvPr id="3" name="">
            <a:extLst xmlns:a="http://schemas.openxmlformats.org/drawingml/2006/main">
              <a:ext uri="{FF2B5EF4-FFF2-40B4-BE49-F238E27FC236}">
                <a16:creationId xmlns:a16="http://schemas.microsoft.com/office/drawing/2014/main" id="{183D6250-FF5B-40FD-9066-E732F0905270}"/>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4EE9FC98-88E4-423C-82D2-937445DCDE63}"/>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D93099F9-7DD7-4479-B2F1-340845014DB0}"/>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46D34289-9A61-48DC-807B-B4139F283155}"/>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149</a:t>
            </a:r>
          </a:p>
        </p:txBody>
      </p:sp>
      <p:sp>
        <p:nvSpPr>
          <p:cNvPr id="7" name="">
            <a:extLst xmlns:a="http://schemas.openxmlformats.org/drawingml/2006/main">
              <a:ext uri="{FF2B5EF4-FFF2-40B4-BE49-F238E27FC236}">
                <a16:creationId xmlns:a16="http://schemas.microsoft.com/office/drawing/2014/main" id="{7B4C5C8E-4689-4263-BFE4-2C96FC5422FE}"/>
              </a:ext>
            </a:extLst>
          </p:cNvPr>
          <p:cNvSpPr>
            <a:spLocks xmlns:a="http://schemas.openxmlformats.org/drawingml/2006/main" noGrp="1"/>
          </p:cNvSpPr>
          <p:nvPr/>
        </p:nvSpPr>
        <p:spPr>
          <a:xfrm xmlns:a="http://schemas.openxmlformats.org/drawingml/2006/main">
            <a:off x="685800" y="1524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품질</a:t>
            </a:r>
          </a:p>
        </p:txBody>
      </p:sp>
      <p:sp>
        <p:nvSpPr>
          <p:cNvPr id="8" name="">
            <a:extLst xmlns:a="http://schemas.openxmlformats.org/drawingml/2006/main">
              <a:ext uri="{FF2B5EF4-FFF2-40B4-BE49-F238E27FC236}">
                <a16:creationId xmlns:a16="http://schemas.microsoft.com/office/drawing/2014/main" id="{011B99DA-C2D6-4F91-9EEA-237561210852}"/>
              </a:ext>
            </a:extLst>
          </p:cNvPr>
          <p:cNvSpPr>
            <a:spLocks xmlns:a="http://schemas.openxmlformats.org/drawingml/2006/main" noGrp="1"/>
          </p:cNvSpPr>
          <p:nvPr/>
        </p:nvSpPr>
        <p:spPr>
          <a:xfrm xmlns:a="http://schemas.openxmlformats.org/drawingml/2006/main">
            <a:off x="685800" y="194310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CF26029D-F367-46B8-839A-C7274E2455F8}"/>
              </a:ext>
            </a:extLst>
          </p:cNvPr>
          <p:cNvSpPr>
            <a:spLocks xmlns:a="http://schemas.openxmlformats.org/drawingml/2006/main" noGrp="1"/>
          </p:cNvSpPr>
          <p:nvPr/>
        </p:nvSpPr>
        <p:spPr>
          <a:xfrm xmlns:a="http://schemas.openxmlformats.org/drawingml/2006/main">
            <a:off x="685800" y="220980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무엇을 모든 segment ID가 적어도 한 chunk에 존재한다.로 정의하는가</a:t>
            </a:r>
          </a:p>
        </p:txBody>
      </p:sp>
      <p:sp>
        <p:nvSpPr>
          <p:cNvPr id="10" name="">
            <a:extLst xmlns:a="http://schemas.openxmlformats.org/drawingml/2006/main">
              <a:ext uri="{FF2B5EF4-FFF2-40B4-BE49-F238E27FC236}">
                <a16:creationId xmlns:a16="http://schemas.microsoft.com/office/drawing/2014/main" id="{541459CB-ADF3-45D6-ADC2-5A7F777E38EF}"/>
              </a:ext>
            </a:extLst>
          </p:cNvPr>
          <p:cNvSpPr>
            <a:spLocks xmlns:a="http://schemas.openxmlformats.org/drawingml/2006/main" noGrp="1"/>
          </p:cNvSpPr>
          <p:nvPr/>
        </p:nvSpPr>
        <p:spPr>
          <a:xfrm xmlns:a="http://schemas.openxmlformats.org/drawingml/2006/main">
            <a:off x="6096000" y="1524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안전</a:t>
            </a:r>
          </a:p>
        </p:txBody>
      </p:sp>
      <p:sp>
        <p:nvSpPr>
          <p:cNvPr id="11" name="">
            <a:extLst xmlns:a="http://schemas.openxmlformats.org/drawingml/2006/main">
              <a:ext uri="{FF2B5EF4-FFF2-40B4-BE49-F238E27FC236}">
                <a16:creationId xmlns:a16="http://schemas.microsoft.com/office/drawing/2014/main" id="{27BE7790-E8A5-4245-8105-617B26A70E38}"/>
              </a:ext>
            </a:extLst>
          </p:cNvPr>
          <p:cNvSpPr>
            <a:spLocks xmlns:a="http://schemas.openxmlformats.org/drawingml/2006/main" noGrp="1"/>
          </p:cNvSpPr>
          <p:nvPr/>
        </p:nvSpPr>
        <p:spPr>
          <a:xfrm xmlns:a="http://schemas.openxmlformats.org/drawingml/2006/main">
            <a:off x="6096000" y="194310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FAD4595D-E28D-4667-AC4E-A971E56F3C94}"/>
              </a:ext>
            </a:extLst>
          </p:cNvPr>
          <p:cNvSpPr>
            <a:spLocks xmlns:a="http://schemas.openxmlformats.org/drawingml/2006/main" noGrp="1"/>
          </p:cNvSpPr>
          <p:nvPr/>
        </p:nvSpPr>
        <p:spPr>
          <a:xfrm xmlns:a="http://schemas.openxmlformats.org/drawingml/2006/main">
            <a:off x="6096000" y="220980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발화 단위 Chunking의 사람 승인과 external_write=false 위치</a:t>
            </a:r>
          </a:p>
        </p:txBody>
      </p:sp>
      <p:sp>
        <p:nvSpPr>
          <p:cNvPr id="13" name="">
            <a:extLst xmlns:a="http://schemas.openxmlformats.org/drawingml/2006/main">
              <a:ext uri="{FF2B5EF4-FFF2-40B4-BE49-F238E27FC236}">
                <a16:creationId xmlns:a16="http://schemas.microsoft.com/office/drawing/2014/main" id="{D5C269CC-986B-4D33-93BC-125D28E27C78}"/>
              </a:ext>
            </a:extLst>
          </p:cNvPr>
          <p:cNvSpPr>
            <a:spLocks xmlns:a="http://schemas.openxmlformats.org/drawingml/2006/main" noGrp="1"/>
          </p:cNvSpPr>
          <p:nvPr/>
        </p:nvSpPr>
        <p:spPr>
          <a:xfrm xmlns:a="http://schemas.openxmlformats.org/drawingml/2006/main">
            <a:off x="685800" y="3600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복구</a:t>
            </a:r>
          </a:p>
        </p:txBody>
      </p:sp>
      <p:sp>
        <p:nvSpPr>
          <p:cNvPr id="14" name="">
            <a:extLst xmlns:a="http://schemas.openxmlformats.org/drawingml/2006/main">
              <a:ext uri="{FF2B5EF4-FFF2-40B4-BE49-F238E27FC236}">
                <a16:creationId xmlns:a16="http://schemas.microsoft.com/office/drawing/2014/main" id="{631374D5-357D-464E-B6A6-29A8D4DE03F3}"/>
              </a:ext>
            </a:extLst>
          </p:cNvPr>
          <p:cNvSpPr>
            <a:spLocks xmlns:a="http://schemas.openxmlformats.org/drawingml/2006/main" noGrp="1"/>
          </p:cNvSpPr>
          <p:nvPr/>
        </p:nvSpPr>
        <p:spPr>
          <a:xfrm xmlns:a="http://schemas.openxmlformats.org/drawingml/2006/main">
            <a:off x="685800" y="401955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122A5146-82E7-4D69-B560-2BA91ED3D4E9}"/>
              </a:ext>
            </a:extLst>
          </p:cNvPr>
          <p:cNvSpPr>
            <a:spLocks xmlns:a="http://schemas.openxmlformats.org/drawingml/2006/main" noGrp="1"/>
          </p:cNvSpPr>
          <p:nvPr/>
        </p:nvSpPr>
        <p:spPr>
          <a:xfrm xmlns:a="http://schemas.openxmlformats.org/drawingml/2006/main">
            <a:off x="685800" y="428625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overlap 때문에 같은 Action Item이 두 번 생성된다. 발생 시 meeting_chunks.json에서 원인 상태를 확인</a:t>
            </a:r>
          </a:p>
        </p:txBody>
      </p:sp>
      <p:sp>
        <p:nvSpPr>
          <p:cNvPr id="16" name="">
            <a:extLst xmlns:a="http://schemas.openxmlformats.org/drawingml/2006/main">
              <a:ext uri="{FF2B5EF4-FFF2-40B4-BE49-F238E27FC236}">
                <a16:creationId xmlns:a16="http://schemas.microsoft.com/office/drawing/2014/main" id="{5865EC5B-E091-4074-B96D-8C75E57EF50C}"/>
              </a:ext>
            </a:extLst>
          </p:cNvPr>
          <p:cNvSpPr>
            <a:spLocks xmlns:a="http://schemas.openxmlformats.org/drawingml/2006/main" noGrp="1"/>
          </p:cNvSpPr>
          <p:nvPr/>
        </p:nvSpPr>
        <p:spPr>
          <a:xfrm xmlns:a="http://schemas.openxmlformats.org/drawingml/2006/main">
            <a:off x="6096000" y="3600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관측</a:t>
            </a:r>
          </a:p>
        </p:txBody>
      </p:sp>
      <p:sp>
        <p:nvSpPr>
          <p:cNvPr id="17" name="">
            <a:extLst xmlns:a="http://schemas.openxmlformats.org/drawingml/2006/main">
              <a:ext uri="{FF2B5EF4-FFF2-40B4-BE49-F238E27FC236}">
                <a16:creationId xmlns:a16="http://schemas.microsoft.com/office/drawing/2014/main" id="{3F254175-7519-4E2C-BAE2-C3E1D5E6130F}"/>
              </a:ext>
            </a:extLst>
          </p:cNvPr>
          <p:cNvSpPr>
            <a:spLocks xmlns:a="http://schemas.openxmlformats.org/drawingml/2006/main" noGrp="1"/>
          </p:cNvSpPr>
          <p:nvPr/>
        </p:nvSpPr>
        <p:spPr>
          <a:xfrm xmlns:a="http://schemas.openxmlformats.org/drawingml/2006/main">
            <a:off x="6096000" y="401955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A5B1B202-724A-4821-B3F6-94C9901FACAD}"/>
              </a:ext>
            </a:extLst>
          </p:cNvPr>
          <p:cNvSpPr>
            <a:spLocks xmlns:a="http://schemas.openxmlformats.org/drawingml/2006/main" noGrp="1"/>
          </p:cNvSpPr>
          <p:nvPr/>
        </p:nvSpPr>
        <p:spPr>
          <a:xfrm xmlns:a="http://schemas.openxmlformats.org/drawingml/2006/main">
            <a:off x="6096000" y="428625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meeting_chunks.json에서 어떤 status·error_code를 보는가</a:t>
            </a:r>
          </a:p>
        </p:txBody>
      </p:sp>
    </p:spTree>
    <p:extLst>
      <p:ext uri="{BB962C8B-B14F-4D97-AF65-F5344CB8AC3E}">
        <p14:creationId xmlns:p14="http://schemas.microsoft.com/office/powerpoint/2010/main" val="149699668"/>
      </p:ext>
    </p:extLst>
  </p:cSld>
</p:sld>
</file>

<file path=ppt/slides/slide1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C6876A8-23A9-4237-BBE5-AB30B665655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meeting_chunks.json 실행 증거</a:t>
            </a:r>
          </a:p>
        </p:txBody>
      </p:sp>
      <p:sp>
        <p:nvSpPr>
          <p:cNvPr id="2" name="">
            <a:extLst xmlns:a="http://schemas.openxmlformats.org/drawingml/2006/main">
              <a:ext uri="{FF2B5EF4-FFF2-40B4-BE49-F238E27FC236}">
                <a16:creationId xmlns:a16="http://schemas.microsoft.com/office/drawing/2014/main" id="{A6250603-0874-416E-AEEF-78B33F9947A9}"/>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차시 마무리</a:t>
            </a:r>
          </a:p>
        </p:txBody>
      </p:sp>
      <p:sp>
        <p:nvSpPr>
          <p:cNvPr id="3" name="">
            <a:extLst xmlns:a="http://schemas.openxmlformats.org/drawingml/2006/main">
              <a:ext uri="{FF2B5EF4-FFF2-40B4-BE49-F238E27FC236}">
                <a16:creationId xmlns:a16="http://schemas.microsoft.com/office/drawing/2014/main" id="{5CF7716A-805D-4EAA-BE6F-B1DE298A585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8071EC32-AA39-41E1-BCA4-5041FC13E1A9}"/>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0C665DF4-526A-4305-BD0A-2B550A9BE01C}"/>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12:50-13:40 · 5차시</a:t>
            </a:r>
          </a:p>
        </p:txBody>
      </p:sp>
      <p:sp>
        <p:nvSpPr>
          <p:cNvPr id="6" name="">
            <a:extLst xmlns:a="http://schemas.openxmlformats.org/drawingml/2006/main">
              <a:ext uri="{FF2B5EF4-FFF2-40B4-BE49-F238E27FC236}">
                <a16:creationId xmlns:a16="http://schemas.microsoft.com/office/drawing/2014/main" id="{15132E1D-22F0-44C9-BD8E-3AA1040B1457}"/>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150</a:t>
            </a:r>
          </a:p>
        </p:txBody>
      </p:sp>
      <p:sp>
        <p:nvSpPr>
          <p:cNvPr id="7" name="">
            <a:extLst xmlns:a="http://schemas.openxmlformats.org/drawingml/2006/main">
              <a:ext uri="{FF2B5EF4-FFF2-40B4-BE49-F238E27FC236}">
                <a16:creationId xmlns:a16="http://schemas.microsoft.com/office/drawing/2014/main" id="{C80C3D7A-B6D9-4BC4-9BE1-BF7305CA112A}"/>
              </a:ext>
            </a:extLst>
          </p:cNvPr>
          <p:cNvSpPr>
            <a:spLocks xmlns:a="http://schemas.openxmlformats.org/drawingml/2006/main" noGrp="1"/>
          </p:cNvSpPr>
          <p:nvPr/>
        </p:nvSpPr>
        <p:spPr>
          <a:xfrm xmlns:a="http://schemas.openxmlformats.org/drawingml/2006/main">
            <a:off x="914400" y="17335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03AB4B70-1592-46E4-8B46-B19035DD2BF6}"/>
              </a:ext>
            </a:extLst>
          </p:cNvPr>
          <p:cNvSpPr>
            <a:spLocks xmlns:a="http://schemas.openxmlformats.org/drawingml/2006/main" noGrp="1"/>
          </p:cNvSpPr>
          <p:nvPr/>
        </p:nvSpPr>
        <p:spPr>
          <a:xfrm xmlns:a="http://schemas.openxmlformats.org/drawingml/2006/main">
            <a:off x="1352550" y="18573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14D63462-B562-4704-B05E-70861D7CE837}"/>
              </a:ext>
            </a:extLst>
          </p:cNvPr>
          <p:cNvSpPr>
            <a:spLocks xmlns:a="http://schemas.openxmlformats.org/drawingml/2006/main" noGrp="1"/>
          </p:cNvSpPr>
          <p:nvPr/>
        </p:nvSpPr>
        <p:spPr>
          <a:xfrm xmlns:a="http://schemas.openxmlformats.org/drawingml/2006/main">
            <a:off x="1828800" y="16954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설명: 발화 단위 Chunking이 필요한 이유를 한 문장으로 말할 수 있다.</a:t>
            </a:r>
          </a:p>
        </p:txBody>
      </p:sp>
      <p:sp>
        <p:nvSpPr>
          <p:cNvPr id="10" name="">
            <a:extLst xmlns:a="http://schemas.openxmlformats.org/drawingml/2006/main">
              <a:ext uri="{FF2B5EF4-FFF2-40B4-BE49-F238E27FC236}">
                <a16:creationId xmlns:a16="http://schemas.microsoft.com/office/drawing/2014/main" id="{A732BDF8-5DB4-48E4-9D47-C3E2E7DF5187}"/>
              </a:ext>
            </a:extLst>
          </p:cNvPr>
          <p:cNvSpPr>
            <a:spLocks xmlns:a="http://schemas.openxmlformats.org/drawingml/2006/main" noGrp="1"/>
          </p:cNvSpPr>
          <p:nvPr/>
        </p:nvSpPr>
        <p:spPr>
          <a:xfrm xmlns:a="http://schemas.openxmlformats.org/drawingml/2006/main">
            <a:off x="914400" y="28956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4C44306A-80BF-4147-9251-431314DB6A39}"/>
              </a:ext>
            </a:extLst>
          </p:cNvPr>
          <p:cNvSpPr>
            <a:spLocks xmlns:a="http://schemas.openxmlformats.org/drawingml/2006/main" noGrp="1"/>
          </p:cNvSpPr>
          <p:nvPr/>
        </p:nvSpPr>
        <p:spPr>
          <a:xfrm xmlns:a="http://schemas.openxmlformats.org/drawingml/2006/main">
            <a:off x="1352550" y="30194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841EB160-6ACB-43EE-90EB-A59217721540}"/>
              </a:ext>
            </a:extLst>
          </p:cNvPr>
          <p:cNvSpPr>
            <a:spLocks xmlns:a="http://schemas.openxmlformats.org/drawingml/2006/main" noGrp="1"/>
          </p:cNvSpPr>
          <p:nvPr/>
        </p:nvSpPr>
        <p:spPr>
          <a:xfrm xmlns:a="http://schemas.openxmlformats.org/drawingml/2006/main">
            <a:off x="1828800" y="285750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실행: python -m pytest -q tests/test_course_services.py -k meeting_chunks</a:t>
            </a:r>
          </a:p>
        </p:txBody>
      </p:sp>
      <p:sp>
        <p:nvSpPr>
          <p:cNvPr id="13" name="">
            <a:extLst xmlns:a="http://schemas.openxmlformats.org/drawingml/2006/main">
              <a:ext uri="{FF2B5EF4-FFF2-40B4-BE49-F238E27FC236}">
                <a16:creationId xmlns:a16="http://schemas.microsoft.com/office/drawing/2014/main" id="{EED482FB-AAB1-4E32-B2BE-33F00CB16D0F}"/>
              </a:ext>
            </a:extLst>
          </p:cNvPr>
          <p:cNvSpPr>
            <a:spLocks xmlns:a="http://schemas.openxmlformats.org/drawingml/2006/main" noGrp="1"/>
          </p:cNvSpPr>
          <p:nvPr/>
        </p:nvSpPr>
        <p:spPr>
          <a:xfrm xmlns:a="http://schemas.openxmlformats.org/drawingml/2006/main">
            <a:off x="914400" y="4057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4C96FDF9-D1C6-4171-91E3-5AA4AF6D5D2C}"/>
              </a:ext>
            </a:extLst>
          </p:cNvPr>
          <p:cNvSpPr>
            <a:spLocks xmlns:a="http://schemas.openxmlformats.org/drawingml/2006/main" noGrp="1"/>
          </p:cNvSpPr>
          <p:nvPr/>
        </p:nvSpPr>
        <p:spPr>
          <a:xfrm xmlns:a="http://schemas.openxmlformats.org/drawingml/2006/main">
            <a:off x="1352550" y="4181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0F55D04A-3023-41A8-BA5C-44DE01BA8541}"/>
              </a:ext>
            </a:extLst>
          </p:cNvPr>
          <p:cNvSpPr>
            <a:spLocks xmlns:a="http://schemas.openxmlformats.org/drawingml/2006/main" noGrp="1"/>
          </p:cNvSpPr>
          <p:nvPr/>
        </p:nvSpPr>
        <p:spPr>
          <a:xfrm xmlns:a="http://schemas.openxmlformats.org/drawingml/2006/main">
            <a:off x="1828800" y="40195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증거: meeting_chunks.json과 정상·실패 test 결과가 남아 있다.</a:t>
            </a:r>
          </a:p>
        </p:txBody>
      </p:sp>
      <p:sp>
        <p:nvSpPr>
          <p:cNvPr id="16" name="">
            <a:extLst xmlns:a="http://schemas.openxmlformats.org/drawingml/2006/main">
              <a:ext uri="{FF2B5EF4-FFF2-40B4-BE49-F238E27FC236}">
                <a16:creationId xmlns:a16="http://schemas.microsoft.com/office/drawing/2014/main" id="{66475E58-1BE7-44A3-81A4-46FDA06DF40D}"/>
              </a:ext>
            </a:extLst>
          </p:cNvPr>
          <p:cNvSpPr>
            <a:spLocks xmlns:a="http://schemas.openxmlformats.org/drawingml/2006/main" noGrp="1"/>
          </p:cNvSpPr>
          <p:nvPr/>
        </p:nvSpPr>
        <p:spPr>
          <a:xfrm xmlns:a="http://schemas.openxmlformats.org/drawingml/2006/main">
            <a:off x="1524000" y="5391150"/>
            <a:ext cx="914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다음 차시: LangChain MeetingBrief Pipeline</a:t>
            </a:r>
          </a:p>
        </p:txBody>
      </p:sp>
    </p:spTree>
    <p:extLst>
      <p:ext uri="{BB962C8B-B14F-4D97-AF65-F5344CB8AC3E}">
        <p14:creationId xmlns:p14="http://schemas.microsoft.com/office/powerpoint/2010/main" val="208931227"/>
      </p:ext>
    </p:extLst>
  </p:cSld>
</p:sld>
</file>

<file path=ppt/slides/slide15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497E2C1-F39E-487E-B7B9-3824006B188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3E958D5-70DE-4200-BDF9-E8AA3B6B39BA}"/>
              </a:ext>
            </a:extLst>
          </p:cNvPr>
          <p:cNvSpPr>
            <a:spLocks xmlns:a="http://schemas.openxmlformats.org/drawingml/2006/main" noGrp="1"/>
          </p:cNvSpPr>
          <p:nvPr/>
        </p:nvSpPr>
        <p:spPr>
          <a:xfrm xmlns:a="http://schemas.openxmlformats.org/drawingml/2006/main">
            <a:off x="800100" y="1676400"/>
            <a:ext cx="10287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98000"/>
              </a:lnSpc>
              <a:buNone/>
              <a:defRPr sz="4050" b="1">
                <a:solidFill>
                  <a:srgbClr val="FFFFFF"/>
                </a:solidFill>
                <a:latin typeface="NanumGothic"/>
                <a:ea typeface="NanumGothic"/>
                <a:cs typeface="NanumGothic"/>
              </a:defRPr>
            </a:pPr>
            <a:r>
              <a:rPr sz="4050" b="1">
                <a:solidFill>
                  <a:srgbClr val="FFFFFF"/>
                </a:solidFill>
                <a:latin typeface="NanumGothic"/>
                <a:ea typeface="NanumGothic"/>
                <a:cs typeface="NanumGothic"/>
              </a:rPr>
              <a:t>LangChain MeetingBrief Pipeline</a:t>
            </a:r>
          </a:p>
        </p:txBody>
      </p:sp>
      <p:sp>
        <p:nvSpPr>
          <p:cNvPr id="3" name="">
            <a:extLst xmlns:a="http://schemas.openxmlformats.org/drawingml/2006/main">
              <a:ext uri="{FF2B5EF4-FFF2-40B4-BE49-F238E27FC236}">
                <a16:creationId xmlns:a16="http://schemas.microsoft.com/office/drawing/2014/main" id="{AD3920DA-F1F7-4741-ACEE-B4BDDA38BB69}"/>
              </a:ext>
            </a:extLst>
          </p:cNvPr>
          <p:cNvSpPr>
            <a:spLocks xmlns:a="http://schemas.openxmlformats.org/drawingml/2006/main" noGrp="1"/>
          </p:cNvSpPr>
          <p:nvPr/>
        </p:nvSpPr>
        <p:spPr>
          <a:xfrm xmlns:a="http://schemas.openxmlformats.org/drawingml/2006/main">
            <a:off x="800100" y="5905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DAY 2 · 6차시</a:t>
            </a:r>
          </a:p>
        </p:txBody>
      </p:sp>
      <p:sp>
        <p:nvSpPr>
          <p:cNvPr id="4" name="">
            <a:extLst xmlns:a="http://schemas.openxmlformats.org/drawingml/2006/main">
              <a:ext uri="{FF2B5EF4-FFF2-40B4-BE49-F238E27FC236}">
                <a16:creationId xmlns:a16="http://schemas.microsoft.com/office/drawing/2014/main" id="{1B8FB813-F6C8-485E-BAB5-C95A211D1240}"/>
              </a:ext>
            </a:extLst>
          </p:cNvPr>
          <p:cNvSpPr>
            <a:spLocks xmlns:a="http://schemas.openxmlformats.org/drawingml/2006/main" noGrp="1"/>
          </p:cNvSpPr>
          <p:nvPr/>
        </p:nvSpPr>
        <p:spPr>
          <a:xfrm xmlns:a="http://schemas.openxmlformats.org/drawingml/2006/main">
            <a:off x="800100" y="102870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1">
                <a:solidFill>
                  <a:srgbClr val="2563EB"/>
                </a:solidFill>
                <a:latin typeface="NanumGothic"/>
                <a:ea typeface="NanumGothic"/>
                <a:cs typeface="NanumGothic"/>
              </a:defRPr>
            </a:pPr>
            <a:r>
              <a:rPr sz="1500" b="1">
                <a:solidFill>
                  <a:srgbClr val="2563EB"/>
                </a:solidFill>
                <a:latin typeface="NanumGothic"/>
                <a:ea typeface="NanumGothic"/>
                <a:cs typeface="NanumGothic"/>
              </a:rPr>
              <a:t>15:00-15:50  (쉬는 시간 17:30-18:00)</a:t>
            </a:r>
          </a:p>
        </p:txBody>
      </p:sp>
      <p:sp>
        <p:nvSpPr>
          <p:cNvPr id="5" name="">
            <a:extLst xmlns:a="http://schemas.openxmlformats.org/drawingml/2006/main">
              <a:ext uri="{FF2B5EF4-FFF2-40B4-BE49-F238E27FC236}">
                <a16:creationId xmlns:a16="http://schemas.microsoft.com/office/drawing/2014/main" id="{3EAA620D-FD29-4386-BEA9-F92F5D16EB00}"/>
              </a:ext>
            </a:extLst>
          </p:cNvPr>
          <p:cNvSpPr>
            <a:spLocks xmlns:a="http://schemas.openxmlformats.org/drawingml/2006/main" noGrp="1"/>
          </p:cNvSpPr>
          <p:nvPr/>
        </p:nvSpPr>
        <p:spPr>
          <a:xfrm xmlns:a="http://schemas.openxmlformats.org/drawingml/2006/main">
            <a:off x="838200" y="323850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1">
                <a:solidFill>
                  <a:srgbClr val="E0E0E0"/>
                </a:solidFill>
                <a:latin typeface="NanumGothic"/>
                <a:ea typeface="NanumGothic"/>
                <a:cs typeface="NanumGothic"/>
              </a:defRPr>
            </a:pPr>
            <a:r>
              <a:rPr sz="1875" b="1">
                <a:solidFill>
                  <a:srgbClr val="E0E0E0"/>
                </a:solidFill>
                <a:latin typeface="NanumGothic"/>
                <a:ea typeface="NanumGothic"/>
                <a:cs typeface="NanumGothic"/>
              </a:rPr>
              <a:t>Runnable · LCEL · meeting_brief.json</a:t>
            </a:r>
          </a:p>
        </p:txBody>
      </p:sp>
      <p:sp>
        <p:nvSpPr>
          <p:cNvPr id="6" name="">
            <a:extLst xmlns:a="http://schemas.openxmlformats.org/drawingml/2006/main">
              <a:ext uri="{FF2B5EF4-FFF2-40B4-BE49-F238E27FC236}">
                <a16:creationId xmlns:a16="http://schemas.microsoft.com/office/drawing/2014/main" id="{0558DCBC-824B-47FD-A4B0-BF246E7996E6}"/>
              </a:ext>
            </a:extLst>
          </p:cNvPr>
          <p:cNvSpPr>
            <a:spLocks xmlns:a="http://schemas.openxmlformats.org/drawingml/2006/main" noGrp="1"/>
          </p:cNvSpPr>
          <p:nvPr/>
        </p:nvSpPr>
        <p:spPr>
          <a:xfrm xmlns:a="http://schemas.openxmlformats.org/drawingml/2006/main">
            <a:off x="800100" y="4267200"/>
            <a:ext cx="10401300" cy="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7" name="">
            <a:extLst xmlns:a="http://schemas.openxmlformats.org/drawingml/2006/main">
              <a:ext uri="{FF2B5EF4-FFF2-40B4-BE49-F238E27FC236}">
                <a16:creationId xmlns:a16="http://schemas.microsoft.com/office/drawing/2014/main" id="{E70FAD3D-4461-44D5-90FE-E803FF8D96D6}"/>
              </a:ext>
            </a:extLst>
          </p:cNvPr>
          <p:cNvSpPr>
            <a:spLocks xmlns:a="http://schemas.openxmlformats.org/drawingml/2006/main" noGrp="1"/>
          </p:cNvSpPr>
          <p:nvPr/>
        </p:nvSpPr>
        <p:spPr>
          <a:xfrm xmlns:a="http://schemas.openxmlformats.org/drawingml/2006/main">
            <a:off x="8001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진행</a:t>
            </a:r>
          </a:p>
        </p:txBody>
      </p:sp>
      <p:sp>
        <p:nvSpPr>
          <p:cNvPr id="8" name="">
            <a:extLst xmlns:a="http://schemas.openxmlformats.org/drawingml/2006/main">
              <a:ext uri="{FF2B5EF4-FFF2-40B4-BE49-F238E27FC236}">
                <a16:creationId xmlns:a16="http://schemas.microsoft.com/office/drawing/2014/main" id="{81345A29-8712-4C20-B5A5-9B8FFD2EFBBB}"/>
              </a:ext>
            </a:extLst>
          </p:cNvPr>
          <p:cNvSpPr>
            <a:spLocks xmlns:a="http://schemas.openxmlformats.org/drawingml/2006/main" noGrp="1"/>
          </p:cNvSpPr>
          <p:nvPr/>
        </p:nvSpPr>
        <p:spPr>
          <a:xfrm xmlns:a="http://schemas.openxmlformats.org/drawingml/2006/main">
            <a:off x="8001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LangChain MeetingBrief Pipeline</a:t>
            </a:r>
          </a:p>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강의 12분 · 강사 시연 10분 · Codex 소프트웨어 제작 23분 · 실행 확인 5분</a:t>
            </a:r>
          </a:p>
        </p:txBody>
      </p:sp>
      <p:sp>
        <p:nvSpPr>
          <p:cNvPr id="9" name="">
            <a:extLst xmlns:a="http://schemas.openxmlformats.org/drawingml/2006/main">
              <a:ext uri="{FF2B5EF4-FFF2-40B4-BE49-F238E27FC236}">
                <a16:creationId xmlns:a16="http://schemas.microsoft.com/office/drawing/2014/main" id="{2BD3C7AA-01BC-4F35-A035-09AEC9618D1D}"/>
              </a:ext>
            </a:extLst>
          </p:cNvPr>
          <p:cNvSpPr>
            <a:spLocks xmlns:a="http://schemas.openxmlformats.org/drawingml/2006/main" noGrp="1"/>
          </p:cNvSpPr>
          <p:nvPr/>
        </p:nvSpPr>
        <p:spPr>
          <a:xfrm xmlns:a="http://schemas.openxmlformats.org/drawingml/2006/main">
            <a:off x="42672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사용 파일</a:t>
            </a:r>
          </a:p>
        </p:txBody>
      </p:sp>
      <p:sp>
        <p:nvSpPr>
          <p:cNvPr id="10" name="">
            <a:extLst xmlns:a="http://schemas.openxmlformats.org/drawingml/2006/main">
              <a:ext uri="{FF2B5EF4-FFF2-40B4-BE49-F238E27FC236}">
                <a16:creationId xmlns:a16="http://schemas.microsoft.com/office/drawing/2014/main" id="{865E1C0C-A605-49FC-8203-9DEE4C6CEA36}"/>
              </a:ext>
            </a:extLst>
          </p:cNvPr>
          <p:cNvSpPr>
            <a:spLocks xmlns:a="http://schemas.openxmlformats.org/drawingml/2006/main" noGrp="1"/>
          </p:cNvSpPr>
          <p:nvPr/>
        </p:nvSpPr>
        <p:spPr>
          <a:xfrm xmlns:a="http://schemas.openxmlformats.org/drawingml/2006/main">
            <a:off x="42672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src/langchain_lab.py</a:t>
            </a:r>
          </a:p>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src/openai_provider.py</a:t>
            </a:r>
          </a:p>
        </p:txBody>
      </p:sp>
      <p:sp>
        <p:nvSpPr>
          <p:cNvPr id="11" name="">
            <a:extLst xmlns:a="http://schemas.openxmlformats.org/drawingml/2006/main">
              <a:ext uri="{FF2B5EF4-FFF2-40B4-BE49-F238E27FC236}">
                <a16:creationId xmlns:a16="http://schemas.microsoft.com/office/drawing/2014/main" id="{EB26476F-DF24-41FF-A082-DA925DE3685A}"/>
              </a:ext>
            </a:extLst>
          </p:cNvPr>
          <p:cNvSpPr>
            <a:spLocks xmlns:a="http://schemas.openxmlformats.org/drawingml/2006/main" noGrp="1"/>
          </p:cNvSpPr>
          <p:nvPr/>
        </p:nvSpPr>
        <p:spPr>
          <a:xfrm xmlns:a="http://schemas.openxmlformats.org/drawingml/2006/main">
            <a:off x="77343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확인할 결과</a:t>
            </a:r>
          </a:p>
        </p:txBody>
      </p:sp>
      <p:sp>
        <p:nvSpPr>
          <p:cNvPr id="12" name="">
            <a:extLst xmlns:a="http://schemas.openxmlformats.org/drawingml/2006/main">
              <a:ext uri="{FF2B5EF4-FFF2-40B4-BE49-F238E27FC236}">
                <a16:creationId xmlns:a16="http://schemas.microsoft.com/office/drawing/2014/main" id="{738D714F-C333-47F1-9014-044453B64549}"/>
              </a:ext>
            </a:extLst>
          </p:cNvPr>
          <p:cNvSpPr>
            <a:spLocks xmlns:a="http://schemas.openxmlformats.org/drawingml/2006/main" noGrp="1"/>
          </p:cNvSpPr>
          <p:nvPr/>
        </p:nvSpPr>
        <p:spPr>
          <a:xfrm xmlns:a="http://schemas.openxmlformats.org/drawingml/2006/main">
            <a:off x="77343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meeting_brief.json</a:t>
            </a:r>
          </a:p>
        </p:txBody>
      </p:sp>
      <p:sp>
        <p:nvSpPr>
          <p:cNvPr id="13" name="">
            <a:extLst xmlns:a="http://schemas.openxmlformats.org/drawingml/2006/main">
              <a:ext uri="{FF2B5EF4-FFF2-40B4-BE49-F238E27FC236}">
                <a16:creationId xmlns:a16="http://schemas.microsoft.com/office/drawing/2014/main" id="{8F147715-7756-416C-8512-F8A8F646ECBF}"/>
              </a:ext>
            </a:extLst>
          </p:cNvPr>
          <p:cNvSpPr>
            <a:spLocks xmlns:a="http://schemas.openxmlformats.org/drawingml/2006/main" noGrp="1"/>
          </p:cNvSpPr>
          <p:nvPr/>
        </p:nvSpPr>
        <p:spPr>
          <a:xfrm xmlns:a="http://schemas.openxmlformats.org/drawingml/2006/main">
            <a:off x="800100" y="6096000"/>
            <a:ext cx="10401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825" b="1">
                <a:solidFill>
                  <a:srgbClr val="C7C7C7"/>
                </a:solidFill>
                <a:latin typeface="NanumGothic"/>
                <a:ea typeface="NanumGothic"/>
                <a:cs typeface="NanumGothic"/>
              </a:defRPr>
            </a:pPr>
            <a:r>
              <a:rPr sz="825" b="1">
                <a:solidFill>
                  <a:srgbClr val="C7C7C7"/>
                </a:solidFill>
                <a:latin typeface="NanumGothic"/>
                <a:ea typeface="NanumGothic"/>
                <a:cs typeface="NanumGothic"/>
              </a:rPr>
              <a:t>Day 2 · 한국어 회의 Agent · 6차시</a:t>
            </a:r>
          </a:p>
        </p:txBody>
      </p:sp>
    </p:spTree>
    <p:extLst>
      <p:ext uri="{BB962C8B-B14F-4D97-AF65-F5344CB8AC3E}">
        <p14:creationId xmlns:p14="http://schemas.microsoft.com/office/powerpoint/2010/main" val="1629399498"/>
      </p:ext>
    </p:extLst>
  </p:cSld>
</p:sld>
</file>

<file path=ppt/slides/slide1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099624C-E4AB-4E60-A53E-0C4A17441296}"/>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6차시 입력과 결과</a:t>
            </a:r>
          </a:p>
        </p:txBody>
      </p:sp>
      <p:sp>
        <p:nvSpPr>
          <p:cNvPr id="2" name="">
            <a:extLst xmlns:a="http://schemas.openxmlformats.org/drawingml/2006/main">
              <a:ext uri="{FF2B5EF4-FFF2-40B4-BE49-F238E27FC236}">
                <a16:creationId xmlns:a16="http://schemas.microsoft.com/office/drawing/2014/main" id="{ECBC9FBC-8AF7-4D88-8C3B-4C6257D0485B}"/>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현재 위치</a:t>
            </a:r>
          </a:p>
        </p:txBody>
      </p:sp>
      <p:sp>
        <p:nvSpPr>
          <p:cNvPr id="3" name="">
            <a:extLst xmlns:a="http://schemas.openxmlformats.org/drawingml/2006/main">
              <a:ext uri="{FF2B5EF4-FFF2-40B4-BE49-F238E27FC236}">
                <a16:creationId xmlns:a16="http://schemas.microsoft.com/office/drawing/2014/main" id="{67BAEF44-9600-4747-9A40-DE8EB5BE8DF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28EC6209-20D7-4E33-96C9-2693A418C6EC}"/>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31D419DB-5A9F-4951-8806-6E28BC36791B}"/>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E99E99C4-8699-46F5-A7D5-8378ABC61616}"/>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152</a:t>
            </a:r>
          </a:p>
        </p:txBody>
      </p:sp>
      <p:sp>
        <p:nvSpPr>
          <p:cNvPr id="7" name="">
            <a:extLst xmlns:a="http://schemas.openxmlformats.org/drawingml/2006/main">
              <a:ext uri="{FF2B5EF4-FFF2-40B4-BE49-F238E27FC236}">
                <a16:creationId xmlns:a16="http://schemas.microsoft.com/office/drawing/2014/main" id="{C8917219-D6F8-4477-BA1E-3EA9E8AADB43}"/>
              </a:ext>
            </a:extLst>
          </p:cNvPr>
          <p:cNvSpPr>
            <a:spLocks xmlns:a="http://schemas.openxmlformats.org/drawingml/2006/main" noGrp="1"/>
          </p:cNvSpPr>
          <p:nvPr/>
        </p:nvSpPr>
        <p:spPr>
          <a:xfrm xmlns:a="http://schemas.openxmlformats.org/drawingml/2006/main">
            <a:off x="685800" y="17335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입력</a:t>
            </a:r>
          </a:p>
        </p:txBody>
      </p:sp>
      <p:sp>
        <p:nvSpPr>
          <p:cNvPr id="8" name="">
            <a:extLst xmlns:a="http://schemas.openxmlformats.org/drawingml/2006/main">
              <a:ext uri="{FF2B5EF4-FFF2-40B4-BE49-F238E27FC236}">
                <a16:creationId xmlns:a16="http://schemas.microsoft.com/office/drawing/2014/main" id="{0195CE27-747F-4210-8712-A8FE8B6D3146}"/>
              </a:ext>
            </a:extLst>
          </p:cNvPr>
          <p:cNvSpPr>
            <a:spLocks xmlns:a="http://schemas.openxmlformats.org/drawingml/2006/main" noGrp="1"/>
          </p:cNvSpPr>
          <p:nvPr/>
        </p:nvSpPr>
        <p:spPr>
          <a:xfrm xmlns:a="http://schemas.openxmlformats.org/drawingml/2006/main">
            <a:off x="1962150" y="1857375"/>
            <a:ext cx="762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D06927ED-9295-46E2-9B03-01BA8EF40305}"/>
              </a:ext>
            </a:extLst>
          </p:cNvPr>
          <p:cNvSpPr>
            <a:spLocks xmlns:a="http://schemas.openxmlformats.org/drawingml/2006/main" noGrp="1"/>
          </p:cNvSpPr>
          <p:nvPr/>
        </p:nvSpPr>
        <p:spPr>
          <a:xfrm xmlns:a="http://schemas.openxmlformats.org/drawingml/2006/main">
            <a:off x="3009900" y="15621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0">
                <a:solidFill>
                  <a:srgbClr val="191919"/>
                </a:solidFill>
                <a:latin typeface="NanumGothic"/>
                <a:ea typeface="NanumGothic"/>
                <a:cs typeface="NanumGothic"/>
              </a:defRPr>
            </a:pPr>
            <a:r>
              <a:rPr sz="1875" b="0">
                <a:solidFill>
                  <a:srgbClr val="191919"/>
                </a:solidFill>
                <a:latin typeface="NanumGothic"/>
                <a:ea typeface="NanumGothic"/>
                <a:cs typeface="NanumGothic"/>
              </a:rPr>
              <a:t>meeting_chunks.json</a:t>
            </a:r>
          </a:p>
        </p:txBody>
      </p:sp>
      <p:sp>
        <p:nvSpPr>
          <p:cNvPr id="10" name="">
            <a:extLst xmlns:a="http://schemas.openxmlformats.org/drawingml/2006/main">
              <a:ext uri="{FF2B5EF4-FFF2-40B4-BE49-F238E27FC236}">
                <a16:creationId xmlns:a16="http://schemas.microsoft.com/office/drawing/2014/main" id="{FEBE9DE4-29E4-4EFF-99A2-2EFAB044A9B6}"/>
              </a:ext>
            </a:extLst>
          </p:cNvPr>
          <p:cNvSpPr>
            <a:spLocks xmlns:a="http://schemas.openxmlformats.org/drawingml/2006/main" noGrp="1"/>
          </p:cNvSpPr>
          <p:nvPr/>
        </p:nvSpPr>
        <p:spPr>
          <a:xfrm xmlns:a="http://schemas.openxmlformats.org/drawingml/2006/main">
            <a:off x="685800" y="28003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이번 차시</a:t>
            </a:r>
          </a:p>
        </p:txBody>
      </p:sp>
      <p:sp>
        <p:nvSpPr>
          <p:cNvPr id="11" name="">
            <a:extLst xmlns:a="http://schemas.openxmlformats.org/drawingml/2006/main">
              <a:ext uri="{FF2B5EF4-FFF2-40B4-BE49-F238E27FC236}">
                <a16:creationId xmlns:a16="http://schemas.microsoft.com/office/drawing/2014/main" id="{FE17E8EA-A27B-4696-85F4-333770DFDB4F}"/>
              </a:ext>
            </a:extLst>
          </p:cNvPr>
          <p:cNvSpPr>
            <a:spLocks xmlns:a="http://schemas.openxmlformats.org/drawingml/2006/main" noGrp="1"/>
          </p:cNvSpPr>
          <p:nvPr/>
        </p:nvSpPr>
        <p:spPr>
          <a:xfrm xmlns:a="http://schemas.openxmlformats.org/drawingml/2006/main">
            <a:off x="1962150" y="2924175"/>
            <a:ext cx="76200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2" name="">
            <a:extLst xmlns:a="http://schemas.openxmlformats.org/drawingml/2006/main">
              <a:ext uri="{FF2B5EF4-FFF2-40B4-BE49-F238E27FC236}">
                <a16:creationId xmlns:a16="http://schemas.microsoft.com/office/drawing/2014/main" id="{48AEB766-D0B4-4AFC-9687-31871CF2C983}"/>
              </a:ext>
            </a:extLst>
          </p:cNvPr>
          <p:cNvSpPr>
            <a:spLocks xmlns:a="http://schemas.openxmlformats.org/drawingml/2006/main" noGrp="1"/>
          </p:cNvSpPr>
          <p:nvPr/>
        </p:nvSpPr>
        <p:spPr>
          <a:xfrm xmlns:a="http://schemas.openxmlformats.org/drawingml/2006/main">
            <a:off x="3009900" y="26289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1">
                <a:solidFill>
                  <a:srgbClr val="191919"/>
                </a:solidFill>
                <a:latin typeface="NanumGothic"/>
                <a:ea typeface="NanumGothic"/>
                <a:cs typeface="NanumGothic"/>
              </a:defRPr>
            </a:pPr>
            <a:r>
              <a:rPr sz="1875" b="1">
                <a:solidFill>
                  <a:srgbClr val="191919"/>
                </a:solidFill>
                <a:latin typeface="NanumGothic"/>
                <a:ea typeface="NanumGothic"/>
                <a:cs typeface="NanumGothic"/>
              </a:rPr>
              <a:t>LangChain MeetingBrief Pipeline</a:t>
            </a:r>
          </a:p>
        </p:txBody>
      </p:sp>
      <p:sp>
        <p:nvSpPr>
          <p:cNvPr id="13" name="">
            <a:extLst xmlns:a="http://schemas.openxmlformats.org/drawingml/2006/main">
              <a:ext uri="{FF2B5EF4-FFF2-40B4-BE49-F238E27FC236}">
                <a16:creationId xmlns:a16="http://schemas.microsoft.com/office/drawing/2014/main" id="{4ED2E918-F73A-4481-AD11-1B444078A0F9}"/>
              </a:ext>
            </a:extLst>
          </p:cNvPr>
          <p:cNvSpPr>
            <a:spLocks xmlns:a="http://schemas.openxmlformats.org/drawingml/2006/main" noGrp="1"/>
          </p:cNvSpPr>
          <p:nvPr/>
        </p:nvSpPr>
        <p:spPr>
          <a:xfrm xmlns:a="http://schemas.openxmlformats.org/drawingml/2006/main">
            <a:off x="685800" y="38671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결과</a:t>
            </a:r>
          </a:p>
        </p:txBody>
      </p:sp>
      <p:sp>
        <p:nvSpPr>
          <p:cNvPr id="14" name="">
            <a:extLst xmlns:a="http://schemas.openxmlformats.org/drawingml/2006/main">
              <a:ext uri="{FF2B5EF4-FFF2-40B4-BE49-F238E27FC236}">
                <a16:creationId xmlns:a16="http://schemas.microsoft.com/office/drawing/2014/main" id="{574F9006-C885-45AB-96A5-3EB189D87F7F}"/>
              </a:ext>
            </a:extLst>
          </p:cNvPr>
          <p:cNvSpPr>
            <a:spLocks xmlns:a="http://schemas.openxmlformats.org/drawingml/2006/main" noGrp="1"/>
          </p:cNvSpPr>
          <p:nvPr/>
        </p:nvSpPr>
        <p:spPr>
          <a:xfrm xmlns:a="http://schemas.openxmlformats.org/drawingml/2006/main">
            <a:off x="1962150" y="3990975"/>
            <a:ext cx="762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BB5DDEC7-6209-4172-952C-850A1ACECE08}"/>
              </a:ext>
            </a:extLst>
          </p:cNvPr>
          <p:cNvSpPr>
            <a:spLocks xmlns:a="http://schemas.openxmlformats.org/drawingml/2006/main" noGrp="1"/>
          </p:cNvSpPr>
          <p:nvPr/>
        </p:nvSpPr>
        <p:spPr>
          <a:xfrm xmlns:a="http://schemas.openxmlformats.org/drawingml/2006/main">
            <a:off x="3009900" y="36957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0">
                <a:solidFill>
                  <a:srgbClr val="191919"/>
                </a:solidFill>
                <a:latin typeface="NanumGothic"/>
                <a:ea typeface="NanumGothic"/>
                <a:cs typeface="NanumGothic"/>
              </a:defRPr>
            </a:pPr>
            <a:r>
              <a:rPr sz="1875" b="0">
                <a:solidFill>
                  <a:srgbClr val="191919"/>
                </a:solidFill>
                <a:latin typeface="NanumGothic"/>
                <a:ea typeface="NanumGothic"/>
                <a:cs typeface="NanumGothic"/>
              </a:rPr>
              <a:t>meeting_brief.json</a:t>
            </a:r>
          </a:p>
        </p:txBody>
      </p:sp>
      <p:sp>
        <p:nvSpPr>
          <p:cNvPr id="16" name="">
            <a:extLst xmlns:a="http://schemas.openxmlformats.org/drawingml/2006/main">
              <a:ext uri="{FF2B5EF4-FFF2-40B4-BE49-F238E27FC236}">
                <a16:creationId xmlns:a16="http://schemas.microsoft.com/office/drawing/2014/main" id="{CB17F602-9F01-4233-89AE-8EAE70E34B24}"/>
              </a:ext>
            </a:extLst>
          </p:cNvPr>
          <p:cNvSpPr>
            <a:spLocks xmlns:a="http://schemas.openxmlformats.org/drawingml/2006/main" noGrp="1"/>
          </p:cNvSpPr>
          <p:nvPr/>
        </p:nvSpPr>
        <p:spPr>
          <a:xfrm xmlns:a="http://schemas.openxmlformats.org/drawingml/2006/main">
            <a:off x="685800" y="4933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다음 연결</a:t>
            </a:r>
          </a:p>
        </p:txBody>
      </p:sp>
      <p:sp>
        <p:nvSpPr>
          <p:cNvPr id="17" name="">
            <a:extLst xmlns:a="http://schemas.openxmlformats.org/drawingml/2006/main">
              <a:ext uri="{FF2B5EF4-FFF2-40B4-BE49-F238E27FC236}">
                <a16:creationId xmlns:a16="http://schemas.microsoft.com/office/drawing/2014/main" id="{8D28E4FA-BC63-43B0-8E79-77F5240B0073}"/>
              </a:ext>
            </a:extLst>
          </p:cNvPr>
          <p:cNvSpPr>
            <a:spLocks xmlns:a="http://schemas.openxmlformats.org/drawingml/2006/main" noGrp="1"/>
          </p:cNvSpPr>
          <p:nvPr/>
        </p:nvSpPr>
        <p:spPr>
          <a:xfrm xmlns:a="http://schemas.openxmlformats.org/drawingml/2006/main">
            <a:off x="1962150" y="5057775"/>
            <a:ext cx="762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0A9E69B6-D214-452F-88DA-3C1EB92D9A20}"/>
              </a:ext>
            </a:extLst>
          </p:cNvPr>
          <p:cNvSpPr>
            <a:spLocks xmlns:a="http://schemas.openxmlformats.org/drawingml/2006/main" noGrp="1"/>
          </p:cNvSpPr>
          <p:nvPr/>
        </p:nvSpPr>
        <p:spPr>
          <a:xfrm xmlns:a="http://schemas.openxmlformats.org/drawingml/2006/main">
            <a:off x="3009900" y="47625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0">
                <a:solidFill>
                  <a:srgbClr val="191919"/>
                </a:solidFill>
                <a:latin typeface="NanumGothic"/>
                <a:ea typeface="NanumGothic"/>
                <a:cs typeface="NanumGothic"/>
              </a:defRPr>
            </a:pPr>
            <a:r>
              <a:rPr sz="1875" b="0">
                <a:solidFill>
                  <a:srgbClr val="191919"/>
                </a:solidFill>
                <a:latin typeface="NanumGothic"/>
                <a:ea typeface="NanumGothic"/>
                <a:cs typeface="NanumGothic"/>
              </a:rPr>
              <a:t>Action Item 근거 검증</a:t>
            </a:r>
          </a:p>
        </p:txBody>
      </p:sp>
    </p:spTree>
    <p:extLst>
      <p:ext uri="{BB962C8B-B14F-4D97-AF65-F5344CB8AC3E}">
        <p14:creationId xmlns:p14="http://schemas.microsoft.com/office/powerpoint/2010/main" val="377843959"/>
      </p:ext>
    </p:extLst>
  </p:cSld>
</p:sld>
</file>

<file path=ppt/slides/slide1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1C423F0-F6DC-4CF4-8363-D8A3D9120025}"/>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필요성</a:t>
            </a:r>
          </a:p>
        </p:txBody>
      </p:sp>
      <p:sp>
        <p:nvSpPr>
          <p:cNvPr id="2" name="">
            <a:extLst xmlns:a="http://schemas.openxmlformats.org/drawingml/2006/main">
              <a:ext uri="{FF2B5EF4-FFF2-40B4-BE49-F238E27FC236}">
                <a16:creationId xmlns:a16="http://schemas.microsoft.com/office/drawing/2014/main" id="{4297B70F-7044-4BDB-B0C0-17A167D06600}"/>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721FBA48-6949-45F9-A168-AD1D785C67B6}"/>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FFC72798-236E-44B5-BA84-C2EAD98B2ED2}"/>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5" name="">
            <a:extLst xmlns:a="http://schemas.openxmlformats.org/drawingml/2006/main">
              <a:ext uri="{FF2B5EF4-FFF2-40B4-BE49-F238E27FC236}">
                <a16:creationId xmlns:a16="http://schemas.microsoft.com/office/drawing/2014/main" id="{AAB6A28A-7584-4BDF-A7AA-4438CC0C2FA7}"/>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153</a:t>
            </a:r>
          </a:p>
        </p:txBody>
      </p:sp>
      <p:sp>
        <p:nvSpPr>
          <p:cNvPr id="6" name="">
            <a:extLst xmlns:a="http://schemas.openxmlformats.org/drawingml/2006/main">
              <a:ext uri="{FF2B5EF4-FFF2-40B4-BE49-F238E27FC236}">
                <a16:creationId xmlns:a16="http://schemas.microsoft.com/office/drawing/2014/main" id="{82494AE2-E703-4D98-BEE4-DE0942BA7C18}"/>
              </a:ext>
            </a:extLst>
          </p:cNvPr>
          <p:cNvSpPr>
            <a:spLocks xmlns:a="http://schemas.openxmlformats.org/drawingml/2006/main" noGrp="1"/>
          </p:cNvSpPr>
          <p:nvPr/>
        </p:nvSpPr>
        <p:spPr>
          <a:xfrm xmlns:a="http://schemas.openxmlformats.org/drawingml/2006/main">
            <a:off x="762000" y="1733550"/>
            <a:ext cx="9906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325" b="1">
                <a:solidFill>
                  <a:srgbClr val="191919"/>
                </a:solidFill>
                <a:latin typeface="NanumGothic"/>
                <a:ea typeface="NanumGothic"/>
                <a:cs typeface="NanumGothic"/>
              </a:defRPr>
            </a:pPr>
            <a:r>
              <a:rPr sz="2325" b="1">
                <a:solidFill>
                  <a:srgbClr val="191919"/>
                </a:solidFill>
                <a:latin typeface="NanumGothic"/>
                <a:ea typeface="NanumGothic"/>
                <a:cs typeface="NanumGothic"/>
              </a:rPr>
              <a:t>provider별 코드를 업무 로직에 섞으면 모델 변경이 곧 전체 재개발이 된다.</a:t>
            </a:r>
          </a:p>
        </p:txBody>
      </p:sp>
      <p:sp>
        <p:nvSpPr>
          <p:cNvPr id="7" name="">
            <a:extLst xmlns:a="http://schemas.openxmlformats.org/drawingml/2006/main">
              <a:ext uri="{FF2B5EF4-FFF2-40B4-BE49-F238E27FC236}">
                <a16:creationId xmlns:a16="http://schemas.microsoft.com/office/drawing/2014/main" id="{368C475F-E930-435D-9877-1AF7A62C088D}"/>
              </a:ext>
            </a:extLst>
          </p:cNvPr>
          <p:cNvSpPr>
            <a:spLocks xmlns:a="http://schemas.openxmlformats.org/drawingml/2006/main" noGrp="1"/>
          </p:cNvSpPr>
          <p:nvPr/>
        </p:nvSpPr>
        <p:spPr>
          <a:xfrm xmlns:a="http://schemas.openxmlformats.org/drawingml/2006/main">
            <a:off x="1143000" y="2857500"/>
            <a:ext cx="914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1650" b="0">
                <a:solidFill>
                  <a:srgbClr val="555555"/>
                </a:solidFill>
                <a:latin typeface="NanumGothic"/>
                <a:ea typeface="NanumGothic"/>
                <a:cs typeface="NanumGothic"/>
              </a:defRPr>
            </a:pPr>
            <a:r>
              <a:rPr sz="1650" b="0">
                <a:solidFill>
                  <a:srgbClr val="555555"/>
                </a:solidFill>
                <a:latin typeface="NanumGothic"/>
                <a:ea typeface="NanumGothic"/>
                <a:cs typeface="NanumGothic"/>
              </a:rPr>
              <a:t>prompt 구성에서 meeting_brief.json까지, 가장 먼저 고정할 판단은 무엇인가</a:t>
            </a:r>
          </a:p>
        </p:txBody>
      </p:sp>
      <p:sp>
        <p:nvSpPr>
          <p:cNvPr id="8" name="">
            <a:extLst xmlns:a="http://schemas.openxmlformats.org/drawingml/2006/main">
              <a:ext uri="{FF2B5EF4-FFF2-40B4-BE49-F238E27FC236}">
                <a16:creationId xmlns:a16="http://schemas.microsoft.com/office/drawing/2014/main" id="{865C6E28-4214-4DA4-8E21-BD6BD08A5851}"/>
              </a:ext>
            </a:extLst>
          </p:cNvPr>
          <p:cNvSpPr>
            <a:spLocks xmlns:a="http://schemas.openxmlformats.org/drawingml/2006/main" noGrp="1"/>
          </p:cNvSpPr>
          <p:nvPr/>
        </p:nvSpPr>
        <p:spPr>
          <a:xfrm xmlns:a="http://schemas.openxmlformats.org/drawingml/2006/main">
            <a:off x="3657600" y="3581400"/>
            <a:ext cx="487680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9" name="">
            <a:extLst xmlns:a="http://schemas.openxmlformats.org/drawingml/2006/main">
              <a:ext uri="{FF2B5EF4-FFF2-40B4-BE49-F238E27FC236}">
                <a16:creationId xmlns:a16="http://schemas.microsoft.com/office/drawing/2014/main" id="{26B4D013-7A6C-44F0-B00C-8F50E670637B}"/>
              </a:ext>
            </a:extLst>
          </p:cNvPr>
          <p:cNvSpPr>
            <a:spLocks xmlns:a="http://schemas.openxmlformats.org/drawingml/2006/main" noGrp="1"/>
          </p:cNvSpPr>
          <p:nvPr/>
        </p:nvSpPr>
        <p:spPr>
          <a:xfrm xmlns:a="http://schemas.openxmlformats.org/drawingml/2006/main">
            <a:off x="1714500" y="3981450"/>
            <a:ext cx="876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425" b="1">
                <a:solidFill>
                  <a:srgbClr val="555555"/>
                </a:solidFill>
                <a:latin typeface="NanumGothic"/>
                <a:ea typeface="NanumGothic"/>
                <a:cs typeface="NanumGothic"/>
              </a:defRPr>
            </a:pPr>
            <a:r>
              <a:rPr sz="1425" b="1">
                <a:solidFill>
                  <a:srgbClr val="555555"/>
                </a:solidFill>
                <a:latin typeface="NanumGothic"/>
                <a:ea typeface="NanumGothic"/>
                <a:cs typeface="NanumGothic"/>
              </a:rPr>
              <a:t>이번 차시의 확인 결과: meeting_brief.json</a:t>
            </a:r>
          </a:p>
        </p:txBody>
      </p:sp>
    </p:spTree>
    <p:extLst>
      <p:ext uri="{BB962C8B-B14F-4D97-AF65-F5344CB8AC3E}">
        <p14:creationId xmlns:p14="http://schemas.microsoft.com/office/powerpoint/2010/main" val="846457227"/>
      </p:ext>
    </p:extLst>
  </p:cSld>
</p:sld>
</file>

<file path=ppt/slides/slide1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9A64A08-8B37-42AD-9148-24315C953368}"/>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학습 결과</a:t>
            </a:r>
          </a:p>
        </p:txBody>
      </p:sp>
      <p:sp>
        <p:nvSpPr>
          <p:cNvPr id="2" name="">
            <a:extLst xmlns:a="http://schemas.openxmlformats.org/drawingml/2006/main">
              <a:ext uri="{FF2B5EF4-FFF2-40B4-BE49-F238E27FC236}">
                <a16:creationId xmlns:a16="http://schemas.microsoft.com/office/drawing/2014/main" id="{095478F4-CC7B-4353-9D4B-2D53571AF9F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59109259-CB49-403A-829E-1E818AAAF2E2}"/>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C5697FEE-C330-4253-9C6D-A9C08269A4C2}"/>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5" name="">
            <a:extLst xmlns:a="http://schemas.openxmlformats.org/drawingml/2006/main">
              <a:ext uri="{FF2B5EF4-FFF2-40B4-BE49-F238E27FC236}">
                <a16:creationId xmlns:a16="http://schemas.microsoft.com/office/drawing/2014/main" id="{46FE2E56-6942-4CFC-8F71-E67447C28034}"/>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154</a:t>
            </a:r>
          </a:p>
        </p:txBody>
      </p:sp>
      <p:sp>
        <p:nvSpPr>
          <p:cNvPr id="6" name="">
            <a:extLst xmlns:a="http://schemas.openxmlformats.org/drawingml/2006/main">
              <a:ext uri="{FF2B5EF4-FFF2-40B4-BE49-F238E27FC236}">
                <a16:creationId xmlns:a16="http://schemas.microsoft.com/office/drawing/2014/main" id="{176F85C7-9355-4034-8517-FE6D7AD43972}"/>
              </a:ext>
            </a:extLst>
          </p:cNvPr>
          <p:cNvSpPr>
            <a:spLocks xmlns:a="http://schemas.openxmlformats.org/drawingml/2006/main" noGrp="1"/>
          </p:cNvSpPr>
          <p:nvPr/>
        </p:nvSpPr>
        <p:spPr>
          <a:xfrm xmlns:a="http://schemas.openxmlformats.org/drawingml/2006/main">
            <a:off x="914400" y="1847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43F1CC71-CB43-4488-B0A7-5588D786C57D}"/>
              </a:ext>
            </a:extLst>
          </p:cNvPr>
          <p:cNvSpPr>
            <a:spLocks xmlns:a="http://schemas.openxmlformats.org/drawingml/2006/main" noGrp="1"/>
          </p:cNvSpPr>
          <p:nvPr/>
        </p:nvSpPr>
        <p:spPr>
          <a:xfrm xmlns:a="http://schemas.openxmlformats.org/drawingml/2006/main">
            <a:off x="1352550" y="1971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6097DEF6-2315-442B-9703-01F4F81D423F}"/>
              </a:ext>
            </a:extLst>
          </p:cNvPr>
          <p:cNvSpPr>
            <a:spLocks xmlns:a="http://schemas.openxmlformats.org/drawingml/2006/main" noGrp="1"/>
          </p:cNvSpPr>
          <p:nvPr/>
        </p:nvSpPr>
        <p:spPr>
          <a:xfrm xmlns:a="http://schemas.openxmlformats.org/drawingml/2006/main">
            <a:off x="1828800" y="18097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fixture·Ollama·OpenAI가 같은 MeetingBrief를 반환하게 한다.</a:t>
            </a:r>
          </a:p>
        </p:txBody>
      </p:sp>
      <p:sp>
        <p:nvSpPr>
          <p:cNvPr id="9" name="">
            <a:extLst xmlns:a="http://schemas.openxmlformats.org/drawingml/2006/main">
              <a:ext uri="{FF2B5EF4-FFF2-40B4-BE49-F238E27FC236}">
                <a16:creationId xmlns:a16="http://schemas.microsoft.com/office/drawing/2014/main" id="{77D46D61-DF14-4D5A-8393-789B84626401}"/>
              </a:ext>
            </a:extLst>
          </p:cNvPr>
          <p:cNvSpPr>
            <a:spLocks xmlns:a="http://schemas.openxmlformats.org/drawingml/2006/main" noGrp="1"/>
          </p:cNvSpPr>
          <p:nvPr/>
        </p:nvSpPr>
        <p:spPr>
          <a:xfrm xmlns:a="http://schemas.openxmlformats.org/drawingml/2006/main">
            <a:off x="914400" y="3009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0" name="">
            <a:extLst xmlns:a="http://schemas.openxmlformats.org/drawingml/2006/main">
              <a:ext uri="{FF2B5EF4-FFF2-40B4-BE49-F238E27FC236}">
                <a16:creationId xmlns:a16="http://schemas.microsoft.com/office/drawing/2014/main" id="{1E22C5A2-0870-43EF-B766-88B927FE5E27}"/>
              </a:ext>
            </a:extLst>
          </p:cNvPr>
          <p:cNvSpPr>
            <a:spLocks xmlns:a="http://schemas.openxmlformats.org/drawingml/2006/main" noGrp="1"/>
          </p:cNvSpPr>
          <p:nvPr/>
        </p:nvSpPr>
        <p:spPr>
          <a:xfrm xmlns:a="http://schemas.openxmlformats.org/drawingml/2006/main">
            <a:off x="1352550" y="3133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6823F851-34A0-4C9F-BB76-74E59BB3782B}"/>
              </a:ext>
            </a:extLst>
          </p:cNvPr>
          <p:cNvSpPr>
            <a:spLocks xmlns:a="http://schemas.openxmlformats.org/drawingml/2006/main" noGrp="1"/>
          </p:cNvSpPr>
          <p:nvPr/>
        </p:nvSpPr>
        <p:spPr>
          <a:xfrm xmlns:a="http://schemas.openxmlformats.org/drawingml/2006/main">
            <a:off x="1828800" y="297180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OpenAI 오류가 조용히 fixture 성공처럼 보인다. 왜 위험한지 설명한다.</a:t>
            </a:r>
          </a:p>
        </p:txBody>
      </p:sp>
      <p:sp>
        <p:nvSpPr>
          <p:cNvPr id="12" name="">
            <a:extLst xmlns:a="http://schemas.openxmlformats.org/drawingml/2006/main">
              <a:ext uri="{FF2B5EF4-FFF2-40B4-BE49-F238E27FC236}">
                <a16:creationId xmlns:a16="http://schemas.microsoft.com/office/drawing/2014/main" id="{EA658A7E-33E4-4A5B-81CD-9CD984F9A036}"/>
              </a:ext>
            </a:extLst>
          </p:cNvPr>
          <p:cNvSpPr>
            <a:spLocks xmlns:a="http://schemas.openxmlformats.org/drawingml/2006/main" noGrp="1"/>
          </p:cNvSpPr>
          <p:nvPr/>
        </p:nvSpPr>
        <p:spPr>
          <a:xfrm xmlns:a="http://schemas.openxmlformats.org/drawingml/2006/main">
            <a:off x="914400" y="41719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3" name="">
            <a:extLst xmlns:a="http://schemas.openxmlformats.org/drawingml/2006/main">
              <a:ext uri="{FF2B5EF4-FFF2-40B4-BE49-F238E27FC236}">
                <a16:creationId xmlns:a16="http://schemas.microsoft.com/office/drawing/2014/main" id="{86713786-0C72-4019-AD26-35690DFF426D}"/>
              </a:ext>
            </a:extLst>
          </p:cNvPr>
          <p:cNvSpPr>
            <a:spLocks xmlns:a="http://schemas.openxmlformats.org/drawingml/2006/main" noGrp="1"/>
          </p:cNvSpPr>
          <p:nvPr/>
        </p:nvSpPr>
        <p:spPr>
          <a:xfrm xmlns:a="http://schemas.openxmlformats.org/drawingml/2006/main">
            <a:off x="1352550" y="42957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077766C7-CA9F-4BB9-9200-2BEEAF4C160F}"/>
              </a:ext>
            </a:extLst>
          </p:cNvPr>
          <p:cNvSpPr>
            <a:spLocks xmlns:a="http://schemas.openxmlformats.org/drawingml/2006/main" noGrp="1"/>
          </p:cNvSpPr>
          <p:nvPr/>
        </p:nvSpPr>
        <p:spPr>
          <a:xfrm xmlns:a="http://schemas.openxmlformats.org/drawingml/2006/main">
            <a:off x="1828800" y="41338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meeting_brief.json에서 정상과 실패 상태를 직접 확인한다.</a:t>
            </a:r>
          </a:p>
        </p:txBody>
      </p:sp>
    </p:spTree>
    <p:extLst>
      <p:ext uri="{BB962C8B-B14F-4D97-AF65-F5344CB8AC3E}">
        <p14:creationId xmlns:p14="http://schemas.microsoft.com/office/powerpoint/2010/main" val="2043320761"/>
      </p:ext>
    </p:extLst>
  </p:cSld>
</p:sld>
</file>

<file path=ppt/slides/slide1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996963E-7329-4529-9DF6-3F8D22A7F012}"/>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용어</a:t>
            </a:r>
          </a:p>
        </p:txBody>
      </p:sp>
      <p:sp>
        <p:nvSpPr>
          <p:cNvPr id="2" name="">
            <a:extLst xmlns:a="http://schemas.openxmlformats.org/drawingml/2006/main">
              <a:ext uri="{FF2B5EF4-FFF2-40B4-BE49-F238E27FC236}">
                <a16:creationId xmlns:a16="http://schemas.microsoft.com/office/drawing/2014/main" id="{FD3AA7EF-6186-4698-AB23-18B2C56FD781}"/>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용어 풀이</a:t>
            </a:r>
          </a:p>
        </p:txBody>
      </p:sp>
      <p:sp>
        <p:nvSpPr>
          <p:cNvPr id="3" name="">
            <a:extLst xmlns:a="http://schemas.openxmlformats.org/drawingml/2006/main">
              <a:ext uri="{FF2B5EF4-FFF2-40B4-BE49-F238E27FC236}">
                <a16:creationId xmlns:a16="http://schemas.microsoft.com/office/drawing/2014/main" id="{9003E7E4-0D75-41F1-B364-F797A24D9138}"/>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9C1C63D4-7EEE-4E1D-A892-5ECF24E72B01}"/>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1C257C1D-B4C9-4841-84ED-C199BC7B3287}"/>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EDC9680A-30F9-47A8-A9BE-DFE6EBAD0265}"/>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155</a:t>
            </a:r>
          </a:p>
        </p:txBody>
      </p:sp>
      <p:sp>
        <p:nvSpPr>
          <p:cNvPr id="7" name="">
            <a:extLst xmlns:a="http://schemas.openxmlformats.org/drawingml/2006/main">
              <a:ext uri="{FF2B5EF4-FFF2-40B4-BE49-F238E27FC236}">
                <a16:creationId xmlns:a16="http://schemas.microsoft.com/office/drawing/2014/main" id="{B5949065-36C8-42ED-A9D7-E67728874F60}"/>
              </a:ext>
            </a:extLst>
          </p:cNvPr>
          <p:cNvSpPr>
            <a:spLocks xmlns:a="http://schemas.openxmlformats.org/drawingml/2006/main" noGrp="1"/>
          </p:cNvSpPr>
          <p:nvPr/>
        </p:nvSpPr>
        <p:spPr>
          <a:xfrm xmlns:a="http://schemas.openxmlformats.org/drawingml/2006/main">
            <a:off x="762000" y="1504950"/>
            <a:ext cx="2476500" cy="8572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8" name="">
            <a:extLst xmlns:a="http://schemas.openxmlformats.org/drawingml/2006/main">
              <a:ext uri="{FF2B5EF4-FFF2-40B4-BE49-F238E27FC236}">
                <a16:creationId xmlns:a16="http://schemas.microsoft.com/office/drawing/2014/main" id="{13DA1C27-6594-46A9-A188-93B02EF96E3B}"/>
              </a:ext>
            </a:extLst>
          </p:cNvPr>
          <p:cNvSpPr>
            <a:spLocks xmlns:a="http://schemas.openxmlformats.org/drawingml/2006/main" noGrp="1"/>
          </p:cNvSpPr>
          <p:nvPr/>
        </p:nvSpPr>
        <p:spPr>
          <a:xfrm xmlns:a="http://schemas.openxmlformats.org/drawingml/2006/main">
            <a:off x="933450" y="16764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용어</a:t>
            </a:r>
          </a:p>
        </p:txBody>
      </p:sp>
      <p:sp>
        <p:nvSpPr>
          <p:cNvPr id="9" name="">
            <a:extLst xmlns:a="http://schemas.openxmlformats.org/drawingml/2006/main">
              <a:ext uri="{FF2B5EF4-FFF2-40B4-BE49-F238E27FC236}">
                <a16:creationId xmlns:a16="http://schemas.microsoft.com/office/drawing/2014/main" id="{FEEE59D7-368D-419C-BD40-E517F95E3F97}"/>
              </a:ext>
            </a:extLst>
          </p:cNvPr>
          <p:cNvSpPr>
            <a:spLocks xmlns:a="http://schemas.openxmlformats.org/drawingml/2006/main" noGrp="1"/>
          </p:cNvSpPr>
          <p:nvPr/>
        </p:nvSpPr>
        <p:spPr>
          <a:xfrm xmlns:a="http://schemas.openxmlformats.org/drawingml/2006/main">
            <a:off x="3238500" y="1504950"/>
            <a:ext cx="7810500" cy="8572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0" name="">
            <a:extLst xmlns:a="http://schemas.openxmlformats.org/drawingml/2006/main">
              <a:ext uri="{FF2B5EF4-FFF2-40B4-BE49-F238E27FC236}">
                <a16:creationId xmlns:a16="http://schemas.microsoft.com/office/drawing/2014/main" id="{C49F968F-DF12-4463-B795-5F44BE4D5303}"/>
              </a:ext>
            </a:extLst>
          </p:cNvPr>
          <p:cNvSpPr>
            <a:spLocks xmlns:a="http://schemas.openxmlformats.org/drawingml/2006/main" noGrp="1"/>
          </p:cNvSpPr>
          <p:nvPr/>
        </p:nvSpPr>
        <p:spPr>
          <a:xfrm xmlns:a="http://schemas.openxmlformats.org/drawingml/2006/main">
            <a:off x="3409950" y="16764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이 수업에서 쓰는 뜻</a:t>
            </a:r>
          </a:p>
        </p:txBody>
      </p:sp>
      <p:sp>
        <p:nvSpPr>
          <p:cNvPr id="11" name="">
            <a:extLst xmlns:a="http://schemas.openxmlformats.org/drawingml/2006/main">
              <a:ext uri="{FF2B5EF4-FFF2-40B4-BE49-F238E27FC236}">
                <a16:creationId xmlns:a16="http://schemas.microsoft.com/office/drawing/2014/main" id="{89CA3612-B52B-40B4-B087-D01933584294}"/>
              </a:ext>
            </a:extLst>
          </p:cNvPr>
          <p:cNvSpPr>
            <a:spLocks xmlns:a="http://schemas.openxmlformats.org/drawingml/2006/main" noGrp="1"/>
          </p:cNvSpPr>
          <p:nvPr/>
        </p:nvSpPr>
        <p:spPr>
          <a:xfrm xmlns:a="http://schemas.openxmlformats.org/drawingml/2006/main">
            <a:off x="762000" y="2362200"/>
            <a:ext cx="2476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185881EB-AE57-477F-A029-F97C78768B85}"/>
              </a:ext>
            </a:extLst>
          </p:cNvPr>
          <p:cNvSpPr>
            <a:spLocks xmlns:a="http://schemas.openxmlformats.org/drawingml/2006/main" noGrp="1"/>
          </p:cNvSpPr>
          <p:nvPr/>
        </p:nvSpPr>
        <p:spPr>
          <a:xfrm xmlns:a="http://schemas.openxmlformats.org/drawingml/2006/main">
            <a:off x="933450" y="253365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Runnable</a:t>
            </a:r>
          </a:p>
        </p:txBody>
      </p:sp>
      <p:sp>
        <p:nvSpPr>
          <p:cNvPr id="13" name="">
            <a:extLst xmlns:a="http://schemas.openxmlformats.org/drawingml/2006/main">
              <a:ext uri="{FF2B5EF4-FFF2-40B4-BE49-F238E27FC236}">
                <a16:creationId xmlns:a16="http://schemas.microsoft.com/office/drawing/2014/main" id="{874ACA2F-C1C1-4214-B345-F95F48E03717}"/>
              </a:ext>
            </a:extLst>
          </p:cNvPr>
          <p:cNvSpPr>
            <a:spLocks xmlns:a="http://schemas.openxmlformats.org/drawingml/2006/main" noGrp="1"/>
          </p:cNvSpPr>
          <p:nvPr/>
        </p:nvSpPr>
        <p:spPr>
          <a:xfrm xmlns:a="http://schemas.openxmlformats.org/drawingml/2006/main">
            <a:off x="3238500" y="2362200"/>
            <a:ext cx="7810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5C260F76-6BA6-458E-874D-7C18516518A6}"/>
              </a:ext>
            </a:extLst>
          </p:cNvPr>
          <p:cNvSpPr>
            <a:spLocks xmlns:a="http://schemas.openxmlformats.org/drawingml/2006/main" noGrp="1"/>
          </p:cNvSpPr>
          <p:nvPr/>
        </p:nvSpPr>
        <p:spPr>
          <a:xfrm xmlns:a="http://schemas.openxmlformats.org/drawingml/2006/main">
            <a:off x="3409950" y="253365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같은 invoke 계약으로 실행되는 구성요소</a:t>
            </a:r>
          </a:p>
        </p:txBody>
      </p:sp>
      <p:sp>
        <p:nvSpPr>
          <p:cNvPr id="15" name="">
            <a:extLst xmlns:a="http://schemas.openxmlformats.org/drawingml/2006/main">
              <a:ext uri="{FF2B5EF4-FFF2-40B4-BE49-F238E27FC236}">
                <a16:creationId xmlns:a16="http://schemas.microsoft.com/office/drawing/2014/main" id="{EB53C183-0C17-4135-A968-4A4BA3A9405F}"/>
              </a:ext>
            </a:extLst>
          </p:cNvPr>
          <p:cNvSpPr>
            <a:spLocks xmlns:a="http://schemas.openxmlformats.org/drawingml/2006/main" noGrp="1"/>
          </p:cNvSpPr>
          <p:nvPr/>
        </p:nvSpPr>
        <p:spPr>
          <a:xfrm xmlns:a="http://schemas.openxmlformats.org/drawingml/2006/main">
            <a:off x="762000" y="3219450"/>
            <a:ext cx="2476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6" name="">
            <a:extLst xmlns:a="http://schemas.openxmlformats.org/drawingml/2006/main">
              <a:ext uri="{FF2B5EF4-FFF2-40B4-BE49-F238E27FC236}">
                <a16:creationId xmlns:a16="http://schemas.microsoft.com/office/drawing/2014/main" id="{4026F67B-EDB0-4827-8DE7-01E002A8F80B}"/>
              </a:ext>
            </a:extLst>
          </p:cNvPr>
          <p:cNvSpPr>
            <a:spLocks xmlns:a="http://schemas.openxmlformats.org/drawingml/2006/main" noGrp="1"/>
          </p:cNvSpPr>
          <p:nvPr/>
        </p:nvSpPr>
        <p:spPr>
          <a:xfrm xmlns:a="http://schemas.openxmlformats.org/drawingml/2006/main">
            <a:off x="933450" y="33909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LCEL</a:t>
            </a:r>
          </a:p>
        </p:txBody>
      </p:sp>
      <p:sp>
        <p:nvSpPr>
          <p:cNvPr id="17" name="">
            <a:extLst xmlns:a="http://schemas.openxmlformats.org/drawingml/2006/main">
              <a:ext uri="{FF2B5EF4-FFF2-40B4-BE49-F238E27FC236}">
                <a16:creationId xmlns:a16="http://schemas.microsoft.com/office/drawing/2014/main" id="{C62C81C7-E978-495A-9075-DA7AFA98AE93}"/>
              </a:ext>
            </a:extLst>
          </p:cNvPr>
          <p:cNvSpPr>
            <a:spLocks xmlns:a="http://schemas.openxmlformats.org/drawingml/2006/main" noGrp="1"/>
          </p:cNvSpPr>
          <p:nvPr/>
        </p:nvSpPr>
        <p:spPr>
          <a:xfrm xmlns:a="http://schemas.openxmlformats.org/drawingml/2006/main">
            <a:off x="3238500" y="3219450"/>
            <a:ext cx="7810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6B96B5B9-C78A-42A0-8B31-1615E3BDE433}"/>
              </a:ext>
            </a:extLst>
          </p:cNvPr>
          <p:cNvSpPr>
            <a:spLocks xmlns:a="http://schemas.openxmlformats.org/drawingml/2006/main" noGrp="1"/>
          </p:cNvSpPr>
          <p:nvPr/>
        </p:nvSpPr>
        <p:spPr>
          <a:xfrm xmlns:a="http://schemas.openxmlformats.org/drawingml/2006/main">
            <a:off x="3409950" y="33909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Runnable을 연결하는 표현 방식</a:t>
            </a:r>
          </a:p>
        </p:txBody>
      </p:sp>
      <p:sp>
        <p:nvSpPr>
          <p:cNvPr id="19" name="">
            <a:extLst xmlns:a="http://schemas.openxmlformats.org/drawingml/2006/main">
              <a:ext uri="{FF2B5EF4-FFF2-40B4-BE49-F238E27FC236}">
                <a16:creationId xmlns:a16="http://schemas.microsoft.com/office/drawing/2014/main" id="{A0C3C5E2-6A80-4803-9988-144E76DA53F1}"/>
              </a:ext>
            </a:extLst>
          </p:cNvPr>
          <p:cNvSpPr>
            <a:spLocks xmlns:a="http://schemas.openxmlformats.org/drawingml/2006/main" noGrp="1"/>
          </p:cNvSpPr>
          <p:nvPr/>
        </p:nvSpPr>
        <p:spPr>
          <a:xfrm xmlns:a="http://schemas.openxmlformats.org/drawingml/2006/main">
            <a:off x="762000" y="4076700"/>
            <a:ext cx="2476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0" name="">
            <a:extLst xmlns:a="http://schemas.openxmlformats.org/drawingml/2006/main">
              <a:ext uri="{FF2B5EF4-FFF2-40B4-BE49-F238E27FC236}">
                <a16:creationId xmlns:a16="http://schemas.microsoft.com/office/drawing/2014/main" id="{79EC8C49-2A02-41BD-8A54-74B3657D6374}"/>
              </a:ext>
            </a:extLst>
          </p:cNvPr>
          <p:cNvSpPr>
            <a:spLocks xmlns:a="http://schemas.openxmlformats.org/drawingml/2006/main" noGrp="1"/>
          </p:cNvSpPr>
          <p:nvPr/>
        </p:nvSpPr>
        <p:spPr>
          <a:xfrm xmlns:a="http://schemas.openxmlformats.org/drawingml/2006/main">
            <a:off x="933450" y="424815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Adapter</a:t>
            </a:r>
          </a:p>
        </p:txBody>
      </p:sp>
      <p:sp>
        <p:nvSpPr>
          <p:cNvPr id="21" name="">
            <a:extLst xmlns:a="http://schemas.openxmlformats.org/drawingml/2006/main">
              <a:ext uri="{FF2B5EF4-FFF2-40B4-BE49-F238E27FC236}">
                <a16:creationId xmlns:a16="http://schemas.microsoft.com/office/drawing/2014/main" id="{6BC7FD89-5E0A-4CEA-9C3F-AB0CF891FD83}"/>
              </a:ext>
            </a:extLst>
          </p:cNvPr>
          <p:cNvSpPr>
            <a:spLocks xmlns:a="http://schemas.openxmlformats.org/drawingml/2006/main" noGrp="1"/>
          </p:cNvSpPr>
          <p:nvPr/>
        </p:nvSpPr>
        <p:spPr>
          <a:xfrm xmlns:a="http://schemas.openxmlformats.org/drawingml/2006/main">
            <a:off x="3238500" y="4076700"/>
            <a:ext cx="7810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07EE6386-9FA2-4DDE-B531-26AC0C9D79B3}"/>
              </a:ext>
            </a:extLst>
          </p:cNvPr>
          <p:cNvSpPr>
            <a:spLocks xmlns:a="http://schemas.openxmlformats.org/drawingml/2006/main" noGrp="1"/>
          </p:cNvSpPr>
          <p:nvPr/>
        </p:nvSpPr>
        <p:spPr>
          <a:xfrm xmlns:a="http://schemas.openxmlformats.org/drawingml/2006/main">
            <a:off x="3409950" y="424815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provider 차이를 흡수하는 층</a:t>
            </a:r>
          </a:p>
        </p:txBody>
      </p:sp>
      <p:sp>
        <p:nvSpPr>
          <p:cNvPr id="23" name="">
            <a:extLst xmlns:a="http://schemas.openxmlformats.org/drawingml/2006/main">
              <a:ext uri="{FF2B5EF4-FFF2-40B4-BE49-F238E27FC236}">
                <a16:creationId xmlns:a16="http://schemas.microsoft.com/office/drawing/2014/main" id="{4042B237-1385-4F5D-8720-E7C44C8A782C}"/>
              </a:ext>
            </a:extLst>
          </p:cNvPr>
          <p:cNvSpPr>
            <a:spLocks xmlns:a="http://schemas.openxmlformats.org/drawingml/2006/main" noGrp="1"/>
          </p:cNvSpPr>
          <p:nvPr/>
        </p:nvSpPr>
        <p:spPr>
          <a:xfrm xmlns:a="http://schemas.openxmlformats.org/drawingml/2006/main">
            <a:off x="762000" y="4933950"/>
            <a:ext cx="2476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4" name="">
            <a:extLst xmlns:a="http://schemas.openxmlformats.org/drawingml/2006/main">
              <a:ext uri="{FF2B5EF4-FFF2-40B4-BE49-F238E27FC236}">
                <a16:creationId xmlns:a16="http://schemas.microsoft.com/office/drawing/2014/main" id="{54AA5454-6A5A-46C5-B299-FFD010499A3D}"/>
              </a:ext>
            </a:extLst>
          </p:cNvPr>
          <p:cNvSpPr>
            <a:spLocks xmlns:a="http://schemas.openxmlformats.org/drawingml/2006/main" noGrp="1"/>
          </p:cNvSpPr>
          <p:nvPr/>
        </p:nvSpPr>
        <p:spPr>
          <a:xfrm xmlns:a="http://schemas.openxmlformats.org/drawingml/2006/main">
            <a:off x="933450" y="51054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Fallback</a:t>
            </a:r>
          </a:p>
        </p:txBody>
      </p:sp>
      <p:sp>
        <p:nvSpPr>
          <p:cNvPr id="25" name="">
            <a:extLst xmlns:a="http://schemas.openxmlformats.org/drawingml/2006/main">
              <a:ext uri="{FF2B5EF4-FFF2-40B4-BE49-F238E27FC236}">
                <a16:creationId xmlns:a16="http://schemas.microsoft.com/office/drawing/2014/main" id="{CB1DDE6E-2B73-4095-8BAB-D299E533D54E}"/>
              </a:ext>
            </a:extLst>
          </p:cNvPr>
          <p:cNvSpPr>
            <a:spLocks xmlns:a="http://schemas.openxmlformats.org/drawingml/2006/main" noGrp="1"/>
          </p:cNvSpPr>
          <p:nvPr/>
        </p:nvSpPr>
        <p:spPr>
          <a:xfrm xmlns:a="http://schemas.openxmlformats.org/drawingml/2006/main">
            <a:off x="3238500" y="4933950"/>
            <a:ext cx="7810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6" name="">
            <a:extLst xmlns:a="http://schemas.openxmlformats.org/drawingml/2006/main">
              <a:ext uri="{FF2B5EF4-FFF2-40B4-BE49-F238E27FC236}">
                <a16:creationId xmlns:a16="http://schemas.microsoft.com/office/drawing/2014/main" id="{4F440F00-0D75-4FA1-BA11-D2E9A319439C}"/>
              </a:ext>
            </a:extLst>
          </p:cNvPr>
          <p:cNvSpPr>
            <a:spLocks xmlns:a="http://schemas.openxmlformats.org/drawingml/2006/main" noGrp="1"/>
          </p:cNvSpPr>
          <p:nvPr/>
        </p:nvSpPr>
        <p:spPr>
          <a:xfrm xmlns:a="http://schemas.openxmlformats.org/drawingml/2006/main">
            <a:off x="3409950" y="51054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실패 시 정해진 대체 경로</a:t>
            </a:r>
          </a:p>
        </p:txBody>
      </p:sp>
    </p:spTree>
    <p:extLst>
      <p:ext uri="{BB962C8B-B14F-4D97-AF65-F5344CB8AC3E}">
        <p14:creationId xmlns:p14="http://schemas.microsoft.com/office/powerpoint/2010/main" val="550847446"/>
      </p:ext>
    </p:extLst>
  </p:cSld>
</p:sld>
</file>

<file path=ppt/slides/slide1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12C9CE0-CD27-4856-9D9B-C7CD71FBFA79}"/>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meeting_brief.json 입출력</a:t>
            </a:r>
          </a:p>
        </p:txBody>
      </p:sp>
      <p:sp>
        <p:nvSpPr>
          <p:cNvPr id="2" name="">
            <a:extLst xmlns:a="http://schemas.openxmlformats.org/drawingml/2006/main">
              <a:ext uri="{FF2B5EF4-FFF2-40B4-BE49-F238E27FC236}">
                <a16:creationId xmlns:a16="http://schemas.microsoft.com/office/drawing/2014/main" id="{787AB9C1-C582-4567-94B0-EA9C9733A51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BB12CD22-F09A-4397-ACC8-45761F83D8B0}"/>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716A9BB0-F8FD-4400-9208-0D9147777281}"/>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5" name="">
            <a:extLst xmlns:a="http://schemas.openxmlformats.org/drawingml/2006/main">
              <a:ext uri="{FF2B5EF4-FFF2-40B4-BE49-F238E27FC236}">
                <a16:creationId xmlns:a16="http://schemas.microsoft.com/office/drawing/2014/main" id="{17FB45B0-5294-4016-8E25-469E0789846F}"/>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156</a:t>
            </a:r>
          </a:p>
        </p:txBody>
      </p:sp>
      <p:sp>
        <p:nvSpPr>
          <p:cNvPr id="6" name="">
            <a:extLst xmlns:a="http://schemas.openxmlformats.org/drawingml/2006/main">
              <a:ext uri="{FF2B5EF4-FFF2-40B4-BE49-F238E27FC236}">
                <a16:creationId xmlns:a16="http://schemas.microsoft.com/office/drawing/2014/main" id="{F9F3ACF9-B738-4DDE-97A2-7BB3900D09DD}"/>
              </a:ext>
            </a:extLst>
          </p:cNvPr>
          <p:cNvSpPr>
            <a:spLocks xmlns:a="http://schemas.openxmlformats.org/drawingml/2006/main" noGrp="1"/>
          </p:cNvSpPr>
          <p:nvPr/>
        </p:nvSpPr>
        <p:spPr>
          <a:xfrm xmlns:a="http://schemas.openxmlformats.org/drawingml/2006/main">
            <a:off x="685800" y="1581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INPUT</a:t>
            </a:r>
          </a:p>
        </p:txBody>
      </p:sp>
      <p:sp>
        <p:nvSpPr>
          <p:cNvPr id="7" name="">
            <a:extLst xmlns:a="http://schemas.openxmlformats.org/drawingml/2006/main">
              <a:ext uri="{FF2B5EF4-FFF2-40B4-BE49-F238E27FC236}">
                <a16:creationId xmlns:a16="http://schemas.microsoft.com/office/drawing/2014/main" id="{C25A352A-9B68-4D9C-AF66-B9AF790EE0ED}"/>
              </a:ext>
            </a:extLst>
          </p:cNvPr>
          <p:cNvSpPr>
            <a:spLocks xmlns:a="http://schemas.openxmlformats.org/drawingml/2006/main" noGrp="1"/>
          </p:cNvSpPr>
          <p:nvPr/>
        </p:nvSpPr>
        <p:spPr>
          <a:xfrm xmlns:a="http://schemas.openxmlformats.org/drawingml/2006/main">
            <a:off x="685800" y="196215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B69AC540-C7AD-4BB0-ABDA-2C48EFEA0640}"/>
              </a:ext>
            </a:extLst>
          </p:cNvPr>
          <p:cNvSpPr>
            <a:spLocks xmlns:a="http://schemas.openxmlformats.org/drawingml/2006/main" noGrp="1"/>
          </p:cNvSpPr>
          <p:nvPr/>
        </p:nvSpPr>
        <p:spPr>
          <a:xfrm xmlns:a="http://schemas.openxmlformats.org/drawingml/2006/main">
            <a:off x="685800" y="21717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src/langchain_lab.py</a:t>
            </a:r>
          </a:p>
        </p:txBody>
      </p:sp>
      <p:sp>
        <p:nvSpPr>
          <p:cNvPr id="9" name="">
            <a:extLst xmlns:a="http://schemas.openxmlformats.org/drawingml/2006/main">
              <a:ext uri="{FF2B5EF4-FFF2-40B4-BE49-F238E27FC236}">
                <a16:creationId xmlns:a16="http://schemas.microsoft.com/office/drawing/2014/main" id="{35D92B1F-F396-4EE3-949C-4DF10E2B2B5F}"/>
              </a:ext>
            </a:extLst>
          </p:cNvPr>
          <p:cNvSpPr>
            <a:spLocks xmlns:a="http://schemas.openxmlformats.org/drawingml/2006/main" noGrp="1"/>
          </p:cNvSpPr>
          <p:nvPr/>
        </p:nvSpPr>
        <p:spPr>
          <a:xfrm xmlns:a="http://schemas.openxmlformats.org/drawingml/2006/main">
            <a:off x="6096000" y="1581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PROCESS</a:t>
            </a:r>
          </a:p>
        </p:txBody>
      </p:sp>
      <p:sp>
        <p:nvSpPr>
          <p:cNvPr id="10" name="">
            <a:extLst xmlns:a="http://schemas.openxmlformats.org/drawingml/2006/main">
              <a:ext uri="{FF2B5EF4-FFF2-40B4-BE49-F238E27FC236}">
                <a16:creationId xmlns:a16="http://schemas.microsoft.com/office/drawing/2014/main" id="{383FFE98-037A-423D-B716-6EB429243D33}"/>
              </a:ext>
            </a:extLst>
          </p:cNvPr>
          <p:cNvSpPr>
            <a:spLocks xmlns:a="http://schemas.openxmlformats.org/drawingml/2006/main" noGrp="1"/>
          </p:cNvSpPr>
          <p:nvPr/>
        </p:nvSpPr>
        <p:spPr>
          <a:xfrm xmlns:a="http://schemas.openxmlformats.org/drawingml/2006/main">
            <a:off x="6096000" y="196215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831BF61A-B024-4EAD-9F2D-73D3C932454F}"/>
              </a:ext>
            </a:extLst>
          </p:cNvPr>
          <p:cNvSpPr>
            <a:spLocks xmlns:a="http://schemas.openxmlformats.org/drawingml/2006/main" noGrp="1"/>
          </p:cNvSpPr>
          <p:nvPr/>
        </p:nvSpPr>
        <p:spPr>
          <a:xfrm xmlns:a="http://schemas.openxmlformats.org/drawingml/2006/main">
            <a:off x="6096000" y="21717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prompt 구성 → provider 선택 → structured generation</a:t>
            </a:r>
          </a:p>
        </p:txBody>
      </p:sp>
      <p:sp>
        <p:nvSpPr>
          <p:cNvPr id="12" name="">
            <a:extLst xmlns:a="http://schemas.openxmlformats.org/drawingml/2006/main">
              <a:ext uri="{FF2B5EF4-FFF2-40B4-BE49-F238E27FC236}">
                <a16:creationId xmlns:a16="http://schemas.microsoft.com/office/drawing/2014/main" id="{39443E9E-26FC-4B3D-A235-0E7DC3985CAE}"/>
              </a:ext>
            </a:extLst>
          </p:cNvPr>
          <p:cNvSpPr>
            <a:spLocks xmlns:a="http://schemas.openxmlformats.org/drawingml/2006/main" noGrp="1"/>
          </p:cNvSpPr>
          <p:nvPr/>
        </p:nvSpPr>
        <p:spPr>
          <a:xfrm xmlns:a="http://schemas.openxmlformats.org/drawingml/2006/main">
            <a:off x="685800" y="3619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OUTPUT</a:t>
            </a:r>
          </a:p>
        </p:txBody>
      </p:sp>
      <p:sp>
        <p:nvSpPr>
          <p:cNvPr id="13" name="">
            <a:extLst xmlns:a="http://schemas.openxmlformats.org/drawingml/2006/main">
              <a:ext uri="{FF2B5EF4-FFF2-40B4-BE49-F238E27FC236}">
                <a16:creationId xmlns:a16="http://schemas.microsoft.com/office/drawing/2014/main" id="{0D902AA2-4E8D-40ED-A4D6-B320D467DE9D}"/>
              </a:ext>
            </a:extLst>
          </p:cNvPr>
          <p:cNvSpPr>
            <a:spLocks xmlns:a="http://schemas.openxmlformats.org/drawingml/2006/main" noGrp="1"/>
          </p:cNvSpPr>
          <p:nvPr/>
        </p:nvSpPr>
        <p:spPr>
          <a:xfrm xmlns:a="http://schemas.openxmlformats.org/drawingml/2006/main">
            <a:off x="685800" y="400050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08314B40-6864-490F-B410-A183E972A410}"/>
              </a:ext>
            </a:extLst>
          </p:cNvPr>
          <p:cNvSpPr>
            <a:spLocks xmlns:a="http://schemas.openxmlformats.org/drawingml/2006/main" noGrp="1"/>
          </p:cNvSpPr>
          <p:nvPr/>
        </p:nvSpPr>
        <p:spPr>
          <a:xfrm xmlns:a="http://schemas.openxmlformats.org/drawingml/2006/main">
            <a:off x="685800" y="42100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meeting_brief.json</a:t>
            </a:r>
          </a:p>
        </p:txBody>
      </p:sp>
      <p:sp>
        <p:nvSpPr>
          <p:cNvPr id="15" name="">
            <a:extLst xmlns:a="http://schemas.openxmlformats.org/drawingml/2006/main">
              <a:ext uri="{FF2B5EF4-FFF2-40B4-BE49-F238E27FC236}">
                <a16:creationId xmlns:a16="http://schemas.microsoft.com/office/drawing/2014/main" id="{B472FA2C-89BC-42D1-A549-034504523CEB}"/>
              </a:ext>
            </a:extLst>
          </p:cNvPr>
          <p:cNvSpPr>
            <a:spLocks xmlns:a="http://schemas.openxmlformats.org/drawingml/2006/main" noGrp="1"/>
          </p:cNvSpPr>
          <p:nvPr/>
        </p:nvSpPr>
        <p:spPr>
          <a:xfrm xmlns:a="http://schemas.openxmlformats.org/drawingml/2006/main">
            <a:off x="6096000" y="3619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VERIFY</a:t>
            </a:r>
          </a:p>
        </p:txBody>
      </p:sp>
      <p:sp>
        <p:nvSpPr>
          <p:cNvPr id="16" name="">
            <a:extLst xmlns:a="http://schemas.openxmlformats.org/drawingml/2006/main">
              <a:ext uri="{FF2B5EF4-FFF2-40B4-BE49-F238E27FC236}">
                <a16:creationId xmlns:a16="http://schemas.microsoft.com/office/drawing/2014/main" id="{F088C491-F509-427B-B8C8-63EBE4A57D0E}"/>
              </a:ext>
            </a:extLst>
          </p:cNvPr>
          <p:cNvSpPr>
            <a:spLocks xmlns:a="http://schemas.openxmlformats.org/drawingml/2006/main" noGrp="1"/>
          </p:cNvSpPr>
          <p:nvPr/>
        </p:nvSpPr>
        <p:spPr>
          <a:xfrm xmlns:a="http://schemas.openxmlformats.org/drawingml/2006/main">
            <a:off x="6096000" y="400050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7" name="">
            <a:extLst xmlns:a="http://schemas.openxmlformats.org/drawingml/2006/main">
              <a:ext uri="{FF2B5EF4-FFF2-40B4-BE49-F238E27FC236}">
                <a16:creationId xmlns:a16="http://schemas.microsoft.com/office/drawing/2014/main" id="{568E5790-FF80-4A94-A9A2-14EA7A0E8D20}"/>
              </a:ext>
            </a:extLst>
          </p:cNvPr>
          <p:cNvSpPr>
            <a:spLocks xmlns:a="http://schemas.openxmlformats.org/drawingml/2006/main" noGrp="1"/>
          </p:cNvSpPr>
          <p:nvPr/>
        </p:nvSpPr>
        <p:spPr>
          <a:xfrm xmlns:a="http://schemas.openxmlformats.org/drawingml/2006/main">
            <a:off x="6096000" y="42100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Qwen과 fixture가 같은 필수 field를 반환한다.</a:t>
            </a:r>
          </a:p>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provider 실패 시 허용 여부에 따라 fallback 또는 구조화 오류가 난다.</a:t>
            </a:r>
          </a:p>
        </p:txBody>
      </p:sp>
    </p:spTree>
    <p:extLst>
      <p:ext uri="{BB962C8B-B14F-4D97-AF65-F5344CB8AC3E}">
        <p14:creationId xmlns:p14="http://schemas.microsoft.com/office/powerpoint/2010/main" val="906199261"/>
      </p:ext>
    </p:extLst>
  </p:cSld>
</p:sld>
</file>

<file path=ppt/slides/slide1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0EF496C-5A9B-4323-BDE4-3B84C97C7A8D}"/>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실행 흐름</a:t>
            </a:r>
          </a:p>
        </p:txBody>
      </p:sp>
      <p:sp>
        <p:nvSpPr>
          <p:cNvPr id="2" name="">
            <a:extLst xmlns:a="http://schemas.openxmlformats.org/drawingml/2006/main">
              <a:ext uri="{FF2B5EF4-FFF2-40B4-BE49-F238E27FC236}">
                <a16:creationId xmlns:a16="http://schemas.microsoft.com/office/drawing/2014/main" id="{254DEE37-2B3D-4852-872D-EA5751326CAF}"/>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업무 흐름</a:t>
            </a:r>
          </a:p>
        </p:txBody>
      </p:sp>
      <p:sp>
        <p:nvSpPr>
          <p:cNvPr id="3" name="">
            <a:extLst xmlns:a="http://schemas.openxmlformats.org/drawingml/2006/main">
              <a:ext uri="{FF2B5EF4-FFF2-40B4-BE49-F238E27FC236}">
                <a16:creationId xmlns:a16="http://schemas.microsoft.com/office/drawing/2014/main" id="{2C596CF9-A0B1-4132-84E0-DAA64B4A0E8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114E2A9F-78CA-4BEC-B4E5-382C897B20C7}"/>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B1941B92-5A55-48BB-A792-28CC2CCCF006}"/>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B82A994D-B336-4988-A8D4-6522E4AF43AE}"/>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157</a:t>
            </a:r>
          </a:p>
        </p:txBody>
      </p:sp>
      <p:sp>
        <p:nvSpPr>
          <p:cNvPr id="7" name="">
            <a:extLst xmlns:a="http://schemas.openxmlformats.org/drawingml/2006/main">
              <a:ext uri="{FF2B5EF4-FFF2-40B4-BE49-F238E27FC236}">
                <a16:creationId xmlns:a16="http://schemas.microsoft.com/office/drawing/2014/main" id="{C0C253A8-6AF3-4628-840C-65EAC3AC07B3}"/>
              </a:ext>
            </a:extLst>
          </p:cNvPr>
          <p:cNvSpPr>
            <a:spLocks xmlns:a="http://schemas.openxmlformats.org/drawingml/2006/main" noGrp="1"/>
          </p:cNvSpPr>
          <p:nvPr/>
        </p:nvSpPr>
        <p:spPr>
          <a:xfrm xmlns:a="http://schemas.openxmlformats.org/drawingml/2006/main">
            <a:off x="6858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2563EB"/>
                </a:solidFill>
                <a:latin typeface="NanumGothic"/>
                <a:ea typeface="NanumGothic"/>
                <a:cs typeface="NanumGothic"/>
              </a:defRPr>
            </a:pPr>
            <a:r>
              <a:rPr sz="2625" b="1">
                <a:solidFill>
                  <a:srgbClr val="2563EB"/>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66EAAC8B-26CF-45AA-A9D4-A7121A207067}"/>
              </a:ext>
            </a:extLst>
          </p:cNvPr>
          <p:cNvSpPr>
            <a:spLocks xmlns:a="http://schemas.openxmlformats.org/drawingml/2006/main" noGrp="1"/>
          </p:cNvSpPr>
          <p:nvPr/>
        </p:nvSpPr>
        <p:spPr>
          <a:xfrm xmlns:a="http://schemas.openxmlformats.org/drawingml/2006/main">
            <a:off x="6858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D63DEAD1-7144-4570-88EB-41BE96E43DD5}"/>
              </a:ext>
            </a:extLst>
          </p:cNvPr>
          <p:cNvSpPr>
            <a:spLocks xmlns:a="http://schemas.openxmlformats.org/drawingml/2006/main" noGrp="1"/>
          </p:cNvSpPr>
          <p:nvPr/>
        </p:nvSpPr>
        <p:spPr>
          <a:xfrm xmlns:a="http://schemas.openxmlformats.org/drawingml/2006/main">
            <a:off x="6858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prompt 구성</a:t>
            </a:r>
          </a:p>
        </p:txBody>
      </p:sp>
      <p:sp>
        <p:nvSpPr>
          <p:cNvPr id="10" name="">
            <a:extLst xmlns:a="http://schemas.openxmlformats.org/drawingml/2006/main">
              <a:ext uri="{FF2B5EF4-FFF2-40B4-BE49-F238E27FC236}">
                <a16:creationId xmlns:a16="http://schemas.microsoft.com/office/drawing/2014/main" id="{E8FD3CF5-2D4E-45B5-9FAE-0D94EECB9B89}"/>
              </a:ext>
            </a:extLst>
          </p:cNvPr>
          <p:cNvSpPr>
            <a:spLocks xmlns:a="http://schemas.openxmlformats.org/drawingml/2006/main" noGrp="1"/>
          </p:cNvSpPr>
          <p:nvPr/>
        </p:nvSpPr>
        <p:spPr>
          <a:xfrm xmlns:a="http://schemas.openxmlformats.org/drawingml/2006/main">
            <a:off x="283845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49D13C6C-73CD-49D8-ADED-ACF7D2191922}"/>
              </a:ext>
            </a:extLst>
          </p:cNvPr>
          <p:cNvSpPr>
            <a:spLocks xmlns:a="http://schemas.openxmlformats.org/drawingml/2006/main" noGrp="1"/>
          </p:cNvSpPr>
          <p:nvPr/>
        </p:nvSpPr>
        <p:spPr>
          <a:xfrm xmlns:a="http://schemas.openxmlformats.org/drawingml/2006/main">
            <a:off x="283845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1AB999F9-53B8-456E-84C1-BD1779033B18}"/>
              </a:ext>
            </a:extLst>
          </p:cNvPr>
          <p:cNvSpPr>
            <a:spLocks xmlns:a="http://schemas.openxmlformats.org/drawingml/2006/main" noGrp="1"/>
          </p:cNvSpPr>
          <p:nvPr/>
        </p:nvSpPr>
        <p:spPr>
          <a:xfrm xmlns:a="http://schemas.openxmlformats.org/drawingml/2006/main">
            <a:off x="283845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provider 선택</a:t>
            </a:r>
          </a:p>
        </p:txBody>
      </p:sp>
      <p:sp>
        <p:nvSpPr>
          <p:cNvPr id="13" name="">
            <a:extLst xmlns:a="http://schemas.openxmlformats.org/drawingml/2006/main">
              <a:ext uri="{FF2B5EF4-FFF2-40B4-BE49-F238E27FC236}">
                <a16:creationId xmlns:a16="http://schemas.microsoft.com/office/drawing/2014/main" id="{FF621D7C-DC4A-49EE-AAD3-BBF3EF5ADDD1}"/>
              </a:ext>
            </a:extLst>
          </p:cNvPr>
          <p:cNvSpPr>
            <a:spLocks xmlns:a="http://schemas.openxmlformats.org/drawingml/2006/main" noGrp="1"/>
          </p:cNvSpPr>
          <p:nvPr/>
        </p:nvSpPr>
        <p:spPr>
          <a:xfrm xmlns:a="http://schemas.openxmlformats.org/drawingml/2006/main">
            <a:off x="49911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50A6E559-FB2D-4335-8F0F-1F1609A18162}"/>
              </a:ext>
            </a:extLst>
          </p:cNvPr>
          <p:cNvSpPr>
            <a:spLocks xmlns:a="http://schemas.openxmlformats.org/drawingml/2006/main" noGrp="1"/>
          </p:cNvSpPr>
          <p:nvPr/>
        </p:nvSpPr>
        <p:spPr>
          <a:xfrm xmlns:a="http://schemas.openxmlformats.org/drawingml/2006/main">
            <a:off x="49911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3778C1D0-8A36-44C1-A4CC-19E8C6055979}"/>
              </a:ext>
            </a:extLst>
          </p:cNvPr>
          <p:cNvSpPr>
            <a:spLocks xmlns:a="http://schemas.openxmlformats.org/drawingml/2006/main" noGrp="1"/>
          </p:cNvSpPr>
          <p:nvPr/>
        </p:nvSpPr>
        <p:spPr>
          <a:xfrm xmlns:a="http://schemas.openxmlformats.org/drawingml/2006/main">
            <a:off x="49911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structured generation</a:t>
            </a:r>
          </a:p>
        </p:txBody>
      </p:sp>
      <p:sp>
        <p:nvSpPr>
          <p:cNvPr id="16" name="">
            <a:extLst xmlns:a="http://schemas.openxmlformats.org/drawingml/2006/main">
              <a:ext uri="{FF2B5EF4-FFF2-40B4-BE49-F238E27FC236}">
                <a16:creationId xmlns:a16="http://schemas.microsoft.com/office/drawing/2014/main" id="{CF1F6AA9-426A-4DC8-98D6-EC71EE626C10}"/>
              </a:ext>
            </a:extLst>
          </p:cNvPr>
          <p:cNvSpPr>
            <a:spLocks xmlns:a="http://schemas.openxmlformats.org/drawingml/2006/main" noGrp="1"/>
          </p:cNvSpPr>
          <p:nvPr/>
        </p:nvSpPr>
        <p:spPr>
          <a:xfrm xmlns:a="http://schemas.openxmlformats.org/drawingml/2006/main">
            <a:off x="714375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FF7F253B-53BB-44CC-887E-F95D3684AE84}"/>
              </a:ext>
            </a:extLst>
          </p:cNvPr>
          <p:cNvSpPr>
            <a:spLocks xmlns:a="http://schemas.openxmlformats.org/drawingml/2006/main" noGrp="1"/>
          </p:cNvSpPr>
          <p:nvPr/>
        </p:nvSpPr>
        <p:spPr>
          <a:xfrm xmlns:a="http://schemas.openxmlformats.org/drawingml/2006/main">
            <a:off x="714375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F8D112CB-BD11-4A8F-BCD8-328F6E13037E}"/>
              </a:ext>
            </a:extLst>
          </p:cNvPr>
          <p:cNvSpPr>
            <a:spLocks xmlns:a="http://schemas.openxmlformats.org/drawingml/2006/main" noGrp="1"/>
          </p:cNvSpPr>
          <p:nvPr/>
        </p:nvSpPr>
        <p:spPr>
          <a:xfrm xmlns:a="http://schemas.openxmlformats.org/drawingml/2006/main">
            <a:off x="714375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Pydantic parse</a:t>
            </a:r>
          </a:p>
        </p:txBody>
      </p:sp>
      <p:sp>
        <p:nvSpPr>
          <p:cNvPr id="19" name="">
            <a:extLst xmlns:a="http://schemas.openxmlformats.org/drawingml/2006/main">
              <a:ext uri="{FF2B5EF4-FFF2-40B4-BE49-F238E27FC236}">
                <a16:creationId xmlns:a16="http://schemas.microsoft.com/office/drawing/2014/main" id="{1A158B8E-0A92-4824-AFE9-7033D0B6F948}"/>
              </a:ext>
            </a:extLst>
          </p:cNvPr>
          <p:cNvSpPr>
            <a:spLocks xmlns:a="http://schemas.openxmlformats.org/drawingml/2006/main" noGrp="1"/>
          </p:cNvSpPr>
          <p:nvPr/>
        </p:nvSpPr>
        <p:spPr>
          <a:xfrm xmlns:a="http://schemas.openxmlformats.org/drawingml/2006/main">
            <a:off x="92964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05</a:t>
            </a:r>
          </a:p>
        </p:txBody>
      </p:sp>
      <p:sp>
        <p:nvSpPr>
          <p:cNvPr id="20" name="">
            <a:extLst xmlns:a="http://schemas.openxmlformats.org/drawingml/2006/main">
              <a:ext uri="{FF2B5EF4-FFF2-40B4-BE49-F238E27FC236}">
                <a16:creationId xmlns:a16="http://schemas.microsoft.com/office/drawing/2014/main" id="{3B0DB466-7640-4A71-8767-EE4AE5814055}"/>
              </a:ext>
            </a:extLst>
          </p:cNvPr>
          <p:cNvSpPr>
            <a:spLocks xmlns:a="http://schemas.openxmlformats.org/drawingml/2006/main" noGrp="1"/>
          </p:cNvSpPr>
          <p:nvPr/>
        </p:nvSpPr>
        <p:spPr>
          <a:xfrm xmlns:a="http://schemas.openxmlformats.org/drawingml/2006/main">
            <a:off x="92964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21" name="">
            <a:extLst xmlns:a="http://schemas.openxmlformats.org/drawingml/2006/main">
              <a:ext uri="{FF2B5EF4-FFF2-40B4-BE49-F238E27FC236}">
                <a16:creationId xmlns:a16="http://schemas.microsoft.com/office/drawing/2014/main" id="{B86F8B58-540A-47D3-A0A1-FDC8526E4795}"/>
              </a:ext>
            </a:extLst>
          </p:cNvPr>
          <p:cNvSpPr>
            <a:spLocks xmlns:a="http://schemas.openxmlformats.org/drawingml/2006/main" noGrp="1"/>
          </p:cNvSpPr>
          <p:nvPr/>
        </p:nvSpPr>
        <p:spPr>
          <a:xfrm xmlns:a="http://schemas.openxmlformats.org/drawingml/2006/main">
            <a:off x="92964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policy validate</a:t>
            </a:r>
          </a:p>
        </p:txBody>
      </p:sp>
      <p:sp>
        <p:nvSpPr>
          <p:cNvPr id="22" name="">
            <a:extLst xmlns:a="http://schemas.openxmlformats.org/drawingml/2006/main">
              <a:ext uri="{FF2B5EF4-FFF2-40B4-BE49-F238E27FC236}">
                <a16:creationId xmlns:a16="http://schemas.microsoft.com/office/drawing/2014/main" id="{075DC732-56D6-4336-A219-BC9C4B9D5020}"/>
              </a:ext>
            </a:extLst>
          </p:cNvPr>
          <p:cNvSpPr>
            <a:spLocks xmlns:a="http://schemas.openxmlformats.org/drawingml/2006/main" noGrp="1"/>
          </p:cNvSpPr>
          <p:nvPr/>
        </p:nvSpPr>
        <p:spPr>
          <a:xfrm xmlns:a="http://schemas.openxmlformats.org/drawingml/2006/main">
            <a:off x="1524000" y="46291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마지막 판단은 meeting_brief.json에서 사람이 확인합니다.</a:t>
            </a:r>
          </a:p>
        </p:txBody>
      </p:sp>
    </p:spTree>
    <p:extLst>
      <p:ext uri="{BB962C8B-B14F-4D97-AF65-F5344CB8AC3E}">
        <p14:creationId xmlns:p14="http://schemas.microsoft.com/office/powerpoint/2010/main" val="1691018211"/>
      </p:ext>
    </p:extLst>
  </p:cSld>
</p:sld>
</file>

<file path=ppt/slides/slide1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D02E2C7-5EC8-4142-B8C4-6E7E210B285D}"/>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meeting_brief.json 정상·실패 계약</a:t>
            </a:r>
          </a:p>
        </p:txBody>
      </p:sp>
      <p:sp>
        <p:nvSpPr>
          <p:cNvPr id="2" name="">
            <a:extLst xmlns:a="http://schemas.openxmlformats.org/drawingml/2006/main">
              <a:ext uri="{FF2B5EF4-FFF2-40B4-BE49-F238E27FC236}">
                <a16:creationId xmlns:a16="http://schemas.microsoft.com/office/drawing/2014/main" id="{968A098E-846A-4411-B8FD-B973AEBC706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05A7B245-FDBA-4E29-9049-FC4E29DC725A}"/>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B3FDA5A2-C99E-4F9D-9E06-84AE6A80085D}"/>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5" name="">
            <a:extLst xmlns:a="http://schemas.openxmlformats.org/drawingml/2006/main">
              <a:ext uri="{FF2B5EF4-FFF2-40B4-BE49-F238E27FC236}">
                <a16:creationId xmlns:a16="http://schemas.microsoft.com/office/drawing/2014/main" id="{540AF516-3E93-42E3-85BE-32BF2C330ED0}"/>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158</a:t>
            </a:r>
          </a:p>
        </p:txBody>
      </p:sp>
      <p:sp>
        <p:nvSpPr>
          <p:cNvPr id="6" name="">
            <a:extLst xmlns:a="http://schemas.openxmlformats.org/drawingml/2006/main">
              <a:ext uri="{FF2B5EF4-FFF2-40B4-BE49-F238E27FC236}">
                <a16:creationId xmlns:a16="http://schemas.microsoft.com/office/drawing/2014/main" id="{646AE2B9-B37E-48A1-85FE-B594D2D2F60A}"/>
              </a:ext>
            </a:extLst>
          </p:cNvPr>
          <p:cNvSpPr>
            <a:spLocks xmlns:a="http://schemas.openxmlformats.org/drawingml/2006/main" noGrp="1"/>
          </p:cNvSpPr>
          <p:nvPr/>
        </p:nvSpPr>
        <p:spPr>
          <a:xfrm xmlns:a="http://schemas.openxmlformats.org/drawingml/2006/main">
            <a:off x="762000" y="17145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정상</a:t>
            </a:r>
          </a:p>
        </p:txBody>
      </p:sp>
      <p:sp>
        <p:nvSpPr>
          <p:cNvPr id="7" name="">
            <a:extLst xmlns:a="http://schemas.openxmlformats.org/drawingml/2006/main">
              <a:ext uri="{FF2B5EF4-FFF2-40B4-BE49-F238E27FC236}">
                <a16:creationId xmlns:a16="http://schemas.microsoft.com/office/drawing/2014/main" id="{E5492713-E28F-4034-8BED-208D7F82DBBE}"/>
              </a:ext>
            </a:extLst>
          </p:cNvPr>
          <p:cNvSpPr>
            <a:spLocks xmlns:a="http://schemas.openxmlformats.org/drawingml/2006/main" noGrp="1"/>
          </p:cNvSpPr>
          <p:nvPr/>
        </p:nvSpPr>
        <p:spPr>
          <a:xfrm xmlns:a="http://schemas.openxmlformats.org/drawingml/2006/main">
            <a:off x="2343150" y="18478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E32E4494-9CF1-4035-95E1-FA45EABF4076}"/>
              </a:ext>
            </a:extLst>
          </p:cNvPr>
          <p:cNvSpPr>
            <a:spLocks xmlns:a="http://schemas.openxmlformats.org/drawingml/2006/main" noGrp="1"/>
          </p:cNvSpPr>
          <p:nvPr/>
        </p:nvSpPr>
        <p:spPr>
          <a:xfrm xmlns:a="http://schemas.openxmlformats.org/drawingml/2006/main">
            <a:off x="3238500" y="15240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Qwen과 fixture가 같은 필수 field를 반환한다.</a:t>
            </a:r>
          </a:p>
        </p:txBody>
      </p:sp>
      <p:sp>
        <p:nvSpPr>
          <p:cNvPr id="9" name="">
            <a:extLst xmlns:a="http://schemas.openxmlformats.org/drawingml/2006/main">
              <a:ext uri="{FF2B5EF4-FFF2-40B4-BE49-F238E27FC236}">
                <a16:creationId xmlns:a16="http://schemas.microsoft.com/office/drawing/2014/main" id="{22F82CD7-646A-4F2C-82C1-1C795A94276A}"/>
              </a:ext>
            </a:extLst>
          </p:cNvPr>
          <p:cNvSpPr>
            <a:spLocks xmlns:a="http://schemas.openxmlformats.org/drawingml/2006/main" noGrp="1"/>
          </p:cNvSpPr>
          <p:nvPr/>
        </p:nvSpPr>
        <p:spPr>
          <a:xfrm xmlns:a="http://schemas.openxmlformats.org/drawingml/2006/main">
            <a:off x="762000" y="27813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경계</a:t>
            </a:r>
          </a:p>
        </p:txBody>
      </p:sp>
      <p:sp>
        <p:nvSpPr>
          <p:cNvPr id="10" name="">
            <a:extLst xmlns:a="http://schemas.openxmlformats.org/drawingml/2006/main">
              <a:ext uri="{FF2B5EF4-FFF2-40B4-BE49-F238E27FC236}">
                <a16:creationId xmlns:a16="http://schemas.microsoft.com/office/drawing/2014/main" id="{6D702442-77CA-478D-B53A-2F45192406C0}"/>
              </a:ext>
            </a:extLst>
          </p:cNvPr>
          <p:cNvSpPr>
            <a:spLocks xmlns:a="http://schemas.openxmlformats.org/drawingml/2006/main" noGrp="1"/>
          </p:cNvSpPr>
          <p:nvPr/>
        </p:nvSpPr>
        <p:spPr>
          <a:xfrm xmlns:a="http://schemas.openxmlformats.org/drawingml/2006/main">
            <a:off x="2343150" y="29146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F004E5E4-5CA5-49C6-AF39-A383EB392CB0}"/>
              </a:ext>
            </a:extLst>
          </p:cNvPr>
          <p:cNvSpPr>
            <a:spLocks xmlns:a="http://schemas.openxmlformats.org/drawingml/2006/main" noGrp="1"/>
          </p:cNvSpPr>
          <p:nvPr/>
        </p:nvSpPr>
        <p:spPr>
          <a:xfrm xmlns:a="http://schemas.openxmlformats.org/drawingml/2006/main">
            <a:off x="3238500" y="25908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provider 실패 시 허용 여부에 따라 fallback 또는 구조화 오류가 난다.</a:t>
            </a:r>
          </a:p>
        </p:txBody>
      </p:sp>
      <p:sp>
        <p:nvSpPr>
          <p:cNvPr id="12" name="">
            <a:extLst xmlns:a="http://schemas.openxmlformats.org/drawingml/2006/main">
              <a:ext uri="{FF2B5EF4-FFF2-40B4-BE49-F238E27FC236}">
                <a16:creationId xmlns:a16="http://schemas.microsoft.com/office/drawing/2014/main" id="{2C11B9EF-A5C5-40C6-8B8E-6309604D6255}"/>
              </a:ext>
            </a:extLst>
          </p:cNvPr>
          <p:cNvSpPr>
            <a:spLocks xmlns:a="http://schemas.openxmlformats.org/drawingml/2006/main" noGrp="1"/>
          </p:cNvSpPr>
          <p:nvPr/>
        </p:nvSpPr>
        <p:spPr>
          <a:xfrm xmlns:a="http://schemas.openxmlformats.org/drawingml/2006/main">
            <a:off x="762000" y="38481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외부 쓰기</a:t>
            </a:r>
          </a:p>
        </p:txBody>
      </p:sp>
      <p:sp>
        <p:nvSpPr>
          <p:cNvPr id="13" name="">
            <a:extLst xmlns:a="http://schemas.openxmlformats.org/drawingml/2006/main">
              <a:ext uri="{FF2B5EF4-FFF2-40B4-BE49-F238E27FC236}">
                <a16:creationId xmlns:a16="http://schemas.microsoft.com/office/drawing/2014/main" id="{9027A241-7FCA-4A39-9B2D-6D4BE6A7CAB9}"/>
              </a:ext>
            </a:extLst>
          </p:cNvPr>
          <p:cNvSpPr>
            <a:spLocks xmlns:a="http://schemas.openxmlformats.org/drawingml/2006/main" noGrp="1"/>
          </p:cNvSpPr>
          <p:nvPr/>
        </p:nvSpPr>
        <p:spPr>
          <a:xfrm xmlns:a="http://schemas.openxmlformats.org/drawingml/2006/main">
            <a:off x="2343150" y="39814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F7997E89-C3BC-4E2E-9AEF-AAF3A0F8DB1B}"/>
              </a:ext>
            </a:extLst>
          </p:cNvPr>
          <p:cNvSpPr>
            <a:spLocks xmlns:a="http://schemas.openxmlformats.org/drawingml/2006/main" noGrp="1"/>
          </p:cNvSpPr>
          <p:nvPr/>
        </p:nvSpPr>
        <p:spPr>
          <a:xfrm xmlns:a="http://schemas.openxmlformats.org/drawingml/2006/main">
            <a:off x="3238500" y="36576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LangChain MeetingBrief Pipeline: 기본값 false · dry-run과 사람 승인 뒤 별도 adapter 호출</a:t>
            </a:r>
          </a:p>
        </p:txBody>
      </p:sp>
      <p:sp>
        <p:nvSpPr>
          <p:cNvPr id="15" name="">
            <a:extLst xmlns:a="http://schemas.openxmlformats.org/drawingml/2006/main">
              <a:ext uri="{FF2B5EF4-FFF2-40B4-BE49-F238E27FC236}">
                <a16:creationId xmlns:a16="http://schemas.microsoft.com/office/drawing/2014/main" id="{A88B39BD-7A4F-4448-A78B-AF48B1C478AE}"/>
              </a:ext>
            </a:extLst>
          </p:cNvPr>
          <p:cNvSpPr>
            <a:spLocks xmlns:a="http://schemas.openxmlformats.org/drawingml/2006/main" noGrp="1"/>
          </p:cNvSpPr>
          <p:nvPr/>
        </p:nvSpPr>
        <p:spPr>
          <a:xfrm xmlns:a="http://schemas.openxmlformats.org/drawingml/2006/main">
            <a:off x="762000" y="49149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기록</a:t>
            </a:r>
          </a:p>
        </p:txBody>
      </p:sp>
      <p:sp>
        <p:nvSpPr>
          <p:cNvPr id="16" name="">
            <a:extLst xmlns:a="http://schemas.openxmlformats.org/drawingml/2006/main">
              <a:ext uri="{FF2B5EF4-FFF2-40B4-BE49-F238E27FC236}">
                <a16:creationId xmlns:a16="http://schemas.microsoft.com/office/drawing/2014/main" id="{5A4CDAEB-56EB-4432-91D7-84C1202F1F93}"/>
              </a:ext>
            </a:extLst>
          </p:cNvPr>
          <p:cNvSpPr>
            <a:spLocks xmlns:a="http://schemas.openxmlformats.org/drawingml/2006/main" noGrp="1"/>
          </p:cNvSpPr>
          <p:nvPr/>
        </p:nvSpPr>
        <p:spPr>
          <a:xfrm xmlns:a="http://schemas.openxmlformats.org/drawingml/2006/main">
            <a:off x="2343150" y="50482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7" name="">
            <a:extLst xmlns:a="http://schemas.openxmlformats.org/drawingml/2006/main">
              <a:ext uri="{FF2B5EF4-FFF2-40B4-BE49-F238E27FC236}">
                <a16:creationId xmlns:a16="http://schemas.microsoft.com/office/drawing/2014/main" id="{1DDDB3BA-E2D5-4F3D-A64E-180431CF853C}"/>
              </a:ext>
            </a:extLst>
          </p:cNvPr>
          <p:cNvSpPr>
            <a:spLocks xmlns:a="http://schemas.openxmlformats.org/drawingml/2006/main" noGrp="1"/>
          </p:cNvSpPr>
          <p:nvPr/>
        </p:nvSpPr>
        <p:spPr>
          <a:xfrm xmlns:a="http://schemas.openxmlformats.org/drawingml/2006/main">
            <a:off x="3238500" y="47244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status·error_code·입력 식별자·meeting_brief.json</a:t>
            </a:r>
          </a:p>
        </p:txBody>
      </p:sp>
    </p:spTree>
    <p:extLst>
      <p:ext uri="{BB962C8B-B14F-4D97-AF65-F5344CB8AC3E}">
        <p14:creationId xmlns:p14="http://schemas.microsoft.com/office/powerpoint/2010/main" val="1645222496"/>
      </p:ext>
    </p:extLst>
  </p:cSld>
</p:sld>
</file>

<file path=ppt/slides/slide1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A32205A-1137-470F-9C6C-5E17C1614459}"/>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파일 지도</a:t>
            </a:r>
          </a:p>
        </p:txBody>
      </p:sp>
      <p:sp>
        <p:nvSpPr>
          <p:cNvPr id="2" name="">
            <a:extLst xmlns:a="http://schemas.openxmlformats.org/drawingml/2006/main">
              <a:ext uri="{FF2B5EF4-FFF2-40B4-BE49-F238E27FC236}">
                <a16:creationId xmlns:a16="http://schemas.microsoft.com/office/drawing/2014/main" id="{1385966B-6BC9-47AD-BA0F-66C702B253C5}"/>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저장소 구조</a:t>
            </a:r>
          </a:p>
        </p:txBody>
      </p:sp>
      <p:sp>
        <p:nvSpPr>
          <p:cNvPr id="3" name="">
            <a:extLst xmlns:a="http://schemas.openxmlformats.org/drawingml/2006/main">
              <a:ext uri="{FF2B5EF4-FFF2-40B4-BE49-F238E27FC236}">
                <a16:creationId xmlns:a16="http://schemas.microsoft.com/office/drawing/2014/main" id="{DA6560B2-AA90-4F49-92BD-0D4331D27D10}"/>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81314A8B-16F3-45DA-A6EC-F69D34FF2CD6}"/>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A4DA809E-1B4A-4599-8069-280594D5572E}"/>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7888CC5A-0AA3-44E2-893C-60E09C92FEFC}"/>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159</a:t>
            </a:r>
          </a:p>
        </p:txBody>
      </p:sp>
      <p:sp>
        <p:nvSpPr>
          <p:cNvPr id="7" name="">
            <a:extLst xmlns:a="http://schemas.openxmlformats.org/drawingml/2006/main">
              <a:ext uri="{FF2B5EF4-FFF2-40B4-BE49-F238E27FC236}">
                <a16:creationId xmlns:a16="http://schemas.microsoft.com/office/drawing/2014/main" id="{E2C7C72E-722A-4F76-B762-C8720557DAAB}"/>
              </a:ext>
            </a:extLst>
          </p:cNvPr>
          <p:cNvSpPr>
            <a:spLocks xmlns:a="http://schemas.openxmlformats.org/drawingml/2006/main" noGrp="1"/>
          </p:cNvSpPr>
          <p:nvPr/>
        </p:nvSpPr>
        <p:spPr>
          <a:xfrm xmlns:a="http://schemas.openxmlformats.org/drawingml/2006/main">
            <a:off x="685800" y="1676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입력·fixture</a:t>
            </a:r>
          </a:p>
        </p:txBody>
      </p:sp>
      <p:sp>
        <p:nvSpPr>
          <p:cNvPr id="8" name="">
            <a:extLst xmlns:a="http://schemas.openxmlformats.org/drawingml/2006/main">
              <a:ext uri="{FF2B5EF4-FFF2-40B4-BE49-F238E27FC236}">
                <a16:creationId xmlns:a16="http://schemas.microsoft.com/office/drawing/2014/main" id="{32D1F69F-8BA6-452F-9D3D-0C9F8F70071A}"/>
              </a:ext>
            </a:extLst>
          </p:cNvPr>
          <p:cNvSpPr>
            <a:spLocks xmlns:a="http://schemas.openxmlformats.org/drawingml/2006/main" noGrp="1"/>
          </p:cNvSpPr>
          <p:nvPr/>
        </p:nvSpPr>
        <p:spPr>
          <a:xfrm xmlns:a="http://schemas.openxmlformats.org/drawingml/2006/main">
            <a:off x="2724150" y="1504950"/>
            <a:ext cx="8191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9" name="">
            <a:extLst xmlns:a="http://schemas.openxmlformats.org/drawingml/2006/main">
              <a:ext uri="{FF2B5EF4-FFF2-40B4-BE49-F238E27FC236}">
                <a16:creationId xmlns:a16="http://schemas.microsoft.com/office/drawing/2014/main" id="{53D7F12C-767C-412E-ABE4-A250B8CE04C7}"/>
              </a:ext>
            </a:extLst>
          </p:cNvPr>
          <p:cNvSpPr>
            <a:spLocks xmlns:a="http://schemas.openxmlformats.org/drawingml/2006/main" noGrp="1"/>
          </p:cNvSpPr>
          <p:nvPr/>
        </p:nvSpPr>
        <p:spPr>
          <a:xfrm xmlns:a="http://schemas.openxmlformats.org/drawingml/2006/main">
            <a:off x="2952750" y="16764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src/langchain_lab.py</a:t>
            </a:r>
          </a:p>
        </p:txBody>
      </p:sp>
      <p:sp>
        <p:nvSpPr>
          <p:cNvPr id="10" name="">
            <a:extLst xmlns:a="http://schemas.openxmlformats.org/drawingml/2006/main">
              <a:ext uri="{FF2B5EF4-FFF2-40B4-BE49-F238E27FC236}">
                <a16:creationId xmlns:a16="http://schemas.microsoft.com/office/drawing/2014/main" id="{C1BCEF2C-752E-4647-85B8-0787F91F8B6E}"/>
              </a:ext>
            </a:extLst>
          </p:cNvPr>
          <p:cNvSpPr>
            <a:spLocks xmlns:a="http://schemas.openxmlformats.org/drawingml/2006/main" noGrp="1"/>
          </p:cNvSpPr>
          <p:nvPr/>
        </p:nvSpPr>
        <p:spPr>
          <a:xfrm xmlns:a="http://schemas.openxmlformats.org/drawingml/2006/main">
            <a:off x="685800" y="27432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구현 코드</a:t>
            </a:r>
          </a:p>
        </p:txBody>
      </p:sp>
      <p:sp>
        <p:nvSpPr>
          <p:cNvPr id="11" name="">
            <a:extLst xmlns:a="http://schemas.openxmlformats.org/drawingml/2006/main">
              <a:ext uri="{FF2B5EF4-FFF2-40B4-BE49-F238E27FC236}">
                <a16:creationId xmlns:a16="http://schemas.microsoft.com/office/drawing/2014/main" id="{998763DE-881C-4419-9D14-7A91765C1FFA}"/>
              </a:ext>
            </a:extLst>
          </p:cNvPr>
          <p:cNvSpPr>
            <a:spLocks xmlns:a="http://schemas.openxmlformats.org/drawingml/2006/main" noGrp="1"/>
          </p:cNvSpPr>
          <p:nvPr/>
        </p:nvSpPr>
        <p:spPr>
          <a:xfrm xmlns:a="http://schemas.openxmlformats.org/drawingml/2006/main">
            <a:off x="2724150" y="2571750"/>
            <a:ext cx="8191500" cy="6858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D12C88BB-CD60-4D8D-A932-1C62A672040D}"/>
              </a:ext>
            </a:extLst>
          </p:cNvPr>
          <p:cNvSpPr>
            <a:spLocks xmlns:a="http://schemas.openxmlformats.org/drawingml/2006/main" noGrp="1"/>
          </p:cNvSpPr>
          <p:nvPr/>
        </p:nvSpPr>
        <p:spPr>
          <a:xfrm xmlns:a="http://schemas.openxmlformats.org/drawingml/2006/main">
            <a:off x="2952750" y="27432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src/openai_provider.py</a:t>
            </a:r>
          </a:p>
        </p:txBody>
      </p:sp>
      <p:sp>
        <p:nvSpPr>
          <p:cNvPr id="13" name="">
            <a:extLst xmlns:a="http://schemas.openxmlformats.org/drawingml/2006/main">
              <a:ext uri="{FF2B5EF4-FFF2-40B4-BE49-F238E27FC236}">
                <a16:creationId xmlns:a16="http://schemas.microsoft.com/office/drawing/2014/main" id="{22040A6D-3660-4E85-99CB-AEB7372F495D}"/>
              </a:ext>
            </a:extLst>
          </p:cNvPr>
          <p:cNvSpPr>
            <a:spLocks xmlns:a="http://schemas.openxmlformats.org/drawingml/2006/main" noGrp="1"/>
          </p:cNvSpPr>
          <p:nvPr/>
        </p:nvSpPr>
        <p:spPr>
          <a:xfrm xmlns:a="http://schemas.openxmlformats.org/drawingml/2006/main">
            <a:off x="685800" y="38100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검증·test</a:t>
            </a:r>
          </a:p>
        </p:txBody>
      </p:sp>
      <p:sp>
        <p:nvSpPr>
          <p:cNvPr id="14" name="">
            <a:extLst xmlns:a="http://schemas.openxmlformats.org/drawingml/2006/main">
              <a:ext uri="{FF2B5EF4-FFF2-40B4-BE49-F238E27FC236}">
                <a16:creationId xmlns:a16="http://schemas.microsoft.com/office/drawing/2014/main" id="{5B9A2A31-7F68-4F0A-B0D2-4B6A552A751D}"/>
              </a:ext>
            </a:extLst>
          </p:cNvPr>
          <p:cNvSpPr>
            <a:spLocks xmlns:a="http://schemas.openxmlformats.org/drawingml/2006/main" noGrp="1"/>
          </p:cNvSpPr>
          <p:nvPr/>
        </p:nvSpPr>
        <p:spPr>
          <a:xfrm xmlns:a="http://schemas.openxmlformats.org/drawingml/2006/main">
            <a:off x="2724150" y="3638550"/>
            <a:ext cx="8191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5" name="">
            <a:extLst xmlns:a="http://schemas.openxmlformats.org/drawingml/2006/main">
              <a:ext uri="{FF2B5EF4-FFF2-40B4-BE49-F238E27FC236}">
                <a16:creationId xmlns:a16="http://schemas.microsoft.com/office/drawing/2014/main" id="{F0CC6000-BD0A-4263-B9AD-BC1DFEEE632F}"/>
              </a:ext>
            </a:extLst>
          </p:cNvPr>
          <p:cNvSpPr>
            <a:spLocks xmlns:a="http://schemas.openxmlformats.org/drawingml/2006/main" noGrp="1"/>
          </p:cNvSpPr>
          <p:nvPr/>
        </p:nvSpPr>
        <p:spPr>
          <a:xfrm xmlns:a="http://schemas.openxmlformats.org/drawingml/2006/main">
            <a:off x="2952750" y="38100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requirements-local-llm-optional.txt</a:t>
            </a:r>
          </a:p>
        </p:txBody>
      </p:sp>
      <p:sp>
        <p:nvSpPr>
          <p:cNvPr id="16" name="">
            <a:extLst xmlns:a="http://schemas.openxmlformats.org/drawingml/2006/main">
              <a:ext uri="{FF2B5EF4-FFF2-40B4-BE49-F238E27FC236}">
                <a16:creationId xmlns:a16="http://schemas.microsoft.com/office/drawing/2014/main" id="{173C022F-1F17-4ADC-92C2-3E9CAE583609}"/>
              </a:ext>
            </a:extLst>
          </p:cNvPr>
          <p:cNvSpPr>
            <a:spLocks xmlns:a="http://schemas.openxmlformats.org/drawingml/2006/main" noGrp="1"/>
          </p:cNvSpPr>
          <p:nvPr/>
        </p:nvSpPr>
        <p:spPr>
          <a:xfrm xmlns:a="http://schemas.openxmlformats.org/drawingml/2006/main">
            <a:off x="685800" y="48768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따라하기 notebook</a:t>
            </a:r>
          </a:p>
        </p:txBody>
      </p:sp>
      <p:sp>
        <p:nvSpPr>
          <p:cNvPr id="17" name="">
            <a:extLst xmlns:a="http://schemas.openxmlformats.org/drawingml/2006/main">
              <a:ext uri="{FF2B5EF4-FFF2-40B4-BE49-F238E27FC236}">
                <a16:creationId xmlns:a16="http://schemas.microsoft.com/office/drawing/2014/main" id="{F99D2CB3-00A3-4FA7-8E02-88FD01B7CD78}"/>
              </a:ext>
            </a:extLst>
          </p:cNvPr>
          <p:cNvSpPr>
            <a:spLocks xmlns:a="http://schemas.openxmlformats.org/drawingml/2006/main" noGrp="1"/>
          </p:cNvSpPr>
          <p:nvPr/>
        </p:nvSpPr>
        <p:spPr>
          <a:xfrm xmlns:a="http://schemas.openxmlformats.org/drawingml/2006/main">
            <a:off x="2724150" y="4705350"/>
            <a:ext cx="8191500" cy="6858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76835E69-F695-4A10-8D2A-257FAFAA8D66}"/>
              </a:ext>
            </a:extLst>
          </p:cNvPr>
          <p:cNvSpPr>
            <a:spLocks xmlns:a="http://schemas.openxmlformats.org/drawingml/2006/main" noGrp="1"/>
          </p:cNvSpPr>
          <p:nvPr/>
        </p:nvSpPr>
        <p:spPr>
          <a:xfrm xmlns:a="http://schemas.openxmlformats.org/drawingml/2006/main">
            <a:off x="2952750" y="48768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tests/test_langchain_langgraph_lab.py</a:t>
            </a:r>
          </a:p>
        </p:txBody>
      </p:sp>
    </p:spTree>
    <p:extLst>
      <p:ext uri="{BB962C8B-B14F-4D97-AF65-F5344CB8AC3E}">
        <p14:creationId xmlns:p14="http://schemas.microsoft.com/office/powerpoint/2010/main" val="8773132"/>
      </p:ext>
    </p:extLst>
  </p:cSld>
</p:sld>
</file>

<file path=ppt/slides/slide1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56E2BF6-C53F-42CB-9034-34916416C439}"/>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개념·코드</a:t>
            </a:r>
          </a:p>
        </p:txBody>
      </p:sp>
      <p:sp>
        <p:nvSpPr>
          <p:cNvPr id="2" name="">
            <a:extLst xmlns:a="http://schemas.openxmlformats.org/drawingml/2006/main">
              <a:ext uri="{FF2B5EF4-FFF2-40B4-BE49-F238E27FC236}">
                <a16:creationId xmlns:a16="http://schemas.microsoft.com/office/drawing/2014/main" id="{12970D87-577F-444C-A970-A656CC56B98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개념 연결</a:t>
            </a:r>
          </a:p>
        </p:txBody>
      </p:sp>
      <p:sp>
        <p:nvSpPr>
          <p:cNvPr id="3" name="">
            <a:extLst xmlns:a="http://schemas.openxmlformats.org/drawingml/2006/main">
              <a:ext uri="{FF2B5EF4-FFF2-40B4-BE49-F238E27FC236}">
                <a16:creationId xmlns:a16="http://schemas.microsoft.com/office/drawing/2014/main" id="{397AB07E-6B79-48F6-A125-C3A64B14362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682C8969-9DF2-49AB-8E59-DA319BA360A9}"/>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545C0C68-2E38-467D-AB42-B5A0EFDF0710}"/>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B4D54843-BE55-4D7D-9EFC-E7895F42C119}"/>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160</a:t>
            </a:r>
          </a:p>
        </p:txBody>
      </p:sp>
      <p:sp>
        <p:nvSpPr>
          <p:cNvPr id="7" name="">
            <a:extLst xmlns:a="http://schemas.openxmlformats.org/drawingml/2006/main">
              <a:ext uri="{FF2B5EF4-FFF2-40B4-BE49-F238E27FC236}">
                <a16:creationId xmlns:a16="http://schemas.microsoft.com/office/drawing/2014/main" id="{5CE51D28-F371-4C73-B610-2B9AF296A575}"/>
              </a:ext>
            </a:extLst>
          </p:cNvPr>
          <p:cNvSpPr>
            <a:spLocks xmlns:a="http://schemas.openxmlformats.org/drawingml/2006/main" noGrp="1"/>
          </p:cNvSpPr>
          <p:nvPr/>
        </p:nvSpPr>
        <p:spPr>
          <a:xfrm xmlns:a="http://schemas.openxmlformats.org/drawingml/2006/main">
            <a:off x="685800" y="1504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Runnable</a:t>
            </a:r>
          </a:p>
        </p:txBody>
      </p:sp>
      <p:sp>
        <p:nvSpPr>
          <p:cNvPr id="8" name="">
            <a:extLst xmlns:a="http://schemas.openxmlformats.org/drawingml/2006/main">
              <a:ext uri="{FF2B5EF4-FFF2-40B4-BE49-F238E27FC236}">
                <a16:creationId xmlns:a16="http://schemas.microsoft.com/office/drawing/2014/main" id="{D831EE22-A82A-4AA6-8483-BF11F17755D6}"/>
              </a:ext>
            </a:extLst>
          </p:cNvPr>
          <p:cNvSpPr>
            <a:spLocks xmlns:a="http://schemas.openxmlformats.org/drawingml/2006/main" noGrp="1"/>
          </p:cNvSpPr>
          <p:nvPr/>
        </p:nvSpPr>
        <p:spPr>
          <a:xfrm xmlns:a="http://schemas.openxmlformats.org/drawingml/2006/main">
            <a:off x="685800" y="19621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같은 invoke 계약으로 실행되는 구성요소</a:t>
            </a:r>
          </a:p>
        </p:txBody>
      </p:sp>
      <p:sp>
        <p:nvSpPr>
          <p:cNvPr id="9" name="">
            <a:extLst xmlns:a="http://schemas.openxmlformats.org/drawingml/2006/main">
              <a:ext uri="{FF2B5EF4-FFF2-40B4-BE49-F238E27FC236}">
                <a16:creationId xmlns:a16="http://schemas.microsoft.com/office/drawing/2014/main" id="{9428CB54-8106-4A01-A05C-EAF1FD0E7373}"/>
              </a:ext>
            </a:extLst>
          </p:cNvPr>
          <p:cNvSpPr>
            <a:spLocks xmlns:a="http://schemas.openxmlformats.org/drawingml/2006/main" noGrp="1"/>
          </p:cNvSpPr>
          <p:nvPr/>
        </p:nvSpPr>
        <p:spPr>
          <a:xfrm xmlns:a="http://schemas.openxmlformats.org/drawingml/2006/main">
            <a:off x="685800" y="26670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0" name="">
            <a:extLst xmlns:a="http://schemas.openxmlformats.org/drawingml/2006/main">
              <a:ext uri="{FF2B5EF4-FFF2-40B4-BE49-F238E27FC236}">
                <a16:creationId xmlns:a16="http://schemas.microsoft.com/office/drawing/2014/main" id="{297191B7-0D9A-41A9-A189-699C739ACBDD}"/>
              </a:ext>
            </a:extLst>
          </p:cNvPr>
          <p:cNvSpPr>
            <a:spLocks xmlns:a="http://schemas.openxmlformats.org/drawingml/2006/main" noGrp="1"/>
          </p:cNvSpPr>
          <p:nvPr/>
        </p:nvSpPr>
        <p:spPr>
          <a:xfrm xmlns:a="http://schemas.openxmlformats.org/drawingml/2006/main">
            <a:off x="819150" y="27813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src/langchain_lab.py</a:t>
            </a:r>
          </a:p>
        </p:txBody>
      </p:sp>
      <p:sp>
        <p:nvSpPr>
          <p:cNvPr id="11" name="">
            <a:extLst xmlns:a="http://schemas.openxmlformats.org/drawingml/2006/main">
              <a:ext uri="{FF2B5EF4-FFF2-40B4-BE49-F238E27FC236}">
                <a16:creationId xmlns:a16="http://schemas.microsoft.com/office/drawing/2014/main" id="{0FC4C5D9-3563-4433-9FF1-6800EF02FF9B}"/>
              </a:ext>
            </a:extLst>
          </p:cNvPr>
          <p:cNvSpPr>
            <a:spLocks xmlns:a="http://schemas.openxmlformats.org/drawingml/2006/main" noGrp="1"/>
          </p:cNvSpPr>
          <p:nvPr/>
        </p:nvSpPr>
        <p:spPr>
          <a:xfrm xmlns:a="http://schemas.openxmlformats.org/drawingml/2006/main">
            <a:off x="6096000" y="1504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LCEL</a:t>
            </a:r>
          </a:p>
        </p:txBody>
      </p:sp>
      <p:sp>
        <p:nvSpPr>
          <p:cNvPr id="12" name="">
            <a:extLst xmlns:a="http://schemas.openxmlformats.org/drawingml/2006/main">
              <a:ext uri="{FF2B5EF4-FFF2-40B4-BE49-F238E27FC236}">
                <a16:creationId xmlns:a16="http://schemas.microsoft.com/office/drawing/2014/main" id="{CB3E6C99-C746-448F-9F6C-26F62D44CFF1}"/>
              </a:ext>
            </a:extLst>
          </p:cNvPr>
          <p:cNvSpPr>
            <a:spLocks xmlns:a="http://schemas.openxmlformats.org/drawingml/2006/main" noGrp="1"/>
          </p:cNvSpPr>
          <p:nvPr/>
        </p:nvSpPr>
        <p:spPr>
          <a:xfrm xmlns:a="http://schemas.openxmlformats.org/drawingml/2006/main">
            <a:off x="6096000" y="19621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Runnable을 연결하는 표현 방식</a:t>
            </a:r>
          </a:p>
        </p:txBody>
      </p:sp>
      <p:sp>
        <p:nvSpPr>
          <p:cNvPr id="13" name="">
            <a:extLst xmlns:a="http://schemas.openxmlformats.org/drawingml/2006/main">
              <a:ext uri="{FF2B5EF4-FFF2-40B4-BE49-F238E27FC236}">
                <a16:creationId xmlns:a16="http://schemas.microsoft.com/office/drawing/2014/main" id="{E403DB32-5FFC-4331-A8DE-71F00E7730BD}"/>
              </a:ext>
            </a:extLst>
          </p:cNvPr>
          <p:cNvSpPr>
            <a:spLocks xmlns:a="http://schemas.openxmlformats.org/drawingml/2006/main" noGrp="1"/>
          </p:cNvSpPr>
          <p:nvPr/>
        </p:nvSpPr>
        <p:spPr>
          <a:xfrm xmlns:a="http://schemas.openxmlformats.org/drawingml/2006/main">
            <a:off x="6096000" y="26670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17A4B785-99E1-4C6F-A075-03CAA83EBCF9}"/>
              </a:ext>
            </a:extLst>
          </p:cNvPr>
          <p:cNvSpPr>
            <a:spLocks xmlns:a="http://schemas.openxmlformats.org/drawingml/2006/main" noGrp="1"/>
          </p:cNvSpPr>
          <p:nvPr/>
        </p:nvSpPr>
        <p:spPr>
          <a:xfrm xmlns:a="http://schemas.openxmlformats.org/drawingml/2006/main">
            <a:off x="6229350" y="27813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src/openai_provider.py</a:t>
            </a:r>
          </a:p>
        </p:txBody>
      </p:sp>
      <p:sp>
        <p:nvSpPr>
          <p:cNvPr id="15" name="">
            <a:extLst xmlns:a="http://schemas.openxmlformats.org/drawingml/2006/main">
              <a:ext uri="{FF2B5EF4-FFF2-40B4-BE49-F238E27FC236}">
                <a16:creationId xmlns:a16="http://schemas.microsoft.com/office/drawing/2014/main" id="{454B881C-35A0-40FE-950D-8E737864A3C6}"/>
              </a:ext>
            </a:extLst>
          </p:cNvPr>
          <p:cNvSpPr>
            <a:spLocks xmlns:a="http://schemas.openxmlformats.org/drawingml/2006/main" noGrp="1"/>
          </p:cNvSpPr>
          <p:nvPr/>
        </p:nvSpPr>
        <p:spPr>
          <a:xfrm xmlns:a="http://schemas.openxmlformats.org/drawingml/2006/main">
            <a:off x="685800" y="3486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Adapter</a:t>
            </a:r>
          </a:p>
        </p:txBody>
      </p:sp>
      <p:sp>
        <p:nvSpPr>
          <p:cNvPr id="16" name="">
            <a:extLst xmlns:a="http://schemas.openxmlformats.org/drawingml/2006/main">
              <a:ext uri="{FF2B5EF4-FFF2-40B4-BE49-F238E27FC236}">
                <a16:creationId xmlns:a16="http://schemas.microsoft.com/office/drawing/2014/main" id="{D3F74559-9292-490F-9205-D55BEF43B093}"/>
              </a:ext>
            </a:extLst>
          </p:cNvPr>
          <p:cNvSpPr>
            <a:spLocks xmlns:a="http://schemas.openxmlformats.org/drawingml/2006/main" noGrp="1"/>
          </p:cNvSpPr>
          <p:nvPr/>
        </p:nvSpPr>
        <p:spPr>
          <a:xfrm xmlns:a="http://schemas.openxmlformats.org/drawingml/2006/main">
            <a:off x="685800" y="39433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provider 차이를 흡수하는 층</a:t>
            </a:r>
          </a:p>
        </p:txBody>
      </p:sp>
      <p:sp>
        <p:nvSpPr>
          <p:cNvPr id="17" name="">
            <a:extLst xmlns:a="http://schemas.openxmlformats.org/drawingml/2006/main">
              <a:ext uri="{FF2B5EF4-FFF2-40B4-BE49-F238E27FC236}">
                <a16:creationId xmlns:a16="http://schemas.microsoft.com/office/drawing/2014/main" id="{4769EA52-F887-4687-8DEE-9F56941EEB75}"/>
              </a:ext>
            </a:extLst>
          </p:cNvPr>
          <p:cNvSpPr>
            <a:spLocks xmlns:a="http://schemas.openxmlformats.org/drawingml/2006/main" noGrp="1"/>
          </p:cNvSpPr>
          <p:nvPr/>
        </p:nvSpPr>
        <p:spPr>
          <a:xfrm xmlns:a="http://schemas.openxmlformats.org/drawingml/2006/main">
            <a:off x="685800" y="46482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8910FB55-7F91-428B-800A-E5F73896450E}"/>
              </a:ext>
            </a:extLst>
          </p:cNvPr>
          <p:cNvSpPr>
            <a:spLocks xmlns:a="http://schemas.openxmlformats.org/drawingml/2006/main" noGrp="1"/>
          </p:cNvSpPr>
          <p:nvPr/>
        </p:nvSpPr>
        <p:spPr>
          <a:xfrm xmlns:a="http://schemas.openxmlformats.org/drawingml/2006/main">
            <a:off x="819150" y="47625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requirements-local-llm-optional.txt</a:t>
            </a:r>
          </a:p>
        </p:txBody>
      </p:sp>
      <p:sp>
        <p:nvSpPr>
          <p:cNvPr id="19" name="">
            <a:extLst xmlns:a="http://schemas.openxmlformats.org/drawingml/2006/main">
              <a:ext uri="{FF2B5EF4-FFF2-40B4-BE49-F238E27FC236}">
                <a16:creationId xmlns:a16="http://schemas.microsoft.com/office/drawing/2014/main" id="{2A5CEBD8-7C8A-4C07-ABCD-18406E2C716A}"/>
              </a:ext>
            </a:extLst>
          </p:cNvPr>
          <p:cNvSpPr>
            <a:spLocks xmlns:a="http://schemas.openxmlformats.org/drawingml/2006/main" noGrp="1"/>
          </p:cNvSpPr>
          <p:nvPr/>
        </p:nvSpPr>
        <p:spPr>
          <a:xfrm xmlns:a="http://schemas.openxmlformats.org/drawingml/2006/main">
            <a:off x="6096000" y="3486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Fallback</a:t>
            </a:r>
          </a:p>
        </p:txBody>
      </p:sp>
      <p:sp>
        <p:nvSpPr>
          <p:cNvPr id="20" name="">
            <a:extLst xmlns:a="http://schemas.openxmlformats.org/drawingml/2006/main">
              <a:ext uri="{FF2B5EF4-FFF2-40B4-BE49-F238E27FC236}">
                <a16:creationId xmlns:a16="http://schemas.microsoft.com/office/drawing/2014/main" id="{A5BE4342-FE2A-4BD5-A2F6-3F9BD5B2E97F}"/>
              </a:ext>
            </a:extLst>
          </p:cNvPr>
          <p:cNvSpPr>
            <a:spLocks xmlns:a="http://schemas.openxmlformats.org/drawingml/2006/main" noGrp="1"/>
          </p:cNvSpPr>
          <p:nvPr/>
        </p:nvSpPr>
        <p:spPr>
          <a:xfrm xmlns:a="http://schemas.openxmlformats.org/drawingml/2006/main">
            <a:off x="6096000" y="39433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실패 시 정해진 대체 경로</a:t>
            </a:r>
          </a:p>
        </p:txBody>
      </p:sp>
      <p:sp>
        <p:nvSpPr>
          <p:cNvPr id="21" name="">
            <a:extLst xmlns:a="http://schemas.openxmlformats.org/drawingml/2006/main">
              <a:ext uri="{FF2B5EF4-FFF2-40B4-BE49-F238E27FC236}">
                <a16:creationId xmlns:a16="http://schemas.microsoft.com/office/drawing/2014/main" id="{17DEEB2B-637F-45B2-AE58-A286AA8F19A6}"/>
              </a:ext>
            </a:extLst>
          </p:cNvPr>
          <p:cNvSpPr>
            <a:spLocks xmlns:a="http://schemas.openxmlformats.org/drawingml/2006/main" noGrp="1"/>
          </p:cNvSpPr>
          <p:nvPr/>
        </p:nvSpPr>
        <p:spPr>
          <a:xfrm xmlns:a="http://schemas.openxmlformats.org/drawingml/2006/main">
            <a:off x="6096000" y="46482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59D7B798-7096-4447-978D-EFF644773C6C}"/>
              </a:ext>
            </a:extLst>
          </p:cNvPr>
          <p:cNvSpPr>
            <a:spLocks xmlns:a="http://schemas.openxmlformats.org/drawingml/2006/main" noGrp="1"/>
          </p:cNvSpPr>
          <p:nvPr/>
        </p:nvSpPr>
        <p:spPr>
          <a:xfrm xmlns:a="http://schemas.openxmlformats.org/drawingml/2006/main">
            <a:off x="6229350" y="47625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tests/test_langchain_langgraph_lab.py</a:t>
            </a:r>
          </a:p>
        </p:txBody>
      </p:sp>
    </p:spTree>
    <p:extLst>
      <p:ext uri="{BB962C8B-B14F-4D97-AF65-F5344CB8AC3E}">
        <p14:creationId xmlns:p14="http://schemas.microsoft.com/office/powerpoint/2010/main" val="102765513"/>
      </p:ext>
    </p:extLst>
  </p:cSld>
</p:sld>
</file>

<file path=ppt/slides/slide1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24CBB1A-319B-452A-A60F-F73016CACE89}"/>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선택 기준</a:t>
            </a:r>
          </a:p>
        </p:txBody>
      </p:sp>
      <p:sp>
        <p:nvSpPr>
          <p:cNvPr id="2" name="">
            <a:extLst xmlns:a="http://schemas.openxmlformats.org/drawingml/2006/main">
              <a:ext uri="{FF2B5EF4-FFF2-40B4-BE49-F238E27FC236}">
                <a16:creationId xmlns:a16="http://schemas.microsoft.com/office/drawing/2014/main" id="{FA6925EF-1B0C-48F6-B1D2-B0131FF422D5}"/>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비교</a:t>
            </a:r>
          </a:p>
        </p:txBody>
      </p:sp>
      <p:sp>
        <p:nvSpPr>
          <p:cNvPr id="3" name="">
            <a:extLst xmlns:a="http://schemas.openxmlformats.org/drawingml/2006/main">
              <a:ext uri="{FF2B5EF4-FFF2-40B4-BE49-F238E27FC236}">
                <a16:creationId xmlns:a16="http://schemas.microsoft.com/office/drawing/2014/main" id="{B735806F-E869-46C5-B008-3FAAC3A21BB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8A3256F3-F666-4E30-9D88-859B39F905B7}"/>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7807A61D-7B5D-4868-AA52-0FD0BA4C4633}"/>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91C9A05C-525D-4641-A6F8-AE12F0237676}"/>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161</a:t>
            </a:r>
          </a:p>
        </p:txBody>
      </p:sp>
      <p:sp>
        <p:nvSpPr>
          <p:cNvPr id="7" name="">
            <a:extLst xmlns:a="http://schemas.openxmlformats.org/drawingml/2006/main">
              <a:ext uri="{FF2B5EF4-FFF2-40B4-BE49-F238E27FC236}">
                <a16:creationId xmlns:a16="http://schemas.microsoft.com/office/drawing/2014/main" id="{75EB98E3-09D6-44A6-A407-C0ACC4EB7B57}"/>
              </a:ext>
            </a:extLst>
          </p:cNvPr>
          <p:cNvSpPr>
            <a:spLocks xmlns:a="http://schemas.openxmlformats.org/drawingml/2006/main" noGrp="1"/>
          </p:cNvSpPr>
          <p:nvPr/>
        </p:nvSpPr>
        <p:spPr>
          <a:xfrm xmlns:a="http://schemas.openxmlformats.org/drawingml/2006/main">
            <a:off x="666750" y="1504950"/>
            <a:ext cx="238125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8" name="">
            <a:extLst xmlns:a="http://schemas.openxmlformats.org/drawingml/2006/main">
              <a:ext uri="{FF2B5EF4-FFF2-40B4-BE49-F238E27FC236}">
                <a16:creationId xmlns:a16="http://schemas.microsoft.com/office/drawing/2014/main" id="{CE8B5260-D1DC-47D3-B8D8-660049CD9375}"/>
              </a:ext>
            </a:extLst>
          </p:cNvPr>
          <p:cNvSpPr>
            <a:spLocks xmlns:a="http://schemas.openxmlformats.org/drawingml/2006/main" noGrp="1"/>
          </p:cNvSpPr>
          <p:nvPr/>
        </p:nvSpPr>
        <p:spPr>
          <a:xfrm xmlns:a="http://schemas.openxmlformats.org/drawingml/2006/main">
            <a:off x="819150" y="16573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구분</a:t>
            </a:r>
          </a:p>
        </p:txBody>
      </p:sp>
      <p:sp>
        <p:nvSpPr>
          <p:cNvPr id="9" name="">
            <a:extLst xmlns:a="http://schemas.openxmlformats.org/drawingml/2006/main">
              <a:ext uri="{FF2B5EF4-FFF2-40B4-BE49-F238E27FC236}">
                <a16:creationId xmlns:a16="http://schemas.microsoft.com/office/drawing/2014/main" id="{3DBE2873-60A2-496D-8F14-2C8E61453569}"/>
              </a:ext>
            </a:extLst>
          </p:cNvPr>
          <p:cNvSpPr>
            <a:spLocks xmlns:a="http://schemas.openxmlformats.org/drawingml/2006/main" noGrp="1"/>
          </p:cNvSpPr>
          <p:nvPr/>
        </p:nvSpPr>
        <p:spPr>
          <a:xfrm xmlns:a="http://schemas.openxmlformats.org/drawingml/2006/main">
            <a:off x="3048000" y="1504950"/>
            <a:ext cx="457200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0" name="">
            <a:extLst xmlns:a="http://schemas.openxmlformats.org/drawingml/2006/main">
              <a:ext uri="{FF2B5EF4-FFF2-40B4-BE49-F238E27FC236}">
                <a16:creationId xmlns:a16="http://schemas.microsoft.com/office/drawing/2014/main" id="{57339DE0-E8B3-4999-88E4-40825CBB4C9E}"/>
              </a:ext>
            </a:extLst>
          </p:cNvPr>
          <p:cNvSpPr>
            <a:spLocks xmlns:a="http://schemas.openxmlformats.org/drawingml/2006/main" noGrp="1"/>
          </p:cNvSpPr>
          <p:nvPr/>
        </p:nvSpPr>
        <p:spPr>
          <a:xfrm xmlns:a="http://schemas.openxmlformats.org/drawingml/2006/main">
            <a:off x="3200400" y="16573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역할</a:t>
            </a:r>
          </a:p>
        </p:txBody>
      </p:sp>
      <p:sp>
        <p:nvSpPr>
          <p:cNvPr id="11" name="">
            <a:extLst xmlns:a="http://schemas.openxmlformats.org/drawingml/2006/main">
              <a:ext uri="{FF2B5EF4-FFF2-40B4-BE49-F238E27FC236}">
                <a16:creationId xmlns:a16="http://schemas.microsoft.com/office/drawing/2014/main" id="{9A7CBAE5-35D3-41A7-83AA-C8BD86D34A05}"/>
              </a:ext>
            </a:extLst>
          </p:cNvPr>
          <p:cNvSpPr>
            <a:spLocks xmlns:a="http://schemas.openxmlformats.org/drawingml/2006/main" noGrp="1"/>
          </p:cNvSpPr>
          <p:nvPr/>
        </p:nvSpPr>
        <p:spPr>
          <a:xfrm xmlns:a="http://schemas.openxmlformats.org/drawingml/2006/main">
            <a:off x="7620000" y="1504950"/>
            <a:ext cx="390525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2" name="">
            <a:extLst xmlns:a="http://schemas.openxmlformats.org/drawingml/2006/main">
              <a:ext uri="{FF2B5EF4-FFF2-40B4-BE49-F238E27FC236}">
                <a16:creationId xmlns:a16="http://schemas.microsoft.com/office/drawing/2014/main" id="{213253C6-1B63-44F3-A01E-1976C1E322EA}"/>
              </a:ext>
            </a:extLst>
          </p:cNvPr>
          <p:cNvSpPr>
            <a:spLocks xmlns:a="http://schemas.openxmlformats.org/drawingml/2006/main" noGrp="1"/>
          </p:cNvSpPr>
          <p:nvPr/>
        </p:nvSpPr>
        <p:spPr>
          <a:xfrm xmlns:a="http://schemas.openxmlformats.org/drawingml/2006/main">
            <a:off x="7772400" y="16573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이번 차시의 판단 기준</a:t>
            </a:r>
          </a:p>
        </p:txBody>
      </p:sp>
      <p:sp>
        <p:nvSpPr>
          <p:cNvPr id="13" name="">
            <a:extLst xmlns:a="http://schemas.openxmlformats.org/drawingml/2006/main">
              <a:ext uri="{FF2B5EF4-FFF2-40B4-BE49-F238E27FC236}">
                <a16:creationId xmlns:a16="http://schemas.microsoft.com/office/drawing/2014/main" id="{FD9018C4-C4D5-41D3-A37F-6D672A680D9C}"/>
              </a:ext>
            </a:extLst>
          </p:cNvPr>
          <p:cNvSpPr>
            <a:spLocks xmlns:a="http://schemas.openxmlformats.org/drawingml/2006/main" noGrp="1"/>
          </p:cNvSpPr>
          <p:nvPr/>
        </p:nvSpPr>
        <p:spPr>
          <a:xfrm xmlns:a="http://schemas.openxmlformats.org/drawingml/2006/main">
            <a:off x="666750" y="2381250"/>
            <a:ext cx="2381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D45D1C54-4E82-405C-8F74-E1711274623E}"/>
              </a:ext>
            </a:extLst>
          </p:cNvPr>
          <p:cNvSpPr>
            <a:spLocks xmlns:a="http://schemas.openxmlformats.org/drawingml/2006/main" noGrp="1"/>
          </p:cNvSpPr>
          <p:nvPr/>
        </p:nvSpPr>
        <p:spPr>
          <a:xfrm xmlns:a="http://schemas.openxmlformats.org/drawingml/2006/main">
            <a:off x="819150" y="25336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Runnable</a:t>
            </a:r>
          </a:p>
        </p:txBody>
      </p:sp>
      <p:sp>
        <p:nvSpPr>
          <p:cNvPr id="15" name="">
            <a:extLst xmlns:a="http://schemas.openxmlformats.org/drawingml/2006/main">
              <a:ext uri="{FF2B5EF4-FFF2-40B4-BE49-F238E27FC236}">
                <a16:creationId xmlns:a16="http://schemas.microsoft.com/office/drawing/2014/main" id="{EF8E2CD7-5CCB-45A6-BC7A-65220DD58737}"/>
              </a:ext>
            </a:extLst>
          </p:cNvPr>
          <p:cNvSpPr>
            <a:spLocks xmlns:a="http://schemas.openxmlformats.org/drawingml/2006/main" noGrp="1"/>
          </p:cNvSpPr>
          <p:nvPr/>
        </p:nvSpPr>
        <p:spPr>
          <a:xfrm xmlns:a="http://schemas.openxmlformats.org/drawingml/2006/main">
            <a:off x="3048000" y="2381250"/>
            <a:ext cx="457200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6" name="">
            <a:extLst xmlns:a="http://schemas.openxmlformats.org/drawingml/2006/main">
              <a:ext uri="{FF2B5EF4-FFF2-40B4-BE49-F238E27FC236}">
                <a16:creationId xmlns:a16="http://schemas.microsoft.com/office/drawing/2014/main" id="{31A6ED09-2A80-4525-B516-7AB6992AEA2D}"/>
              </a:ext>
            </a:extLst>
          </p:cNvPr>
          <p:cNvSpPr>
            <a:spLocks xmlns:a="http://schemas.openxmlformats.org/drawingml/2006/main" noGrp="1"/>
          </p:cNvSpPr>
          <p:nvPr/>
        </p:nvSpPr>
        <p:spPr>
          <a:xfrm xmlns:a="http://schemas.openxmlformats.org/drawingml/2006/main">
            <a:off x="3200400" y="25336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prompt 구성 단계의 입력 기준</a:t>
            </a:r>
          </a:p>
        </p:txBody>
      </p:sp>
      <p:sp>
        <p:nvSpPr>
          <p:cNvPr id="17" name="">
            <a:extLst xmlns:a="http://schemas.openxmlformats.org/drawingml/2006/main">
              <a:ext uri="{FF2B5EF4-FFF2-40B4-BE49-F238E27FC236}">
                <a16:creationId xmlns:a16="http://schemas.microsoft.com/office/drawing/2014/main" id="{B53DEBC0-EEAA-47A4-85C1-EE20C6B2569A}"/>
              </a:ext>
            </a:extLst>
          </p:cNvPr>
          <p:cNvSpPr>
            <a:spLocks xmlns:a="http://schemas.openxmlformats.org/drawingml/2006/main" noGrp="1"/>
          </p:cNvSpPr>
          <p:nvPr/>
        </p:nvSpPr>
        <p:spPr>
          <a:xfrm xmlns:a="http://schemas.openxmlformats.org/drawingml/2006/main">
            <a:off x="7620000" y="2381250"/>
            <a:ext cx="3905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B8E748A1-97CE-4618-BE73-1E4FBE6CA6C0}"/>
              </a:ext>
            </a:extLst>
          </p:cNvPr>
          <p:cNvSpPr>
            <a:spLocks xmlns:a="http://schemas.openxmlformats.org/drawingml/2006/main" noGrp="1"/>
          </p:cNvSpPr>
          <p:nvPr/>
        </p:nvSpPr>
        <p:spPr>
          <a:xfrm xmlns:a="http://schemas.openxmlformats.org/drawingml/2006/main">
            <a:off x="7772400" y="25336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결정론 test로 먼저 확인</a:t>
            </a:r>
          </a:p>
        </p:txBody>
      </p:sp>
      <p:sp>
        <p:nvSpPr>
          <p:cNvPr id="19" name="">
            <a:extLst xmlns:a="http://schemas.openxmlformats.org/drawingml/2006/main">
              <a:ext uri="{FF2B5EF4-FFF2-40B4-BE49-F238E27FC236}">
                <a16:creationId xmlns:a16="http://schemas.microsoft.com/office/drawing/2014/main" id="{0AE0296C-0811-43FC-AE44-18F056CDC2F9}"/>
              </a:ext>
            </a:extLst>
          </p:cNvPr>
          <p:cNvSpPr>
            <a:spLocks xmlns:a="http://schemas.openxmlformats.org/drawingml/2006/main" noGrp="1"/>
          </p:cNvSpPr>
          <p:nvPr/>
        </p:nvSpPr>
        <p:spPr>
          <a:xfrm xmlns:a="http://schemas.openxmlformats.org/drawingml/2006/main">
            <a:off x="666750" y="3257550"/>
            <a:ext cx="2381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0" name="">
            <a:extLst xmlns:a="http://schemas.openxmlformats.org/drawingml/2006/main">
              <a:ext uri="{FF2B5EF4-FFF2-40B4-BE49-F238E27FC236}">
                <a16:creationId xmlns:a16="http://schemas.microsoft.com/office/drawing/2014/main" id="{D220D659-597A-4BF6-AE47-B21C04F51E32}"/>
              </a:ext>
            </a:extLst>
          </p:cNvPr>
          <p:cNvSpPr>
            <a:spLocks xmlns:a="http://schemas.openxmlformats.org/drawingml/2006/main" noGrp="1"/>
          </p:cNvSpPr>
          <p:nvPr/>
        </p:nvSpPr>
        <p:spPr>
          <a:xfrm xmlns:a="http://schemas.openxmlformats.org/drawingml/2006/main">
            <a:off x="819150" y="34099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LCEL</a:t>
            </a:r>
          </a:p>
        </p:txBody>
      </p:sp>
      <p:sp>
        <p:nvSpPr>
          <p:cNvPr id="21" name="">
            <a:extLst xmlns:a="http://schemas.openxmlformats.org/drawingml/2006/main">
              <a:ext uri="{FF2B5EF4-FFF2-40B4-BE49-F238E27FC236}">
                <a16:creationId xmlns:a16="http://schemas.microsoft.com/office/drawing/2014/main" id="{68E9DAB7-B350-427E-8186-4E5A2D52DA86}"/>
              </a:ext>
            </a:extLst>
          </p:cNvPr>
          <p:cNvSpPr>
            <a:spLocks xmlns:a="http://schemas.openxmlformats.org/drawingml/2006/main" noGrp="1"/>
          </p:cNvSpPr>
          <p:nvPr/>
        </p:nvSpPr>
        <p:spPr>
          <a:xfrm xmlns:a="http://schemas.openxmlformats.org/drawingml/2006/main">
            <a:off x="3048000" y="3257550"/>
            <a:ext cx="45720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5E8C23BB-4151-41FD-BFF3-C166579D3B34}"/>
              </a:ext>
            </a:extLst>
          </p:cNvPr>
          <p:cNvSpPr>
            <a:spLocks xmlns:a="http://schemas.openxmlformats.org/drawingml/2006/main" noGrp="1"/>
          </p:cNvSpPr>
          <p:nvPr/>
        </p:nvSpPr>
        <p:spPr>
          <a:xfrm xmlns:a="http://schemas.openxmlformats.org/drawingml/2006/main">
            <a:off x="3200400" y="34099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provider 선택 단계의 교체 경계</a:t>
            </a:r>
          </a:p>
        </p:txBody>
      </p:sp>
      <p:sp>
        <p:nvSpPr>
          <p:cNvPr id="23" name="">
            <a:extLst xmlns:a="http://schemas.openxmlformats.org/drawingml/2006/main">
              <a:ext uri="{FF2B5EF4-FFF2-40B4-BE49-F238E27FC236}">
                <a16:creationId xmlns:a16="http://schemas.microsoft.com/office/drawing/2014/main" id="{51903A0E-C569-4288-BB52-F123E144F006}"/>
              </a:ext>
            </a:extLst>
          </p:cNvPr>
          <p:cNvSpPr>
            <a:spLocks xmlns:a="http://schemas.openxmlformats.org/drawingml/2006/main" noGrp="1"/>
          </p:cNvSpPr>
          <p:nvPr/>
        </p:nvSpPr>
        <p:spPr>
          <a:xfrm xmlns:a="http://schemas.openxmlformats.org/drawingml/2006/main">
            <a:off x="7620000" y="3257550"/>
            <a:ext cx="3905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4" name="">
            <a:extLst xmlns:a="http://schemas.openxmlformats.org/drawingml/2006/main">
              <a:ext uri="{FF2B5EF4-FFF2-40B4-BE49-F238E27FC236}">
                <a16:creationId xmlns:a16="http://schemas.microsoft.com/office/drawing/2014/main" id="{E2706284-F84E-4750-9074-52BF900B8DD6}"/>
              </a:ext>
            </a:extLst>
          </p:cNvPr>
          <p:cNvSpPr>
            <a:spLocks xmlns:a="http://schemas.openxmlformats.org/drawingml/2006/main" noGrp="1"/>
          </p:cNvSpPr>
          <p:nvPr/>
        </p:nvSpPr>
        <p:spPr>
          <a:xfrm xmlns:a="http://schemas.openxmlformats.org/drawingml/2006/main">
            <a:off x="7772400" y="34099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adapter 경계를 확인</a:t>
            </a:r>
          </a:p>
        </p:txBody>
      </p:sp>
      <p:sp>
        <p:nvSpPr>
          <p:cNvPr id="25" name="">
            <a:extLst xmlns:a="http://schemas.openxmlformats.org/drawingml/2006/main">
              <a:ext uri="{FF2B5EF4-FFF2-40B4-BE49-F238E27FC236}">
                <a16:creationId xmlns:a16="http://schemas.microsoft.com/office/drawing/2014/main" id="{7108A030-E148-4F28-A3C0-36D713B4631F}"/>
              </a:ext>
            </a:extLst>
          </p:cNvPr>
          <p:cNvSpPr>
            <a:spLocks xmlns:a="http://schemas.openxmlformats.org/drawingml/2006/main" noGrp="1"/>
          </p:cNvSpPr>
          <p:nvPr/>
        </p:nvSpPr>
        <p:spPr>
          <a:xfrm xmlns:a="http://schemas.openxmlformats.org/drawingml/2006/main">
            <a:off x="666750" y="4133850"/>
            <a:ext cx="2381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6" name="">
            <a:extLst xmlns:a="http://schemas.openxmlformats.org/drawingml/2006/main">
              <a:ext uri="{FF2B5EF4-FFF2-40B4-BE49-F238E27FC236}">
                <a16:creationId xmlns:a16="http://schemas.microsoft.com/office/drawing/2014/main" id="{7D0C182A-5FBA-41E4-99DE-0D43CA85C328}"/>
              </a:ext>
            </a:extLst>
          </p:cNvPr>
          <p:cNvSpPr>
            <a:spLocks xmlns:a="http://schemas.openxmlformats.org/drawingml/2006/main" noGrp="1"/>
          </p:cNvSpPr>
          <p:nvPr/>
        </p:nvSpPr>
        <p:spPr>
          <a:xfrm xmlns:a="http://schemas.openxmlformats.org/drawingml/2006/main">
            <a:off x="819150" y="42862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Adapter</a:t>
            </a:r>
          </a:p>
        </p:txBody>
      </p:sp>
      <p:sp>
        <p:nvSpPr>
          <p:cNvPr id="27" name="">
            <a:extLst xmlns:a="http://schemas.openxmlformats.org/drawingml/2006/main">
              <a:ext uri="{FF2B5EF4-FFF2-40B4-BE49-F238E27FC236}">
                <a16:creationId xmlns:a16="http://schemas.microsoft.com/office/drawing/2014/main" id="{AB9A0321-ADA4-436C-8F7E-5CA76DEBD494}"/>
              </a:ext>
            </a:extLst>
          </p:cNvPr>
          <p:cNvSpPr>
            <a:spLocks xmlns:a="http://schemas.openxmlformats.org/drawingml/2006/main" noGrp="1"/>
          </p:cNvSpPr>
          <p:nvPr/>
        </p:nvSpPr>
        <p:spPr>
          <a:xfrm xmlns:a="http://schemas.openxmlformats.org/drawingml/2006/main">
            <a:off x="3048000" y="4133850"/>
            <a:ext cx="457200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8" name="">
            <a:extLst xmlns:a="http://schemas.openxmlformats.org/drawingml/2006/main">
              <a:ext uri="{FF2B5EF4-FFF2-40B4-BE49-F238E27FC236}">
                <a16:creationId xmlns:a16="http://schemas.microsoft.com/office/drawing/2014/main" id="{EDF9A690-9809-4F1A-9619-6C679E07F38F}"/>
              </a:ext>
            </a:extLst>
          </p:cNvPr>
          <p:cNvSpPr>
            <a:spLocks xmlns:a="http://schemas.openxmlformats.org/drawingml/2006/main" noGrp="1"/>
          </p:cNvSpPr>
          <p:nvPr/>
        </p:nvSpPr>
        <p:spPr>
          <a:xfrm xmlns:a="http://schemas.openxmlformats.org/drawingml/2006/main">
            <a:off x="3200400" y="42862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structured generation 단계의 운영 조건</a:t>
            </a:r>
          </a:p>
        </p:txBody>
      </p:sp>
      <p:sp>
        <p:nvSpPr>
          <p:cNvPr id="29" name="">
            <a:extLst xmlns:a="http://schemas.openxmlformats.org/drawingml/2006/main">
              <a:ext uri="{FF2B5EF4-FFF2-40B4-BE49-F238E27FC236}">
                <a16:creationId xmlns:a16="http://schemas.microsoft.com/office/drawing/2014/main" id="{2A187C08-7342-4D63-BC5F-910BFA9D1057}"/>
              </a:ext>
            </a:extLst>
          </p:cNvPr>
          <p:cNvSpPr>
            <a:spLocks xmlns:a="http://schemas.openxmlformats.org/drawingml/2006/main" noGrp="1"/>
          </p:cNvSpPr>
          <p:nvPr/>
        </p:nvSpPr>
        <p:spPr>
          <a:xfrm xmlns:a="http://schemas.openxmlformats.org/drawingml/2006/main">
            <a:off x="7620000" y="4133850"/>
            <a:ext cx="3905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30" name="">
            <a:extLst xmlns:a="http://schemas.openxmlformats.org/drawingml/2006/main">
              <a:ext uri="{FF2B5EF4-FFF2-40B4-BE49-F238E27FC236}">
                <a16:creationId xmlns:a16="http://schemas.microsoft.com/office/drawing/2014/main" id="{D6B1224A-5550-49E6-B969-1976CD45B425}"/>
              </a:ext>
            </a:extLst>
          </p:cNvPr>
          <p:cNvSpPr>
            <a:spLocks xmlns:a="http://schemas.openxmlformats.org/drawingml/2006/main" noGrp="1"/>
          </p:cNvSpPr>
          <p:nvPr/>
        </p:nvSpPr>
        <p:spPr>
          <a:xfrm xmlns:a="http://schemas.openxmlformats.org/drawingml/2006/main">
            <a:off x="7772400" y="42862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비용·지연·권한을 확인</a:t>
            </a:r>
          </a:p>
        </p:txBody>
      </p:sp>
      <p:sp>
        <p:nvSpPr>
          <p:cNvPr id="31" name="">
            <a:extLst xmlns:a="http://schemas.openxmlformats.org/drawingml/2006/main">
              <a:ext uri="{FF2B5EF4-FFF2-40B4-BE49-F238E27FC236}">
                <a16:creationId xmlns:a16="http://schemas.microsoft.com/office/drawing/2014/main" id="{C08FCF6E-2CFB-4F52-B999-5F5436DFBB5B}"/>
              </a:ext>
            </a:extLst>
          </p:cNvPr>
          <p:cNvSpPr>
            <a:spLocks xmlns:a="http://schemas.openxmlformats.org/drawingml/2006/main" noGrp="1"/>
          </p:cNvSpPr>
          <p:nvPr/>
        </p:nvSpPr>
        <p:spPr>
          <a:xfrm xmlns:a="http://schemas.openxmlformats.org/drawingml/2006/main">
            <a:off x="666750" y="5010150"/>
            <a:ext cx="2381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2" name="">
            <a:extLst xmlns:a="http://schemas.openxmlformats.org/drawingml/2006/main">
              <a:ext uri="{FF2B5EF4-FFF2-40B4-BE49-F238E27FC236}">
                <a16:creationId xmlns:a16="http://schemas.microsoft.com/office/drawing/2014/main" id="{F0D0F44B-3518-42E3-B9CF-3268C9BD7C7F}"/>
              </a:ext>
            </a:extLst>
          </p:cNvPr>
          <p:cNvSpPr>
            <a:spLocks xmlns:a="http://schemas.openxmlformats.org/drawingml/2006/main" noGrp="1"/>
          </p:cNvSpPr>
          <p:nvPr/>
        </p:nvSpPr>
        <p:spPr>
          <a:xfrm xmlns:a="http://schemas.openxmlformats.org/drawingml/2006/main">
            <a:off x="819150" y="51625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Fallback</a:t>
            </a:r>
          </a:p>
        </p:txBody>
      </p:sp>
      <p:sp>
        <p:nvSpPr>
          <p:cNvPr id="33" name="">
            <a:extLst xmlns:a="http://schemas.openxmlformats.org/drawingml/2006/main">
              <a:ext uri="{FF2B5EF4-FFF2-40B4-BE49-F238E27FC236}">
                <a16:creationId xmlns:a16="http://schemas.microsoft.com/office/drawing/2014/main" id="{11FAEF87-02E7-474D-B036-BF78950CD981}"/>
              </a:ext>
            </a:extLst>
          </p:cNvPr>
          <p:cNvSpPr>
            <a:spLocks xmlns:a="http://schemas.openxmlformats.org/drawingml/2006/main" noGrp="1"/>
          </p:cNvSpPr>
          <p:nvPr/>
        </p:nvSpPr>
        <p:spPr>
          <a:xfrm xmlns:a="http://schemas.openxmlformats.org/drawingml/2006/main">
            <a:off x="3048000" y="5010150"/>
            <a:ext cx="45720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4" name="">
            <a:extLst xmlns:a="http://schemas.openxmlformats.org/drawingml/2006/main">
              <a:ext uri="{FF2B5EF4-FFF2-40B4-BE49-F238E27FC236}">
                <a16:creationId xmlns:a16="http://schemas.microsoft.com/office/drawing/2014/main" id="{E57F3F0F-FC36-4312-8572-13285E96DB06}"/>
              </a:ext>
            </a:extLst>
          </p:cNvPr>
          <p:cNvSpPr>
            <a:spLocks xmlns:a="http://schemas.openxmlformats.org/drawingml/2006/main" noGrp="1"/>
          </p:cNvSpPr>
          <p:nvPr/>
        </p:nvSpPr>
        <p:spPr>
          <a:xfrm xmlns:a="http://schemas.openxmlformats.org/drawingml/2006/main">
            <a:off x="3200400" y="51625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Pydantic parse 단계의 판단 기록</a:t>
            </a:r>
          </a:p>
        </p:txBody>
      </p:sp>
      <p:sp>
        <p:nvSpPr>
          <p:cNvPr id="35" name="">
            <a:extLst xmlns:a="http://schemas.openxmlformats.org/drawingml/2006/main">
              <a:ext uri="{FF2B5EF4-FFF2-40B4-BE49-F238E27FC236}">
                <a16:creationId xmlns:a16="http://schemas.microsoft.com/office/drawing/2014/main" id="{329235DA-DDD1-40E4-932F-88449D4472AD}"/>
              </a:ext>
            </a:extLst>
          </p:cNvPr>
          <p:cNvSpPr>
            <a:spLocks xmlns:a="http://schemas.openxmlformats.org/drawingml/2006/main" noGrp="1"/>
          </p:cNvSpPr>
          <p:nvPr/>
        </p:nvSpPr>
        <p:spPr>
          <a:xfrm xmlns:a="http://schemas.openxmlformats.org/drawingml/2006/main">
            <a:off x="7620000" y="5010150"/>
            <a:ext cx="3905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6" name="">
            <a:extLst xmlns:a="http://schemas.openxmlformats.org/drawingml/2006/main">
              <a:ext uri="{FF2B5EF4-FFF2-40B4-BE49-F238E27FC236}">
                <a16:creationId xmlns:a16="http://schemas.microsoft.com/office/drawing/2014/main" id="{2C03F2FC-451A-4715-9E9C-A50FF4C53858}"/>
              </a:ext>
            </a:extLst>
          </p:cNvPr>
          <p:cNvSpPr>
            <a:spLocks xmlns:a="http://schemas.openxmlformats.org/drawingml/2006/main" noGrp="1"/>
          </p:cNvSpPr>
          <p:nvPr/>
        </p:nvSpPr>
        <p:spPr>
          <a:xfrm xmlns:a="http://schemas.openxmlformats.org/drawingml/2006/main">
            <a:off x="7772400" y="51625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사람 판단과 운영 기록을 확인</a:t>
            </a:r>
          </a:p>
        </p:txBody>
      </p:sp>
    </p:spTree>
    <p:extLst>
      <p:ext uri="{BB962C8B-B14F-4D97-AF65-F5344CB8AC3E}">
        <p14:creationId xmlns:p14="http://schemas.microsoft.com/office/powerpoint/2010/main" val="789572434"/>
      </p:ext>
    </p:extLst>
  </p:cSld>
</p:sld>
</file>

<file path=ppt/slides/slide1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7A990E0-1DFA-4CAB-AB73-3B0A056C798B}"/>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대표 실패</a:t>
            </a:r>
          </a:p>
        </p:txBody>
      </p:sp>
      <p:sp>
        <p:nvSpPr>
          <p:cNvPr id="2" name="">
            <a:extLst xmlns:a="http://schemas.openxmlformats.org/drawingml/2006/main">
              <a:ext uri="{FF2B5EF4-FFF2-40B4-BE49-F238E27FC236}">
                <a16:creationId xmlns:a16="http://schemas.microsoft.com/office/drawing/2014/main" id="{76C3B1D5-921C-4898-8C49-309CCCF283FD}"/>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실패 사례</a:t>
            </a:r>
          </a:p>
        </p:txBody>
      </p:sp>
      <p:sp>
        <p:nvSpPr>
          <p:cNvPr id="3" name="">
            <a:extLst xmlns:a="http://schemas.openxmlformats.org/drawingml/2006/main">
              <a:ext uri="{FF2B5EF4-FFF2-40B4-BE49-F238E27FC236}">
                <a16:creationId xmlns:a16="http://schemas.microsoft.com/office/drawing/2014/main" id="{78272972-C95F-44C6-AFCC-A74188E971E3}"/>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A16BC667-38A8-40E9-9B5E-7B03DC3C9928}"/>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9974CCCF-2B74-44B1-B09F-967B1725DC6C}"/>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9790EDC0-94A6-4717-A495-CC82C9EE3F92}"/>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162</a:t>
            </a:r>
          </a:p>
        </p:txBody>
      </p:sp>
      <p:sp>
        <p:nvSpPr>
          <p:cNvPr id="7" name="">
            <a:extLst xmlns:a="http://schemas.openxmlformats.org/drawingml/2006/main">
              <a:ext uri="{FF2B5EF4-FFF2-40B4-BE49-F238E27FC236}">
                <a16:creationId xmlns:a16="http://schemas.microsoft.com/office/drawing/2014/main" id="{21249172-1520-4177-98E3-B4A65043DEB6}"/>
              </a:ext>
            </a:extLst>
          </p:cNvPr>
          <p:cNvSpPr>
            <a:spLocks xmlns:a="http://schemas.openxmlformats.org/drawingml/2006/main" noGrp="1"/>
          </p:cNvSpPr>
          <p:nvPr/>
        </p:nvSpPr>
        <p:spPr>
          <a:xfrm xmlns:a="http://schemas.openxmlformats.org/drawingml/2006/main">
            <a:off x="685800" y="1619250"/>
            <a:ext cx="4724400" cy="33147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EDF19EB-6382-4BAD-81B6-C8217B8A1D91}"/>
              </a:ext>
            </a:extLst>
          </p:cNvPr>
          <p:cNvSpPr>
            <a:spLocks xmlns:a="http://schemas.openxmlformats.org/drawingml/2006/main" noGrp="1"/>
          </p:cNvSpPr>
          <p:nvPr/>
        </p:nvSpPr>
        <p:spPr>
          <a:xfrm xmlns:a="http://schemas.openxmlformats.org/drawingml/2006/main">
            <a:off x="990600" y="19240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C7C7C7"/>
                </a:solidFill>
                <a:latin typeface="NanumGothic"/>
                <a:ea typeface="NanumGothic"/>
                <a:cs typeface="NanumGothic"/>
              </a:defRPr>
            </a:pPr>
            <a:r>
              <a:rPr sz="1050" b="1">
                <a:solidFill>
                  <a:srgbClr val="C7C7C7"/>
                </a:solidFill>
                <a:latin typeface="NanumGothic"/>
                <a:ea typeface="NanumGothic"/>
                <a:cs typeface="NanumGothic"/>
              </a:rPr>
              <a:t>실패</a:t>
            </a:r>
          </a:p>
        </p:txBody>
      </p:sp>
      <p:sp>
        <p:nvSpPr>
          <p:cNvPr id="9" name="">
            <a:extLst xmlns:a="http://schemas.openxmlformats.org/drawingml/2006/main">
              <a:ext uri="{FF2B5EF4-FFF2-40B4-BE49-F238E27FC236}">
                <a16:creationId xmlns:a16="http://schemas.microsoft.com/office/drawing/2014/main" id="{884E3A1D-692B-4E42-88AB-AEBD4ECA43F7}"/>
              </a:ext>
            </a:extLst>
          </p:cNvPr>
          <p:cNvSpPr>
            <a:spLocks xmlns:a="http://schemas.openxmlformats.org/drawingml/2006/main" noGrp="1"/>
          </p:cNvSpPr>
          <p:nvPr/>
        </p:nvSpPr>
        <p:spPr>
          <a:xfrm xmlns:a="http://schemas.openxmlformats.org/drawingml/2006/main">
            <a:off x="990600" y="2476500"/>
            <a:ext cx="41148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OpenAI 오류가 조용히 fixture 성공처럼 보인다.</a:t>
            </a:r>
          </a:p>
        </p:txBody>
      </p:sp>
      <p:sp>
        <p:nvSpPr>
          <p:cNvPr id="10" name="">
            <a:extLst xmlns:a="http://schemas.openxmlformats.org/drawingml/2006/main">
              <a:ext uri="{FF2B5EF4-FFF2-40B4-BE49-F238E27FC236}">
                <a16:creationId xmlns:a16="http://schemas.microsoft.com/office/drawing/2014/main" id="{215377BF-A509-4D81-A534-78C7D57D9410}"/>
              </a:ext>
            </a:extLst>
          </p:cNvPr>
          <p:cNvSpPr>
            <a:spLocks xmlns:a="http://schemas.openxmlformats.org/drawingml/2006/main" noGrp="1"/>
          </p:cNvSpPr>
          <p:nvPr/>
        </p:nvSpPr>
        <p:spPr>
          <a:xfrm xmlns:a="http://schemas.openxmlformats.org/drawingml/2006/main">
            <a:off x="5981700" y="19240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사용자 영향</a:t>
            </a:r>
          </a:p>
        </p:txBody>
      </p:sp>
      <p:sp>
        <p:nvSpPr>
          <p:cNvPr id="11" name="">
            <a:extLst xmlns:a="http://schemas.openxmlformats.org/drawingml/2006/main">
              <a:ext uri="{FF2B5EF4-FFF2-40B4-BE49-F238E27FC236}">
                <a16:creationId xmlns:a16="http://schemas.microsoft.com/office/drawing/2014/main" id="{265EF636-F554-4B7E-B508-2F436653D661}"/>
              </a:ext>
            </a:extLst>
          </p:cNvPr>
          <p:cNvSpPr>
            <a:spLocks xmlns:a="http://schemas.openxmlformats.org/drawingml/2006/main" noGrp="1"/>
          </p:cNvSpPr>
          <p:nvPr/>
        </p:nvSpPr>
        <p:spPr>
          <a:xfrm xmlns:a="http://schemas.openxmlformats.org/drawingml/2006/main">
            <a:off x="5981700" y="2476500"/>
            <a:ext cx="48196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1">
                <a:solidFill>
                  <a:srgbClr val="191919"/>
                </a:solidFill>
                <a:latin typeface="NanumGothic"/>
                <a:ea typeface="NanumGothic"/>
                <a:cs typeface="NanumGothic"/>
              </a:defRPr>
            </a:pPr>
            <a:r>
              <a:rPr sz="1875" b="1">
                <a:solidFill>
                  <a:srgbClr val="191919"/>
                </a:solidFill>
                <a:latin typeface="NanumGothic"/>
                <a:ea typeface="NanumGothic"/>
                <a:cs typeface="NanumGothic"/>
              </a:rPr>
              <a:t>OpenAI 오류가 조용히 fixture 성공처럼 보인다. 상태에서는 meeting_brief.json을 운영 판단에 사용할 수 없다.</a:t>
            </a:r>
          </a:p>
        </p:txBody>
      </p:sp>
      <p:sp>
        <p:nvSpPr>
          <p:cNvPr id="12" name="">
            <a:extLst xmlns:a="http://schemas.openxmlformats.org/drawingml/2006/main">
              <a:ext uri="{FF2B5EF4-FFF2-40B4-BE49-F238E27FC236}">
                <a16:creationId xmlns:a16="http://schemas.microsoft.com/office/drawing/2014/main" id="{BB9CA13D-7F17-4A4B-885F-F47E5C06163C}"/>
              </a:ext>
            </a:extLst>
          </p:cNvPr>
          <p:cNvSpPr>
            <a:spLocks xmlns:a="http://schemas.openxmlformats.org/drawingml/2006/main" noGrp="1"/>
          </p:cNvSpPr>
          <p:nvPr/>
        </p:nvSpPr>
        <p:spPr>
          <a:xfrm xmlns:a="http://schemas.openxmlformats.org/drawingml/2006/main">
            <a:off x="1524000" y="5410200"/>
            <a:ext cx="914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LangChain MeetingBrief Pipeline 실패가 재현돼야 복구 코드와 회귀 test를 만들 수 있습니다.</a:t>
            </a:r>
          </a:p>
        </p:txBody>
      </p:sp>
    </p:spTree>
    <p:extLst>
      <p:ext uri="{BB962C8B-B14F-4D97-AF65-F5344CB8AC3E}">
        <p14:creationId xmlns:p14="http://schemas.microsoft.com/office/powerpoint/2010/main" val="1274631109"/>
      </p:ext>
    </p:extLst>
  </p:cSld>
</p:sld>
</file>

<file path=ppt/slides/slide1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354AF3C-E4C8-487B-8FED-AFBD066DDFC7}"/>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복구 경로</a:t>
            </a:r>
          </a:p>
        </p:txBody>
      </p:sp>
      <p:sp>
        <p:nvSpPr>
          <p:cNvPr id="2" name="">
            <a:extLst xmlns:a="http://schemas.openxmlformats.org/drawingml/2006/main">
              <a:ext uri="{FF2B5EF4-FFF2-40B4-BE49-F238E27FC236}">
                <a16:creationId xmlns:a16="http://schemas.microsoft.com/office/drawing/2014/main" id="{1A7B7966-63C2-4295-BAD1-A147B901C6CE}"/>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오류 처리</a:t>
            </a:r>
          </a:p>
        </p:txBody>
      </p:sp>
      <p:sp>
        <p:nvSpPr>
          <p:cNvPr id="3" name="">
            <a:extLst xmlns:a="http://schemas.openxmlformats.org/drawingml/2006/main">
              <a:ext uri="{FF2B5EF4-FFF2-40B4-BE49-F238E27FC236}">
                <a16:creationId xmlns:a16="http://schemas.microsoft.com/office/drawing/2014/main" id="{312A374A-CBDE-4419-B1B5-FE5B329A129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D214A84A-7EA1-435F-BB06-59A9610CEAF0}"/>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3CAFE019-DEF8-4773-BF6B-2588414FCC01}"/>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42106A6D-7F70-4C36-BC52-4520912360D6}"/>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163</a:t>
            </a:r>
          </a:p>
        </p:txBody>
      </p:sp>
      <p:sp>
        <p:nvSpPr>
          <p:cNvPr id="7" name="">
            <a:extLst xmlns:a="http://schemas.openxmlformats.org/drawingml/2006/main">
              <a:ext uri="{FF2B5EF4-FFF2-40B4-BE49-F238E27FC236}">
                <a16:creationId xmlns:a16="http://schemas.microsoft.com/office/drawing/2014/main" id="{E96A1D63-180D-4697-82B6-76D52D96A368}"/>
              </a:ext>
            </a:extLst>
          </p:cNvPr>
          <p:cNvSpPr>
            <a:spLocks xmlns:a="http://schemas.openxmlformats.org/drawingml/2006/main" noGrp="1"/>
          </p:cNvSpPr>
          <p:nvPr/>
        </p:nvSpPr>
        <p:spPr>
          <a:xfrm xmlns:a="http://schemas.openxmlformats.org/drawingml/2006/main">
            <a:off x="838200" y="15430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7E6F902D-981A-4931-BCA7-E13177E0075F}"/>
              </a:ext>
            </a:extLst>
          </p:cNvPr>
          <p:cNvSpPr>
            <a:spLocks xmlns:a="http://schemas.openxmlformats.org/drawingml/2006/main" noGrp="1"/>
          </p:cNvSpPr>
          <p:nvPr/>
        </p:nvSpPr>
        <p:spPr>
          <a:xfrm xmlns:a="http://schemas.openxmlformats.org/drawingml/2006/main">
            <a:off x="1276350" y="16668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F2A84954-255D-4712-9F2C-A8A1CF33F0E4}"/>
              </a:ext>
            </a:extLst>
          </p:cNvPr>
          <p:cNvSpPr>
            <a:spLocks xmlns:a="http://schemas.openxmlformats.org/drawingml/2006/main" noGrp="1"/>
          </p:cNvSpPr>
          <p:nvPr/>
        </p:nvSpPr>
        <p:spPr>
          <a:xfrm xmlns:a="http://schemas.openxmlformats.org/drawingml/2006/main">
            <a:off x="1752600" y="1504950"/>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탐지: provider 실패 시 허용 여부에 따라 fallback 또는 구조화 오류가 난다.</a:t>
            </a:r>
          </a:p>
        </p:txBody>
      </p:sp>
      <p:sp>
        <p:nvSpPr>
          <p:cNvPr id="10" name="">
            <a:extLst xmlns:a="http://schemas.openxmlformats.org/drawingml/2006/main">
              <a:ext uri="{FF2B5EF4-FFF2-40B4-BE49-F238E27FC236}">
                <a16:creationId xmlns:a16="http://schemas.microsoft.com/office/drawing/2014/main" id="{055DB674-FB78-405C-9746-003DB56A13DE}"/>
              </a:ext>
            </a:extLst>
          </p:cNvPr>
          <p:cNvSpPr>
            <a:spLocks xmlns:a="http://schemas.openxmlformats.org/drawingml/2006/main" noGrp="1"/>
          </p:cNvSpPr>
          <p:nvPr/>
        </p:nvSpPr>
        <p:spPr>
          <a:xfrm xmlns:a="http://schemas.openxmlformats.org/drawingml/2006/main">
            <a:off x="838200" y="254317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F81ABB62-CA41-4A8F-B3B6-23437315DF05}"/>
              </a:ext>
            </a:extLst>
          </p:cNvPr>
          <p:cNvSpPr>
            <a:spLocks xmlns:a="http://schemas.openxmlformats.org/drawingml/2006/main" noGrp="1"/>
          </p:cNvSpPr>
          <p:nvPr/>
        </p:nvSpPr>
        <p:spPr>
          <a:xfrm xmlns:a="http://schemas.openxmlformats.org/drawingml/2006/main">
            <a:off x="1276350" y="2667000"/>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1F6C5FFA-8457-4FF3-BB05-2285048B084F}"/>
              </a:ext>
            </a:extLst>
          </p:cNvPr>
          <p:cNvSpPr>
            <a:spLocks xmlns:a="http://schemas.openxmlformats.org/drawingml/2006/main" noGrp="1"/>
          </p:cNvSpPr>
          <p:nvPr/>
        </p:nvSpPr>
        <p:spPr>
          <a:xfrm xmlns:a="http://schemas.openxmlformats.org/drawingml/2006/main">
            <a:off x="1752600" y="2505075"/>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중단: OpenAI 오류가 조용히 fixture 성공처럼 보인다.</a:t>
            </a:r>
          </a:p>
        </p:txBody>
      </p:sp>
      <p:sp>
        <p:nvSpPr>
          <p:cNvPr id="13" name="">
            <a:extLst xmlns:a="http://schemas.openxmlformats.org/drawingml/2006/main">
              <a:ext uri="{FF2B5EF4-FFF2-40B4-BE49-F238E27FC236}">
                <a16:creationId xmlns:a16="http://schemas.microsoft.com/office/drawing/2014/main" id="{297D72E0-2AC0-4EE1-8548-1F1D84553612}"/>
              </a:ext>
            </a:extLst>
          </p:cNvPr>
          <p:cNvSpPr>
            <a:spLocks xmlns:a="http://schemas.openxmlformats.org/drawingml/2006/main" noGrp="1"/>
          </p:cNvSpPr>
          <p:nvPr/>
        </p:nvSpPr>
        <p:spPr>
          <a:xfrm xmlns:a="http://schemas.openxmlformats.org/drawingml/2006/main">
            <a:off x="838200" y="35433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136A94B0-0E08-4C4C-A467-1424ACEFFF07}"/>
              </a:ext>
            </a:extLst>
          </p:cNvPr>
          <p:cNvSpPr>
            <a:spLocks xmlns:a="http://schemas.openxmlformats.org/drawingml/2006/main" noGrp="1"/>
          </p:cNvSpPr>
          <p:nvPr/>
        </p:nvSpPr>
        <p:spPr>
          <a:xfrm xmlns:a="http://schemas.openxmlformats.org/drawingml/2006/main">
            <a:off x="1276350" y="36671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5969931B-DEBF-4447-8092-58A4CF1FCE39}"/>
              </a:ext>
            </a:extLst>
          </p:cNvPr>
          <p:cNvSpPr>
            <a:spLocks xmlns:a="http://schemas.openxmlformats.org/drawingml/2006/main" noGrp="1"/>
          </p:cNvSpPr>
          <p:nvPr/>
        </p:nvSpPr>
        <p:spPr>
          <a:xfrm xmlns:a="http://schemas.openxmlformats.org/drawingml/2006/main">
            <a:off x="1752600" y="3505200"/>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복구: provider_requested·provider_used·fallback_reason을 결과에 함께 남긴다.</a:t>
            </a:r>
          </a:p>
        </p:txBody>
      </p:sp>
      <p:sp>
        <p:nvSpPr>
          <p:cNvPr id="16" name="">
            <a:extLst xmlns:a="http://schemas.openxmlformats.org/drawingml/2006/main">
              <a:ext uri="{FF2B5EF4-FFF2-40B4-BE49-F238E27FC236}">
                <a16:creationId xmlns:a16="http://schemas.microsoft.com/office/drawing/2014/main" id="{DA92BA1F-AD82-4B91-ACAD-B3A12253B336}"/>
              </a:ext>
            </a:extLst>
          </p:cNvPr>
          <p:cNvSpPr>
            <a:spLocks xmlns:a="http://schemas.openxmlformats.org/drawingml/2006/main" noGrp="1"/>
          </p:cNvSpPr>
          <p:nvPr/>
        </p:nvSpPr>
        <p:spPr>
          <a:xfrm xmlns:a="http://schemas.openxmlformats.org/drawingml/2006/main">
            <a:off x="838200" y="454342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439BC8E6-9295-4B1E-B657-8BCC282C5173}"/>
              </a:ext>
            </a:extLst>
          </p:cNvPr>
          <p:cNvSpPr>
            <a:spLocks xmlns:a="http://schemas.openxmlformats.org/drawingml/2006/main" noGrp="1"/>
          </p:cNvSpPr>
          <p:nvPr/>
        </p:nvSpPr>
        <p:spPr>
          <a:xfrm xmlns:a="http://schemas.openxmlformats.org/drawingml/2006/main">
            <a:off x="1276350" y="4667250"/>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38AD97EA-729C-4D02-B272-336568C4627D}"/>
              </a:ext>
            </a:extLst>
          </p:cNvPr>
          <p:cNvSpPr>
            <a:spLocks xmlns:a="http://schemas.openxmlformats.org/drawingml/2006/main" noGrp="1"/>
          </p:cNvSpPr>
          <p:nvPr/>
        </p:nvSpPr>
        <p:spPr>
          <a:xfrm xmlns:a="http://schemas.openxmlformats.org/drawingml/2006/main">
            <a:off x="1752600" y="4505325"/>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증거: meeting_brief.json과 test 결과를 함께 남긴다.</a:t>
            </a:r>
          </a:p>
        </p:txBody>
      </p:sp>
    </p:spTree>
    <p:extLst>
      <p:ext uri="{BB962C8B-B14F-4D97-AF65-F5344CB8AC3E}">
        <p14:creationId xmlns:p14="http://schemas.microsoft.com/office/powerpoint/2010/main" val="1282041168"/>
      </p:ext>
    </p:extLst>
  </p:cSld>
</p:sld>
</file>

<file path=ppt/slides/slide1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37144A9-6958-4E26-8425-B853328B92DD}"/>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Codex 검증 루프</a:t>
            </a:r>
          </a:p>
        </p:txBody>
      </p:sp>
      <p:sp>
        <p:nvSpPr>
          <p:cNvPr id="2" name="">
            <a:extLst xmlns:a="http://schemas.openxmlformats.org/drawingml/2006/main">
              <a:ext uri="{FF2B5EF4-FFF2-40B4-BE49-F238E27FC236}">
                <a16:creationId xmlns:a16="http://schemas.microsoft.com/office/drawing/2014/main" id="{5C9CE2EE-AAF1-48B3-B9A4-C44F582A2825}"/>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공식·로컬 참고 화면</a:t>
            </a:r>
          </a:p>
        </p:txBody>
      </p:sp>
      <p:sp>
        <p:nvSpPr>
          <p:cNvPr id="3" name="">
            <a:extLst xmlns:a="http://schemas.openxmlformats.org/drawingml/2006/main">
              <a:ext uri="{FF2B5EF4-FFF2-40B4-BE49-F238E27FC236}">
                <a16:creationId xmlns:a16="http://schemas.microsoft.com/office/drawing/2014/main" id="{BBA7773F-3196-4E48-87F5-5BC07377A8A8}"/>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BC64D456-3359-4001-A661-F61A872BD04F}"/>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DCBF67E6-52FB-4778-B6F5-E6CD43AC53C1}"/>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2A627C78-EF5A-4C92-AEE4-CDC77BDE1D4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164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cd2a564b83b4f07"/>
          <a:stretch xmlns:a="http://schemas.openxmlformats.org/drawingml/2006/main"/>
        </p:blipFill>
        <p:spPr>
          <a:xfrm xmlns:a="http://schemas.openxmlformats.org/drawingml/2006/main">
            <a:off x="5010150" y="1830586"/>
            <a:ext cx="6191250" cy="3482578"/>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9C051F7-ACFA-405C-A65B-5CF1FC3A6265}"/>
              </a:ext>
            </a:extLst>
          </p:cNvPr>
          <p:cNvSpPr>
            <a:spLocks xmlns:a="http://schemas.openxmlformats.org/drawingml/2006/main" noGrp="1"/>
          </p:cNvSpPr>
          <p:nvPr/>
        </p:nvSpPr>
        <p:spPr>
          <a:xfrm xmlns:a="http://schemas.openxmlformats.org/drawingml/2006/main">
            <a:off x="685800" y="1714500"/>
            <a:ext cx="382905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025" b="1">
                <a:solidFill>
                  <a:srgbClr val="191919"/>
                </a:solidFill>
                <a:latin typeface="NanumGothic"/>
                <a:ea typeface="NanumGothic"/>
                <a:cs typeface="NanumGothic"/>
              </a:defRPr>
            </a:pPr>
            <a:r>
              <a:rPr sz="2025" b="1">
                <a:solidFill>
                  <a:srgbClr val="191919"/>
                </a:solidFill>
                <a:latin typeface="NanumGothic"/>
                <a:ea typeface="NanumGothic"/>
                <a:cs typeface="NanumGothic"/>
              </a:rPr>
              <a:t>src/openai_provider.py의 책임을 찾고 meeting_brief.json 계약을 focused test로 고정합니다.</a:t>
            </a:r>
          </a:p>
        </p:txBody>
      </p:sp>
      <p:sp>
        <p:nvSpPr>
          <p:cNvPr id="9" name="">
            <a:extLst xmlns:a="http://schemas.openxmlformats.org/drawingml/2006/main">
              <a:ext uri="{FF2B5EF4-FFF2-40B4-BE49-F238E27FC236}">
                <a16:creationId xmlns:a16="http://schemas.microsoft.com/office/drawing/2014/main" id="{19B7E8C6-D623-4AB6-BD7F-86E8013D8FD2}"/>
              </a:ext>
            </a:extLst>
          </p:cNvPr>
          <p:cNvSpPr>
            <a:spLocks xmlns:a="http://schemas.openxmlformats.org/drawingml/2006/main" noGrp="1"/>
          </p:cNvSpPr>
          <p:nvPr/>
        </p:nvSpPr>
        <p:spPr>
          <a:xfrm xmlns:a="http://schemas.openxmlformats.org/drawingml/2006/main">
            <a:off x="685800" y="3867150"/>
            <a:ext cx="38290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LangChain MeetingBrief Pipeline</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저장소 이해 → 허용 범위 변경</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 focused test → diff 리뷰</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 사람 merge</a:t>
            </a:r>
          </a:p>
        </p:txBody>
      </p:sp>
    </p:spTree>
    <p:extLst>
      <p:ext uri="{BB962C8B-B14F-4D97-AF65-F5344CB8AC3E}">
        <p14:creationId xmlns:p14="http://schemas.microsoft.com/office/powerpoint/2010/main" val="32987660"/>
      </p:ext>
    </p:extLst>
  </p:cSld>
</p:sld>
</file>

<file path=ppt/slides/slide1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93753C3-0E11-4A7F-86D9-59B952B11616}"/>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Codex 작업 명세</a:t>
            </a:r>
          </a:p>
        </p:txBody>
      </p:sp>
      <p:sp>
        <p:nvSpPr>
          <p:cNvPr id="2" name="">
            <a:extLst xmlns:a="http://schemas.openxmlformats.org/drawingml/2006/main">
              <a:ext uri="{FF2B5EF4-FFF2-40B4-BE49-F238E27FC236}">
                <a16:creationId xmlns:a16="http://schemas.microsoft.com/office/drawing/2014/main" id="{093CD65B-27E2-4064-B910-8CAF95F3B7CD}"/>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작업 요청 예시</a:t>
            </a:r>
          </a:p>
        </p:txBody>
      </p:sp>
      <p:sp>
        <p:nvSpPr>
          <p:cNvPr id="3" name="">
            <a:extLst xmlns:a="http://schemas.openxmlformats.org/drawingml/2006/main">
              <a:ext uri="{FF2B5EF4-FFF2-40B4-BE49-F238E27FC236}">
                <a16:creationId xmlns:a16="http://schemas.microsoft.com/office/drawing/2014/main" id="{AFF7CD0A-A014-4CD8-80F7-27FC6D148A83}"/>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35EC1E06-80F0-4AE0-8D78-BC13FB532B55}"/>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6EE6A44A-7B5B-44A3-8726-FDB9C0A6536F}"/>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40E58523-76AC-4F19-95E7-6A1B72EECD4F}"/>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165</a:t>
            </a:r>
          </a:p>
        </p:txBody>
      </p:sp>
      <p:sp>
        <p:nvSpPr>
          <p:cNvPr id="7" name="">
            <a:extLst xmlns:a="http://schemas.openxmlformats.org/drawingml/2006/main">
              <a:ext uri="{FF2B5EF4-FFF2-40B4-BE49-F238E27FC236}">
                <a16:creationId xmlns:a16="http://schemas.microsoft.com/office/drawing/2014/main" id="{7E38964A-CFB3-447F-B591-F29A02BF5AD7}"/>
              </a:ext>
            </a:extLst>
          </p:cNvPr>
          <p:cNvSpPr>
            <a:spLocks xmlns:a="http://schemas.openxmlformats.org/drawingml/2006/main" noGrp="1"/>
          </p:cNvSpPr>
          <p:nvPr/>
        </p:nvSpPr>
        <p:spPr>
          <a:xfrm xmlns:a="http://schemas.openxmlformats.org/drawingml/2006/main">
            <a:off x="685800" y="15811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목표</a:t>
            </a:r>
          </a:p>
        </p:txBody>
      </p:sp>
      <p:sp>
        <p:nvSpPr>
          <p:cNvPr id="8" name="">
            <a:extLst xmlns:a="http://schemas.openxmlformats.org/drawingml/2006/main">
              <a:ext uri="{FF2B5EF4-FFF2-40B4-BE49-F238E27FC236}">
                <a16:creationId xmlns:a16="http://schemas.microsoft.com/office/drawing/2014/main" id="{8E4F2CAF-3F4B-4CC1-B979-C427FB7C448D}"/>
              </a:ext>
            </a:extLst>
          </p:cNvPr>
          <p:cNvSpPr>
            <a:spLocks xmlns:a="http://schemas.openxmlformats.org/drawingml/2006/main" noGrp="1"/>
          </p:cNvSpPr>
          <p:nvPr/>
        </p:nvSpPr>
        <p:spPr>
          <a:xfrm xmlns:a="http://schemas.openxmlformats.org/drawingml/2006/main">
            <a:off x="2286000" y="142875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9" name="">
            <a:extLst xmlns:a="http://schemas.openxmlformats.org/drawingml/2006/main">
              <a:ext uri="{FF2B5EF4-FFF2-40B4-BE49-F238E27FC236}">
                <a16:creationId xmlns:a16="http://schemas.microsoft.com/office/drawing/2014/main" id="{49DE33DA-73EA-4A53-B36D-0F76E12BE1AC}"/>
              </a:ext>
            </a:extLst>
          </p:cNvPr>
          <p:cNvSpPr>
            <a:spLocks xmlns:a="http://schemas.openxmlformats.org/drawingml/2006/main" noGrp="1"/>
          </p:cNvSpPr>
          <p:nvPr/>
        </p:nvSpPr>
        <p:spPr>
          <a:xfrm xmlns:a="http://schemas.openxmlformats.org/drawingml/2006/main">
            <a:off x="2533650" y="158115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1">
                <a:solidFill>
                  <a:srgbClr val="191919"/>
                </a:solidFill>
                <a:latin typeface="NanumGothic"/>
                <a:ea typeface="NanumGothic"/>
                <a:cs typeface="NanumGothic"/>
              </a:defRPr>
            </a:pPr>
            <a:r>
              <a:rPr sz="1425" b="1">
                <a:solidFill>
                  <a:srgbClr val="191919"/>
                </a:solidFill>
                <a:latin typeface="NanumGothic"/>
                <a:ea typeface="NanumGothic"/>
                <a:cs typeface="NanumGothic"/>
              </a:rPr>
              <a:t>새 provider adapter가 기존 MeetingBrief contract와 fallback test를 통과하게 한다.</a:t>
            </a:r>
          </a:p>
        </p:txBody>
      </p:sp>
      <p:sp>
        <p:nvSpPr>
          <p:cNvPr id="10" name="">
            <a:extLst xmlns:a="http://schemas.openxmlformats.org/drawingml/2006/main">
              <a:ext uri="{FF2B5EF4-FFF2-40B4-BE49-F238E27FC236}">
                <a16:creationId xmlns:a16="http://schemas.microsoft.com/office/drawing/2014/main" id="{AECE0F0F-C936-4AE4-83AA-AFB19EAA3232}"/>
              </a:ext>
            </a:extLst>
          </p:cNvPr>
          <p:cNvSpPr>
            <a:spLocks xmlns:a="http://schemas.openxmlformats.org/drawingml/2006/main" noGrp="1"/>
          </p:cNvSpPr>
          <p:nvPr/>
        </p:nvSpPr>
        <p:spPr>
          <a:xfrm xmlns:a="http://schemas.openxmlformats.org/drawingml/2006/main">
            <a:off x="685800" y="27051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허용 경로</a:t>
            </a:r>
          </a:p>
        </p:txBody>
      </p:sp>
      <p:sp>
        <p:nvSpPr>
          <p:cNvPr id="11" name="">
            <a:extLst xmlns:a="http://schemas.openxmlformats.org/drawingml/2006/main">
              <a:ext uri="{FF2B5EF4-FFF2-40B4-BE49-F238E27FC236}">
                <a16:creationId xmlns:a16="http://schemas.microsoft.com/office/drawing/2014/main" id="{AB4F700B-9614-4F06-B884-D345EDCC53E5}"/>
              </a:ext>
            </a:extLst>
          </p:cNvPr>
          <p:cNvSpPr>
            <a:spLocks xmlns:a="http://schemas.openxmlformats.org/drawingml/2006/main" noGrp="1"/>
          </p:cNvSpPr>
          <p:nvPr/>
        </p:nvSpPr>
        <p:spPr>
          <a:xfrm xmlns:a="http://schemas.openxmlformats.org/drawingml/2006/main">
            <a:off x="2286000" y="255270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17B0B74A-47F8-4563-A086-BFEE58B6EFF6}"/>
              </a:ext>
            </a:extLst>
          </p:cNvPr>
          <p:cNvSpPr>
            <a:spLocks xmlns:a="http://schemas.openxmlformats.org/drawingml/2006/main" noGrp="1"/>
          </p:cNvSpPr>
          <p:nvPr/>
        </p:nvSpPr>
        <p:spPr>
          <a:xfrm xmlns:a="http://schemas.openxmlformats.org/drawingml/2006/main">
            <a:off x="2533650" y="270510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src/openai_provider.py</a:t>
            </a:r>
          </a:p>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requirements-local-llm-optional.txt</a:t>
            </a:r>
          </a:p>
        </p:txBody>
      </p:sp>
      <p:sp>
        <p:nvSpPr>
          <p:cNvPr id="13" name="">
            <a:extLst xmlns:a="http://schemas.openxmlformats.org/drawingml/2006/main">
              <a:ext uri="{FF2B5EF4-FFF2-40B4-BE49-F238E27FC236}">
                <a16:creationId xmlns:a16="http://schemas.microsoft.com/office/drawing/2014/main" id="{A9511451-483E-4CF7-A17F-9AC759E545A2}"/>
              </a:ext>
            </a:extLst>
          </p:cNvPr>
          <p:cNvSpPr>
            <a:spLocks xmlns:a="http://schemas.openxmlformats.org/drawingml/2006/main" noGrp="1"/>
          </p:cNvSpPr>
          <p:nvPr/>
        </p:nvSpPr>
        <p:spPr>
          <a:xfrm xmlns:a="http://schemas.openxmlformats.org/drawingml/2006/main">
            <a:off x="685800" y="38290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완료 조건</a:t>
            </a:r>
          </a:p>
        </p:txBody>
      </p:sp>
      <p:sp>
        <p:nvSpPr>
          <p:cNvPr id="14" name="">
            <a:extLst xmlns:a="http://schemas.openxmlformats.org/drawingml/2006/main">
              <a:ext uri="{FF2B5EF4-FFF2-40B4-BE49-F238E27FC236}">
                <a16:creationId xmlns:a16="http://schemas.microsoft.com/office/drawing/2014/main" id="{CB4DEA2A-E99C-4B27-B5D9-7C85BDE0A810}"/>
              </a:ext>
            </a:extLst>
          </p:cNvPr>
          <p:cNvSpPr>
            <a:spLocks xmlns:a="http://schemas.openxmlformats.org/drawingml/2006/main" noGrp="1"/>
          </p:cNvSpPr>
          <p:nvPr/>
        </p:nvSpPr>
        <p:spPr>
          <a:xfrm xmlns:a="http://schemas.openxmlformats.org/drawingml/2006/main">
            <a:off x="2286000" y="3676650"/>
            <a:ext cx="8763000" cy="800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5" name="">
            <a:extLst xmlns:a="http://schemas.openxmlformats.org/drawingml/2006/main">
              <a:ext uri="{FF2B5EF4-FFF2-40B4-BE49-F238E27FC236}">
                <a16:creationId xmlns:a16="http://schemas.microsoft.com/office/drawing/2014/main" id="{26C3E774-52E7-4A7D-9C41-B27916ACA6CB}"/>
              </a:ext>
            </a:extLst>
          </p:cNvPr>
          <p:cNvSpPr>
            <a:spLocks xmlns:a="http://schemas.openxmlformats.org/drawingml/2006/main" noGrp="1"/>
          </p:cNvSpPr>
          <p:nvPr/>
        </p:nvSpPr>
        <p:spPr>
          <a:xfrm xmlns:a="http://schemas.openxmlformats.org/drawingml/2006/main">
            <a:off x="2533650" y="382905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Qwen과 fixture가 같은 필수 field를 반환한다.</a:t>
            </a:r>
          </a:p>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provider 실패 시 허용 여부에 따라 fallback 또는 구조화 오류가 난다.</a:t>
            </a:r>
          </a:p>
        </p:txBody>
      </p:sp>
      <p:sp>
        <p:nvSpPr>
          <p:cNvPr id="16" name="">
            <a:extLst xmlns:a="http://schemas.openxmlformats.org/drawingml/2006/main">
              <a:ext uri="{FF2B5EF4-FFF2-40B4-BE49-F238E27FC236}">
                <a16:creationId xmlns:a16="http://schemas.microsoft.com/office/drawing/2014/main" id="{B73ADD6D-5FDF-468D-A4AD-DCE5ACBB919C}"/>
              </a:ext>
            </a:extLst>
          </p:cNvPr>
          <p:cNvSpPr>
            <a:spLocks xmlns:a="http://schemas.openxmlformats.org/drawingml/2006/main" noGrp="1"/>
          </p:cNvSpPr>
          <p:nvPr/>
        </p:nvSpPr>
        <p:spPr>
          <a:xfrm xmlns:a="http://schemas.openxmlformats.org/drawingml/2006/main">
            <a:off x="685800" y="49530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금지</a:t>
            </a:r>
          </a:p>
        </p:txBody>
      </p:sp>
      <p:sp>
        <p:nvSpPr>
          <p:cNvPr id="17" name="">
            <a:extLst xmlns:a="http://schemas.openxmlformats.org/drawingml/2006/main">
              <a:ext uri="{FF2B5EF4-FFF2-40B4-BE49-F238E27FC236}">
                <a16:creationId xmlns:a16="http://schemas.microsoft.com/office/drawing/2014/main" id="{F9DB4DC2-2615-4311-B2A6-7D7959FFFE42}"/>
              </a:ext>
            </a:extLst>
          </p:cNvPr>
          <p:cNvSpPr>
            <a:spLocks xmlns:a="http://schemas.openxmlformats.org/drawingml/2006/main" noGrp="1"/>
          </p:cNvSpPr>
          <p:nvPr/>
        </p:nvSpPr>
        <p:spPr>
          <a:xfrm xmlns:a="http://schemas.openxmlformats.org/drawingml/2006/main">
            <a:off x="2286000" y="480060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62051222-CB29-492B-AD22-9E3F4E8C362C}"/>
              </a:ext>
            </a:extLst>
          </p:cNvPr>
          <p:cNvSpPr>
            <a:spLocks xmlns:a="http://schemas.openxmlformats.org/drawingml/2006/main" noGrp="1"/>
          </p:cNvSpPr>
          <p:nvPr/>
        </p:nvSpPr>
        <p:spPr>
          <a:xfrm xmlns:a="http://schemas.openxmlformats.org/drawingml/2006/main">
            <a:off x="2533650" y="495300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LangChain MeetingBrief Pipeline: secret 출력 · workspace 밖 변경 · test 약화 · 승인 없는 외부 쓰기</a:t>
            </a:r>
          </a:p>
        </p:txBody>
      </p:sp>
    </p:spTree>
    <p:extLst>
      <p:ext uri="{BB962C8B-B14F-4D97-AF65-F5344CB8AC3E}">
        <p14:creationId xmlns:p14="http://schemas.microsoft.com/office/powerpoint/2010/main" val="847353597"/>
      </p:ext>
    </p:extLst>
  </p:cSld>
</p:sld>
</file>

<file path=ppt/slides/slide1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2355A0E-7AE6-410B-95C7-DEFF9C6DD8F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독립 리뷰</a:t>
            </a:r>
          </a:p>
        </p:txBody>
      </p:sp>
      <p:sp>
        <p:nvSpPr>
          <p:cNvPr id="2" name="">
            <a:extLst xmlns:a="http://schemas.openxmlformats.org/drawingml/2006/main">
              <a:ext uri="{FF2B5EF4-FFF2-40B4-BE49-F238E27FC236}">
                <a16:creationId xmlns:a16="http://schemas.microsoft.com/office/drawing/2014/main" id="{458601F9-6793-4768-8E53-FD43F2C74D0B}"/>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Codex·Claude Code</a:t>
            </a:r>
          </a:p>
        </p:txBody>
      </p:sp>
      <p:sp>
        <p:nvSpPr>
          <p:cNvPr id="3" name="">
            <a:extLst xmlns:a="http://schemas.openxmlformats.org/drawingml/2006/main">
              <a:ext uri="{FF2B5EF4-FFF2-40B4-BE49-F238E27FC236}">
                <a16:creationId xmlns:a16="http://schemas.microsoft.com/office/drawing/2014/main" id="{9E9791CC-441A-4BB9-888F-B7B5DDFAE38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29715047-B49D-4B6B-B36E-FE6E5E40F389}"/>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37C7675F-A65D-46FD-B660-02D62A06329C}"/>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39B9856D-625D-4524-84DC-5B875A7E3357}"/>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166</a:t>
            </a:r>
          </a:p>
        </p:txBody>
      </p:sp>
      <p:sp>
        <p:nvSpPr>
          <p:cNvPr id="7" name="">
            <a:extLst xmlns:a="http://schemas.openxmlformats.org/drawingml/2006/main">
              <a:ext uri="{FF2B5EF4-FFF2-40B4-BE49-F238E27FC236}">
                <a16:creationId xmlns:a16="http://schemas.microsoft.com/office/drawing/2014/main" id="{95B3B0DF-AC4D-43FD-B0A7-D566B2B40825}"/>
              </a:ext>
            </a:extLst>
          </p:cNvPr>
          <p:cNvSpPr>
            <a:spLocks xmlns:a="http://schemas.openxmlformats.org/drawingml/2006/main" noGrp="1"/>
          </p:cNvSpPr>
          <p:nvPr/>
        </p:nvSpPr>
        <p:spPr>
          <a:xfrm xmlns:a="http://schemas.openxmlformats.org/drawingml/2006/main">
            <a:off x="723900" y="16192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424ABA3A-6100-4783-9FCC-0323B4C86680}"/>
              </a:ext>
            </a:extLst>
          </p:cNvPr>
          <p:cNvSpPr>
            <a:spLocks xmlns:a="http://schemas.openxmlformats.org/drawingml/2006/main" noGrp="1"/>
          </p:cNvSpPr>
          <p:nvPr/>
        </p:nvSpPr>
        <p:spPr>
          <a:xfrm xmlns:a="http://schemas.openxmlformats.org/drawingml/2006/main">
            <a:off x="1428750" y="15049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Codex diff</a:t>
            </a:r>
          </a:p>
        </p:txBody>
      </p:sp>
      <p:sp>
        <p:nvSpPr>
          <p:cNvPr id="9" name="">
            <a:extLst xmlns:a="http://schemas.openxmlformats.org/drawingml/2006/main">
              <a:ext uri="{FF2B5EF4-FFF2-40B4-BE49-F238E27FC236}">
                <a16:creationId xmlns:a16="http://schemas.microsoft.com/office/drawing/2014/main" id="{D1CC574F-F744-4EAF-8C1B-976D502EFCFA}"/>
              </a:ext>
            </a:extLst>
          </p:cNvPr>
          <p:cNvSpPr>
            <a:spLocks xmlns:a="http://schemas.openxmlformats.org/drawingml/2006/main" noGrp="1"/>
          </p:cNvSpPr>
          <p:nvPr/>
        </p:nvSpPr>
        <p:spPr>
          <a:xfrm xmlns:a="http://schemas.openxmlformats.org/drawingml/2006/main">
            <a:off x="3733800" y="17716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E2781801-5C43-4C83-91A9-252A7888E273}"/>
              </a:ext>
            </a:extLst>
          </p:cNvPr>
          <p:cNvSpPr>
            <a:spLocks xmlns:a="http://schemas.openxmlformats.org/drawingml/2006/main" noGrp="1"/>
          </p:cNvSpPr>
          <p:nvPr/>
        </p:nvSpPr>
        <p:spPr>
          <a:xfrm xmlns:a="http://schemas.openxmlformats.org/drawingml/2006/main">
            <a:off x="4629150" y="15049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LangChain MeetingBrief Pipeline 허용 경로 밖 파일이 바뀌지 않았는가</a:t>
            </a:r>
          </a:p>
        </p:txBody>
      </p:sp>
      <p:sp>
        <p:nvSpPr>
          <p:cNvPr id="11" name="">
            <a:extLst xmlns:a="http://schemas.openxmlformats.org/drawingml/2006/main">
              <a:ext uri="{FF2B5EF4-FFF2-40B4-BE49-F238E27FC236}">
                <a16:creationId xmlns:a16="http://schemas.microsoft.com/office/drawing/2014/main" id="{746E495B-B62A-49DE-9362-FF896F626231}"/>
              </a:ext>
            </a:extLst>
          </p:cNvPr>
          <p:cNvSpPr>
            <a:spLocks xmlns:a="http://schemas.openxmlformats.org/drawingml/2006/main" noGrp="1"/>
          </p:cNvSpPr>
          <p:nvPr/>
        </p:nvSpPr>
        <p:spPr>
          <a:xfrm xmlns:a="http://schemas.openxmlformats.org/drawingml/2006/main">
            <a:off x="723900" y="26860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82CC76AE-D21A-4100-BBFD-1181611E5608}"/>
              </a:ext>
            </a:extLst>
          </p:cNvPr>
          <p:cNvSpPr>
            <a:spLocks xmlns:a="http://schemas.openxmlformats.org/drawingml/2006/main" noGrp="1"/>
          </p:cNvSpPr>
          <p:nvPr/>
        </p:nvSpPr>
        <p:spPr>
          <a:xfrm xmlns:a="http://schemas.openxmlformats.org/drawingml/2006/main">
            <a:off x="1428750" y="25717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Focused test</a:t>
            </a:r>
          </a:p>
        </p:txBody>
      </p:sp>
      <p:sp>
        <p:nvSpPr>
          <p:cNvPr id="13" name="">
            <a:extLst xmlns:a="http://schemas.openxmlformats.org/drawingml/2006/main">
              <a:ext uri="{FF2B5EF4-FFF2-40B4-BE49-F238E27FC236}">
                <a16:creationId xmlns:a16="http://schemas.microsoft.com/office/drawing/2014/main" id="{A6B37460-1D01-473A-BA29-DE29EF455F02}"/>
              </a:ext>
            </a:extLst>
          </p:cNvPr>
          <p:cNvSpPr>
            <a:spLocks xmlns:a="http://schemas.openxmlformats.org/drawingml/2006/main" noGrp="1"/>
          </p:cNvSpPr>
          <p:nvPr/>
        </p:nvSpPr>
        <p:spPr>
          <a:xfrm xmlns:a="http://schemas.openxmlformats.org/drawingml/2006/main">
            <a:off x="3733800" y="28384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DA6D230C-FA91-48D0-BF5E-0AB52FFFEF88}"/>
              </a:ext>
            </a:extLst>
          </p:cNvPr>
          <p:cNvSpPr>
            <a:spLocks xmlns:a="http://schemas.openxmlformats.org/drawingml/2006/main" noGrp="1"/>
          </p:cNvSpPr>
          <p:nvPr/>
        </p:nvSpPr>
        <p:spPr>
          <a:xfrm xmlns:a="http://schemas.openxmlformats.org/drawingml/2006/main">
            <a:off x="4629150" y="25717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Qwen과 fixture가 같은 필수 field를 반환한다.</a:t>
            </a:r>
          </a:p>
        </p:txBody>
      </p:sp>
      <p:sp>
        <p:nvSpPr>
          <p:cNvPr id="15" name="">
            <a:extLst xmlns:a="http://schemas.openxmlformats.org/drawingml/2006/main">
              <a:ext uri="{FF2B5EF4-FFF2-40B4-BE49-F238E27FC236}">
                <a16:creationId xmlns:a16="http://schemas.microsoft.com/office/drawing/2014/main" id="{3F9C6EF9-5DEE-4E03-A7DE-C9373920661D}"/>
              </a:ext>
            </a:extLst>
          </p:cNvPr>
          <p:cNvSpPr>
            <a:spLocks xmlns:a="http://schemas.openxmlformats.org/drawingml/2006/main" noGrp="1"/>
          </p:cNvSpPr>
          <p:nvPr/>
        </p:nvSpPr>
        <p:spPr>
          <a:xfrm xmlns:a="http://schemas.openxmlformats.org/drawingml/2006/main">
            <a:off x="723900" y="37528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03</a:t>
            </a:r>
          </a:p>
        </p:txBody>
      </p:sp>
      <p:sp>
        <p:nvSpPr>
          <p:cNvPr id="16" name="">
            <a:extLst xmlns:a="http://schemas.openxmlformats.org/drawingml/2006/main">
              <a:ext uri="{FF2B5EF4-FFF2-40B4-BE49-F238E27FC236}">
                <a16:creationId xmlns:a16="http://schemas.microsoft.com/office/drawing/2014/main" id="{69845302-C28F-419B-9443-1033711D6964}"/>
              </a:ext>
            </a:extLst>
          </p:cNvPr>
          <p:cNvSpPr>
            <a:spLocks xmlns:a="http://schemas.openxmlformats.org/drawingml/2006/main" noGrp="1"/>
          </p:cNvSpPr>
          <p:nvPr/>
        </p:nvSpPr>
        <p:spPr>
          <a:xfrm xmlns:a="http://schemas.openxmlformats.org/drawingml/2006/main">
            <a:off x="1428750" y="36385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Claude review</a:t>
            </a:r>
          </a:p>
        </p:txBody>
      </p:sp>
      <p:sp>
        <p:nvSpPr>
          <p:cNvPr id="17" name="">
            <a:extLst xmlns:a="http://schemas.openxmlformats.org/drawingml/2006/main">
              <a:ext uri="{FF2B5EF4-FFF2-40B4-BE49-F238E27FC236}">
                <a16:creationId xmlns:a16="http://schemas.microsoft.com/office/drawing/2014/main" id="{257AB0AF-B1F9-44C4-9A93-5486CEECF46A}"/>
              </a:ext>
            </a:extLst>
          </p:cNvPr>
          <p:cNvSpPr>
            <a:spLocks xmlns:a="http://schemas.openxmlformats.org/drawingml/2006/main" noGrp="1"/>
          </p:cNvSpPr>
          <p:nvPr/>
        </p:nvSpPr>
        <p:spPr>
          <a:xfrm xmlns:a="http://schemas.openxmlformats.org/drawingml/2006/main">
            <a:off x="3733800" y="39052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AB9CE422-CE52-40BC-B7B3-84E6FCA6CFEF}"/>
              </a:ext>
            </a:extLst>
          </p:cNvPr>
          <p:cNvSpPr>
            <a:spLocks xmlns:a="http://schemas.openxmlformats.org/drawingml/2006/main" noGrp="1"/>
          </p:cNvSpPr>
          <p:nvPr/>
        </p:nvSpPr>
        <p:spPr>
          <a:xfrm xmlns:a="http://schemas.openxmlformats.org/drawingml/2006/main">
            <a:off x="4629150" y="36385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meeting_brief.json 변경 라인·누락 경계를 별도 session에서 검토</a:t>
            </a:r>
          </a:p>
        </p:txBody>
      </p:sp>
      <p:sp>
        <p:nvSpPr>
          <p:cNvPr id="19" name="">
            <a:extLst xmlns:a="http://schemas.openxmlformats.org/drawingml/2006/main">
              <a:ext uri="{FF2B5EF4-FFF2-40B4-BE49-F238E27FC236}">
                <a16:creationId xmlns:a16="http://schemas.microsoft.com/office/drawing/2014/main" id="{EF6BE154-0D6B-429F-9134-CC7119A5E344}"/>
              </a:ext>
            </a:extLst>
          </p:cNvPr>
          <p:cNvSpPr>
            <a:spLocks xmlns:a="http://schemas.openxmlformats.org/drawingml/2006/main" noGrp="1"/>
          </p:cNvSpPr>
          <p:nvPr/>
        </p:nvSpPr>
        <p:spPr>
          <a:xfrm xmlns:a="http://schemas.openxmlformats.org/drawingml/2006/main">
            <a:off x="723900" y="48196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04</a:t>
            </a:r>
          </a:p>
        </p:txBody>
      </p:sp>
      <p:sp>
        <p:nvSpPr>
          <p:cNvPr id="20" name="">
            <a:extLst xmlns:a="http://schemas.openxmlformats.org/drawingml/2006/main">
              <a:ext uri="{FF2B5EF4-FFF2-40B4-BE49-F238E27FC236}">
                <a16:creationId xmlns:a16="http://schemas.microsoft.com/office/drawing/2014/main" id="{A457FFE3-976C-479F-B4F9-70A37270740C}"/>
              </a:ext>
            </a:extLst>
          </p:cNvPr>
          <p:cNvSpPr>
            <a:spLocks xmlns:a="http://schemas.openxmlformats.org/drawingml/2006/main" noGrp="1"/>
          </p:cNvSpPr>
          <p:nvPr/>
        </p:nvSpPr>
        <p:spPr>
          <a:xfrm xmlns:a="http://schemas.openxmlformats.org/drawingml/2006/main">
            <a:off x="1428750" y="47053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Human merge</a:t>
            </a:r>
          </a:p>
        </p:txBody>
      </p:sp>
      <p:sp>
        <p:nvSpPr>
          <p:cNvPr id="21" name="">
            <a:extLst xmlns:a="http://schemas.openxmlformats.org/drawingml/2006/main">
              <a:ext uri="{FF2B5EF4-FFF2-40B4-BE49-F238E27FC236}">
                <a16:creationId xmlns:a16="http://schemas.microsoft.com/office/drawing/2014/main" id="{42600082-0D6B-4244-8FE1-4FC2DFC21CBB}"/>
              </a:ext>
            </a:extLst>
          </p:cNvPr>
          <p:cNvSpPr>
            <a:spLocks xmlns:a="http://schemas.openxmlformats.org/drawingml/2006/main" noGrp="1"/>
          </p:cNvSpPr>
          <p:nvPr/>
        </p:nvSpPr>
        <p:spPr>
          <a:xfrm xmlns:a="http://schemas.openxmlformats.org/drawingml/2006/main">
            <a:off x="3733800" y="49720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22" name="">
            <a:extLst xmlns:a="http://schemas.openxmlformats.org/drawingml/2006/main">
              <a:ext uri="{FF2B5EF4-FFF2-40B4-BE49-F238E27FC236}">
                <a16:creationId xmlns:a16="http://schemas.microsoft.com/office/drawing/2014/main" id="{7A520F60-5C60-4CA6-98B5-7F2472AEE8F9}"/>
              </a:ext>
            </a:extLst>
          </p:cNvPr>
          <p:cNvSpPr>
            <a:spLocks xmlns:a="http://schemas.openxmlformats.org/drawingml/2006/main" noGrp="1"/>
          </p:cNvSpPr>
          <p:nvPr/>
        </p:nvSpPr>
        <p:spPr>
          <a:xfrm xmlns:a="http://schemas.openxmlformats.org/drawingml/2006/main">
            <a:off x="4629150" y="47053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LangChain MeetingBrief Pipeline의 두 LLM 의견과 test는 자동 승인이 아니다</a:t>
            </a:r>
          </a:p>
        </p:txBody>
      </p:sp>
    </p:spTree>
    <p:extLst>
      <p:ext uri="{BB962C8B-B14F-4D97-AF65-F5344CB8AC3E}">
        <p14:creationId xmlns:p14="http://schemas.microsoft.com/office/powerpoint/2010/main" val="1318754043"/>
      </p:ext>
    </p:extLst>
  </p:cSld>
</p:sld>
</file>

<file path=ppt/slides/slide1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37DFA68-2FC1-4D3D-9123-E8507ABD9D3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정상 시연</a:t>
            </a:r>
          </a:p>
        </p:txBody>
      </p:sp>
      <p:sp>
        <p:nvSpPr>
          <p:cNvPr id="2" name="">
            <a:extLst xmlns:a="http://schemas.openxmlformats.org/drawingml/2006/main">
              <a:ext uri="{FF2B5EF4-FFF2-40B4-BE49-F238E27FC236}">
                <a16:creationId xmlns:a16="http://schemas.microsoft.com/office/drawing/2014/main" id="{C5EF6104-E6CC-47B1-A605-33ED6F55A42D}"/>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강사 시연</a:t>
            </a:r>
          </a:p>
        </p:txBody>
      </p:sp>
      <p:sp>
        <p:nvSpPr>
          <p:cNvPr id="3" name="">
            <a:extLst xmlns:a="http://schemas.openxmlformats.org/drawingml/2006/main">
              <a:ext uri="{FF2B5EF4-FFF2-40B4-BE49-F238E27FC236}">
                <a16:creationId xmlns:a16="http://schemas.microsoft.com/office/drawing/2014/main" id="{A9B1236E-93A5-4EC6-ABC8-C772673DF19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8C504159-748C-4BDC-9731-8CACF3440B08}"/>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EFD23AA8-8045-458E-844D-BD7F8B5A7FC5}"/>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5B08C2C5-67EA-4689-8365-CFA0057CA024}"/>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167</a:t>
            </a:r>
          </a:p>
        </p:txBody>
      </p:sp>
      <p:sp>
        <p:nvSpPr>
          <p:cNvPr id="7" name="">
            <a:extLst xmlns:a="http://schemas.openxmlformats.org/drawingml/2006/main">
              <a:ext uri="{FF2B5EF4-FFF2-40B4-BE49-F238E27FC236}">
                <a16:creationId xmlns:a16="http://schemas.microsoft.com/office/drawing/2014/main" id="{3201049D-7DAE-4F0E-BD36-49B119675018}"/>
              </a:ext>
            </a:extLst>
          </p:cNvPr>
          <p:cNvSpPr>
            <a:spLocks xmlns:a="http://schemas.openxmlformats.org/drawingml/2006/main" noGrp="1"/>
          </p:cNvSpPr>
          <p:nvPr/>
        </p:nvSpPr>
        <p:spPr>
          <a:xfrm xmlns:a="http://schemas.openxmlformats.org/drawingml/2006/main">
            <a:off x="876300" y="15621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4A0834DE-BD58-47D6-9D30-E38C450F7AED}"/>
              </a:ext>
            </a:extLst>
          </p:cNvPr>
          <p:cNvSpPr>
            <a:spLocks xmlns:a="http://schemas.openxmlformats.org/drawingml/2006/main" noGrp="1"/>
          </p:cNvSpPr>
          <p:nvPr/>
        </p:nvSpPr>
        <p:spPr>
          <a:xfrm xmlns:a="http://schemas.openxmlformats.org/drawingml/2006/main">
            <a:off x="1314450" y="16859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28346F06-037C-4DD9-8551-75D455267586}"/>
              </a:ext>
            </a:extLst>
          </p:cNvPr>
          <p:cNvSpPr>
            <a:spLocks xmlns:a="http://schemas.openxmlformats.org/drawingml/2006/main" noGrp="1"/>
          </p:cNvSpPr>
          <p:nvPr/>
        </p:nvSpPr>
        <p:spPr>
          <a:xfrm xmlns:a="http://schemas.openxmlformats.org/drawingml/2006/main">
            <a:off x="1790700" y="15240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열기: src/langchain_lab.py</a:t>
            </a:r>
          </a:p>
        </p:txBody>
      </p:sp>
      <p:sp>
        <p:nvSpPr>
          <p:cNvPr id="10" name="">
            <a:extLst xmlns:a="http://schemas.openxmlformats.org/drawingml/2006/main">
              <a:ext uri="{FF2B5EF4-FFF2-40B4-BE49-F238E27FC236}">
                <a16:creationId xmlns:a16="http://schemas.microsoft.com/office/drawing/2014/main" id="{1528E868-645D-4E8D-A3BD-D2BA669D0F77}"/>
              </a:ext>
            </a:extLst>
          </p:cNvPr>
          <p:cNvSpPr>
            <a:spLocks xmlns:a="http://schemas.openxmlformats.org/drawingml/2006/main" noGrp="1"/>
          </p:cNvSpPr>
          <p:nvPr/>
        </p:nvSpPr>
        <p:spPr>
          <a:xfrm xmlns:a="http://schemas.openxmlformats.org/drawingml/2006/main">
            <a:off x="876300" y="25527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06E38C00-0D85-4609-8DF0-6A7113119646}"/>
              </a:ext>
            </a:extLst>
          </p:cNvPr>
          <p:cNvSpPr>
            <a:spLocks xmlns:a="http://schemas.openxmlformats.org/drawingml/2006/main" noGrp="1"/>
          </p:cNvSpPr>
          <p:nvPr/>
        </p:nvSpPr>
        <p:spPr>
          <a:xfrm xmlns:a="http://schemas.openxmlformats.org/drawingml/2006/main">
            <a:off x="1314450" y="26765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0EA33802-A590-48CB-AAB6-FE27A489BC3F}"/>
              </a:ext>
            </a:extLst>
          </p:cNvPr>
          <p:cNvSpPr>
            <a:spLocks xmlns:a="http://schemas.openxmlformats.org/drawingml/2006/main" noGrp="1"/>
          </p:cNvSpPr>
          <p:nvPr/>
        </p:nvSpPr>
        <p:spPr>
          <a:xfrm xmlns:a="http://schemas.openxmlformats.org/drawingml/2006/main">
            <a:off x="1790700" y="25146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구현 확인: src/openai_provider.py</a:t>
            </a:r>
          </a:p>
        </p:txBody>
      </p:sp>
      <p:sp>
        <p:nvSpPr>
          <p:cNvPr id="13" name="">
            <a:extLst xmlns:a="http://schemas.openxmlformats.org/drawingml/2006/main">
              <a:ext uri="{FF2B5EF4-FFF2-40B4-BE49-F238E27FC236}">
                <a16:creationId xmlns:a16="http://schemas.microsoft.com/office/drawing/2014/main" id="{096897CA-D93C-4D1F-9AF4-8BE9A1DD1514}"/>
              </a:ext>
            </a:extLst>
          </p:cNvPr>
          <p:cNvSpPr>
            <a:spLocks xmlns:a="http://schemas.openxmlformats.org/drawingml/2006/main" noGrp="1"/>
          </p:cNvSpPr>
          <p:nvPr/>
        </p:nvSpPr>
        <p:spPr>
          <a:xfrm xmlns:a="http://schemas.openxmlformats.org/drawingml/2006/main">
            <a:off x="876300" y="35433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F5AC3C52-E1DA-4244-A956-8F618F9A9134}"/>
              </a:ext>
            </a:extLst>
          </p:cNvPr>
          <p:cNvSpPr>
            <a:spLocks xmlns:a="http://schemas.openxmlformats.org/drawingml/2006/main" noGrp="1"/>
          </p:cNvSpPr>
          <p:nvPr/>
        </p:nvSpPr>
        <p:spPr>
          <a:xfrm xmlns:a="http://schemas.openxmlformats.org/drawingml/2006/main">
            <a:off x="1314450" y="36671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915DC1E2-E538-4F94-B5E7-BFDBA45E102A}"/>
              </a:ext>
            </a:extLst>
          </p:cNvPr>
          <p:cNvSpPr>
            <a:spLocks xmlns:a="http://schemas.openxmlformats.org/drawingml/2006/main" noGrp="1"/>
          </p:cNvSpPr>
          <p:nvPr/>
        </p:nvSpPr>
        <p:spPr>
          <a:xfrm xmlns:a="http://schemas.openxmlformats.org/drawingml/2006/main">
            <a:off x="1790700" y="35052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실행: python -m src.langchain_lab --provider ollama --model qwen3:4b</a:t>
            </a:r>
          </a:p>
        </p:txBody>
      </p:sp>
      <p:sp>
        <p:nvSpPr>
          <p:cNvPr id="16" name="">
            <a:extLst xmlns:a="http://schemas.openxmlformats.org/drawingml/2006/main">
              <a:ext uri="{FF2B5EF4-FFF2-40B4-BE49-F238E27FC236}">
                <a16:creationId xmlns:a16="http://schemas.microsoft.com/office/drawing/2014/main" id="{7AE25B67-58E2-4856-AF78-DC0362A6738D}"/>
              </a:ext>
            </a:extLst>
          </p:cNvPr>
          <p:cNvSpPr>
            <a:spLocks xmlns:a="http://schemas.openxmlformats.org/drawingml/2006/main" noGrp="1"/>
          </p:cNvSpPr>
          <p:nvPr/>
        </p:nvSpPr>
        <p:spPr>
          <a:xfrm xmlns:a="http://schemas.openxmlformats.org/drawingml/2006/main">
            <a:off x="876300" y="4533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870C5BB3-F70D-4BE0-BE18-A744B897F9BA}"/>
              </a:ext>
            </a:extLst>
          </p:cNvPr>
          <p:cNvSpPr>
            <a:spLocks xmlns:a="http://schemas.openxmlformats.org/drawingml/2006/main" noGrp="1"/>
          </p:cNvSpPr>
          <p:nvPr/>
        </p:nvSpPr>
        <p:spPr>
          <a:xfrm xmlns:a="http://schemas.openxmlformats.org/drawingml/2006/main">
            <a:off x="1314450" y="4657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E849A3C7-B1B1-46DE-BC12-9C53407FF3B2}"/>
              </a:ext>
            </a:extLst>
          </p:cNvPr>
          <p:cNvSpPr>
            <a:spLocks xmlns:a="http://schemas.openxmlformats.org/drawingml/2006/main" noGrp="1"/>
          </p:cNvSpPr>
          <p:nvPr/>
        </p:nvSpPr>
        <p:spPr>
          <a:xfrm xmlns:a="http://schemas.openxmlformats.org/drawingml/2006/main">
            <a:off x="1790700" y="44958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성공 신호: Qwen과 fixture가 같은 필수 field를 반환한다.</a:t>
            </a:r>
          </a:p>
        </p:txBody>
      </p:sp>
    </p:spTree>
    <p:extLst>
      <p:ext uri="{BB962C8B-B14F-4D97-AF65-F5344CB8AC3E}">
        <p14:creationId xmlns:p14="http://schemas.microsoft.com/office/powerpoint/2010/main" val="211928801"/>
      </p:ext>
    </p:extLst>
  </p:cSld>
</p:sld>
</file>

<file path=ppt/slides/slide1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A55345A-1EBB-4855-ADED-312E0E9A2FAE}"/>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실행 명령</a:t>
            </a:r>
          </a:p>
        </p:txBody>
      </p:sp>
      <p:sp>
        <p:nvSpPr>
          <p:cNvPr id="2" name="">
            <a:extLst xmlns:a="http://schemas.openxmlformats.org/drawingml/2006/main">
              <a:ext uri="{FF2B5EF4-FFF2-40B4-BE49-F238E27FC236}">
                <a16:creationId xmlns:a16="http://schemas.microsoft.com/office/drawing/2014/main" id="{C7AC2D25-128A-4091-9E88-69D0F0232C22}"/>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Terminal</a:t>
            </a:r>
          </a:p>
        </p:txBody>
      </p:sp>
      <p:sp>
        <p:nvSpPr>
          <p:cNvPr id="3" name="">
            <a:extLst xmlns:a="http://schemas.openxmlformats.org/drawingml/2006/main">
              <a:ext uri="{FF2B5EF4-FFF2-40B4-BE49-F238E27FC236}">
                <a16:creationId xmlns:a16="http://schemas.microsoft.com/office/drawing/2014/main" id="{279B97A5-F2B7-4007-994A-CAB78A0DEAE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7065BF9A-2DE5-4F4C-9B7E-20EB5ED6A2D0}"/>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986491F8-281C-4BDD-8301-93F8BBAFB23F}"/>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5733EF75-9D33-49E2-B9A9-810F834A7C80}"/>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168</a:t>
            </a:r>
          </a:p>
        </p:txBody>
      </p:sp>
      <p:sp>
        <p:nvSpPr>
          <p:cNvPr id="7" name="">
            <a:extLst xmlns:a="http://schemas.openxmlformats.org/drawingml/2006/main">
              <a:ext uri="{FF2B5EF4-FFF2-40B4-BE49-F238E27FC236}">
                <a16:creationId xmlns:a16="http://schemas.microsoft.com/office/drawing/2014/main" id="{26E074C8-FAF1-455F-BEB1-3DEFF0696E4B}"/>
              </a:ext>
            </a:extLst>
          </p:cNvPr>
          <p:cNvSpPr>
            <a:spLocks xmlns:a="http://schemas.openxmlformats.org/drawingml/2006/main" noGrp="1"/>
          </p:cNvSpPr>
          <p:nvPr/>
        </p:nvSpPr>
        <p:spPr>
          <a:xfrm xmlns:a="http://schemas.openxmlformats.org/drawingml/2006/main">
            <a:off x="685800" y="1809750"/>
            <a:ext cx="10820400" cy="2305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040F5B4-07BD-4F22-A81E-AE4A3892039B}"/>
              </a:ext>
            </a:extLst>
          </p:cNvPr>
          <p:cNvSpPr>
            <a:spLocks xmlns:a="http://schemas.openxmlformats.org/drawingml/2006/main" noGrp="1"/>
          </p:cNvSpPr>
          <p:nvPr/>
        </p:nvSpPr>
        <p:spPr>
          <a:xfrm xmlns:a="http://schemas.openxmlformats.org/drawingml/2006/main">
            <a:off x="1066800" y="2381250"/>
            <a:ext cx="342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025" b="1">
                <a:solidFill>
                  <a:srgbClr val="2563EB"/>
                </a:solidFill>
                <a:latin typeface="NanumGothic"/>
                <a:ea typeface="NanumGothic"/>
                <a:cs typeface="NanumGothic"/>
              </a:defRPr>
            </a:pPr>
            <a:r>
              <a:rPr sz="2025" b="1">
                <a:solidFill>
                  <a:srgbClr val="2563EB"/>
                </a:solidFill>
                <a:latin typeface="NanumGothic"/>
                <a:ea typeface="NanumGothic"/>
                <a:cs typeface="NanumGothic"/>
              </a:rPr>
              <a:t>$</a:t>
            </a:r>
          </a:p>
        </p:txBody>
      </p:sp>
      <p:sp>
        <p:nvSpPr>
          <p:cNvPr id="9" name="">
            <a:extLst xmlns:a="http://schemas.openxmlformats.org/drawingml/2006/main">
              <a:ext uri="{FF2B5EF4-FFF2-40B4-BE49-F238E27FC236}">
                <a16:creationId xmlns:a16="http://schemas.microsoft.com/office/drawing/2014/main" id="{EDB22FEA-BF7E-4443-A51A-B9C1E1EEBF19}"/>
              </a:ext>
            </a:extLst>
          </p:cNvPr>
          <p:cNvSpPr>
            <a:spLocks xmlns:a="http://schemas.openxmlformats.org/drawingml/2006/main" noGrp="1"/>
          </p:cNvSpPr>
          <p:nvPr/>
        </p:nvSpPr>
        <p:spPr>
          <a:xfrm xmlns:a="http://schemas.openxmlformats.org/drawingml/2006/main">
            <a:off x="1581150" y="22479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python -m src.langchain_lab --provider ollama --model qwen3:4b</a:t>
            </a:r>
          </a:p>
        </p:txBody>
      </p:sp>
      <p:sp>
        <p:nvSpPr>
          <p:cNvPr id="10" name="">
            <a:extLst xmlns:a="http://schemas.openxmlformats.org/drawingml/2006/main">
              <a:ext uri="{FF2B5EF4-FFF2-40B4-BE49-F238E27FC236}">
                <a16:creationId xmlns:a16="http://schemas.microsoft.com/office/drawing/2014/main" id="{281BA2DB-B64E-4A21-9B92-3F111BA4D3F3}"/>
              </a:ext>
            </a:extLst>
          </p:cNvPr>
          <p:cNvSpPr>
            <a:spLocks xmlns:a="http://schemas.openxmlformats.org/drawingml/2006/main" noGrp="1"/>
          </p:cNvSpPr>
          <p:nvPr/>
        </p:nvSpPr>
        <p:spPr>
          <a:xfrm xmlns:a="http://schemas.openxmlformats.org/drawingml/2006/main">
            <a:off x="819150" y="4648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실행 전 확인</a:t>
            </a:r>
          </a:p>
        </p:txBody>
      </p:sp>
      <p:sp>
        <p:nvSpPr>
          <p:cNvPr id="11" name="">
            <a:extLst xmlns:a="http://schemas.openxmlformats.org/drawingml/2006/main">
              <a:ext uri="{FF2B5EF4-FFF2-40B4-BE49-F238E27FC236}">
                <a16:creationId xmlns:a16="http://schemas.microsoft.com/office/drawing/2014/main" id="{64BE0066-7225-404E-853F-81275FB3127D}"/>
              </a:ext>
            </a:extLst>
          </p:cNvPr>
          <p:cNvSpPr>
            <a:spLocks xmlns:a="http://schemas.openxmlformats.org/drawingml/2006/main" noGrp="1"/>
          </p:cNvSpPr>
          <p:nvPr/>
        </p:nvSpPr>
        <p:spPr>
          <a:xfrm xmlns:a="http://schemas.openxmlformats.org/drawingml/2006/main">
            <a:off x="2857500" y="4552950"/>
            <a:ext cx="800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LangChain MeetingBrief Pipeline: repository root · Python 3.12 · .env 미출력</a:t>
            </a:r>
          </a:p>
        </p:txBody>
      </p:sp>
    </p:spTree>
    <p:extLst>
      <p:ext uri="{BB962C8B-B14F-4D97-AF65-F5344CB8AC3E}">
        <p14:creationId xmlns:p14="http://schemas.microsoft.com/office/powerpoint/2010/main" val="195392403"/>
      </p:ext>
    </p:extLst>
  </p:cSld>
</p:sld>
</file>

<file path=ppt/slides/slide1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D27570D-9C46-44D2-9A76-116D5B6259B9}"/>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06_meeting_brief.json 실행 결과</a:t>
            </a:r>
          </a:p>
        </p:txBody>
      </p:sp>
      <p:sp>
        <p:nvSpPr>
          <p:cNvPr id="2" name="">
            <a:extLst xmlns:a="http://schemas.openxmlformats.org/drawingml/2006/main">
              <a:ext uri="{FF2B5EF4-FFF2-40B4-BE49-F238E27FC236}">
                <a16:creationId xmlns:a16="http://schemas.microsoft.com/office/drawing/2014/main" id="{399EF2E7-2FD7-418B-B06E-BE8D47BFD4EE}"/>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Actual Output</a:t>
            </a:r>
          </a:p>
        </p:txBody>
      </p:sp>
      <p:sp>
        <p:nvSpPr>
          <p:cNvPr id="3" name="">
            <a:extLst xmlns:a="http://schemas.openxmlformats.org/drawingml/2006/main">
              <a:ext uri="{FF2B5EF4-FFF2-40B4-BE49-F238E27FC236}">
                <a16:creationId xmlns:a16="http://schemas.microsoft.com/office/drawing/2014/main" id="{9BDBC4BA-2896-4D8D-A871-94FC964119E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83734276-A845-4326-8D63-A74870FE2892}"/>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E262F383-D8ED-4342-A81A-9B63F1D59678}"/>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62E9A4CB-C924-4D0D-9745-1E1A527CD8AA}"/>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169</a:t>
            </a:r>
          </a:p>
        </p:txBody>
      </p:sp>
      <p:sp>
        <p:nvSpPr>
          <p:cNvPr id="7" name="">
            <a:extLst xmlns:a="http://schemas.openxmlformats.org/drawingml/2006/main">
              <a:ext uri="{FF2B5EF4-FFF2-40B4-BE49-F238E27FC236}">
                <a16:creationId xmlns:a16="http://schemas.microsoft.com/office/drawing/2014/main" id="{527459E4-5348-48C5-9E96-F82303E779EC}"/>
              </a:ext>
            </a:extLst>
          </p:cNvPr>
          <p:cNvSpPr>
            <a:spLocks xmlns:a="http://schemas.openxmlformats.org/drawingml/2006/main" noGrp="1"/>
          </p:cNvSpPr>
          <p:nvPr/>
        </p:nvSpPr>
        <p:spPr>
          <a:xfrm xmlns:a="http://schemas.openxmlformats.org/drawingml/2006/main">
            <a:off x="685800" y="1466850"/>
            <a:ext cx="10820400" cy="44005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5C5AE78-9320-4C84-9454-1BA646E86159}"/>
              </a:ext>
            </a:extLst>
          </p:cNvPr>
          <p:cNvSpPr>
            <a:spLocks xmlns:a="http://schemas.openxmlformats.org/drawingml/2006/main" noGrp="1"/>
          </p:cNvSpPr>
          <p:nvPr/>
        </p:nvSpPr>
        <p:spPr>
          <a:xfrm xmlns:a="http://schemas.openxmlformats.org/drawingml/2006/main">
            <a:off x="933450" y="1695450"/>
            <a:ext cx="10325100" cy="394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625"/>
          </a:bodyPr>
          <a:lstStyle xmlns:a="http://schemas.openxmlformats.org/drawingml/2006/main"/>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"status": "SUCCESS",</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"framework": "LangChain LCEL",</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"provider_requested": "fixture",</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"provider_used": "fixture",</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"fallback_reason": null,</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"pipeline":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"ChatPromptTemplate",</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"Model Adapter",</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"PydanticOutputParser",</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"Policy Validator"</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"result":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"title": "고객 문의 자동화 PoC 범위 회의",</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"summary": "배송 지연과 반품 절차 안내만 1차 자동화 범위로 정하고, 외부 발행 전 사람이 검토한다.",</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"decisions":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"배송 지연과 반품 절차 안내만 자동화한다.",</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"개인정보·근거 부족·낮은 신뢰도는 상담원 검토 큐로 보낸다."</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"action_items":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"task": "공개 FAQ 30건 비식별 샘플 정리",</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"owner": "서연",</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"due_date": "2026-08-27",</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"evidence_ids":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a:t>
            </a:r>
          </a:p>
        </p:txBody>
      </p:sp>
    </p:spTree>
    <p:extLst>
      <p:ext uri="{BB962C8B-B14F-4D97-AF65-F5344CB8AC3E}">
        <p14:creationId xmlns:p14="http://schemas.microsoft.com/office/powerpoint/2010/main" val="786865747"/>
      </p:ext>
    </p:extLst>
  </p:cSld>
</p:sld>
</file>

<file path=ppt/slides/slide1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4CCA5A0-0F77-4E48-A4D1-D7E0E50ADE5E}"/>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실패·복구 시연</a:t>
            </a:r>
          </a:p>
        </p:txBody>
      </p:sp>
      <p:sp>
        <p:nvSpPr>
          <p:cNvPr id="2" name="">
            <a:extLst xmlns:a="http://schemas.openxmlformats.org/drawingml/2006/main">
              <a:ext uri="{FF2B5EF4-FFF2-40B4-BE49-F238E27FC236}">
                <a16:creationId xmlns:a16="http://schemas.microsoft.com/office/drawing/2014/main" id="{C5FC246A-7F48-4710-A749-D139DC612535}"/>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실패 시연</a:t>
            </a:r>
          </a:p>
        </p:txBody>
      </p:sp>
      <p:sp>
        <p:nvSpPr>
          <p:cNvPr id="3" name="">
            <a:extLst xmlns:a="http://schemas.openxmlformats.org/drawingml/2006/main">
              <a:ext uri="{FF2B5EF4-FFF2-40B4-BE49-F238E27FC236}">
                <a16:creationId xmlns:a16="http://schemas.microsoft.com/office/drawing/2014/main" id="{62EB5F95-F4CF-434C-B32A-10DFC67FC66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648ED6AC-AE2D-4851-8853-FFAFCB93EF47}"/>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08CD5EEE-125A-43ED-8C90-96FC84A7C84A}"/>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F8C744B0-7845-4B97-A08A-3444DEAE189B}"/>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170</a:t>
            </a:r>
          </a:p>
        </p:txBody>
      </p:sp>
      <p:sp>
        <p:nvSpPr>
          <p:cNvPr id="7" name="">
            <a:extLst xmlns:a="http://schemas.openxmlformats.org/drawingml/2006/main">
              <a:ext uri="{FF2B5EF4-FFF2-40B4-BE49-F238E27FC236}">
                <a16:creationId xmlns:a16="http://schemas.microsoft.com/office/drawing/2014/main" id="{1EE99985-5F80-4619-9530-287EB217F05F}"/>
              </a:ext>
            </a:extLst>
          </p:cNvPr>
          <p:cNvSpPr>
            <a:spLocks xmlns:a="http://schemas.openxmlformats.org/drawingml/2006/main" noGrp="1"/>
          </p:cNvSpPr>
          <p:nvPr/>
        </p:nvSpPr>
        <p:spPr>
          <a:xfrm xmlns:a="http://schemas.openxmlformats.org/drawingml/2006/main">
            <a:off x="762000" y="1619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재현</a:t>
            </a:r>
          </a:p>
        </p:txBody>
      </p:sp>
      <p:sp>
        <p:nvSpPr>
          <p:cNvPr id="8" name="">
            <a:extLst xmlns:a="http://schemas.openxmlformats.org/drawingml/2006/main">
              <a:ext uri="{FF2B5EF4-FFF2-40B4-BE49-F238E27FC236}">
                <a16:creationId xmlns:a16="http://schemas.microsoft.com/office/drawing/2014/main" id="{75D0554F-3B86-4F4D-A7BA-32A5637B2557}"/>
              </a:ext>
            </a:extLst>
          </p:cNvPr>
          <p:cNvSpPr>
            <a:spLocks xmlns:a="http://schemas.openxmlformats.org/drawingml/2006/main" noGrp="1"/>
          </p:cNvSpPr>
          <p:nvPr/>
        </p:nvSpPr>
        <p:spPr>
          <a:xfrm xmlns:a="http://schemas.openxmlformats.org/drawingml/2006/main">
            <a:off x="762000" y="2133600"/>
            <a:ext cx="4762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100" b="1">
                <a:solidFill>
                  <a:srgbClr val="191919"/>
                </a:solidFill>
                <a:latin typeface="NanumGothic"/>
                <a:ea typeface="NanumGothic"/>
                <a:cs typeface="NanumGothic"/>
              </a:defRPr>
            </a:pPr>
            <a:r>
              <a:rPr sz="2100" b="1">
                <a:solidFill>
                  <a:srgbClr val="191919"/>
                </a:solidFill>
                <a:latin typeface="NanumGothic"/>
                <a:ea typeface="NanumGothic"/>
                <a:cs typeface="NanumGothic"/>
              </a:rPr>
              <a:t>provider 실패 시 허용 여부에 따라 fallback 또는 구조화 오류가 난다.</a:t>
            </a:r>
          </a:p>
        </p:txBody>
      </p:sp>
      <p:sp>
        <p:nvSpPr>
          <p:cNvPr id="9" name="">
            <a:extLst xmlns:a="http://schemas.openxmlformats.org/drawingml/2006/main">
              <a:ext uri="{FF2B5EF4-FFF2-40B4-BE49-F238E27FC236}">
                <a16:creationId xmlns:a16="http://schemas.microsoft.com/office/drawing/2014/main" id="{43309F5B-3421-4AB2-8405-9CFB1C55F224}"/>
              </a:ext>
            </a:extLst>
          </p:cNvPr>
          <p:cNvSpPr>
            <a:spLocks xmlns:a="http://schemas.openxmlformats.org/drawingml/2006/main" noGrp="1"/>
          </p:cNvSpPr>
          <p:nvPr/>
        </p:nvSpPr>
        <p:spPr>
          <a:xfrm xmlns:a="http://schemas.openxmlformats.org/drawingml/2006/main">
            <a:off x="6000750" y="1657350"/>
            <a:ext cx="0" cy="342900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10" name="">
            <a:extLst xmlns:a="http://schemas.openxmlformats.org/drawingml/2006/main">
              <a:ext uri="{FF2B5EF4-FFF2-40B4-BE49-F238E27FC236}">
                <a16:creationId xmlns:a16="http://schemas.microsoft.com/office/drawing/2014/main" id="{79174C6F-8BED-41D5-A390-FD834BF3D8B8}"/>
              </a:ext>
            </a:extLst>
          </p:cNvPr>
          <p:cNvSpPr>
            <a:spLocks xmlns:a="http://schemas.openxmlformats.org/drawingml/2006/main" noGrp="1"/>
          </p:cNvSpPr>
          <p:nvPr/>
        </p:nvSpPr>
        <p:spPr>
          <a:xfrm xmlns:a="http://schemas.openxmlformats.org/drawingml/2006/main">
            <a:off x="6553200" y="1619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복구</a:t>
            </a:r>
          </a:p>
        </p:txBody>
      </p:sp>
      <p:sp>
        <p:nvSpPr>
          <p:cNvPr id="11" name="">
            <a:extLst xmlns:a="http://schemas.openxmlformats.org/drawingml/2006/main">
              <a:ext uri="{FF2B5EF4-FFF2-40B4-BE49-F238E27FC236}">
                <a16:creationId xmlns:a16="http://schemas.microsoft.com/office/drawing/2014/main" id="{62B4085A-FC9A-47F1-9C1A-9F15797BB4AD}"/>
              </a:ext>
            </a:extLst>
          </p:cNvPr>
          <p:cNvSpPr>
            <a:spLocks xmlns:a="http://schemas.openxmlformats.org/drawingml/2006/main" noGrp="1"/>
          </p:cNvSpPr>
          <p:nvPr/>
        </p:nvSpPr>
        <p:spPr>
          <a:xfrm xmlns:a="http://schemas.openxmlformats.org/drawingml/2006/main">
            <a:off x="6553200" y="2133600"/>
            <a:ext cx="45529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100" b="1">
                <a:solidFill>
                  <a:srgbClr val="191919"/>
                </a:solidFill>
                <a:latin typeface="NanumGothic"/>
                <a:ea typeface="NanumGothic"/>
                <a:cs typeface="NanumGothic"/>
              </a:defRPr>
            </a:pPr>
            <a:r>
              <a:rPr sz="2100" b="1">
                <a:solidFill>
                  <a:srgbClr val="191919"/>
                </a:solidFill>
                <a:latin typeface="NanumGothic"/>
                <a:ea typeface="NanumGothic"/>
                <a:cs typeface="NanumGothic"/>
              </a:rPr>
              <a:t>provider_requested·provider_used·fallback_reason을 결과에 함께 남긴다.</a:t>
            </a:r>
          </a:p>
        </p:txBody>
      </p:sp>
      <p:sp>
        <p:nvSpPr>
          <p:cNvPr id="12" name="">
            <a:extLst xmlns:a="http://schemas.openxmlformats.org/drawingml/2006/main">
              <a:ext uri="{FF2B5EF4-FFF2-40B4-BE49-F238E27FC236}">
                <a16:creationId xmlns:a16="http://schemas.microsoft.com/office/drawing/2014/main" id="{1FDE3029-7BA2-4512-A98A-CA5FFF7CBE23}"/>
              </a:ext>
            </a:extLst>
          </p:cNvPr>
          <p:cNvSpPr>
            <a:spLocks xmlns:a="http://schemas.openxmlformats.org/drawingml/2006/main" noGrp="1"/>
          </p:cNvSpPr>
          <p:nvPr/>
        </p:nvSpPr>
        <p:spPr>
          <a:xfrm xmlns:a="http://schemas.openxmlformats.org/drawingml/2006/main">
            <a:off x="1524000" y="4686300"/>
            <a:ext cx="914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확인: provider 실패 시 허용 여부에 따라 fallback 또는 구조화 오류가 난다.</a:t>
            </a:r>
          </a:p>
        </p:txBody>
      </p:sp>
    </p:spTree>
    <p:extLst>
      <p:ext uri="{BB962C8B-B14F-4D97-AF65-F5344CB8AC3E}">
        <p14:creationId xmlns:p14="http://schemas.microsoft.com/office/powerpoint/2010/main" val="972512312"/>
      </p:ext>
    </p:extLst>
  </p:cSld>
</p:sld>
</file>

<file path=ppt/slides/slide1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EF3D6D9-DA3B-4BEF-B468-22835530D91F}"/>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소프트웨어 제작</a:t>
            </a:r>
          </a:p>
        </p:txBody>
      </p:sp>
      <p:sp>
        <p:nvSpPr>
          <p:cNvPr id="2" name="">
            <a:extLst xmlns:a="http://schemas.openxmlformats.org/drawingml/2006/main">
              <a:ext uri="{FF2B5EF4-FFF2-40B4-BE49-F238E27FC236}">
                <a16:creationId xmlns:a16="http://schemas.microsoft.com/office/drawing/2014/main" id="{D0B8D6ED-177A-49D5-9CEB-E22633182E42}"/>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44A4912B-914C-4CD8-BA0F-07BCB05062F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DD94C52F-AA5B-435C-9F10-42B61F6DC8F7}"/>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698CF89E-F94F-4CCD-BB86-762E81DCB96E}"/>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2100A458-B710-4752-B681-75DC7C986C47}"/>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171</a:t>
            </a:r>
          </a:p>
        </p:txBody>
      </p:sp>
      <p:sp>
        <p:nvSpPr>
          <p:cNvPr id="7" name="">
            <a:extLst xmlns:a="http://schemas.openxmlformats.org/drawingml/2006/main">
              <a:ext uri="{FF2B5EF4-FFF2-40B4-BE49-F238E27FC236}">
                <a16:creationId xmlns:a16="http://schemas.microsoft.com/office/drawing/2014/main" id="{B0941596-40C6-4745-A5ED-DD27794045F4}"/>
              </a:ext>
            </a:extLst>
          </p:cNvPr>
          <p:cNvSpPr>
            <a:spLocks xmlns:a="http://schemas.openxmlformats.org/drawingml/2006/main" noGrp="1"/>
          </p:cNvSpPr>
          <p:nvPr/>
        </p:nvSpPr>
        <p:spPr>
          <a:xfrm xmlns:a="http://schemas.openxmlformats.org/drawingml/2006/main">
            <a:off x="762000" y="16573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열 파일</a:t>
            </a:r>
          </a:p>
        </p:txBody>
      </p:sp>
      <p:sp>
        <p:nvSpPr>
          <p:cNvPr id="8" name="">
            <a:extLst xmlns:a="http://schemas.openxmlformats.org/drawingml/2006/main">
              <a:ext uri="{FF2B5EF4-FFF2-40B4-BE49-F238E27FC236}">
                <a16:creationId xmlns:a16="http://schemas.microsoft.com/office/drawing/2014/main" id="{8A1EBB02-4F1C-4389-975F-09C160D5C831}"/>
              </a:ext>
            </a:extLst>
          </p:cNvPr>
          <p:cNvSpPr>
            <a:spLocks xmlns:a="http://schemas.openxmlformats.org/drawingml/2006/main" noGrp="1"/>
          </p:cNvSpPr>
          <p:nvPr/>
        </p:nvSpPr>
        <p:spPr>
          <a:xfrm xmlns:a="http://schemas.openxmlformats.org/drawingml/2006/main">
            <a:off x="2476500" y="1466850"/>
            <a:ext cx="819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src/openai_provider.py</a:t>
            </a:r>
          </a:p>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requirements-local-llm-optional.txt</a:t>
            </a:r>
          </a:p>
        </p:txBody>
      </p:sp>
      <p:sp>
        <p:nvSpPr>
          <p:cNvPr id="9" name="">
            <a:extLst xmlns:a="http://schemas.openxmlformats.org/drawingml/2006/main">
              <a:ext uri="{FF2B5EF4-FFF2-40B4-BE49-F238E27FC236}">
                <a16:creationId xmlns:a16="http://schemas.microsoft.com/office/drawing/2014/main" id="{82BDB762-1E5E-4EF4-AA0A-E2ACF364A7AF}"/>
              </a:ext>
            </a:extLst>
          </p:cNvPr>
          <p:cNvSpPr>
            <a:spLocks xmlns:a="http://schemas.openxmlformats.org/drawingml/2006/main" noGrp="1"/>
          </p:cNvSpPr>
          <p:nvPr/>
        </p:nvSpPr>
        <p:spPr>
          <a:xfrm xmlns:a="http://schemas.openxmlformats.org/drawingml/2006/main">
            <a:off x="762000" y="26670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작업 범위</a:t>
            </a:r>
          </a:p>
        </p:txBody>
      </p:sp>
      <p:sp>
        <p:nvSpPr>
          <p:cNvPr id="10" name="">
            <a:extLst xmlns:a="http://schemas.openxmlformats.org/drawingml/2006/main">
              <a:ext uri="{FF2B5EF4-FFF2-40B4-BE49-F238E27FC236}">
                <a16:creationId xmlns:a16="http://schemas.microsoft.com/office/drawing/2014/main" id="{929AB775-552A-411E-B299-52F5E9A28D53}"/>
              </a:ext>
            </a:extLst>
          </p:cNvPr>
          <p:cNvSpPr>
            <a:spLocks xmlns:a="http://schemas.openxmlformats.org/drawingml/2006/main" noGrp="1"/>
          </p:cNvSpPr>
          <p:nvPr/>
        </p:nvSpPr>
        <p:spPr>
          <a:xfrm xmlns:a="http://schemas.openxmlformats.org/drawingml/2006/main">
            <a:off x="2476500" y="2571750"/>
            <a:ext cx="8191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LangChain MeetingBrief Pipeline 명세 → 최소 Patch → Focused Test → Diff 검토</a:t>
            </a:r>
          </a:p>
        </p:txBody>
      </p:sp>
      <p:sp>
        <p:nvSpPr>
          <p:cNvPr id="11" name="">
            <a:extLst xmlns:a="http://schemas.openxmlformats.org/drawingml/2006/main">
              <a:ext uri="{FF2B5EF4-FFF2-40B4-BE49-F238E27FC236}">
                <a16:creationId xmlns:a16="http://schemas.microsoft.com/office/drawing/2014/main" id="{58C59DD4-2CBB-4B56-8DDF-7107C362BA25}"/>
              </a:ext>
            </a:extLst>
          </p:cNvPr>
          <p:cNvSpPr>
            <a:spLocks xmlns:a="http://schemas.openxmlformats.org/drawingml/2006/main" noGrp="1"/>
          </p:cNvSpPr>
          <p:nvPr/>
        </p:nvSpPr>
        <p:spPr>
          <a:xfrm xmlns:a="http://schemas.openxmlformats.org/drawingml/2006/main">
            <a:off x="762000" y="39052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완료 기준</a:t>
            </a:r>
          </a:p>
        </p:txBody>
      </p:sp>
      <p:sp>
        <p:nvSpPr>
          <p:cNvPr id="12" name="">
            <a:extLst xmlns:a="http://schemas.openxmlformats.org/drawingml/2006/main">
              <a:ext uri="{FF2B5EF4-FFF2-40B4-BE49-F238E27FC236}">
                <a16:creationId xmlns:a16="http://schemas.microsoft.com/office/drawing/2014/main" id="{DB318B50-A160-4508-8F81-9576990AC6FC}"/>
              </a:ext>
            </a:extLst>
          </p:cNvPr>
          <p:cNvSpPr>
            <a:spLocks xmlns:a="http://schemas.openxmlformats.org/drawingml/2006/main" noGrp="1"/>
          </p:cNvSpPr>
          <p:nvPr/>
        </p:nvSpPr>
        <p:spPr>
          <a:xfrm xmlns:a="http://schemas.openxmlformats.org/drawingml/2006/main">
            <a:off x="2476500" y="3810000"/>
            <a:ext cx="8191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Qwen과 fixture가 같은 필수 field를 반환한다.</a:t>
            </a:r>
          </a:p>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meeting_brief.json 저장</a:t>
            </a:r>
          </a:p>
        </p:txBody>
      </p:sp>
    </p:spTree>
    <p:extLst>
      <p:ext uri="{BB962C8B-B14F-4D97-AF65-F5344CB8AC3E}">
        <p14:creationId xmlns:p14="http://schemas.microsoft.com/office/powerpoint/2010/main" val="1567609492"/>
      </p:ext>
    </p:extLst>
  </p:cSld>
</p:sld>
</file>

<file path=ppt/slides/slide1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3496A90-4CE3-4497-AFC8-AE03DA3D69DD}"/>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Notebook 셀</a:t>
            </a:r>
          </a:p>
        </p:txBody>
      </p:sp>
      <p:sp>
        <p:nvSpPr>
          <p:cNvPr id="2" name="">
            <a:extLst xmlns:a="http://schemas.openxmlformats.org/drawingml/2006/main">
              <a:ext uri="{FF2B5EF4-FFF2-40B4-BE49-F238E27FC236}">
                <a16:creationId xmlns:a16="http://schemas.microsoft.com/office/drawing/2014/main" id="{70ECC37E-C053-4138-802D-7D4AB3583EC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A9ABDEF1-A7A7-49D0-882A-E7F2B3252F71}"/>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CF828F3E-35E7-4103-AEDC-2AA9A1E9A844}"/>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09E8F49A-96DD-4ECA-933E-536038A9A3A5}"/>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17ED0703-D0CE-4A65-9787-B608500DFE7E}"/>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172</a:t>
            </a:r>
          </a:p>
        </p:txBody>
      </p:sp>
      <p:sp>
        <p:nvSpPr>
          <p:cNvPr id="7" name="">
            <a:extLst xmlns:a="http://schemas.openxmlformats.org/drawingml/2006/main">
              <a:ext uri="{FF2B5EF4-FFF2-40B4-BE49-F238E27FC236}">
                <a16:creationId xmlns:a16="http://schemas.microsoft.com/office/drawing/2014/main" id="{032B605B-E123-4B52-84FA-E3ADEBFBA683}"/>
              </a:ext>
            </a:extLst>
          </p:cNvPr>
          <p:cNvSpPr>
            <a:spLocks xmlns:a="http://schemas.openxmlformats.org/drawingml/2006/main" noGrp="1"/>
          </p:cNvSpPr>
          <p:nvPr/>
        </p:nvSpPr>
        <p:spPr>
          <a:xfrm xmlns:a="http://schemas.openxmlformats.org/drawingml/2006/main">
            <a:off x="685800" y="13716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Menlo"/>
                <a:ea typeface="Menlo"/>
                <a:cs typeface="Menlo"/>
              </a:defRPr>
            </a:pPr>
            <a:r>
              <a:rPr sz="975" b="1">
                <a:solidFill>
                  <a:srgbClr val="555555"/>
                </a:solidFill>
                <a:latin typeface="Menlo"/>
                <a:ea typeface="Menlo"/>
                <a:cs typeface="Menlo"/>
              </a:rPr>
              <a:t>materials/day2/day2_service_lab.ipynb · 6차시</a:t>
            </a:r>
          </a:p>
        </p:txBody>
      </p:sp>
      <p:sp>
        <p:nvSpPr>
          <p:cNvPr id="8" name="">
            <a:extLst xmlns:a="http://schemas.openxmlformats.org/drawingml/2006/main">
              <a:ext uri="{FF2B5EF4-FFF2-40B4-BE49-F238E27FC236}">
                <a16:creationId xmlns:a16="http://schemas.microsoft.com/office/drawing/2014/main" id="{355CE245-8FA1-49A8-AAD9-6AD572F7CA0D}"/>
              </a:ext>
            </a:extLst>
          </p:cNvPr>
          <p:cNvSpPr>
            <a:spLocks xmlns:a="http://schemas.openxmlformats.org/drawingml/2006/main" noGrp="1"/>
          </p:cNvSpPr>
          <p:nvPr/>
        </p:nvSpPr>
        <p:spPr>
          <a:xfrm xmlns:a="http://schemas.openxmlformats.org/drawingml/2006/main">
            <a:off x="685800" y="1733550"/>
            <a:ext cx="10820400" cy="39433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155BD54-38AD-40E7-8FAB-645B9840535E}"/>
              </a:ext>
            </a:extLst>
          </p:cNvPr>
          <p:cNvSpPr>
            <a:spLocks xmlns:a="http://schemas.openxmlformats.org/drawingml/2006/main" noGrp="1"/>
          </p:cNvSpPr>
          <p:nvPr/>
        </p:nvSpPr>
        <p:spPr>
          <a:xfrm xmlns:a="http://schemas.openxmlformats.org/drawingml/2006/main">
            <a:off x="933450" y="1962150"/>
            <a:ext cx="10325100" cy="3486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from src.langchain_lab import run_langchain_lab</a:t>
            </a:r>
          </a:p>
          <a:p xmlns:a="http://schemas.openxmlformats.org/drawingml/2006/main">
            <a:r>
              <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RUN_OLLAMA_LIVE = False</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provider = "ollama" if RUN_OLLAMA_LIVE else "fixture"</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chain_result = run_langchain_lab(transcript_text, provider=provider, allow_fallback=True)</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assert chain_result["checks"]["schema_valid"] is True</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assert chain_result["result"]["automatic_email"] is False</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save_json("06_meeting_brief.json", chain_result)</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{key: chain_result[key] for key in ("provider_requested", "provider_used", "fallback_reason")}</a:t>
            </a:r>
          </a:p>
        </p:txBody>
      </p:sp>
    </p:spTree>
    <p:extLst>
      <p:ext uri="{BB962C8B-B14F-4D97-AF65-F5344CB8AC3E}">
        <p14:creationId xmlns:p14="http://schemas.microsoft.com/office/powerpoint/2010/main" val="1896833834"/>
      </p:ext>
    </p:extLst>
  </p:cSld>
</p:sld>
</file>

<file path=ppt/slides/slide1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6D18D6C-3236-4C6A-963F-CC8CBE55E6FD}"/>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Terminal 실행</a:t>
            </a:r>
          </a:p>
        </p:txBody>
      </p:sp>
      <p:sp>
        <p:nvSpPr>
          <p:cNvPr id="2" name="">
            <a:extLst xmlns:a="http://schemas.openxmlformats.org/drawingml/2006/main">
              <a:ext uri="{FF2B5EF4-FFF2-40B4-BE49-F238E27FC236}">
                <a16:creationId xmlns:a16="http://schemas.microsoft.com/office/drawing/2014/main" id="{BB34DD46-C0CE-4A2C-A1F7-2CE3004CD093}"/>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6760F479-0E20-407E-BBDD-DD770D21BF3B}"/>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96E459A2-868A-47A4-ABDC-CB99BBA7AEB7}"/>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FFF61C24-7D04-4F6C-8C94-C22ACD04B595}"/>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C5369231-4B3B-4355-8BD4-C4E53A25D4A4}"/>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173</a:t>
            </a:r>
          </a:p>
        </p:txBody>
      </p:sp>
      <p:sp>
        <p:nvSpPr>
          <p:cNvPr id="7" name="">
            <a:extLst xmlns:a="http://schemas.openxmlformats.org/drawingml/2006/main">
              <a:ext uri="{FF2B5EF4-FFF2-40B4-BE49-F238E27FC236}">
                <a16:creationId xmlns:a16="http://schemas.microsoft.com/office/drawing/2014/main" id="{84C07DA9-8FFE-470F-BD5F-6BA3D0A1A5EF}"/>
              </a:ext>
            </a:extLst>
          </p:cNvPr>
          <p:cNvSpPr>
            <a:spLocks xmlns:a="http://schemas.openxmlformats.org/drawingml/2006/main" noGrp="1"/>
          </p:cNvSpPr>
          <p:nvPr/>
        </p:nvSpPr>
        <p:spPr>
          <a:xfrm xmlns:a="http://schemas.openxmlformats.org/drawingml/2006/main">
            <a:off x="685800" y="1657350"/>
            <a:ext cx="10820400" cy="26670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E3F128D-94F4-4EA1-A450-7AA00353E3C8}"/>
              </a:ext>
            </a:extLst>
          </p:cNvPr>
          <p:cNvSpPr>
            <a:spLocks xmlns:a="http://schemas.openxmlformats.org/drawingml/2006/main" noGrp="1"/>
          </p:cNvSpPr>
          <p:nvPr/>
        </p:nvSpPr>
        <p:spPr>
          <a:xfrm xmlns:a="http://schemas.openxmlformats.org/drawingml/2006/main">
            <a:off x="952500" y="20193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FFFFFF"/>
                </a:solidFill>
                <a:latin typeface="Menlo"/>
                <a:ea typeface="Menlo"/>
                <a:cs typeface="Menlo"/>
              </a:defRPr>
            </a:pPr>
            <a:r>
              <a:rPr sz="1650" b="1">
                <a:solidFill>
                  <a:srgbClr val="FFFFFF"/>
                </a:solidFill>
                <a:latin typeface="Menlo"/>
                <a:ea typeface="Menlo"/>
                <a:cs typeface="Menlo"/>
              </a:rPr>
              <a:t>$ python -m src.langchain_lab --provider ollama --model qwen3:4b</a:t>
            </a:r>
          </a:p>
        </p:txBody>
      </p:sp>
      <p:sp>
        <p:nvSpPr>
          <p:cNvPr id="9" name="">
            <a:extLst xmlns:a="http://schemas.openxmlformats.org/drawingml/2006/main">
              <a:ext uri="{FF2B5EF4-FFF2-40B4-BE49-F238E27FC236}">
                <a16:creationId xmlns:a16="http://schemas.microsoft.com/office/drawing/2014/main" id="{30F45B9D-F914-45E4-8FDA-361EACE8CBE7}"/>
              </a:ext>
            </a:extLst>
          </p:cNvPr>
          <p:cNvSpPr>
            <a:spLocks xmlns:a="http://schemas.openxmlformats.org/drawingml/2006/main" noGrp="1"/>
          </p:cNvSpPr>
          <p:nvPr/>
        </p:nvSpPr>
        <p:spPr>
          <a:xfrm xmlns:a="http://schemas.openxmlformats.org/drawingml/2006/main">
            <a:off x="952500" y="310515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1">
                <a:solidFill>
                  <a:srgbClr val="C7C7C7"/>
                </a:solidFill>
                <a:latin typeface="Menlo"/>
                <a:ea typeface="Menlo"/>
                <a:cs typeface="Menlo"/>
              </a:defRPr>
            </a:pPr>
            <a:r>
              <a:rPr sz="1275" b="1">
                <a:solidFill>
                  <a:srgbClr val="C7C7C7"/>
                </a:solidFill>
                <a:latin typeface="Menlo"/>
                <a:ea typeface="Menlo"/>
                <a:cs typeface="Menlo"/>
              </a:rPr>
              <a:t>저장 위치</a:t>
            </a:r>
          </a:p>
          <a:p xmlns:a="http://schemas.openxmlformats.org/drawingml/2006/main">
            <a:pPr algn="l">
              <a:lnSpc>
                <a:spcPct val="110000"/>
              </a:lnSpc>
              <a:buNone/>
              <a:defRPr sz="1275" b="1">
                <a:solidFill>
                  <a:srgbClr val="C7C7C7"/>
                </a:solidFill>
                <a:latin typeface="Menlo"/>
                <a:ea typeface="Menlo"/>
                <a:cs typeface="Menlo"/>
              </a:defRPr>
            </a:pPr>
            <a:r>
              <a:rPr sz="1275" b="1">
                <a:solidFill>
                  <a:srgbClr val="C7C7C7"/>
                </a:solidFill>
                <a:latin typeface="Menlo"/>
                <a:ea typeface="Menlo"/>
                <a:cs typeface="Menlo"/>
              </a:rPr>
              <a:t>output/course-labs/day2/06_meeting_brief.json</a:t>
            </a:r>
          </a:p>
        </p:txBody>
      </p:sp>
      <p:sp>
        <p:nvSpPr>
          <p:cNvPr id="10" name="">
            <a:extLst xmlns:a="http://schemas.openxmlformats.org/drawingml/2006/main">
              <a:ext uri="{FF2B5EF4-FFF2-40B4-BE49-F238E27FC236}">
                <a16:creationId xmlns:a16="http://schemas.microsoft.com/office/drawing/2014/main" id="{1E8F3462-315B-4644-8275-187BC2B5BB33}"/>
              </a:ext>
            </a:extLst>
          </p:cNvPr>
          <p:cNvSpPr>
            <a:spLocks xmlns:a="http://schemas.openxmlformats.org/drawingml/2006/main" noGrp="1"/>
          </p:cNvSpPr>
          <p:nvPr/>
        </p:nvSpPr>
        <p:spPr>
          <a:xfrm xmlns:a="http://schemas.openxmlformats.org/drawingml/2006/main">
            <a:off x="1066800" y="4838700"/>
            <a:ext cx="1005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Qwen과 fixture가 같은 필수 field를 반환한다.</a:t>
            </a:r>
          </a:p>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실패 시 meeting_brief.json의 status·error_code를 먼저 확인</a:t>
            </a:r>
          </a:p>
        </p:txBody>
      </p:sp>
    </p:spTree>
    <p:extLst>
      <p:ext uri="{BB962C8B-B14F-4D97-AF65-F5344CB8AC3E}">
        <p14:creationId xmlns:p14="http://schemas.microsoft.com/office/powerpoint/2010/main" val="2113612706"/>
      </p:ext>
    </p:extLst>
  </p:cSld>
</p:sld>
</file>

<file path=ppt/slides/slide1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809BEE6-A8C6-465A-BE8F-90C06BE0E307}"/>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실패 증거</a:t>
            </a:r>
          </a:p>
        </p:txBody>
      </p:sp>
      <p:sp>
        <p:nvSpPr>
          <p:cNvPr id="2" name="">
            <a:extLst xmlns:a="http://schemas.openxmlformats.org/drawingml/2006/main">
              <a:ext uri="{FF2B5EF4-FFF2-40B4-BE49-F238E27FC236}">
                <a16:creationId xmlns:a16="http://schemas.microsoft.com/office/drawing/2014/main" id="{3CF9A293-E940-405B-8CFC-993286471FE4}"/>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Boundary Evidence</a:t>
            </a:r>
          </a:p>
        </p:txBody>
      </p:sp>
      <p:sp>
        <p:nvSpPr>
          <p:cNvPr id="3" name="">
            <a:extLst xmlns:a="http://schemas.openxmlformats.org/drawingml/2006/main">
              <a:ext uri="{FF2B5EF4-FFF2-40B4-BE49-F238E27FC236}">
                <a16:creationId xmlns:a16="http://schemas.microsoft.com/office/drawing/2014/main" id="{04D4D807-D2DB-4CD7-9A94-D71581935478}"/>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3CCB0755-9A45-4A34-A77A-76869EAD6382}"/>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16E64A18-EA50-42F1-9B04-6F5684369C17}"/>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A09E78DF-D1E1-41DE-8922-EF05F6CFDB0C}"/>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174</a:t>
            </a:r>
          </a:p>
        </p:txBody>
      </p:sp>
      <p:sp>
        <p:nvSpPr>
          <p:cNvPr id="7" name="">
            <a:extLst xmlns:a="http://schemas.openxmlformats.org/drawingml/2006/main">
              <a:ext uri="{FF2B5EF4-FFF2-40B4-BE49-F238E27FC236}">
                <a16:creationId xmlns:a16="http://schemas.microsoft.com/office/drawing/2014/main" id="{21BE37D9-2E16-4BC2-8A32-279A72A1CE90}"/>
              </a:ext>
            </a:extLst>
          </p:cNvPr>
          <p:cNvSpPr>
            <a:spLocks xmlns:a="http://schemas.openxmlformats.org/drawingml/2006/main" noGrp="1"/>
          </p:cNvSpPr>
          <p:nvPr/>
        </p:nvSpPr>
        <p:spPr>
          <a:xfrm xmlns:a="http://schemas.openxmlformats.org/drawingml/2006/main">
            <a:off x="742950" y="1562100"/>
            <a:ext cx="1047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025" b="1">
                <a:solidFill>
                  <a:srgbClr val="191919"/>
                </a:solidFill>
                <a:latin typeface="NanumGothic"/>
                <a:ea typeface="NanumGothic"/>
                <a:cs typeface="NanumGothic"/>
              </a:defRPr>
            </a:pPr>
            <a:r>
              <a:rPr sz="2025" b="1">
                <a:solidFill>
                  <a:srgbClr val="191919"/>
                </a:solidFill>
                <a:latin typeface="NanumGothic"/>
                <a:ea typeface="NanumGothic"/>
                <a:cs typeface="NanumGothic"/>
              </a:rPr>
              <a:t>provider 실패 시 허용 여부에 따라 fallback 또는 구조화 오류가 난다.</a:t>
            </a:r>
          </a:p>
        </p:txBody>
      </p:sp>
      <p:sp>
        <p:nvSpPr>
          <p:cNvPr id="8" name="">
            <a:extLst xmlns:a="http://schemas.openxmlformats.org/drawingml/2006/main">
              <a:ext uri="{FF2B5EF4-FFF2-40B4-BE49-F238E27FC236}">
                <a16:creationId xmlns:a16="http://schemas.microsoft.com/office/drawing/2014/main" id="{0C39A1DC-6F13-4AB3-AD6E-63EEAC24FE7F}"/>
              </a:ext>
            </a:extLst>
          </p:cNvPr>
          <p:cNvSpPr>
            <a:spLocks xmlns:a="http://schemas.openxmlformats.org/drawingml/2006/main" noGrp="1"/>
          </p:cNvSpPr>
          <p:nvPr/>
        </p:nvSpPr>
        <p:spPr>
          <a:xfrm xmlns:a="http://schemas.openxmlformats.org/drawingml/2006/main">
            <a:off x="990600" y="2724150"/>
            <a:ext cx="10210800" cy="18097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617054A-23F0-4E6E-968B-43973F2899BC}"/>
              </a:ext>
            </a:extLst>
          </p:cNvPr>
          <p:cNvSpPr>
            <a:spLocks xmlns:a="http://schemas.openxmlformats.org/drawingml/2006/main" noGrp="1"/>
          </p:cNvSpPr>
          <p:nvPr/>
        </p:nvSpPr>
        <p:spPr>
          <a:xfrm xmlns:a="http://schemas.openxmlformats.org/drawingml/2006/main">
            <a:off x="1333500" y="3086100"/>
            <a:ext cx="952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result_file = "output/course-labs/day2/06_meeting_brief.json"</a:t>
            </a:r>
          </a:p>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expected = "HOLD | EXPECTED_FAILURE | BLOCKED"</a:t>
            </a:r>
          </a:p>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external_write = false</a:t>
            </a:r>
          </a:p>
        </p:txBody>
      </p:sp>
      <p:sp>
        <p:nvSpPr>
          <p:cNvPr id="10" name="">
            <a:extLst xmlns:a="http://schemas.openxmlformats.org/drawingml/2006/main">
              <a:ext uri="{FF2B5EF4-FFF2-40B4-BE49-F238E27FC236}">
                <a16:creationId xmlns:a16="http://schemas.microsoft.com/office/drawing/2014/main" id="{BD082C4F-B53A-4122-AA2A-16792EE18AE9}"/>
              </a:ext>
            </a:extLst>
          </p:cNvPr>
          <p:cNvSpPr>
            <a:spLocks xmlns:a="http://schemas.openxmlformats.org/drawingml/2006/main" noGrp="1"/>
          </p:cNvSpPr>
          <p:nvPr/>
        </p:nvSpPr>
        <p:spPr>
          <a:xfrm xmlns:a="http://schemas.openxmlformats.org/drawingml/2006/main">
            <a:off x="1238250" y="497205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meeting_brief.json이 HOLD라면 외부 쓰기 없이 해당 차시 입력으로 돌아갑니다.</a:t>
            </a:r>
          </a:p>
        </p:txBody>
      </p:sp>
    </p:spTree>
    <p:extLst>
      <p:ext uri="{BB962C8B-B14F-4D97-AF65-F5344CB8AC3E}">
        <p14:creationId xmlns:p14="http://schemas.microsoft.com/office/powerpoint/2010/main" val="518071075"/>
      </p:ext>
    </p:extLst>
  </p:cSld>
</p:sld>
</file>

<file path=ppt/slides/slide1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C4D5EBE-9FFA-4744-9C1C-942F41AB095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정상 Case</a:t>
            </a:r>
          </a:p>
        </p:txBody>
      </p:sp>
      <p:sp>
        <p:nvSpPr>
          <p:cNvPr id="2" name="">
            <a:extLst xmlns:a="http://schemas.openxmlformats.org/drawingml/2006/main">
              <a:ext uri="{FF2B5EF4-FFF2-40B4-BE49-F238E27FC236}">
                <a16:creationId xmlns:a16="http://schemas.microsoft.com/office/drawing/2014/main" id="{9FBBB813-1C82-4050-BA4D-41929A2E3C05}"/>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실행 확인</a:t>
            </a:r>
          </a:p>
        </p:txBody>
      </p:sp>
      <p:sp>
        <p:nvSpPr>
          <p:cNvPr id="3" name="">
            <a:extLst xmlns:a="http://schemas.openxmlformats.org/drawingml/2006/main">
              <a:ext uri="{FF2B5EF4-FFF2-40B4-BE49-F238E27FC236}">
                <a16:creationId xmlns:a16="http://schemas.microsoft.com/office/drawing/2014/main" id="{1594EBFC-CDAA-44F1-9936-6CFF7E413D5B}"/>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E667CA08-93DF-4F0D-85C5-2BAE764ADA01}"/>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3A8635AB-F809-4F78-9CB3-30C165678C3C}"/>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A0AAD103-6A0F-4F9C-B4A2-4DCA2EF449F9}"/>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175</a:t>
            </a:r>
          </a:p>
        </p:txBody>
      </p:sp>
      <p:sp>
        <p:nvSpPr>
          <p:cNvPr id="7" name="">
            <a:extLst xmlns:a="http://schemas.openxmlformats.org/drawingml/2006/main">
              <a:ext uri="{FF2B5EF4-FFF2-40B4-BE49-F238E27FC236}">
                <a16:creationId xmlns:a16="http://schemas.microsoft.com/office/drawing/2014/main" id="{2D6B986D-A58D-4668-8245-52DF77E8225E}"/>
              </a:ext>
            </a:extLst>
          </p:cNvPr>
          <p:cNvSpPr>
            <a:spLocks xmlns:a="http://schemas.openxmlformats.org/drawingml/2006/main" noGrp="1"/>
          </p:cNvSpPr>
          <p:nvPr/>
        </p:nvSpPr>
        <p:spPr>
          <a:xfrm xmlns:a="http://schemas.openxmlformats.org/drawingml/2006/main">
            <a:off x="685800" y="1562100"/>
            <a:ext cx="10820400" cy="12001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9F66692-1117-4348-AF6E-82DD020DBE9B}"/>
              </a:ext>
            </a:extLst>
          </p:cNvPr>
          <p:cNvSpPr>
            <a:spLocks xmlns:a="http://schemas.openxmlformats.org/drawingml/2006/main" noGrp="1"/>
          </p:cNvSpPr>
          <p:nvPr/>
        </p:nvSpPr>
        <p:spPr>
          <a:xfrm xmlns:a="http://schemas.openxmlformats.org/drawingml/2006/main">
            <a:off x="990600" y="18478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C7C7C7"/>
                </a:solidFill>
                <a:latin typeface="NanumGothic"/>
                <a:ea typeface="NanumGothic"/>
                <a:cs typeface="NanumGothic"/>
              </a:defRPr>
            </a:pPr>
            <a:r>
              <a:rPr sz="975" b="1">
                <a:solidFill>
                  <a:srgbClr val="C7C7C7"/>
                </a:solidFill>
                <a:latin typeface="NanumGothic"/>
                <a:ea typeface="NanumGothic"/>
                <a:cs typeface="NanumGothic"/>
              </a:rPr>
              <a:t>NORMAL</a:t>
            </a:r>
          </a:p>
        </p:txBody>
      </p:sp>
      <p:sp>
        <p:nvSpPr>
          <p:cNvPr id="9" name="">
            <a:extLst xmlns:a="http://schemas.openxmlformats.org/drawingml/2006/main">
              <a:ext uri="{FF2B5EF4-FFF2-40B4-BE49-F238E27FC236}">
                <a16:creationId xmlns:a16="http://schemas.microsoft.com/office/drawing/2014/main" id="{5AAAF568-DF66-4ACF-A120-D96BB97E46F2}"/>
              </a:ext>
            </a:extLst>
          </p:cNvPr>
          <p:cNvSpPr>
            <a:spLocks xmlns:a="http://schemas.openxmlformats.org/drawingml/2006/main" noGrp="1"/>
          </p:cNvSpPr>
          <p:nvPr/>
        </p:nvSpPr>
        <p:spPr>
          <a:xfrm xmlns:a="http://schemas.openxmlformats.org/drawingml/2006/main">
            <a:off x="2800350" y="1790700"/>
            <a:ext cx="809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FFFFFF"/>
                </a:solidFill>
                <a:latin typeface="NanumGothic"/>
                <a:ea typeface="NanumGothic"/>
                <a:cs typeface="NanumGothic"/>
              </a:defRPr>
            </a:pPr>
            <a:r>
              <a:rPr sz="1800" b="1">
                <a:solidFill>
                  <a:srgbClr val="FFFFFF"/>
                </a:solidFill>
                <a:latin typeface="NanumGothic"/>
                <a:ea typeface="NanumGothic"/>
                <a:cs typeface="NanumGothic"/>
              </a:rPr>
              <a:t>Qwen과 fixture가 같은 필수 field를 반환한다.</a:t>
            </a:r>
          </a:p>
        </p:txBody>
      </p:sp>
      <p:sp>
        <p:nvSpPr>
          <p:cNvPr id="10" name="">
            <a:extLst xmlns:a="http://schemas.openxmlformats.org/drawingml/2006/main">
              <a:ext uri="{FF2B5EF4-FFF2-40B4-BE49-F238E27FC236}">
                <a16:creationId xmlns:a16="http://schemas.microsoft.com/office/drawing/2014/main" id="{6ACF33E8-50A1-4D10-8570-9602ABA31825}"/>
              </a:ext>
            </a:extLst>
          </p:cNvPr>
          <p:cNvSpPr>
            <a:spLocks xmlns:a="http://schemas.openxmlformats.org/drawingml/2006/main" noGrp="1"/>
          </p:cNvSpPr>
          <p:nvPr/>
        </p:nvSpPr>
        <p:spPr>
          <a:xfrm xmlns:a="http://schemas.openxmlformats.org/drawingml/2006/main">
            <a:off x="91440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11" name="">
            <a:extLst xmlns:a="http://schemas.openxmlformats.org/drawingml/2006/main">
              <a:ext uri="{FF2B5EF4-FFF2-40B4-BE49-F238E27FC236}">
                <a16:creationId xmlns:a16="http://schemas.microsoft.com/office/drawing/2014/main" id="{CFEE8CE0-2701-4874-9268-2BA38C5052CC}"/>
              </a:ext>
            </a:extLst>
          </p:cNvPr>
          <p:cNvSpPr>
            <a:spLocks xmlns:a="http://schemas.openxmlformats.org/drawingml/2006/main" noGrp="1"/>
          </p:cNvSpPr>
          <p:nvPr/>
        </p:nvSpPr>
        <p:spPr>
          <a:xfrm xmlns:a="http://schemas.openxmlformats.org/drawingml/2006/main">
            <a:off x="135255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799B4E8C-DDD2-46FF-ADD0-2C49D74E9EFA}"/>
              </a:ext>
            </a:extLst>
          </p:cNvPr>
          <p:cNvSpPr>
            <a:spLocks xmlns:a="http://schemas.openxmlformats.org/drawingml/2006/main" noGrp="1"/>
          </p:cNvSpPr>
          <p:nvPr/>
        </p:nvSpPr>
        <p:spPr>
          <a:xfrm xmlns:a="http://schemas.openxmlformats.org/drawingml/2006/main">
            <a:off x="1828800" y="32575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src/langchain_lab.py 입력과 command가 기록됐는가</a:t>
            </a:r>
          </a:p>
        </p:txBody>
      </p:sp>
      <p:sp>
        <p:nvSpPr>
          <p:cNvPr id="13" name="">
            <a:extLst xmlns:a="http://schemas.openxmlformats.org/drawingml/2006/main">
              <a:ext uri="{FF2B5EF4-FFF2-40B4-BE49-F238E27FC236}">
                <a16:creationId xmlns:a16="http://schemas.microsoft.com/office/drawing/2014/main" id="{DAE09EC7-40F4-4908-A949-FC7CD4B1F594}"/>
              </a:ext>
            </a:extLst>
          </p:cNvPr>
          <p:cNvSpPr>
            <a:spLocks xmlns:a="http://schemas.openxmlformats.org/drawingml/2006/main" noGrp="1"/>
          </p:cNvSpPr>
          <p:nvPr/>
        </p:nvSpPr>
        <p:spPr>
          <a:xfrm xmlns:a="http://schemas.openxmlformats.org/drawingml/2006/main">
            <a:off x="914400" y="40957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4" name="">
            <a:extLst xmlns:a="http://schemas.openxmlformats.org/drawingml/2006/main">
              <a:ext uri="{FF2B5EF4-FFF2-40B4-BE49-F238E27FC236}">
                <a16:creationId xmlns:a16="http://schemas.microsoft.com/office/drawing/2014/main" id="{91B5EA55-A780-449F-8B28-14B523A081E1}"/>
              </a:ext>
            </a:extLst>
          </p:cNvPr>
          <p:cNvSpPr>
            <a:spLocks xmlns:a="http://schemas.openxmlformats.org/drawingml/2006/main" noGrp="1"/>
          </p:cNvSpPr>
          <p:nvPr/>
        </p:nvSpPr>
        <p:spPr>
          <a:xfrm xmlns:a="http://schemas.openxmlformats.org/drawingml/2006/main">
            <a:off x="1352550" y="42195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480C18D4-AA47-45C9-BF99-77C992AF7094}"/>
              </a:ext>
            </a:extLst>
          </p:cNvPr>
          <p:cNvSpPr>
            <a:spLocks xmlns:a="http://schemas.openxmlformats.org/drawingml/2006/main" noGrp="1"/>
          </p:cNvSpPr>
          <p:nvPr/>
        </p:nvSpPr>
        <p:spPr>
          <a:xfrm xmlns:a="http://schemas.openxmlformats.org/drawingml/2006/main">
            <a:off x="1828800" y="40576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meeting_brief.json schema가 validate되는가</a:t>
            </a:r>
          </a:p>
        </p:txBody>
      </p:sp>
      <p:sp>
        <p:nvSpPr>
          <p:cNvPr id="16" name="">
            <a:extLst xmlns:a="http://schemas.openxmlformats.org/drawingml/2006/main">
              <a:ext uri="{FF2B5EF4-FFF2-40B4-BE49-F238E27FC236}">
                <a16:creationId xmlns:a16="http://schemas.microsoft.com/office/drawing/2014/main" id="{74136246-E7E9-42C0-A4D7-7084AF021724}"/>
              </a:ext>
            </a:extLst>
          </p:cNvPr>
          <p:cNvSpPr>
            <a:spLocks xmlns:a="http://schemas.openxmlformats.org/drawingml/2006/main" noGrp="1"/>
          </p:cNvSpPr>
          <p:nvPr/>
        </p:nvSpPr>
        <p:spPr>
          <a:xfrm xmlns:a="http://schemas.openxmlformats.org/drawingml/2006/main">
            <a:off x="914400" y="4895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7" name="">
            <a:extLst xmlns:a="http://schemas.openxmlformats.org/drawingml/2006/main">
              <a:ext uri="{FF2B5EF4-FFF2-40B4-BE49-F238E27FC236}">
                <a16:creationId xmlns:a16="http://schemas.microsoft.com/office/drawing/2014/main" id="{D9683DAE-07C5-49AE-BDB1-6E719345C51B}"/>
              </a:ext>
            </a:extLst>
          </p:cNvPr>
          <p:cNvSpPr>
            <a:spLocks xmlns:a="http://schemas.openxmlformats.org/drawingml/2006/main" noGrp="1"/>
          </p:cNvSpPr>
          <p:nvPr/>
        </p:nvSpPr>
        <p:spPr>
          <a:xfrm xmlns:a="http://schemas.openxmlformats.org/drawingml/2006/main">
            <a:off x="1352550" y="5019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2B47D608-207F-42BC-B7A6-D4FF25C8712F}"/>
              </a:ext>
            </a:extLst>
          </p:cNvPr>
          <p:cNvSpPr>
            <a:spLocks xmlns:a="http://schemas.openxmlformats.org/drawingml/2006/main" noGrp="1"/>
          </p:cNvSpPr>
          <p:nvPr/>
        </p:nvSpPr>
        <p:spPr>
          <a:xfrm xmlns:a="http://schemas.openxmlformats.org/drawingml/2006/main">
            <a:off x="1828800" y="48577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LangChain MeetingBrief Pipeline focused test가 실제로 통과했는가</a:t>
            </a:r>
          </a:p>
        </p:txBody>
      </p:sp>
    </p:spTree>
    <p:extLst>
      <p:ext uri="{BB962C8B-B14F-4D97-AF65-F5344CB8AC3E}">
        <p14:creationId xmlns:p14="http://schemas.microsoft.com/office/powerpoint/2010/main" val="476717054"/>
      </p:ext>
    </p:extLst>
  </p:cSld>
</p:sld>
</file>

<file path=ppt/slides/slide1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101C092-32E3-4D29-B3F3-30CF5E4670B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경계 Case</a:t>
            </a:r>
          </a:p>
        </p:txBody>
      </p:sp>
      <p:sp>
        <p:nvSpPr>
          <p:cNvPr id="2" name="">
            <a:extLst xmlns:a="http://schemas.openxmlformats.org/drawingml/2006/main">
              <a:ext uri="{FF2B5EF4-FFF2-40B4-BE49-F238E27FC236}">
                <a16:creationId xmlns:a16="http://schemas.microsoft.com/office/drawing/2014/main" id="{2120A3F2-4245-4CEE-850C-16E681CCBD5F}"/>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실행 확인</a:t>
            </a:r>
          </a:p>
        </p:txBody>
      </p:sp>
      <p:sp>
        <p:nvSpPr>
          <p:cNvPr id="3" name="">
            <a:extLst xmlns:a="http://schemas.openxmlformats.org/drawingml/2006/main">
              <a:ext uri="{FF2B5EF4-FFF2-40B4-BE49-F238E27FC236}">
                <a16:creationId xmlns:a16="http://schemas.microsoft.com/office/drawing/2014/main" id="{26E182DF-3DAC-4ECE-9176-E72504487730}"/>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4696E9B9-DD47-46FA-96DA-F9887BE4F654}"/>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0C05A966-EE50-42C3-8DB7-5681E7D893CA}"/>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7244359A-9FB7-45C0-AD36-96BE4BFFCE34}"/>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176</a:t>
            </a:r>
          </a:p>
        </p:txBody>
      </p:sp>
      <p:sp>
        <p:nvSpPr>
          <p:cNvPr id="7" name="">
            <a:extLst xmlns:a="http://schemas.openxmlformats.org/drawingml/2006/main">
              <a:ext uri="{FF2B5EF4-FFF2-40B4-BE49-F238E27FC236}">
                <a16:creationId xmlns:a16="http://schemas.microsoft.com/office/drawing/2014/main" id="{4F8EB6BB-D576-4ED0-968B-CEBDDDD323BC}"/>
              </a:ext>
            </a:extLst>
          </p:cNvPr>
          <p:cNvSpPr>
            <a:spLocks xmlns:a="http://schemas.openxmlformats.org/drawingml/2006/main" noGrp="1"/>
          </p:cNvSpPr>
          <p:nvPr/>
        </p:nvSpPr>
        <p:spPr>
          <a:xfrm xmlns:a="http://schemas.openxmlformats.org/drawingml/2006/main">
            <a:off x="685800" y="1562100"/>
            <a:ext cx="10820400" cy="12001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F337605-7E1D-4200-91B3-B265003E238F}"/>
              </a:ext>
            </a:extLst>
          </p:cNvPr>
          <p:cNvSpPr>
            <a:spLocks xmlns:a="http://schemas.openxmlformats.org/drawingml/2006/main" noGrp="1"/>
          </p:cNvSpPr>
          <p:nvPr/>
        </p:nvSpPr>
        <p:spPr>
          <a:xfrm xmlns:a="http://schemas.openxmlformats.org/drawingml/2006/main">
            <a:off x="990600" y="18478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C7C7C7"/>
                </a:solidFill>
                <a:latin typeface="NanumGothic"/>
                <a:ea typeface="NanumGothic"/>
                <a:cs typeface="NanumGothic"/>
              </a:defRPr>
            </a:pPr>
            <a:r>
              <a:rPr sz="975" b="1">
                <a:solidFill>
                  <a:srgbClr val="C7C7C7"/>
                </a:solidFill>
                <a:latin typeface="NanumGothic"/>
                <a:ea typeface="NanumGothic"/>
                <a:cs typeface="NanumGothic"/>
              </a:rPr>
              <a:t>BOUNDARY</a:t>
            </a:r>
          </a:p>
        </p:txBody>
      </p:sp>
      <p:sp>
        <p:nvSpPr>
          <p:cNvPr id="9" name="">
            <a:extLst xmlns:a="http://schemas.openxmlformats.org/drawingml/2006/main">
              <a:ext uri="{FF2B5EF4-FFF2-40B4-BE49-F238E27FC236}">
                <a16:creationId xmlns:a16="http://schemas.microsoft.com/office/drawing/2014/main" id="{839B14FD-4084-4C49-BC9F-735B255CEA1A}"/>
              </a:ext>
            </a:extLst>
          </p:cNvPr>
          <p:cNvSpPr>
            <a:spLocks xmlns:a="http://schemas.openxmlformats.org/drawingml/2006/main" noGrp="1"/>
          </p:cNvSpPr>
          <p:nvPr/>
        </p:nvSpPr>
        <p:spPr>
          <a:xfrm xmlns:a="http://schemas.openxmlformats.org/drawingml/2006/main">
            <a:off x="2800350" y="1790700"/>
            <a:ext cx="809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FFFFFF"/>
                </a:solidFill>
                <a:latin typeface="NanumGothic"/>
                <a:ea typeface="NanumGothic"/>
                <a:cs typeface="NanumGothic"/>
              </a:defRPr>
            </a:pPr>
            <a:r>
              <a:rPr sz="1800" b="1">
                <a:solidFill>
                  <a:srgbClr val="FFFFFF"/>
                </a:solidFill>
                <a:latin typeface="NanumGothic"/>
                <a:ea typeface="NanumGothic"/>
                <a:cs typeface="NanumGothic"/>
              </a:rPr>
              <a:t>provider 실패 시 허용 여부에 따라 fallback 또는 구조화 오류가 난다.</a:t>
            </a:r>
          </a:p>
        </p:txBody>
      </p:sp>
      <p:sp>
        <p:nvSpPr>
          <p:cNvPr id="10" name="">
            <a:extLst xmlns:a="http://schemas.openxmlformats.org/drawingml/2006/main">
              <a:ext uri="{FF2B5EF4-FFF2-40B4-BE49-F238E27FC236}">
                <a16:creationId xmlns:a16="http://schemas.microsoft.com/office/drawing/2014/main" id="{771C8E9F-196F-4A6C-BFDB-D298805FF943}"/>
              </a:ext>
            </a:extLst>
          </p:cNvPr>
          <p:cNvSpPr>
            <a:spLocks xmlns:a="http://schemas.openxmlformats.org/drawingml/2006/main" noGrp="1"/>
          </p:cNvSpPr>
          <p:nvPr/>
        </p:nvSpPr>
        <p:spPr>
          <a:xfrm xmlns:a="http://schemas.openxmlformats.org/drawingml/2006/main">
            <a:off x="91440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11" name="">
            <a:extLst xmlns:a="http://schemas.openxmlformats.org/drawingml/2006/main">
              <a:ext uri="{FF2B5EF4-FFF2-40B4-BE49-F238E27FC236}">
                <a16:creationId xmlns:a16="http://schemas.microsoft.com/office/drawing/2014/main" id="{F4814E9F-F226-4744-AD99-349AE8071FCC}"/>
              </a:ext>
            </a:extLst>
          </p:cNvPr>
          <p:cNvSpPr>
            <a:spLocks xmlns:a="http://schemas.openxmlformats.org/drawingml/2006/main" noGrp="1"/>
          </p:cNvSpPr>
          <p:nvPr/>
        </p:nvSpPr>
        <p:spPr>
          <a:xfrm xmlns:a="http://schemas.openxmlformats.org/drawingml/2006/main">
            <a:off x="135255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2FBFDD72-5866-4217-8B5B-7FDAAB5035DC}"/>
              </a:ext>
            </a:extLst>
          </p:cNvPr>
          <p:cNvSpPr>
            <a:spLocks xmlns:a="http://schemas.openxmlformats.org/drawingml/2006/main" noGrp="1"/>
          </p:cNvSpPr>
          <p:nvPr/>
        </p:nvSpPr>
        <p:spPr>
          <a:xfrm xmlns:a="http://schemas.openxmlformats.org/drawingml/2006/main">
            <a:off x="1828800" y="32575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LangChain MeetingBrief Pipeline: raw traceback 대신 stable error_code가 남는가</a:t>
            </a:r>
          </a:p>
        </p:txBody>
      </p:sp>
      <p:sp>
        <p:nvSpPr>
          <p:cNvPr id="13" name="">
            <a:extLst xmlns:a="http://schemas.openxmlformats.org/drawingml/2006/main">
              <a:ext uri="{FF2B5EF4-FFF2-40B4-BE49-F238E27FC236}">
                <a16:creationId xmlns:a16="http://schemas.microsoft.com/office/drawing/2014/main" id="{56937149-E411-47E8-A0A7-D7D65CC85D5F}"/>
              </a:ext>
            </a:extLst>
          </p:cNvPr>
          <p:cNvSpPr>
            <a:spLocks xmlns:a="http://schemas.openxmlformats.org/drawingml/2006/main" noGrp="1"/>
          </p:cNvSpPr>
          <p:nvPr/>
        </p:nvSpPr>
        <p:spPr>
          <a:xfrm xmlns:a="http://schemas.openxmlformats.org/drawingml/2006/main">
            <a:off x="914400" y="40957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4" name="">
            <a:extLst xmlns:a="http://schemas.openxmlformats.org/drawingml/2006/main">
              <a:ext uri="{FF2B5EF4-FFF2-40B4-BE49-F238E27FC236}">
                <a16:creationId xmlns:a16="http://schemas.microsoft.com/office/drawing/2014/main" id="{23C77F27-5ABB-4C08-854E-849FED0B8ED4}"/>
              </a:ext>
            </a:extLst>
          </p:cNvPr>
          <p:cNvSpPr>
            <a:spLocks xmlns:a="http://schemas.openxmlformats.org/drawingml/2006/main" noGrp="1"/>
          </p:cNvSpPr>
          <p:nvPr/>
        </p:nvSpPr>
        <p:spPr>
          <a:xfrm xmlns:a="http://schemas.openxmlformats.org/drawingml/2006/main">
            <a:off x="1352550" y="42195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0EAD7BD2-4D0D-49B0-BF55-C216FA78017A}"/>
              </a:ext>
            </a:extLst>
          </p:cNvPr>
          <p:cNvSpPr>
            <a:spLocks xmlns:a="http://schemas.openxmlformats.org/drawingml/2006/main" noGrp="1"/>
          </p:cNvSpPr>
          <p:nvPr/>
        </p:nvSpPr>
        <p:spPr>
          <a:xfrm xmlns:a="http://schemas.openxmlformats.org/drawingml/2006/main">
            <a:off x="1828800" y="40576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meeting_brief.json: 외부 쓰기·자동 메일이 false인가</a:t>
            </a:r>
          </a:p>
        </p:txBody>
      </p:sp>
      <p:sp>
        <p:nvSpPr>
          <p:cNvPr id="16" name="">
            <a:extLst xmlns:a="http://schemas.openxmlformats.org/drawingml/2006/main">
              <a:ext uri="{FF2B5EF4-FFF2-40B4-BE49-F238E27FC236}">
                <a16:creationId xmlns:a16="http://schemas.microsoft.com/office/drawing/2014/main" id="{82A107AC-6B04-421D-A72B-B62FB4FC2077}"/>
              </a:ext>
            </a:extLst>
          </p:cNvPr>
          <p:cNvSpPr>
            <a:spLocks xmlns:a="http://schemas.openxmlformats.org/drawingml/2006/main" noGrp="1"/>
          </p:cNvSpPr>
          <p:nvPr/>
        </p:nvSpPr>
        <p:spPr>
          <a:xfrm xmlns:a="http://schemas.openxmlformats.org/drawingml/2006/main">
            <a:off x="914400" y="4895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7" name="">
            <a:extLst xmlns:a="http://schemas.openxmlformats.org/drawingml/2006/main">
              <a:ext uri="{FF2B5EF4-FFF2-40B4-BE49-F238E27FC236}">
                <a16:creationId xmlns:a16="http://schemas.microsoft.com/office/drawing/2014/main" id="{C8DF26E3-6710-4787-8F96-409472D6F426}"/>
              </a:ext>
            </a:extLst>
          </p:cNvPr>
          <p:cNvSpPr>
            <a:spLocks xmlns:a="http://schemas.openxmlformats.org/drawingml/2006/main" noGrp="1"/>
          </p:cNvSpPr>
          <p:nvPr/>
        </p:nvSpPr>
        <p:spPr>
          <a:xfrm xmlns:a="http://schemas.openxmlformats.org/drawingml/2006/main">
            <a:off x="1352550" y="5019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77EE96D2-CC24-48FB-821A-2C9058CEBC58}"/>
              </a:ext>
            </a:extLst>
          </p:cNvPr>
          <p:cNvSpPr>
            <a:spLocks xmlns:a="http://schemas.openxmlformats.org/drawingml/2006/main" noGrp="1"/>
          </p:cNvSpPr>
          <p:nvPr/>
        </p:nvSpPr>
        <p:spPr>
          <a:xfrm xmlns:a="http://schemas.openxmlformats.org/drawingml/2006/main">
            <a:off x="1828800" y="48577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provider 실패 시 허용 여부에 따라 fallback 또는 구조화 오류가 난다. 재현이 가능한가</a:t>
            </a:r>
          </a:p>
        </p:txBody>
      </p:sp>
    </p:spTree>
    <p:extLst>
      <p:ext uri="{BB962C8B-B14F-4D97-AF65-F5344CB8AC3E}">
        <p14:creationId xmlns:p14="http://schemas.microsoft.com/office/powerpoint/2010/main" val="629191501"/>
      </p:ext>
    </p:extLst>
  </p:cSld>
</p:sld>
</file>

<file path=ppt/slides/slide1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F2CACDB-E55E-4402-AC0F-765555A79E3C}"/>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현업 적용</a:t>
            </a:r>
          </a:p>
        </p:txBody>
      </p:sp>
      <p:sp>
        <p:nvSpPr>
          <p:cNvPr id="2" name="">
            <a:extLst xmlns:a="http://schemas.openxmlformats.org/drawingml/2006/main">
              <a:ext uri="{FF2B5EF4-FFF2-40B4-BE49-F238E27FC236}">
                <a16:creationId xmlns:a16="http://schemas.microsoft.com/office/drawing/2014/main" id="{4EA32866-1BBC-4C02-B1F9-782E2161F24B}"/>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재직자</a:t>
            </a:r>
          </a:p>
        </p:txBody>
      </p:sp>
      <p:sp>
        <p:nvSpPr>
          <p:cNvPr id="3" name="">
            <a:extLst xmlns:a="http://schemas.openxmlformats.org/drawingml/2006/main">
              <a:ext uri="{FF2B5EF4-FFF2-40B4-BE49-F238E27FC236}">
                <a16:creationId xmlns:a16="http://schemas.microsoft.com/office/drawing/2014/main" id="{673A63D0-2364-4269-8253-11BAEC965F1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7CB34404-54EA-493E-9B64-585B7BB29F0F}"/>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2EE64CE6-248D-47A8-BA26-A5029A3AD77D}"/>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65715A15-FB63-450F-B288-C1E256F8BE22}"/>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177</a:t>
            </a:r>
          </a:p>
        </p:txBody>
      </p:sp>
      <p:sp>
        <p:nvSpPr>
          <p:cNvPr id="7" name="">
            <a:extLst xmlns:a="http://schemas.openxmlformats.org/drawingml/2006/main">
              <a:ext uri="{FF2B5EF4-FFF2-40B4-BE49-F238E27FC236}">
                <a16:creationId xmlns:a16="http://schemas.microsoft.com/office/drawing/2014/main" id="{339B6267-D8B7-42C6-9650-4B12DEE77DCB}"/>
              </a:ext>
            </a:extLst>
          </p:cNvPr>
          <p:cNvSpPr>
            <a:spLocks xmlns:a="http://schemas.openxmlformats.org/drawingml/2006/main" noGrp="1"/>
          </p:cNvSpPr>
          <p:nvPr/>
        </p:nvSpPr>
        <p:spPr>
          <a:xfrm xmlns:a="http://schemas.openxmlformats.org/drawingml/2006/main">
            <a:off x="857250" y="1619250"/>
            <a:ext cx="10477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325" b="1">
                <a:solidFill>
                  <a:srgbClr val="191919"/>
                </a:solidFill>
                <a:latin typeface="NanumGothic"/>
                <a:ea typeface="NanumGothic"/>
                <a:cs typeface="NanumGothic"/>
              </a:defRPr>
            </a:pPr>
            <a:r>
              <a:rPr sz="2325" b="1">
                <a:solidFill>
                  <a:srgbClr val="191919"/>
                </a:solidFill>
                <a:latin typeface="NanumGothic"/>
                <a:ea typeface="NanumGothic"/>
                <a:cs typeface="NanumGothic"/>
              </a:rPr>
              <a:t>비용·보안·지연에 따라 로컬과 API 모델을 교체하는 회의 서비스</a:t>
            </a:r>
          </a:p>
        </p:txBody>
      </p:sp>
      <p:sp>
        <p:nvSpPr>
          <p:cNvPr id="8" name="">
            <a:extLst xmlns:a="http://schemas.openxmlformats.org/drawingml/2006/main">
              <a:ext uri="{FF2B5EF4-FFF2-40B4-BE49-F238E27FC236}">
                <a16:creationId xmlns:a16="http://schemas.microsoft.com/office/drawing/2014/main" id="{8FC664B1-104D-4074-9D6A-D5CD524EAFEE}"/>
              </a:ext>
            </a:extLst>
          </p:cNvPr>
          <p:cNvSpPr>
            <a:spLocks xmlns:a="http://schemas.openxmlformats.org/drawingml/2006/main" noGrp="1"/>
          </p:cNvSpPr>
          <p:nvPr/>
        </p:nvSpPr>
        <p:spPr>
          <a:xfrm xmlns:a="http://schemas.openxmlformats.org/drawingml/2006/main">
            <a:off x="123825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9" name="">
            <a:extLst xmlns:a="http://schemas.openxmlformats.org/drawingml/2006/main">
              <a:ext uri="{FF2B5EF4-FFF2-40B4-BE49-F238E27FC236}">
                <a16:creationId xmlns:a16="http://schemas.microsoft.com/office/drawing/2014/main" id="{6B88BA61-4010-4AD3-8BF2-106B3B317262}"/>
              </a:ext>
            </a:extLst>
          </p:cNvPr>
          <p:cNvSpPr>
            <a:spLocks xmlns:a="http://schemas.openxmlformats.org/drawingml/2006/main" noGrp="1"/>
          </p:cNvSpPr>
          <p:nvPr/>
        </p:nvSpPr>
        <p:spPr>
          <a:xfrm xmlns:a="http://schemas.openxmlformats.org/drawingml/2006/main">
            <a:off x="167640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F4865675-4525-4407-8CD6-7364E312700D}"/>
              </a:ext>
            </a:extLst>
          </p:cNvPr>
          <p:cNvSpPr>
            <a:spLocks xmlns:a="http://schemas.openxmlformats.org/drawingml/2006/main" noGrp="1"/>
          </p:cNvSpPr>
          <p:nvPr/>
        </p:nvSpPr>
        <p:spPr>
          <a:xfrm xmlns:a="http://schemas.openxmlformats.org/drawingml/2006/main">
            <a:off x="2152650" y="32575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LangChain MeetingBrief Pipeline은 합성·비식별 sample로 먼저 실행</a:t>
            </a:r>
          </a:p>
        </p:txBody>
      </p:sp>
      <p:sp>
        <p:nvSpPr>
          <p:cNvPr id="11" name="">
            <a:extLst xmlns:a="http://schemas.openxmlformats.org/drawingml/2006/main">
              <a:ext uri="{FF2B5EF4-FFF2-40B4-BE49-F238E27FC236}">
                <a16:creationId xmlns:a16="http://schemas.microsoft.com/office/drawing/2014/main" id="{E7771F98-9641-4311-B6F0-D3DBDA995E8A}"/>
              </a:ext>
            </a:extLst>
          </p:cNvPr>
          <p:cNvSpPr>
            <a:spLocks xmlns:a="http://schemas.openxmlformats.org/drawingml/2006/main" noGrp="1"/>
          </p:cNvSpPr>
          <p:nvPr/>
        </p:nvSpPr>
        <p:spPr>
          <a:xfrm xmlns:a="http://schemas.openxmlformats.org/drawingml/2006/main">
            <a:off x="1238250" y="39624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F99C9ECB-9C8D-4C38-B942-B7042105FDEB}"/>
              </a:ext>
            </a:extLst>
          </p:cNvPr>
          <p:cNvSpPr>
            <a:spLocks xmlns:a="http://schemas.openxmlformats.org/drawingml/2006/main" noGrp="1"/>
          </p:cNvSpPr>
          <p:nvPr/>
        </p:nvSpPr>
        <p:spPr>
          <a:xfrm xmlns:a="http://schemas.openxmlformats.org/drawingml/2006/main">
            <a:off x="1676400" y="40862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3" name="">
            <a:extLst xmlns:a="http://schemas.openxmlformats.org/drawingml/2006/main">
              <a:ext uri="{FF2B5EF4-FFF2-40B4-BE49-F238E27FC236}">
                <a16:creationId xmlns:a16="http://schemas.microsoft.com/office/drawing/2014/main" id="{786A9C73-CB49-4D9D-A3F0-1C14B7AE1500}"/>
              </a:ext>
            </a:extLst>
          </p:cNvPr>
          <p:cNvSpPr>
            <a:spLocks xmlns:a="http://schemas.openxmlformats.org/drawingml/2006/main" noGrp="1"/>
          </p:cNvSpPr>
          <p:nvPr/>
        </p:nvSpPr>
        <p:spPr>
          <a:xfrm xmlns:a="http://schemas.openxmlformats.org/drawingml/2006/main">
            <a:off x="2152650" y="39243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비용·보안·지연에 따라 로컬과 API 모델을 교체하는 회의 서비스의 현재 수작업 시간과 오류를 baseline으로 기록</a:t>
            </a:r>
          </a:p>
        </p:txBody>
      </p:sp>
      <p:sp>
        <p:nvSpPr>
          <p:cNvPr id="14" name="">
            <a:extLst xmlns:a="http://schemas.openxmlformats.org/drawingml/2006/main">
              <a:ext uri="{FF2B5EF4-FFF2-40B4-BE49-F238E27FC236}">
                <a16:creationId xmlns:a16="http://schemas.microsoft.com/office/drawing/2014/main" id="{CABCAB03-7AB4-4E43-AC13-BBB581D09A55}"/>
              </a:ext>
            </a:extLst>
          </p:cNvPr>
          <p:cNvSpPr>
            <a:spLocks xmlns:a="http://schemas.openxmlformats.org/drawingml/2006/main" noGrp="1"/>
          </p:cNvSpPr>
          <p:nvPr/>
        </p:nvSpPr>
        <p:spPr>
          <a:xfrm xmlns:a="http://schemas.openxmlformats.org/drawingml/2006/main">
            <a:off x="1238250" y="46291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5" name="">
            <a:extLst xmlns:a="http://schemas.openxmlformats.org/drawingml/2006/main">
              <a:ext uri="{FF2B5EF4-FFF2-40B4-BE49-F238E27FC236}">
                <a16:creationId xmlns:a16="http://schemas.microsoft.com/office/drawing/2014/main" id="{F3BF9E7B-BB9C-42F2-B352-4870A0262E50}"/>
              </a:ext>
            </a:extLst>
          </p:cNvPr>
          <p:cNvSpPr>
            <a:spLocks xmlns:a="http://schemas.openxmlformats.org/drawingml/2006/main" noGrp="1"/>
          </p:cNvSpPr>
          <p:nvPr/>
        </p:nvSpPr>
        <p:spPr>
          <a:xfrm xmlns:a="http://schemas.openxmlformats.org/drawingml/2006/main">
            <a:off x="1676400" y="47529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6" name="">
            <a:extLst xmlns:a="http://schemas.openxmlformats.org/drawingml/2006/main">
              <a:ext uri="{FF2B5EF4-FFF2-40B4-BE49-F238E27FC236}">
                <a16:creationId xmlns:a16="http://schemas.microsoft.com/office/drawing/2014/main" id="{919824A5-FE7E-4D07-9B5E-6A66A282919A}"/>
              </a:ext>
            </a:extLst>
          </p:cNvPr>
          <p:cNvSpPr>
            <a:spLocks xmlns:a="http://schemas.openxmlformats.org/drawingml/2006/main" noGrp="1"/>
          </p:cNvSpPr>
          <p:nvPr/>
        </p:nvSpPr>
        <p:spPr>
          <a:xfrm xmlns:a="http://schemas.openxmlformats.org/drawingml/2006/main">
            <a:off x="2152650" y="45910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meeting_brief.json 사람 승인 전에는 외부 시스템을 바꾸지 않음</a:t>
            </a:r>
          </a:p>
        </p:txBody>
      </p:sp>
      <p:sp>
        <p:nvSpPr>
          <p:cNvPr id="17" name="">
            <a:extLst xmlns:a="http://schemas.openxmlformats.org/drawingml/2006/main">
              <a:ext uri="{FF2B5EF4-FFF2-40B4-BE49-F238E27FC236}">
                <a16:creationId xmlns:a16="http://schemas.microsoft.com/office/drawing/2014/main" id="{F61396E0-3A05-4563-831E-9D1CE11D72DD}"/>
              </a:ext>
            </a:extLst>
          </p:cNvPr>
          <p:cNvSpPr>
            <a:spLocks xmlns:a="http://schemas.openxmlformats.org/drawingml/2006/main" noGrp="1"/>
          </p:cNvSpPr>
          <p:nvPr/>
        </p:nvSpPr>
        <p:spPr>
          <a:xfrm xmlns:a="http://schemas.openxmlformats.org/drawingml/2006/main">
            <a:off x="1238250" y="5295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8" name="">
            <a:extLst xmlns:a="http://schemas.openxmlformats.org/drawingml/2006/main">
              <a:ext uri="{FF2B5EF4-FFF2-40B4-BE49-F238E27FC236}">
                <a16:creationId xmlns:a16="http://schemas.microsoft.com/office/drawing/2014/main" id="{2AAE0604-0BA9-44D8-8811-0906414074BB}"/>
              </a:ext>
            </a:extLst>
          </p:cNvPr>
          <p:cNvSpPr>
            <a:spLocks xmlns:a="http://schemas.openxmlformats.org/drawingml/2006/main" noGrp="1"/>
          </p:cNvSpPr>
          <p:nvPr/>
        </p:nvSpPr>
        <p:spPr>
          <a:xfrm xmlns:a="http://schemas.openxmlformats.org/drawingml/2006/main">
            <a:off x="1676400" y="5419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9" name="">
            <a:extLst xmlns:a="http://schemas.openxmlformats.org/drawingml/2006/main">
              <a:ext uri="{FF2B5EF4-FFF2-40B4-BE49-F238E27FC236}">
                <a16:creationId xmlns:a16="http://schemas.microsoft.com/office/drawing/2014/main" id="{C6950A73-99B5-4A92-AE76-B94B9E286A98}"/>
              </a:ext>
            </a:extLst>
          </p:cNvPr>
          <p:cNvSpPr>
            <a:spLocks xmlns:a="http://schemas.openxmlformats.org/drawingml/2006/main" noGrp="1"/>
          </p:cNvSpPr>
          <p:nvPr/>
        </p:nvSpPr>
        <p:spPr>
          <a:xfrm xmlns:a="http://schemas.openxmlformats.org/drawingml/2006/main">
            <a:off x="2152650" y="52578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meeting_brief.json을 운영 검토 자료로 사용</a:t>
            </a:r>
          </a:p>
        </p:txBody>
      </p:sp>
    </p:spTree>
    <p:extLst>
      <p:ext uri="{BB962C8B-B14F-4D97-AF65-F5344CB8AC3E}">
        <p14:creationId xmlns:p14="http://schemas.microsoft.com/office/powerpoint/2010/main" val="537361715"/>
      </p:ext>
    </p:extLst>
  </p:cSld>
</p:sld>
</file>

<file path=ppt/slides/slide1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FF4AC04-6B83-4129-A1DA-DCCADC19BAC1}"/>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포트폴리오 적용</a:t>
            </a:r>
          </a:p>
        </p:txBody>
      </p:sp>
      <p:sp>
        <p:nvSpPr>
          <p:cNvPr id="2" name="">
            <a:extLst xmlns:a="http://schemas.openxmlformats.org/drawingml/2006/main">
              <a:ext uri="{FF2B5EF4-FFF2-40B4-BE49-F238E27FC236}">
                <a16:creationId xmlns:a16="http://schemas.microsoft.com/office/drawing/2014/main" id="{742C4E0B-2FFA-4D4F-999B-D0A66D7AB65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구직자</a:t>
            </a:r>
          </a:p>
        </p:txBody>
      </p:sp>
      <p:sp>
        <p:nvSpPr>
          <p:cNvPr id="3" name="">
            <a:extLst xmlns:a="http://schemas.openxmlformats.org/drawingml/2006/main">
              <a:ext uri="{FF2B5EF4-FFF2-40B4-BE49-F238E27FC236}">
                <a16:creationId xmlns:a16="http://schemas.microsoft.com/office/drawing/2014/main" id="{415142EC-1BFD-442E-8DA1-3D8B9FCB61A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1E5B3DDF-4BD5-44E3-9915-DB5BDB10297C}"/>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384A5F28-CC72-499F-A4BB-31474137F261}"/>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7CE0E4F5-7FF3-4F50-8703-EA0E5F14EBC2}"/>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178</a:t>
            </a:r>
          </a:p>
        </p:txBody>
      </p:sp>
      <p:sp>
        <p:nvSpPr>
          <p:cNvPr id="7" name="">
            <a:extLst xmlns:a="http://schemas.openxmlformats.org/drawingml/2006/main">
              <a:ext uri="{FF2B5EF4-FFF2-40B4-BE49-F238E27FC236}">
                <a16:creationId xmlns:a16="http://schemas.microsoft.com/office/drawing/2014/main" id="{F45ACA05-3B90-44F1-BF40-8F06CDDECE09}"/>
              </a:ext>
            </a:extLst>
          </p:cNvPr>
          <p:cNvSpPr>
            <a:spLocks xmlns:a="http://schemas.openxmlformats.org/drawingml/2006/main" noGrp="1"/>
          </p:cNvSpPr>
          <p:nvPr/>
        </p:nvSpPr>
        <p:spPr>
          <a:xfrm xmlns:a="http://schemas.openxmlformats.org/drawingml/2006/main">
            <a:off x="857250" y="1619250"/>
            <a:ext cx="10477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325" b="1">
                <a:solidFill>
                  <a:srgbClr val="191919"/>
                </a:solidFill>
                <a:latin typeface="NanumGothic"/>
                <a:ea typeface="NanumGothic"/>
                <a:cs typeface="NanumGothic"/>
              </a:defRPr>
            </a:pPr>
            <a:r>
              <a:rPr sz="2325" b="1">
                <a:solidFill>
                  <a:srgbClr val="191919"/>
                </a:solidFill>
                <a:latin typeface="NanumGothic"/>
                <a:ea typeface="NanumGothic"/>
                <a:cs typeface="NanumGothic"/>
              </a:rPr>
              <a:t>LangChain MeetingBrief Pipeline · 문제·코드·실패·검증을 한 저장소로 제출</a:t>
            </a:r>
          </a:p>
        </p:txBody>
      </p:sp>
      <p:sp>
        <p:nvSpPr>
          <p:cNvPr id="8" name="">
            <a:extLst xmlns:a="http://schemas.openxmlformats.org/drawingml/2006/main">
              <a:ext uri="{FF2B5EF4-FFF2-40B4-BE49-F238E27FC236}">
                <a16:creationId xmlns:a16="http://schemas.microsoft.com/office/drawing/2014/main" id="{AAC1CB83-6F46-4AE4-94DB-D608F63B7116}"/>
              </a:ext>
            </a:extLst>
          </p:cNvPr>
          <p:cNvSpPr>
            <a:spLocks xmlns:a="http://schemas.openxmlformats.org/drawingml/2006/main" noGrp="1"/>
          </p:cNvSpPr>
          <p:nvPr/>
        </p:nvSpPr>
        <p:spPr>
          <a:xfrm xmlns:a="http://schemas.openxmlformats.org/drawingml/2006/main">
            <a:off x="123825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9" name="">
            <a:extLst xmlns:a="http://schemas.openxmlformats.org/drawingml/2006/main">
              <a:ext uri="{FF2B5EF4-FFF2-40B4-BE49-F238E27FC236}">
                <a16:creationId xmlns:a16="http://schemas.microsoft.com/office/drawing/2014/main" id="{9D2EE4A2-1EF8-4FF6-9B02-52E84D0761F3}"/>
              </a:ext>
            </a:extLst>
          </p:cNvPr>
          <p:cNvSpPr>
            <a:spLocks xmlns:a="http://schemas.openxmlformats.org/drawingml/2006/main" noGrp="1"/>
          </p:cNvSpPr>
          <p:nvPr/>
        </p:nvSpPr>
        <p:spPr>
          <a:xfrm xmlns:a="http://schemas.openxmlformats.org/drawingml/2006/main">
            <a:off x="167640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80251709-3227-4419-9A73-0575C7A98F4C}"/>
              </a:ext>
            </a:extLst>
          </p:cNvPr>
          <p:cNvSpPr>
            <a:spLocks xmlns:a="http://schemas.openxmlformats.org/drawingml/2006/main" noGrp="1"/>
          </p:cNvSpPr>
          <p:nvPr/>
        </p:nvSpPr>
        <p:spPr>
          <a:xfrm xmlns:a="http://schemas.openxmlformats.org/drawingml/2006/main">
            <a:off x="2152650" y="32575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OpenAI 오류가 조용히 fixture 성공처럼 보인다.의 사용자 영향을 한 문장으로 설명</a:t>
            </a:r>
          </a:p>
        </p:txBody>
      </p:sp>
      <p:sp>
        <p:nvSpPr>
          <p:cNvPr id="11" name="">
            <a:extLst xmlns:a="http://schemas.openxmlformats.org/drawingml/2006/main">
              <a:ext uri="{FF2B5EF4-FFF2-40B4-BE49-F238E27FC236}">
                <a16:creationId xmlns:a16="http://schemas.microsoft.com/office/drawing/2014/main" id="{6AF08903-5B5E-4625-9BF7-F36962614DFB}"/>
              </a:ext>
            </a:extLst>
          </p:cNvPr>
          <p:cNvSpPr>
            <a:spLocks xmlns:a="http://schemas.openxmlformats.org/drawingml/2006/main" noGrp="1"/>
          </p:cNvSpPr>
          <p:nvPr/>
        </p:nvSpPr>
        <p:spPr>
          <a:xfrm xmlns:a="http://schemas.openxmlformats.org/drawingml/2006/main">
            <a:off x="1238250" y="39624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FFA1F853-54DC-4076-A77D-C34A2F977407}"/>
              </a:ext>
            </a:extLst>
          </p:cNvPr>
          <p:cNvSpPr>
            <a:spLocks xmlns:a="http://schemas.openxmlformats.org/drawingml/2006/main" noGrp="1"/>
          </p:cNvSpPr>
          <p:nvPr/>
        </p:nvSpPr>
        <p:spPr>
          <a:xfrm xmlns:a="http://schemas.openxmlformats.org/drawingml/2006/main">
            <a:off x="1676400" y="40862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3" name="">
            <a:extLst xmlns:a="http://schemas.openxmlformats.org/drawingml/2006/main">
              <a:ext uri="{FF2B5EF4-FFF2-40B4-BE49-F238E27FC236}">
                <a16:creationId xmlns:a16="http://schemas.microsoft.com/office/drawing/2014/main" id="{B3727300-B371-4DAE-88D0-27ECFA44AE5F}"/>
              </a:ext>
            </a:extLst>
          </p:cNvPr>
          <p:cNvSpPr>
            <a:spLocks xmlns:a="http://schemas.openxmlformats.org/drawingml/2006/main" noGrp="1"/>
          </p:cNvSpPr>
          <p:nvPr/>
        </p:nvSpPr>
        <p:spPr>
          <a:xfrm xmlns:a="http://schemas.openxmlformats.org/drawingml/2006/main">
            <a:off x="2152650" y="39243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LangChain MeetingBrief Pipeline 정상 Demo와 대표 실패 Demo를 함께 준비</a:t>
            </a:r>
          </a:p>
        </p:txBody>
      </p:sp>
      <p:sp>
        <p:nvSpPr>
          <p:cNvPr id="14" name="">
            <a:extLst xmlns:a="http://schemas.openxmlformats.org/drawingml/2006/main">
              <a:ext uri="{FF2B5EF4-FFF2-40B4-BE49-F238E27FC236}">
                <a16:creationId xmlns:a16="http://schemas.microsoft.com/office/drawing/2014/main" id="{5730D6D8-6D5D-407D-88B1-C2B9AF6409EF}"/>
              </a:ext>
            </a:extLst>
          </p:cNvPr>
          <p:cNvSpPr>
            <a:spLocks xmlns:a="http://schemas.openxmlformats.org/drawingml/2006/main" noGrp="1"/>
          </p:cNvSpPr>
          <p:nvPr/>
        </p:nvSpPr>
        <p:spPr>
          <a:xfrm xmlns:a="http://schemas.openxmlformats.org/drawingml/2006/main">
            <a:off x="1238250" y="46291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5" name="">
            <a:extLst xmlns:a="http://schemas.openxmlformats.org/drawingml/2006/main">
              <a:ext uri="{FF2B5EF4-FFF2-40B4-BE49-F238E27FC236}">
                <a16:creationId xmlns:a16="http://schemas.microsoft.com/office/drawing/2014/main" id="{1F7C5BD2-C472-42B0-AE4F-AC07F201527C}"/>
              </a:ext>
            </a:extLst>
          </p:cNvPr>
          <p:cNvSpPr>
            <a:spLocks xmlns:a="http://schemas.openxmlformats.org/drawingml/2006/main" noGrp="1"/>
          </p:cNvSpPr>
          <p:nvPr/>
        </p:nvSpPr>
        <p:spPr>
          <a:xfrm xmlns:a="http://schemas.openxmlformats.org/drawingml/2006/main">
            <a:off x="1676400" y="47529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6" name="">
            <a:extLst xmlns:a="http://schemas.openxmlformats.org/drawingml/2006/main">
              <a:ext uri="{FF2B5EF4-FFF2-40B4-BE49-F238E27FC236}">
                <a16:creationId xmlns:a16="http://schemas.microsoft.com/office/drawing/2014/main" id="{D7EF8BC6-5DCD-4249-9772-44A17DA86134}"/>
              </a:ext>
            </a:extLst>
          </p:cNvPr>
          <p:cNvSpPr>
            <a:spLocks xmlns:a="http://schemas.openxmlformats.org/drawingml/2006/main" noGrp="1"/>
          </p:cNvSpPr>
          <p:nvPr/>
        </p:nvSpPr>
        <p:spPr>
          <a:xfrm xmlns:a="http://schemas.openxmlformats.org/drawingml/2006/main">
            <a:off x="2152650" y="45910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새 provider adapter가 기존 MeetingBrief contract와 fallback test를 통과하게 한다.의 diff와 직접 검토한 test 증거를 구분</a:t>
            </a:r>
          </a:p>
        </p:txBody>
      </p:sp>
      <p:sp>
        <p:nvSpPr>
          <p:cNvPr id="17" name="">
            <a:extLst xmlns:a="http://schemas.openxmlformats.org/drawingml/2006/main">
              <a:ext uri="{FF2B5EF4-FFF2-40B4-BE49-F238E27FC236}">
                <a16:creationId xmlns:a16="http://schemas.microsoft.com/office/drawing/2014/main" id="{3707E613-0332-4F70-8F0C-E300CAE1CDE3}"/>
              </a:ext>
            </a:extLst>
          </p:cNvPr>
          <p:cNvSpPr>
            <a:spLocks xmlns:a="http://schemas.openxmlformats.org/drawingml/2006/main" noGrp="1"/>
          </p:cNvSpPr>
          <p:nvPr/>
        </p:nvSpPr>
        <p:spPr>
          <a:xfrm xmlns:a="http://schemas.openxmlformats.org/drawingml/2006/main">
            <a:off x="1238250" y="5295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8" name="">
            <a:extLst xmlns:a="http://schemas.openxmlformats.org/drawingml/2006/main">
              <a:ext uri="{FF2B5EF4-FFF2-40B4-BE49-F238E27FC236}">
                <a16:creationId xmlns:a16="http://schemas.microsoft.com/office/drawing/2014/main" id="{F85B81B4-E449-4B18-899A-D9BCBED9DB42}"/>
              </a:ext>
            </a:extLst>
          </p:cNvPr>
          <p:cNvSpPr>
            <a:spLocks xmlns:a="http://schemas.openxmlformats.org/drawingml/2006/main" noGrp="1"/>
          </p:cNvSpPr>
          <p:nvPr/>
        </p:nvSpPr>
        <p:spPr>
          <a:xfrm xmlns:a="http://schemas.openxmlformats.org/drawingml/2006/main">
            <a:off x="1676400" y="5419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9" name="">
            <a:extLst xmlns:a="http://schemas.openxmlformats.org/drawingml/2006/main">
              <a:ext uri="{FF2B5EF4-FFF2-40B4-BE49-F238E27FC236}">
                <a16:creationId xmlns:a16="http://schemas.microsoft.com/office/drawing/2014/main" id="{4B720DE9-528B-4BD3-9598-6CCAA1A1118A}"/>
              </a:ext>
            </a:extLst>
          </p:cNvPr>
          <p:cNvSpPr>
            <a:spLocks xmlns:a="http://schemas.openxmlformats.org/drawingml/2006/main" noGrp="1"/>
          </p:cNvSpPr>
          <p:nvPr/>
        </p:nvSpPr>
        <p:spPr>
          <a:xfrm xmlns:a="http://schemas.openxmlformats.org/drawingml/2006/main">
            <a:off x="2152650" y="52578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meeting_brief.json과 README 재현 절차를 제출</a:t>
            </a:r>
          </a:p>
        </p:txBody>
      </p:sp>
    </p:spTree>
    <p:extLst>
      <p:ext uri="{BB962C8B-B14F-4D97-AF65-F5344CB8AC3E}">
        <p14:creationId xmlns:p14="http://schemas.microsoft.com/office/powerpoint/2010/main" val="476646707"/>
      </p:ext>
    </p:extLst>
  </p:cSld>
</p:sld>
</file>

<file path=ppt/slides/slide1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EC913B8-5ECE-4797-B93B-E24D8C1218F1}"/>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LangChain MeetingBrief Pipeline 운영 점검</a:t>
            </a:r>
          </a:p>
        </p:txBody>
      </p:sp>
      <p:sp>
        <p:nvSpPr>
          <p:cNvPr id="2" name="">
            <a:extLst xmlns:a="http://schemas.openxmlformats.org/drawingml/2006/main">
              <a:ext uri="{FF2B5EF4-FFF2-40B4-BE49-F238E27FC236}">
                <a16:creationId xmlns:a16="http://schemas.microsoft.com/office/drawing/2014/main" id="{22DFB4A7-3B74-466B-BB0E-A92CD1764D1D}"/>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운영 기준</a:t>
            </a:r>
          </a:p>
        </p:txBody>
      </p:sp>
      <p:sp>
        <p:nvSpPr>
          <p:cNvPr id="3" name="">
            <a:extLst xmlns:a="http://schemas.openxmlformats.org/drawingml/2006/main">
              <a:ext uri="{FF2B5EF4-FFF2-40B4-BE49-F238E27FC236}">
                <a16:creationId xmlns:a16="http://schemas.microsoft.com/office/drawing/2014/main" id="{644C0590-0E9A-4BAC-9585-4DC5F77B6452}"/>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389687A9-2BF0-4F6D-AE65-36A87B9EC28D}"/>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DA315B0D-69E7-454C-9C04-25C7A5289538}"/>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5FF53B43-5FD5-4523-84CD-87D9BDC46AEF}"/>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179</a:t>
            </a:r>
          </a:p>
        </p:txBody>
      </p:sp>
      <p:sp>
        <p:nvSpPr>
          <p:cNvPr id="7" name="">
            <a:extLst xmlns:a="http://schemas.openxmlformats.org/drawingml/2006/main">
              <a:ext uri="{FF2B5EF4-FFF2-40B4-BE49-F238E27FC236}">
                <a16:creationId xmlns:a16="http://schemas.microsoft.com/office/drawing/2014/main" id="{8A0D2AEE-9BD5-4CE1-A287-639718FED25C}"/>
              </a:ext>
            </a:extLst>
          </p:cNvPr>
          <p:cNvSpPr>
            <a:spLocks xmlns:a="http://schemas.openxmlformats.org/drawingml/2006/main" noGrp="1"/>
          </p:cNvSpPr>
          <p:nvPr/>
        </p:nvSpPr>
        <p:spPr>
          <a:xfrm xmlns:a="http://schemas.openxmlformats.org/drawingml/2006/main">
            <a:off x="685800" y="1524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품질</a:t>
            </a:r>
          </a:p>
        </p:txBody>
      </p:sp>
      <p:sp>
        <p:nvSpPr>
          <p:cNvPr id="8" name="">
            <a:extLst xmlns:a="http://schemas.openxmlformats.org/drawingml/2006/main">
              <a:ext uri="{FF2B5EF4-FFF2-40B4-BE49-F238E27FC236}">
                <a16:creationId xmlns:a16="http://schemas.microsoft.com/office/drawing/2014/main" id="{AEE6A07F-75F6-4AB9-B212-420F142ABB48}"/>
              </a:ext>
            </a:extLst>
          </p:cNvPr>
          <p:cNvSpPr>
            <a:spLocks xmlns:a="http://schemas.openxmlformats.org/drawingml/2006/main" noGrp="1"/>
          </p:cNvSpPr>
          <p:nvPr/>
        </p:nvSpPr>
        <p:spPr>
          <a:xfrm xmlns:a="http://schemas.openxmlformats.org/drawingml/2006/main">
            <a:off x="685800" y="194310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E8E348CB-241B-493F-8BF0-2D992C9C7666}"/>
              </a:ext>
            </a:extLst>
          </p:cNvPr>
          <p:cNvSpPr>
            <a:spLocks xmlns:a="http://schemas.openxmlformats.org/drawingml/2006/main" noGrp="1"/>
          </p:cNvSpPr>
          <p:nvPr/>
        </p:nvSpPr>
        <p:spPr>
          <a:xfrm xmlns:a="http://schemas.openxmlformats.org/drawingml/2006/main">
            <a:off x="685800" y="220980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무엇을 Qwen과 fixture가 같은 필수 field를 반환한다.로 정의하는가</a:t>
            </a:r>
          </a:p>
        </p:txBody>
      </p:sp>
      <p:sp>
        <p:nvSpPr>
          <p:cNvPr id="10" name="">
            <a:extLst xmlns:a="http://schemas.openxmlformats.org/drawingml/2006/main">
              <a:ext uri="{FF2B5EF4-FFF2-40B4-BE49-F238E27FC236}">
                <a16:creationId xmlns:a16="http://schemas.microsoft.com/office/drawing/2014/main" id="{39E5BAA9-4A4F-4D56-87C8-1FB4C66665FC}"/>
              </a:ext>
            </a:extLst>
          </p:cNvPr>
          <p:cNvSpPr>
            <a:spLocks xmlns:a="http://schemas.openxmlformats.org/drawingml/2006/main" noGrp="1"/>
          </p:cNvSpPr>
          <p:nvPr/>
        </p:nvSpPr>
        <p:spPr>
          <a:xfrm xmlns:a="http://schemas.openxmlformats.org/drawingml/2006/main">
            <a:off x="6096000" y="1524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안전</a:t>
            </a:r>
          </a:p>
        </p:txBody>
      </p:sp>
      <p:sp>
        <p:nvSpPr>
          <p:cNvPr id="11" name="">
            <a:extLst xmlns:a="http://schemas.openxmlformats.org/drawingml/2006/main">
              <a:ext uri="{FF2B5EF4-FFF2-40B4-BE49-F238E27FC236}">
                <a16:creationId xmlns:a16="http://schemas.microsoft.com/office/drawing/2014/main" id="{8E5F8C67-E1A7-4C6A-A8A4-A9ED6821C653}"/>
              </a:ext>
            </a:extLst>
          </p:cNvPr>
          <p:cNvSpPr>
            <a:spLocks xmlns:a="http://schemas.openxmlformats.org/drawingml/2006/main" noGrp="1"/>
          </p:cNvSpPr>
          <p:nvPr/>
        </p:nvSpPr>
        <p:spPr>
          <a:xfrm xmlns:a="http://schemas.openxmlformats.org/drawingml/2006/main">
            <a:off x="6096000" y="194310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D8E44031-C5CB-45CE-ABC4-706D69C2EDB9}"/>
              </a:ext>
            </a:extLst>
          </p:cNvPr>
          <p:cNvSpPr>
            <a:spLocks xmlns:a="http://schemas.openxmlformats.org/drawingml/2006/main" noGrp="1"/>
          </p:cNvSpPr>
          <p:nvPr/>
        </p:nvSpPr>
        <p:spPr>
          <a:xfrm xmlns:a="http://schemas.openxmlformats.org/drawingml/2006/main">
            <a:off x="6096000" y="220980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LangChain MeetingBrief Pipeline의 사람 승인과 external_write=false 위치</a:t>
            </a:r>
          </a:p>
        </p:txBody>
      </p:sp>
      <p:sp>
        <p:nvSpPr>
          <p:cNvPr id="13" name="">
            <a:extLst xmlns:a="http://schemas.openxmlformats.org/drawingml/2006/main">
              <a:ext uri="{FF2B5EF4-FFF2-40B4-BE49-F238E27FC236}">
                <a16:creationId xmlns:a16="http://schemas.microsoft.com/office/drawing/2014/main" id="{9ACC4E35-8647-4BDC-B39D-1F8E288AF77D}"/>
              </a:ext>
            </a:extLst>
          </p:cNvPr>
          <p:cNvSpPr>
            <a:spLocks xmlns:a="http://schemas.openxmlformats.org/drawingml/2006/main" noGrp="1"/>
          </p:cNvSpPr>
          <p:nvPr/>
        </p:nvSpPr>
        <p:spPr>
          <a:xfrm xmlns:a="http://schemas.openxmlformats.org/drawingml/2006/main">
            <a:off x="685800" y="3600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복구</a:t>
            </a:r>
          </a:p>
        </p:txBody>
      </p:sp>
      <p:sp>
        <p:nvSpPr>
          <p:cNvPr id="14" name="">
            <a:extLst xmlns:a="http://schemas.openxmlformats.org/drawingml/2006/main">
              <a:ext uri="{FF2B5EF4-FFF2-40B4-BE49-F238E27FC236}">
                <a16:creationId xmlns:a16="http://schemas.microsoft.com/office/drawing/2014/main" id="{4738491E-8395-474F-BAD8-AD2892BB23F0}"/>
              </a:ext>
            </a:extLst>
          </p:cNvPr>
          <p:cNvSpPr>
            <a:spLocks xmlns:a="http://schemas.openxmlformats.org/drawingml/2006/main" noGrp="1"/>
          </p:cNvSpPr>
          <p:nvPr/>
        </p:nvSpPr>
        <p:spPr>
          <a:xfrm xmlns:a="http://schemas.openxmlformats.org/drawingml/2006/main">
            <a:off x="685800" y="401955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8855ABA5-6E84-457E-B906-35BC99B0D43B}"/>
              </a:ext>
            </a:extLst>
          </p:cNvPr>
          <p:cNvSpPr>
            <a:spLocks xmlns:a="http://schemas.openxmlformats.org/drawingml/2006/main" noGrp="1"/>
          </p:cNvSpPr>
          <p:nvPr/>
        </p:nvSpPr>
        <p:spPr>
          <a:xfrm xmlns:a="http://schemas.openxmlformats.org/drawingml/2006/main">
            <a:off x="685800" y="428625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OpenAI 오류가 조용히 fixture 성공처럼 보인다. 발생 시 meeting_brief.json에서 원인 상태를 확인</a:t>
            </a:r>
          </a:p>
        </p:txBody>
      </p:sp>
      <p:sp>
        <p:nvSpPr>
          <p:cNvPr id="16" name="">
            <a:extLst xmlns:a="http://schemas.openxmlformats.org/drawingml/2006/main">
              <a:ext uri="{FF2B5EF4-FFF2-40B4-BE49-F238E27FC236}">
                <a16:creationId xmlns:a16="http://schemas.microsoft.com/office/drawing/2014/main" id="{901F6DD5-8FD8-4619-BECD-88DF7FB5CDA2}"/>
              </a:ext>
            </a:extLst>
          </p:cNvPr>
          <p:cNvSpPr>
            <a:spLocks xmlns:a="http://schemas.openxmlformats.org/drawingml/2006/main" noGrp="1"/>
          </p:cNvSpPr>
          <p:nvPr/>
        </p:nvSpPr>
        <p:spPr>
          <a:xfrm xmlns:a="http://schemas.openxmlformats.org/drawingml/2006/main">
            <a:off x="6096000" y="3600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관측</a:t>
            </a:r>
          </a:p>
        </p:txBody>
      </p:sp>
      <p:sp>
        <p:nvSpPr>
          <p:cNvPr id="17" name="">
            <a:extLst xmlns:a="http://schemas.openxmlformats.org/drawingml/2006/main">
              <a:ext uri="{FF2B5EF4-FFF2-40B4-BE49-F238E27FC236}">
                <a16:creationId xmlns:a16="http://schemas.microsoft.com/office/drawing/2014/main" id="{C3E177F2-577C-44CC-81FB-90C304951B77}"/>
              </a:ext>
            </a:extLst>
          </p:cNvPr>
          <p:cNvSpPr>
            <a:spLocks xmlns:a="http://schemas.openxmlformats.org/drawingml/2006/main" noGrp="1"/>
          </p:cNvSpPr>
          <p:nvPr/>
        </p:nvSpPr>
        <p:spPr>
          <a:xfrm xmlns:a="http://schemas.openxmlformats.org/drawingml/2006/main">
            <a:off x="6096000" y="401955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F86A7B38-35FE-4736-9866-28AD70F50D5B}"/>
              </a:ext>
            </a:extLst>
          </p:cNvPr>
          <p:cNvSpPr>
            <a:spLocks xmlns:a="http://schemas.openxmlformats.org/drawingml/2006/main" noGrp="1"/>
          </p:cNvSpPr>
          <p:nvPr/>
        </p:nvSpPr>
        <p:spPr>
          <a:xfrm xmlns:a="http://schemas.openxmlformats.org/drawingml/2006/main">
            <a:off x="6096000" y="428625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meeting_brief.json에서 어떤 status·error_code를 보는가</a:t>
            </a:r>
          </a:p>
        </p:txBody>
      </p:sp>
    </p:spTree>
    <p:extLst>
      <p:ext uri="{BB962C8B-B14F-4D97-AF65-F5344CB8AC3E}">
        <p14:creationId xmlns:p14="http://schemas.microsoft.com/office/powerpoint/2010/main" val="257912678"/>
      </p:ext>
    </p:extLst>
  </p:cSld>
</p:sld>
</file>

<file path=ppt/slides/slide1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35A3FD7-F46D-45F0-A2BA-DEDEFB89F455}"/>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meeting_brief.json 실행 증거</a:t>
            </a:r>
          </a:p>
        </p:txBody>
      </p:sp>
      <p:sp>
        <p:nvSpPr>
          <p:cNvPr id="2" name="">
            <a:extLst xmlns:a="http://schemas.openxmlformats.org/drawingml/2006/main">
              <a:ext uri="{FF2B5EF4-FFF2-40B4-BE49-F238E27FC236}">
                <a16:creationId xmlns:a16="http://schemas.microsoft.com/office/drawing/2014/main" id="{90F8F9C4-938D-4CC2-997F-5D57CF5BC82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차시 마무리</a:t>
            </a:r>
          </a:p>
        </p:txBody>
      </p:sp>
      <p:sp>
        <p:nvSpPr>
          <p:cNvPr id="3" name="">
            <a:extLst xmlns:a="http://schemas.openxmlformats.org/drawingml/2006/main">
              <a:ext uri="{FF2B5EF4-FFF2-40B4-BE49-F238E27FC236}">
                <a16:creationId xmlns:a16="http://schemas.microsoft.com/office/drawing/2014/main" id="{AE718992-65BC-44D7-8533-71608300EBC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2EB6A73B-66C2-4F64-BEF3-204F088800D0}"/>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B1D675DC-5233-43FF-A2D4-84D41682AB3E}"/>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15:00-15:50 · 6차시</a:t>
            </a:r>
          </a:p>
        </p:txBody>
      </p:sp>
      <p:sp>
        <p:nvSpPr>
          <p:cNvPr id="6" name="">
            <a:extLst xmlns:a="http://schemas.openxmlformats.org/drawingml/2006/main">
              <a:ext uri="{FF2B5EF4-FFF2-40B4-BE49-F238E27FC236}">
                <a16:creationId xmlns:a16="http://schemas.microsoft.com/office/drawing/2014/main" id="{745221F1-B4EC-4272-AEED-EAC6839BBE3B}"/>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180</a:t>
            </a:r>
          </a:p>
        </p:txBody>
      </p:sp>
      <p:sp>
        <p:nvSpPr>
          <p:cNvPr id="7" name="">
            <a:extLst xmlns:a="http://schemas.openxmlformats.org/drawingml/2006/main">
              <a:ext uri="{FF2B5EF4-FFF2-40B4-BE49-F238E27FC236}">
                <a16:creationId xmlns:a16="http://schemas.microsoft.com/office/drawing/2014/main" id="{D48DD266-4113-4E44-8E75-187BAF1C89B9}"/>
              </a:ext>
            </a:extLst>
          </p:cNvPr>
          <p:cNvSpPr>
            <a:spLocks xmlns:a="http://schemas.openxmlformats.org/drawingml/2006/main" noGrp="1"/>
          </p:cNvSpPr>
          <p:nvPr/>
        </p:nvSpPr>
        <p:spPr>
          <a:xfrm xmlns:a="http://schemas.openxmlformats.org/drawingml/2006/main">
            <a:off x="914400" y="17335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FB68DF6F-F30A-46AC-8E5C-DE7C73A63559}"/>
              </a:ext>
            </a:extLst>
          </p:cNvPr>
          <p:cNvSpPr>
            <a:spLocks xmlns:a="http://schemas.openxmlformats.org/drawingml/2006/main" noGrp="1"/>
          </p:cNvSpPr>
          <p:nvPr/>
        </p:nvSpPr>
        <p:spPr>
          <a:xfrm xmlns:a="http://schemas.openxmlformats.org/drawingml/2006/main">
            <a:off x="1352550" y="18573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5AB7587A-01D2-4654-960B-EE4D83E78FF6}"/>
              </a:ext>
            </a:extLst>
          </p:cNvPr>
          <p:cNvSpPr>
            <a:spLocks xmlns:a="http://schemas.openxmlformats.org/drawingml/2006/main" noGrp="1"/>
          </p:cNvSpPr>
          <p:nvPr/>
        </p:nvSpPr>
        <p:spPr>
          <a:xfrm xmlns:a="http://schemas.openxmlformats.org/drawingml/2006/main">
            <a:off x="1828800" y="16954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설명: LangChain MeetingBrief Pipeline이 필요한 이유를 한 문장으로 말할 수 있다.</a:t>
            </a:r>
          </a:p>
        </p:txBody>
      </p:sp>
      <p:sp>
        <p:nvSpPr>
          <p:cNvPr id="10" name="">
            <a:extLst xmlns:a="http://schemas.openxmlformats.org/drawingml/2006/main">
              <a:ext uri="{FF2B5EF4-FFF2-40B4-BE49-F238E27FC236}">
                <a16:creationId xmlns:a16="http://schemas.microsoft.com/office/drawing/2014/main" id="{317FAA72-B5E3-4CF0-832F-D2894AFAFC7B}"/>
              </a:ext>
            </a:extLst>
          </p:cNvPr>
          <p:cNvSpPr>
            <a:spLocks xmlns:a="http://schemas.openxmlformats.org/drawingml/2006/main" noGrp="1"/>
          </p:cNvSpPr>
          <p:nvPr/>
        </p:nvSpPr>
        <p:spPr>
          <a:xfrm xmlns:a="http://schemas.openxmlformats.org/drawingml/2006/main">
            <a:off x="914400" y="28956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DCAC826B-A2C1-47C3-9D03-5722B2895135}"/>
              </a:ext>
            </a:extLst>
          </p:cNvPr>
          <p:cNvSpPr>
            <a:spLocks xmlns:a="http://schemas.openxmlformats.org/drawingml/2006/main" noGrp="1"/>
          </p:cNvSpPr>
          <p:nvPr/>
        </p:nvSpPr>
        <p:spPr>
          <a:xfrm xmlns:a="http://schemas.openxmlformats.org/drawingml/2006/main">
            <a:off x="1352550" y="30194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AB5EC1C0-86F6-483D-B8BB-9E2752AC4E36}"/>
              </a:ext>
            </a:extLst>
          </p:cNvPr>
          <p:cNvSpPr>
            <a:spLocks xmlns:a="http://schemas.openxmlformats.org/drawingml/2006/main" noGrp="1"/>
          </p:cNvSpPr>
          <p:nvPr/>
        </p:nvSpPr>
        <p:spPr>
          <a:xfrm xmlns:a="http://schemas.openxmlformats.org/drawingml/2006/main">
            <a:off x="1828800" y="285750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실행: python -m src.langchain_lab --provider ollama --model qwen3:4b</a:t>
            </a:r>
          </a:p>
        </p:txBody>
      </p:sp>
      <p:sp>
        <p:nvSpPr>
          <p:cNvPr id="13" name="">
            <a:extLst xmlns:a="http://schemas.openxmlformats.org/drawingml/2006/main">
              <a:ext uri="{FF2B5EF4-FFF2-40B4-BE49-F238E27FC236}">
                <a16:creationId xmlns:a16="http://schemas.microsoft.com/office/drawing/2014/main" id="{0E718B64-35FB-47B3-9ABC-6241C137F850}"/>
              </a:ext>
            </a:extLst>
          </p:cNvPr>
          <p:cNvSpPr>
            <a:spLocks xmlns:a="http://schemas.openxmlformats.org/drawingml/2006/main" noGrp="1"/>
          </p:cNvSpPr>
          <p:nvPr/>
        </p:nvSpPr>
        <p:spPr>
          <a:xfrm xmlns:a="http://schemas.openxmlformats.org/drawingml/2006/main">
            <a:off x="914400" y="4057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DA97DC5B-D9AC-489B-974B-04824197C657}"/>
              </a:ext>
            </a:extLst>
          </p:cNvPr>
          <p:cNvSpPr>
            <a:spLocks xmlns:a="http://schemas.openxmlformats.org/drawingml/2006/main" noGrp="1"/>
          </p:cNvSpPr>
          <p:nvPr/>
        </p:nvSpPr>
        <p:spPr>
          <a:xfrm xmlns:a="http://schemas.openxmlformats.org/drawingml/2006/main">
            <a:off x="1352550" y="4181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DCE9DF80-34E7-42C8-8A4C-A62616A230A6}"/>
              </a:ext>
            </a:extLst>
          </p:cNvPr>
          <p:cNvSpPr>
            <a:spLocks xmlns:a="http://schemas.openxmlformats.org/drawingml/2006/main" noGrp="1"/>
          </p:cNvSpPr>
          <p:nvPr/>
        </p:nvSpPr>
        <p:spPr>
          <a:xfrm xmlns:a="http://schemas.openxmlformats.org/drawingml/2006/main">
            <a:off x="1828800" y="40195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증거: meeting_brief.json과 정상·실패 test 결과가 남아 있다.</a:t>
            </a:r>
          </a:p>
        </p:txBody>
      </p:sp>
      <p:sp>
        <p:nvSpPr>
          <p:cNvPr id="16" name="">
            <a:extLst xmlns:a="http://schemas.openxmlformats.org/drawingml/2006/main">
              <a:ext uri="{FF2B5EF4-FFF2-40B4-BE49-F238E27FC236}">
                <a16:creationId xmlns:a16="http://schemas.microsoft.com/office/drawing/2014/main" id="{748099DE-3AA1-4B51-A5AB-70B0FB90FC99}"/>
              </a:ext>
            </a:extLst>
          </p:cNvPr>
          <p:cNvSpPr>
            <a:spLocks xmlns:a="http://schemas.openxmlformats.org/drawingml/2006/main" noGrp="1"/>
          </p:cNvSpPr>
          <p:nvPr/>
        </p:nvSpPr>
        <p:spPr>
          <a:xfrm xmlns:a="http://schemas.openxmlformats.org/drawingml/2006/main">
            <a:off x="1524000" y="5391150"/>
            <a:ext cx="914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다음 차시: Action Item 근거 검증</a:t>
            </a:r>
          </a:p>
        </p:txBody>
      </p:sp>
    </p:spTree>
    <p:extLst>
      <p:ext uri="{BB962C8B-B14F-4D97-AF65-F5344CB8AC3E}">
        <p14:creationId xmlns:p14="http://schemas.microsoft.com/office/powerpoint/2010/main" val="1100412324"/>
      </p:ext>
    </p:extLst>
  </p:cSld>
</p:sld>
</file>

<file path=ppt/slides/slide18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5B74486-F2CB-414A-9DC0-C9A343E2272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B07D42D-BA8D-479C-9A50-54259FC6FBE7}"/>
              </a:ext>
            </a:extLst>
          </p:cNvPr>
          <p:cNvSpPr>
            <a:spLocks xmlns:a="http://schemas.openxmlformats.org/drawingml/2006/main" noGrp="1"/>
          </p:cNvSpPr>
          <p:nvPr/>
        </p:nvSpPr>
        <p:spPr>
          <a:xfrm xmlns:a="http://schemas.openxmlformats.org/drawingml/2006/main">
            <a:off x="800100" y="1676400"/>
            <a:ext cx="10287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98000"/>
              </a:lnSpc>
              <a:buNone/>
              <a:defRPr sz="4050" b="1">
                <a:solidFill>
                  <a:srgbClr val="FFFFFF"/>
                </a:solidFill>
                <a:latin typeface="NanumGothic"/>
                <a:ea typeface="NanumGothic"/>
                <a:cs typeface="NanumGothic"/>
              </a:defRPr>
            </a:pPr>
            <a:r>
              <a:rPr sz="4050" b="1">
                <a:solidFill>
                  <a:srgbClr val="FFFFFF"/>
                </a:solidFill>
                <a:latin typeface="NanumGothic"/>
                <a:ea typeface="NanumGothic"/>
                <a:cs typeface="NanumGothic"/>
              </a:rPr>
              <a:t>Action Item 근거 검증</a:t>
            </a:r>
          </a:p>
        </p:txBody>
      </p:sp>
      <p:sp>
        <p:nvSpPr>
          <p:cNvPr id="3" name="">
            <a:extLst xmlns:a="http://schemas.openxmlformats.org/drawingml/2006/main">
              <a:ext uri="{FF2B5EF4-FFF2-40B4-BE49-F238E27FC236}">
                <a16:creationId xmlns:a16="http://schemas.microsoft.com/office/drawing/2014/main" id="{571709EE-D891-4DBE-9985-A8C806967B84}"/>
              </a:ext>
            </a:extLst>
          </p:cNvPr>
          <p:cNvSpPr>
            <a:spLocks xmlns:a="http://schemas.openxmlformats.org/drawingml/2006/main" noGrp="1"/>
          </p:cNvSpPr>
          <p:nvPr/>
        </p:nvSpPr>
        <p:spPr>
          <a:xfrm xmlns:a="http://schemas.openxmlformats.org/drawingml/2006/main">
            <a:off x="800100" y="5905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DAY 2 · 7차시</a:t>
            </a:r>
          </a:p>
        </p:txBody>
      </p:sp>
      <p:sp>
        <p:nvSpPr>
          <p:cNvPr id="4" name="">
            <a:extLst xmlns:a="http://schemas.openxmlformats.org/drawingml/2006/main">
              <a:ext uri="{FF2B5EF4-FFF2-40B4-BE49-F238E27FC236}">
                <a16:creationId xmlns:a16="http://schemas.microsoft.com/office/drawing/2014/main" id="{BEB45BBF-7D0C-4AB1-9286-184C820F2D2D}"/>
              </a:ext>
            </a:extLst>
          </p:cNvPr>
          <p:cNvSpPr>
            <a:spLocks xmlns:a="http://schemas.openxmlformats.org/drawingml/2006/main" noGrp="1"/>
          </p:cNvSpPr>
          <p:nvPr/>
        </p:nvSpPr>
        <p:spPr>
          <a:xfrm xmlns:a="http://schemas.openxmlformats.org/drawingml/2006/main">
            <a:off x="800100" y="102870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1">
                <a:solidFill>
                  <a:srgbClr val="2563EB"/>
                </a:solidFill>
                <a:latin typeface="NanumGothic"/>
                <a:ea typeface="NanumGothic"/>
                <a:cs typeface="NanumGothic"/>
              </a:defRPr>
            </a:pPr>
            <a:r>
              <a:rPr sz="1500" b="1">
                <a:solidFill>
                  <a:srgbClr val="2563EB"/>
                </a:solidFill>
                <a:latin typeface="NanumGothic"/>
                <a:ea typeface="NanumGothic"/>
                <a:cs typeface="NanumGothic"/>
              </a:rPr>
              <a:t>15:50-16:40  (쉬는 시간 17:30-18:00)</a:t>
            </a:r>
          </a:p>
        </p:txBody>
      </p:sp>
      <p:sp>
        <p:nvSpPr>
          <p:cNvPr id="5" name="">
            <a:extLst xmlns:a="http://schemas.openxmlformats.org/drawingml/2006/main">
              <a:ext uri="{FF2B5EF4-FFF2-40B4-BE49-F238E27FC236}">
                <a16:creationId xmlns:a16="http://schemas.microsoft.com/office/drawing/2014/main" id="{D9FD37D8-B111-48C1-B7DA-2DC3C1C560F6}"/>
              </a:ext>
            </a:extLst>
          </p:cNvPr>
          <p:cNvSpPr>
            <a:spLocks xmlns:a="http://schemas.openxmlformats.org/drawingml/2006/main" noGrp="1"/>
          </p:cNvSpPr>
          <p:nvPr/>
        </p:nvSpPr>
        <p:spPr>
          <a:xfrm xmlns:a="http://schemas.openxmlformats.org/drawingml/2006/main">
            <a:off x="838200" y="323850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1">
                <a:solidFill>
                  <a:srgbClr val="E0E0E0"/>
                </a:solidFill>
                <a:latin typeface="NanumGothic"/>
                <a:ea typeface="NanumGothic"/>
                <a:cs typeface="NanumGothic"/>
              </a:defRPr>
            </a:pPr>
            <a:r>
              <a:rPr sz="1875" b="1">
                <a:solidFill>
                  <a:srgbClr val="E0E0E0"/>
                </a:solidFill>
                <a:latin typeface="NanumGothic"/>
                <a:ea typeface="NanumGothic"/>
                <a:cs typeface="NanumGothic"/>
              </a:rPr>
              <a:t>Evidence · Grounding · validated_meeting_brief.json</a:t>
            </a:r>
          </a:p>
        </p:txBody>
      </p:sp>
      <p:sp>
        <p:nvSpPr>
          <p:cNvPr id="6" name="">
            <a:extLst xmlns:a="http://schemas.openxmlformats.org/drawingml/2006/main">
              <a:ext uri="{FF2B5EF4-FFF2-40B4-BE49-F238E27FC236}">
                <a16:creationId xmlns:a16="http://schemas.microsoft.com/office/drawing/2014/main" id="{7A07351F-DF95-4A83-AFC6-BB4F1DB8570E}"/>
              </a:ext>
            </a:extLst>
          </p:cNvPr>
          <p:cNvSpPr>
            <a:spLocks xmlns:a="http://schemas.openxmlformats.org/drawingml/2006/main" noGrp="1"/>
          </p:cNvSpPr>
          <p:nvPr/>
        </p:nvSpPr>
        <p:spPr>
          <a:xfrm xmlns:a="http://schemas.openxmlformats.org/drawingml/2006/main">
            <a:off x="800100" y="4267200"/>
            <a:ext cx="10401300" cy="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7" name="">
            <a:extLst xmlns:a="http://schemas.openxmlformats.org/drawingml/2006/main">
              <a:ext uri="{FF2B5EF4-FFF2-40B4-BE49-F238E27FC236}">
                <a16:creationId xmlns:a16="http://schemas.microsoft.com/office/drawing/2014/main" id="{925A1579-918B-45AE-9D18-EBF493F1AB63}"/>
              </a:ext>
            </a:extLst>
          </p:cNvPr>
          <p:cNvSpPr>
            <a:spLocks xmlns:a="http://schemas.openxmlformats.org/drawingml/2006/main" noGrp="1"/>
          </p:cNvSpPr>
          <p:nvPr/>
        </p:nvSpPr>
        <p:spPr>
          <a:xfrm xmlns:a="http://schemas.openxmlformats.org/drawingml/2006/main">
            <a:off x="8001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진행</a:t>
            </a:r>
          </a:p>
        </p:txBody>
      </p:sp>
      <p:sp>
        <p:nvSpPr>
          <p:cNvPr id="8" name="">
            <a:extLst xmlns:a="http://schemas.openxmlformats.org/drawingml/2006/main">
              <a:ext uri="{FF2B5EF4-FFF2-40B4-BE49-F238E27FC236}">
                <a16:creationId xmlns:a16="http://schemas.microsoft.com/office/drawing/2014/main" id="{7E3383E7-93EC-4D3F-87B7-C97DAC416A8A}"/>
              </a:ext>
            </a:extLst>
          </p:cNvPr>
          <p:cNvSpPr>
            <a:spLocks xmlns:a="http://schemas.openxmlformats.org/drawingml/2006/main" noGrp="1"/>
          </p:cNvSpPr>
          <p:nvPr/>
        </p:nvSpPr>
        <p:spPr>
          <a:xfrm xmlns:a="http://schemas.openxmlformats.org/drawingml/2006/main">
            <a:off x="8001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Action Item 근거 검증</a:t>
            </a:r>
          </a:p>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강의 12분 · 강사 시연 10분 · Codex 소프트웨어 제작 23분 · 실행 확인 5분</a:t>
            </a:r>
          </a:p>
        </p:txBody>
      </p:sp>
      <p:sp>
        <p:nvSpPr>
          <p:cNvPr id="9" name="">
            <a:extLst xmlns:a="http://schemas.openxmlformats.org/drawingml/2006/main">
              <a:ext uri="{FF2B5EF4-FFF2-40B4-BE49-F238E27FC236}">
                <a16:creationId xmlns:a16="http://schemas.microsoft.com/office/drawing/2014/main" id="{0826B093-245E-4ADD-BF5B-C6865F761E53}"/>
              </a:ext>
            </a:extLst>
          </p:cNvPr>
          <p:cNvSpPr>
            <a:spLocks xmlns:a="http://schemas.openxmlformats.org/drawingml/2006/main" noGrp="1"/>
          </p:cNvSpPr>
          <p:nvPr/>
        </p:nvSpPr>
        <p:spPr>
          <a:xfrm xmlns:a="http://schemas.openxmlformats.org/drawingml/2006/main">
            <a:off x="42672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사용 파일</a:t>
            </a:r>
          </a:p>
        </p:txBody>
      </p:sp>
      <p:sp>
        <p:nvSpPr>
          <p:cNvPr id="10" name="">
            <a:extLst xmlns:a="http://schemas.openxmlformats.org/drawingml/2006/main">
              <a:ext uri="{FF2B5EF4-FFF2-40B4-BE49-F238E27FC236}">
                <a16:creationId xmlns:a16="http://schemas.microsoft.com/office/drawing/2014/main" id="{AD4701CE-1D31-4533-ABF8-0FADFD700C1C}"/>
              </a:ext>
            </a:extLst>
          </p:cNvPr>
          <p:cNvSpPr>
            <a:spLocks xmlns:a="http://schemas.openxmlformats.org/drawingml/2006/main" noGrp="1"/>
          </p:cNvSpPr>
          <p:nvPr/>
        </p:nvSpPr>
        <p:spPr>
          <a:xfrm xmlns:a="http://schemas.openxmlformats.org/drawingml/2006/main">
            <a:off x="42672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src/meeting_agent_workflow.py</a:t>
            </a:r>
          </a:p>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src/course_services/meeting_service.py</a:t>
            </a:r>
          </a:p>
        </p:txBody>
      </p:sp>
      <p:sp>
        <p:nvSpPr>
          <p:cNvPr id="11" name="">
            <a:extLst xmlns:a="http://schemas.openxmlformats.org/drawingml/2006/main">
              <a:ext uri="{FF2B5EF4-FFF2-40B4-BE49-F238E27FC236}">
                <a16:creationId xmlns:a16="http://schemas.microsoft.com/office/drawing/2014/main" id="{BDEB2D73-D6E1-4337-94D7-63106008CE24}"/>
              </a:ext>
            </a:extLst>
          </p:cNvPr>
          <p:cNvSpPr>
            <a:spLocks xmlns:a="http://schemas.openxmlformats.org/drawingml/2006/main" noGrp="1"/>
          </p:cNvSpPr>
          <p:nvPr/>
        </p:nvSpPr>
        <p:spPr>
          <a:xfrm xmlns:a="http://schemas.openxmlformats.org/drawingml/2006/main">
            <a:off x="77343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확인할 결과</a:t>
            </a:r>
          </a:p>
        </p:txBody>
      </p:sp>
      <p:sp>
        <p:nvSpPr>
          <p:cNvPr id="12" name="">
            <a:extLst xmlns:a="http://schemas.openxmlformats.org/drawingml/2006/main">
              <a:ext uri="{FF2B5EF4-FFF2-40B4-BE49-F238E27FC236}">
                <a16:creationId xmlns:a16="http://schemas.microsoft.com/office/drawing/2014/main" id="{7E49953B-EC57-4720-BC2D-0AF732A8D2E1}"/>
              </a:ext>
            </a:extLst>
          </p:cNvPr>
          <p:cNvSpPr>
            <a:spLocks xmlns:a="http://schemas.openxmlformats.org/drawingml/2006/main" noGrp="1"/>
          </p:cNvSpPr>
          <p:nvPr/>
        </p:nvSpPr>
        <p:spPr>
          <a:xfrm xmlns:a="http://schemas.openxmlformats.org/drawingml/2006/main">
            <a:off x="77343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validated_meeting_brief.json</a:t>
            </a:r>
          </a:p>
        </p:txBody>
      </p:sp>
      <p:sp>
        <p:nvSpPr>
          <p:cNvPr id="13" name="">
            <a:extLst xmlns:a="http://schemas.openxmlformats.org/drawingml/2006/main">
              <a:ext uri="{FF2B5EF4-FFF2-40B4-BE49-F238E27FC236}">
                <a16:creationId xmlns:a16="http://schemas.microsoft.com/office/drawing/2014/main" id="{8451BDA6-ACF4-43A3-8CEF-0FF7EA973D9B}"/>
              </a:ext>
            </a:extLst>
          </p:cNvPr>
          <p:cNvSpPr>
            <a:spLocks xmlns:a="http://schemas.openxmlformats.org/drawingml/2006/main" noGrp="1"/>
          </p:cNvSpPr>
          <p:nvPr/>
        </p:nvSpPr>
        <p:spPr>
          <a:xfrm xmlns:a="http://schemas.openxmlformats.org/drawingml/2006/main">
            <a:off x="800100" y="6096000"/>
            <a:ext cx="10401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825" b="1">
                <a:solidFill>
                  <a:srgbClr val="C7C7C7"/>
                </a:solidFill>
                <a:latin typeface="NanumGothic"/>
                <a:ea typeface="NanumGothic"/>
                <a:cs typeface="NanumGothic"/>
              </a:defRPr>
            </a:pPr>
            <a:r>
              <a:rPr sz="825" b="1">
                <a:solidFill>
                  <a:srgbClr val="C7C7C7"/>
                </a:solidFill>
                <a:latin typeface="NanumGothic"/>
                <a:ea typeface="NanumGothic"/>
                <a:cs typeface="NanumGothic"/>
              </a:rPr>
              <a:t>Day 2 · 한국어 회의 Agent · 7차시</a:t>
            </a:r>
          </a:p>
        </p:txBody>
      </p:sp>
    </p:spTree>
    <p:extLst>
      <p:ext uri="{BB962C8B-B14F-4D97-AF65-F5344CB8AC3E}">
        <p14:creationId xmlns:p14="http://schemas.microsoft.com/office/powerpoint/2010/main" val="594571739"/>
      </p:ext>
    </p:extLst>
  </p:cSld>
</p:sld>
</file>

<file path=ppt/slides/slide1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6AAF117-B826-455C-9067-CFBE7AE12AE2}"/>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7차시 입력과 결과</a:t>
            </a:r>
          </a:p>
        </p:txBody>
      </p:sp>
      <p:sp>
        <p:nvSpPr>
          <p:cNvPr id="2" name="">
            <a:extLst xmlns:a="http://schemas.openxmlformats.org/drawingml/2006/main">
              <a:ext uri="{FF2B5EF4-FFF2-40B4-BE49-F238E27FC236}">
                <a16:creationId xmlns:a16="http://schemas.microsoft.com/office/drawing/2014/main" id="{A60D0BD8-6690-44B3-AED9-47FF6E28F488}"/>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현재 위치</a:t>
            </a:r>
          </a:p>
        </p:txBody>
      </p:sp>
      <p:sp>
        <p:nvSpPr>
          <p:cNvPr id="3" name="">
            <a:extLst xmlns:a="http://schemas.openxmlformats.org/drawingml/2006/main">
              <a:ext uri="{FF2B5EF4-FFF2-40B4-BE49-F238E27FC236}">
                <a16:creationId xmlns:a16="http://schemas.microsoft.com/office/drawing/2014/main" id="{1F752CE2-C773-4CFF-BC04-023E360964A8}"/>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BB4E6F49-6239-4BAD-A8AD-DF3CD2E1EA4C}"/>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532A42B9-0FF4-45A8-841B-DD137C06AB9F}"/>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72A6D3A4-6652-45B3-9617-08E90804AEC0}"/>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182</a:t>
            </a:r>
          </a:p>
        </p:txBody>
      </p:sp>
      <p:sp>
        <p:nvSpPr>
          <p:cNvPr id="7" name="">
            <a:extLst xmlns:a="http://schemas.openxmlformats.org/drawingml/2006/main">
              <a:ext uri="{FF2B5EF4-FFF2-40B4-BE49-F238E27FC236}">
                <a16:creationId xmlns:a16="http://schemas.microsoft.com/office/drawing/2014/main" id="{D1CF6327-1FFE-423A-94FF-4873DED3DD5E}"/>
              </a:ext>
            </a:extLst>
          </p:cNvPr>
          <p:cNvSpPr>
            <a:spLocks xmlns:a="http://schemas.openxmlformats.org/drawingml/2006/main" noGrp="1"/>
          </p:cNvSpPr>
          <p:nvPr/>
        </p:nvSpPr>
        <p:spPr>
          <a:xfrm xmlns:a="http://schemas.openxmlformats.org/drawingml/2006/main">
            <a:off x="685800" y="17335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입력</a:t>
            </a:r>
          </a:p>
        </p:txBody>
      </p:sp>
      <p:sp>
        <p:nvSpPr>
          <p:cNvPr id="8" name="">
            <a:extLst xmlns:a="http://schemas.openxmlformats.org/drawingml/2006/main">
              <a:ext uri="{FF2B5EF4-FFF2-40B4-BE49-F238E27FC236}">
                <a16:creationId xmlns:a16="http://schemas.microsoft.com/office/drawing/2014/main" id="{9A1D3B27-7D6C-4012-A4BE-1D0910FC1EFC}"/>
              </a:ext>
            </a:extLst>
          </p:cNvPr>
          <p:cNvSpPr>
            <a:spLocks xmlns:a="http://schemas.openxmlformats.org/drawingml/2006/main" noGrp="1"/>
          </p:cNvSpPr>
          <p:nvPr/>
        </p:nvSpPr>
        <p:spPr>
          <a:xfrm xmlns:a="http://schemas.openxmlformats.org/drawingml/2006/main">
            <a:off x="1962150" y="1857375"/>
            <a:ext cx="762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2FB60386-2804-41A5-BD39-C1391EAF9276}"/>
              </a:ext>
            </a:extLst>
          </p:cNvPr>
          <p:cNvSpPr>
            <a:spLocks xmlns:a="http://schemas.openxmlformats.org/drawingml/2006/main" noGrp="1"/>
          </p:cNvSpPr>
          <p:nvPr/>
        </p:nvSpPr>
        <p:spPr>
          <a:xfrm xmlns:a="http://schemas.openxmlformats.org/drawingml/2006/main">
            <a:off x="3009900" y="15621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0">
                <a:solidFill>
                  <a:srgbClr val="191919"/>
                </a:solidFill>
                <a:latin typeface="NanumGothic"/>
                <a:ea typeface="NanumGothic"/>
                <a:cs typeface="NanumGothic"/>
              </a:defRPr>
            </a:pPr>
            <a:r>
              <a:rPr sz="1875" b="0">
                <a:solidFill>
                  <a:srgbClr val="191919"/>
                </a:solidFill>
                <a:latin typeface="NanumGothic"/>
                <a:ea typeface="NanumGothic"/>
                <a:cs typeface="NanumGothic"/>
              </a:rPr>
              <a:t>meeting_brief.json</a:t>
            </a:r>
          </a:p>
        </p:txBody>
      </p:sp>
      <p:sp>
        <p:nvSpPr>
          <p:cNvPr id="10" name="">
            <a:extLst xmlns:a="http://schemas.openxmlformats.org/drawingml/2006/main">
              <a:ext uri="{FF2B5EF4-FFF2-40B4-BE49-F238E27FC236}">
                <a16:creationId xmlns:a16="http://schemas.microsoft.com/office/drawing/2014/main" id="{8D4A850A-E68F-4E2E-B7B0-8DA209E48C44}"/>
              </a:ext>
            </a:extLst>
          </p:cNvPr>
          <p:cNvSpPr>
            <a:spLocks xmlns:a="http://schemas.openxmlformats.org/drawingml/2006/main" noGrp="1"/>
          </p:cNvSpPr>
          <p:nvPr/>
        </p:nvSpPr>
        <p:spPr>
          <a:xfrm xmlns:a="http://schemas.openxmlformats.org/drawingml/2006/main">
            <a:off x="685800" y="28003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이번 차시</a:t>
            </a:r>
          </a:p>
        </p:txBody>
      </p:sp>
      <p:sp>
        <p:nvSpPr>
          <p:cNvPr id="11" name="">
            <a:extLst xmlns:a="http://schemas.openxmlformats.org/drawingml/2006/main">
              <a:ext uri="{FF2B5EF4-FFF2-40B4-BE49-F238E27FC236}">
                <a16:creationId xmlns:a16="http://schemas.microsoft.com/office/drawing/2014/main" id="{D9E5503B-713B-44DC-86B6-CBD73C1F49E6}"/>
              </a:ext>
            </a:extLst>
          </p:cNvPr>
          <p:cNvSpPr>
            <a:spLocks xmlns:a="http://schemas.openxmlformats.org/drawingml/2006/main" noGrp="1"/>
          </p:cNvSpPr>
          <p:nvPr/>
        </p:nvSpPr>
        <p:spPr>
          <a:xfrm xmlns:a="http://schemas.openxmlformats.org/drawingml/2006/main">
            <a:off x="1962150" y="2924175"/>
            <a:ext cx="76200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2" name="">
            <a:extLst xmlns:a="http://schemas.openxmlformats.org/drawingml/2006/main">
              <a:ext uri="{FF2B5EF4-FFF2-40B4-BE49-F238E27FC236}">
                <a16:creationId xmlns:a16="http://schemas.microsoft.com/office/drawing/2014/main" id="{7EEFC717-D02A-413A-A7EB-4689E30F473A}"/>
              </a:ext>
            </a:extLst>
          </p:cNvPr>
          <p:cNvSpPr>
            <a:spLocks xmlns:a="http://schemas.openxmlformats.org/drawingml/2006/main" noGrp="1"/>
          </p:cNvSpPr>
          <p:nvPr/>
        </p:nvSpPr>
        <p:spPr>
          <a:xfrm xmlns:a="http://schemas.openxmlformats.org/drawingml/2006/main">
            <a:off x="3009900" y="26289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1">
                <a:solidFill>
                  <a:srgbClr val="191919"/>
                </a:solidFill>
                <a:latin typeface="NanumGothic"/>
                <a:ea typeface="NanumGothic"/>
                <a:cs typeface="NanumGothic"/>
              </a:defRPr>
            </a:pPr>
            <a:r>
              <a:rPr sz="1875" b="1">
                <a:solidFill>
                  <a:srgbClr val="191919"/>
                </a:solidFill>
                <a:latin typeface="NanumGothic"/>
                <a:ea typeface="NanumGothic"/>
                <a:cs typeface="NanumGothic"/>
              </a:rPr>
              <a:t>Action Item 근거 검증</a:t>
            </a:r>
          </a:p>
        </p:txBody>
      </p:sp>
      <p:sp>
        <p:nvSpPr>
          <p:cNvPr id="13" name="">
            <a:extLst xmlns:a="http://schemas.openxmlformats.org/drawingml/2006/main">
              <a:ext uri="{FF2B5EF4-FFF2-40B4-BE49-F238E27FC236}">
                <a16:creationId xmlns:a16="http://schemas.microsoft.com/office/drawing/2014/main" id="{B4E4A44B-E952-40DA-BBB1-B363A77F4231}"/>
              </a:ext>
            </a:extLst>
          </p:cNvPr>
          <p:cNvSpPr>
            <a:spLocks xmlns:a="http://schemas.openxmlformats.org/drawingml/2006/main" noGrp="1"/>
          </p:cNvSpPr>
          <p:nvPr/>
        </p:nvSpPr>
        <p:spPr>
          <a:xfrm xmlns:a="http://schemas.openxmlformats.org/drawingml/2006/main">
            <a:off x="685800" y="38671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결과</a:t>
            </a:r>
          </a:p>
        </p:txBody>
      </p:sp>
      <p:sp>
        <p:nvSpPr>
          <p:cNvPr id="14" name="">
            <a:extLst xmlns:a="http://schemas.openxmlformats.org/drawingml/2006/main">
              <a:ext uri="{FF2B5EF4-FFF2-40B4-BE49-F238E27FC236}">
                <a16:creationId xmlns:a16="http://schemas.microsoft.com/office/drawing/2014/main" id="{A54E8E6A-721C-43B6-B163-58748F516977}"/>
              </a:ext>
            </a:extLst>
          </p:cNvPr>
          <p:cNvSpPr>
            <a:spLocks xmlns:a="http://schemas.openxmlformats.org/drawingml/2006/main" noGrp="1"/>
          </p:cNvSpPr>
          <p:nvPr/>
        </p:nvSpPr>
        <p:spPr>
          <a:xfrm xmlns:a="http://schemas.openxmlformats.org/drawingml/2006/main">
            <a:off x="1962150" y="3990975"/>
            <a:ext cx="762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16DD1115-A2BA-42E5-B1ED-C6C58FE9CFCF}"/>
              </a:ext>
            </a:extLst>
          </p:cNvPr>
          <p:cNvSpPr>
            <a:spLocks xmlns:a="http://schemas.openxmlformats.org/drawingml/2006/main" noGrp="1"/>
          </p:cNvSpPr>
          <p:nvPr/>
        </p:nvSpPr>
        <p:spPr>
          <a:xfrm xmlns:a="http://schemas.openxmlformats.org/drawingml/2006/main">
            <a:off x="3009900" y="36957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0">
                <a:solidFill>
                  <a:srgbClr val="191919"/>
                </a:solidFill>
                <a:latin typeface="NanumGothic"/>
                <a:ea typeface="NanumGothic"/>
                <a:cs typeface="NanumGothic"/>
              </a:defRPr>
            </a:pPr>
            <a:r>
              <a:rPr sz="1875" b="0">
                <a:solidFill>
                  <a:srgbClr val="191919"/>
                </a:solidFill>
                <a:latin typeface="NanumGothic"/>
                <a:ea typeface="NanumGothic"/>
                <a:cs typeface="NanumGothic"/>
              </a:rPr>
              <a:t>validated_meeting_brief.json</a:t>
            </a:r>
          </a:p>
        </p:txBody>
      </p:sp>
      <p:sp>
        <p:nvSpPr>
          <p:cNvPr id="16" name="">
            <a:extLst xmlns:a="http://schemas.openxmlformats.org/drawingml/2006/main">
              <a:ext uri="{FF2B5EF4-FFF2-40B4-BE49-F238E27FC236}">
                <a16:creationId xmlns:a16="http://schemas.microsoft.com/office/drawing/2014/main" id="{6C5C81EF-786D-4ECF-90B1-8E608131F00B}"/>
              </a:ext>
            </a:extLst>
          </p:cNvPr>
          <p:cNvSpPr>
            <a:spLocks xmlns:a="http://schemas.openxmlformats.org/drawingml/2006/main" noGrp="1"/>
          </p:cNvSpPr>
          <p:nvPr/>
        </p:nvSpPr>
        <p:spPr>
          <a:xfrm xmlns:a="http://schemas.openxmlformats.org/drawingml/2006/main">
            <a:off x="685800" y="4933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다음 연결</a:t>
            </a:r>
          </a:p>
        </p:txBody>
      </p:sp>
      <p:sp>
        <p:nvSpPr>
          <p:cNvPr id="17" name="">
            <a:extLst xmlns:a="http://schemas.openxmlformats.org/drawingml/2006/main">
              <a:ext uri="{FF2B5EF4-FFF2-40B4-BE49-F238E27FC236}">
                <a16:creationId xmlns:a16="http://schemas.microsoft.com/office/drawing/2014/main" id="{17321983-7D07-4564-984B-EFEAB2C4C5C0}"/>
              </a:ext>
            </a:extLst>
          </p:cNvPr>
          <p:cNvSpPr>
            <a:spLocks xmlns:a="http://schemas.openxmlformats.org/drawingml/2006/main" noGrp="1"/>
          </p:cNvSpPr>
          <p:nvPr/>
        </p:nvSpPr>
        <p:spPr>
          <a:xfrm xmlns:a="http://schemas.openxmlformats.org/drawingml/2006/main">
            <a:off x="1962150" y="5057775"/>
            <a:ext cx="762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7A696B75-4978-47D1-99E6-9965D78C4A47}"/>
              </a:ext>
            </a:extLst>
          </p:cNvPr>
          <p:cNvSpPr>
            <a:spLocks xmlns:a="http://schemas.openxmlformats.org/drawingml/2006/main" noGrp="1"/>
          </p:cNvSpPr>
          <p:nvPr/>
        </p:nvSpPr>
        <p:spPr>
          <a:xfrm xmlns:a="http://schemas.openxmlformats.org/drawingml/2006/main">
            <a:off x="3009900" y="47625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0">
                <a:solidFill>
                  <a:srgbClr val="191919"/>
                </a:solidFill>
                <a:latin typeface="NanumGothic"/>
                <a:ea typeface="NanumGothic"/>
                <a:cs typeface="NanumGothic"/>
              </a:defRPr>
            </a:pPr>
            <a:r>
              <a:rPr sz="1875" b="0">
                <a:solidFill>
                  <a:srgbClr val="191919"/>
                </a:solidFill>
                <a:latin typeface="NanumGothic"/>
                <a:ea typeface="NanumGothic"/>
                <a:cs typeface="NanumGothic"/>
              </a:rPr>
              <a:t>도메인별 Golden Set</a:t>
            </a:r>
          </a:p>
        </p:txBody>
      </p:sp>
    </p:spTree>
    <p:extLst>
      <p:ext uri="{BB962C8B-B14F-4D97-AF65-F5344CB8AC3E}">
        <p14:creationId xmlns:p14="http://schemas.microsoft.com/office/powerpoint/2010/main" val="1232562262"/>
      </p:ext>
    </p:extLst>
  </p:cSld>
</p:sld>
</file>

<file path=ppt/slides/slide1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37E9BFD-33EA-421B-A00E-7016A5C85E6E}"/>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필요성</a:t>
            </a:r>
          </a:p>
        </p:txBody>
      </p:sp>
      <p:sp>
        <p:nvSpPr>
          <p:cNvPr id="2" name="">
            <a:extLst xmlns:a="http://schemas.openxmlformats.org/drawingml/2006/main">
              <a:ext uri="{FF2B5EF4-FFF2-40B4-BE49-F238E27FC236}">
                <a16:creationId xmlns:a16="http://schemas.microsoft.com/office/drawing/2014/main" id="{239C9B09-CAAD-4897-B8F5-C96CBB03D31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A2333349-464A-4222-B0FD-6880628EA202}"/>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5D504B57-9154-432E-B783-AD5AB6805151}"/>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5" name="">
            <a:extLst xmlns:a="http://schemas.openxmlformats.org/drawingml/2006/main">
              <a:ext uri="{FF2B5EF4-FFF2-40B4-BE49-F238E27FC236}">
                <a16:creationId xmlns:a16="http://schemas.microsoft.com/office/drawing/2014/main" id="{F3C3F0C6-5820-44DA-8410-358B4FD0285E}"/>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183</a:t>
            </a:r>
          </a:p>
        </p:txBody>
      </p:sp>
      <p:sp>
        <p:nvSpPr>
          <p:cNvPr id="6" name="">
            <a:extLst xmlns:a="http://schemas.openxmlformats.org/drawingml/2006/main">
              <a:ext uri="{FF2B5EF4-FFF2-40B4-BE49-F238E27FC236}">
                <a16:creationId xmlns:a16="http://schemas.microsoft.com/office/drawing/2014/main" id="{DAFE7FEF-DFD6-4541-8CF4-39A052E60244}"/>
              </a:ext>
            </a:extLst>
          </p:cNvPr>
          <p:cNvSpPr>
            <a:spLocks xmlns:a="http://schemas.openxmlformats.org/drawingml/2006/main" noGrp="1"/>
          </p:cNvSpPr>
          <p:nvPr/>
        </p:nvSpPr>
        <p:spPr>
          <a:xfrm xmlns:a="http://schemas.openxmlformats.org/drawingml/2006/main">
            <a:off x="762000" y="1733550"/>
            <a:ext cx="9906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325" b="1">
                <a:solidFill>
                  <a:srgbClr val="191919"/>
                </a:solidFill>
                <a:latin typeface="NanumGothic"/>
                <a:ea typeface="NanumGothic"/>
                <a:cs typeface="NanumGothic"/>
              </a:defRPr>
            </a:pPr>
            <a:r>
              <a:rPr sz="2325" b="1">
                <a:solidFill>
                  <a:srgbClr val="191919"/>
                </a:solidFill>
                <a:latin typeface="NanumGothic"/>
                <a:ea typeface="NanumGothic"/>
                <a:cs typeface="NanumGothic"/>
              </a:rPr>
              <a:t>담당자와 기한을 잘못 붙이면 회의 자동화가 오히려 조정 비용을 만든다.</a:t>
            </a:r>
          </a:p>
        </p:txBody>
      </p:sp>
      <p:sp>
        <p:nvSpPr>
          <p:cNvPr id="7" name="">
            <a:extLst xmlns:a="http://schemas.openxmlformats.org/drawingml/2006/main">
              <a:ext uri="{FF2B5EF4-FFF2-40B4-BE49-F238E27FC236}">
                <a16:creationId xmlns:a16="http://schemas.microsoft.com/office/drawing/2014/main" id="{35C41480-A9AD-4127-AA02-529207DC2545}"/>
              </a:ext>
            </a:extLst>
          </p:cNvPr>
          <p:cNvSpPr>
            <a:spLocks xmlns:a="http://schemas.openxmlformats.org/drawingml/2006/main" noGrp="1"/>
          </p:cNvSpPr>
          <p:nvPr/>
        </p:nvSpPr>
        <p:spPr>
          <a:xfrm xmlns:a="http://schemas.openxmlformats.org/drawingml/2006/main">
            <a:off x="1143000" y="2857500"/>
            <a:ext cx="914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1650" b="0">
                <a:solidFill>
                  <a:srgbClr val="555555"/>
                </a:solidFill>
                <a:latin typeface="NanumGothic"/>
                <a:ea typeface="NanumGothic"/>
                <a:cs typeface="NanumGothic"/>
              </a:defRPr>
            </a:pPr>
            <a:r>
              <a:rPr sz="1650" b="0">
                <a:solidFill>
                  <a:srgbClr val="555555"/>
                </a:solidFill>
                <a:latin typeface="NanumGothic"/>
                <a:ea typeface="NanumGothic"/>
                <a:cs typeface="NanumGothic"/>
              </a:rPr>
              <a:t>결정 추출에서 validated_meeting_brief.json까지, 가장 먼저 고정할 판단은 무엇인가</a:t>
            </a:r>
          </a:p>
        </p:txBody>
      </p:sp>
      <p:sp>
        <p:nvSpPr>
          <p:cNvPr id="8" name="">
            <a:extLst xmlns:a="http://schemas.openxmlformats.org/drawingml/2006/main">
              <a:ext uri="{FF2B5EF4-FFF2-40B4-BE49-F238E27FC236}">
                <a16:creationId xmlns:a16="http://schemas.microsoft.com/office/drawing/2014/main" id="{E98E884B-B1A5-4025-B22B-7ED19167F1F5}"/>
              </a:ext>
            </a:extLst>
          </p:cNvPr>
          <p:cNvSpPr>
            <a:spLocks xmlns:a="http://schemas.openxmlformats.org/drawingml/2006/main" noGrp="1"/>
          </p:cNvSpPr>
          <p:nvPr/>
        </p:nvSpPr>
        <p:spPr>
          <a:xfrm xmlns:a="http://schemas.openxmlformats.org/drawingml/2006/main">
            <a:off x="3657600" y="3581400"/>
            <a:ext cx="487680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9" name="">
            <a:extLst xmlns:a="http://schemas.openxmlformats.org/drawingml/2006/main">
              <a:ext uri="{FF2B5EF4-FFF2-40B4-BE49-F238E27FC236}">
                <a16:creationId xmlns:a16="http://schemas.microsoft.com/office/drawing/2014/main" id="{6E25659B-4608-4012-8E90-ED2DAA528972}"/>
              </a:ext>
            </a:extLst>
          </p:cNvPr>
          <p:cNvSpPr>
            <a:spLocks xmlns:a="http://schemas.openxmlformats.org/drawingml/2006/main" noGrp="1"/>
          </p:cNvSpPr>
          <p:nvPr/>
        </p:nvSpPr>
        <p:spPr>
          <a:xfrm xmlns:a="http://schemas.openxmlformats.org/drawingml/2006/main">
            <a:off x="1714500" y="3981450"/>
            <a:ext cx="876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425" b="1">
                <a:solidFill>
                  <a:srgbClr val="555555"/>
                </a:solidFill>
                <a:latin typeface="NanumGothic"/>
                <a:ea typeface="NanumGothic"/>
                <a:cs typeface="NanumGothic"/>
              </a:defRPr>
            </a:pPr>
            <a:r>
              <a:rPr sz="1425" b="1">
                <a:solidFill>
                  <a:srgbClr val="555555"/>
                </a:solidFill>
                <a:latin typeface="NanumGothic"/>
                <a:ea typeface="NanumGothic"/>
                <a:cs typeface="NanumGothic"/>
              </a:rPr>
              <a:t>이번 차시의 확인 결과: validated_meeting_brief.json</a:t>
            </a:r>
          </a:p>
        </p:txBody>
      </p:sp>
    </p:spTree>
    <p:extLst>
      <p:ext uri="{BB962C8B-B14F-4D97-AF65-F5344CB8AC3E}">
        <p14:creationId xmlns:p14="http://schemas.microsoft.com/office/powerpoint/2010/main" val="233846735"/>
      </p:ext>
    </p:extLst>
  </p:cSld>
</p:sld>
</file>

<file path=ppt/slides/slide1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E43AA81-8410-456E-81F7-283F4789932C}"/>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학습 결과</a:t>
            </a:r>
          </a:p>
        </p:txBody>
      </p:sp>
      <p:sp>
        <p:nvSpPr>
          <p:cNvPr id="2" name="">
            <a:extLst xmlns:a="http://schemas.openxmlformats.org/drawingml/2006/main">
              <a:ext uri="{FF2B5EF4-FFF2-40B4-BE49-F238E27FC236}">
                <a16:creationId xmlns:a16="http://schemas.microsoft.com/office/drawing/2014/main" id="{14DAFECF-F90C-49CA-A4B1-73B9E6CA133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4B65991D-82EF-4CF8-A1D3-2C8C36617774}"/>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067C57FE-36AD-4929-9441-6850DF35744B}"/>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5" name="">
            <a:extLst xmlns:a="http://schemas.openxmlformats.org/drawingml/2006/main">
              <a:ext uri="{FF2B5EF4-FFF2-40B4-BE49-F238E27FC236}">
                <a16:creationId xmlns:a16="http://schemas.microsoft.com/office/drawing/2014/main" id="{17B3BBF0-F760-4640-9DD8-DDD462DEA15E}"/>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184</a:t>
            </a:r>
          </a:p>
        </p:txBody>
      </p:sp>
      <p:sp>
        <p:nvSpPr>
          <p:cNvPr id="6" name="">
            <a:extLst xmlns:a="http://schemas.openxmlformats.org/drawingml/2006/main">
              <a:ext uri="{FF2B5EF4-FFF2-40B4-BE49-F238E27FC236}">
                <a16:creationId xmlns:a16="http://schemas.microsoft.com/office/drawing/2014/main" id="{BF4FF88F-D203-4690-ABF6-DE87A3B29EF8}"/>
              </a:ext>
            </a:extLst>
          </p:cNvPr>
          <p:cNvSpPr>
            <a:spLocks xmlns:a="http://schemas.openxmlformats.org/drawingml/2006/main" noGrp="1"/>
          </p:cNvSpPr>
          <p:nvPr/>
        </p:nvSpPr>
        <p:spPr>
          <a:xfrm xmlns:a="http://schemas.openxmlformats.org/drawingml/2006/main">
            <a:off x="914400" y="1847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F4C1F66C-8887-455F-A176-CDA585AEF327}"/>
              </a:ext>
            </a:extLst>
          </p:cNvPr>
          <p:cNvSpPr>
            <a:spLocks xmlns:a="http://schemas.openxmlformats.org/drawingml/2006/main" noGrp="1"/>
          </p:cNvSpPr>
          <p:nvPr/>
        </p:nvSpPr>
        <p:spPr>
          <a:xfrm xmlns:a="http://schemas.openxmlformats.org/drawingml/2006/main">
            <a:off x="1352550" y="1971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1184B839-61BD-4C15-879C-273873A27928}"/>
              </a:ext>
            </a:extLst>
          </p:cNvPr>
          <p:cNvSpPr>
            <a:spLocks xmlns:a="http://schemas.openxmlformats.org/drawingml/2006/main" noGrp="1"/>
          </p:cNvSpPr>
          <p:nvPr/>
        </p:nvSpPr>
        <p:spPr>
          <a:xfrm xmlns:a="http://schemas.openxmlformats.org/drawingml/2006/main">
            <a:off x="1828800" y="18097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모든 결정과 할 일을 원문 segment ID에 연결한다.</a:t>
            </a:r>
          </a:p>
        </p:txBody>
      </p:sp>
      <p:sp>
        <p:nvSpPr>
          <p:cNvPr id="9" name="">
            <a:extLst xmlns:a="http://schemas.openxmlformats.org/drawingml/2006/main">
              <a:ext uri="{FF2B5EF4-FFF2-40B4-BE49-F238E27FC236}">
                <a16:creationId xmlns:a16="http://schemas.microsoft.com/office/drawing/2014/main" id="{E723D5F4-CA7D-40BC-8D1D-A3FBA325198B}"/>
              </a:ext>
            </a:extLst>
          </p:cNvPr>
          <p:cNvSpPr>
            <a:spLocks xmlns:a="http://schemas.openxmlformats.org/drawingml/2006/main" noGrp="1"/>
          </p:cNvSpPr>
          <p:nvPr/>
        </p:nvSpPr>
        <p:spPr>
          <a:xfrm xmlns:a="http://schemas.openxmlformats.org/drawingml/2006/main">
            <a:off x="914400" y="3009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0" name="">
            <a:extLst xmlns:a="http://schemas.openxmlformats.org/drawingml/2006/main">
              <a:ext uri="{FF2B5EF4-FFF2-40B4-BE49-F238E27FC236}">
                <a16:creationId xmlns:a16="http://schemas.microsoft.com/office/drawing/2014/main" id="{470C9A43-8D9D-407E-B083-5FDDEB76CD3B}"/>
              </a:ext>
            </a:extLst>
          </p:cNvPr>
          <p:cNvSpPr>
            <a:spLocks xmlns:a="http://schemas.openxmlformats.org/drawingml/2006/main" noGrp="1"/>
          </p:cNvSpPr>
          <p:nvPr/>
        </p:nvSpPr>
        <p:spPr>
          <a:xfrm xmlns:a="http://schemas.openxmlformats.org/drawingml/2006/main">
            <a:off x="1352550" y="3133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60064C7F-2D02-49BC-B783-7047C1CCEC89}"/>
              </a:ext>
            </a:extLst>
          </p:cNvPr>
          <p:cNvSpPr>
            <a:spLocks xmlns:a="http://schemas.openxmlformats.org/drawingml/2006/main" noGrp="1"/>
          </p:cNvSpPr>
          <p:nvPr/>
        </p:nvSpPr>
        <p:spPr>
          <a:xfrm xmlns:a="http://schemas.openxmlformats.org/drawingml/2006/main">
            <a:off x="1828800" y="297180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evidence ID가 존재하지만 실제 문장과 의미가 맞지 않는다. 왜 위험한지 설명한다.</a:t>
            </a:r>
          </a:p>
        </p:txBody>
      </p:sp>
      <p:sp>
        <p:nvSpPr>
          <p:cNvPr id="12" name="">
            <a:extLst xmlns:a="http://schemas.openxmlformats.org/drawingml/2006/main">
              <a:ext uri="{FF2B5EF4-FFF2-40B4-BE49-F238E27FC236}">
                <a16:creationId xmlns:a16="http://schemas.microsoft.com/office/drawing/2014/main" id="{1A8FB2FE-1205-4E51-8749-17F8078786DD}"/>
              </a:ext>
            </a:extLst>
          </p:cNvPr>
          <p:cNvSpPr>
            <a:spLocks xmlns:a="http://schemas.openxmlformats.org/drawingml/2006/main" noGrp="1"/>
          </p:cNvSpPr>
          <p:nvPr/>
        </p:nvSpPr>
        <p:spPr>
          <a:xfrm xmlns:a="http://schemas.openxmlformats.org/drawingml/2006/main">
            <a:off x="914400" y="41719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3" name="">
            <a:extLst xmlns:a="http://schemas.openxmlformats.org/drawingml/2006/main">
              <a:ext uri="{FF2B5EF4-FFF2-40B4-BE49-F238E27FC236}">
                <a16:creationId xmlns:a16="http://schemas.microsoft.com/office/drawing/2014/main" id="{8923CD17-7E9B-4319-9101-7FF2E8FAF6E6}"/>
              </a:ext>
            </a:extLst>
          </p:cNvPr>
          <p:cNvSpPr>
            <a:spLocks xmlns:a="http://schemas.openxmlformats.org/drawingml/2006/main" noGrp="1"/>
          </p:cNvSpPr>
          <p:nvPr/>
        </p:nvSpPr>
        <p:spPr>
          <a:xfrm xmlns:a="http://schemas.openxmlformats.org/drawingml/2006/main">
            <a:off x="1352550" y="42957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A5D05136-A02C-432B-B6E0-CE09E78CED64}"/>
              </a:ext>
            </a:extLst>
          </p:cNvPr>
          <p:cNvSpPr>
            <a:spLocks xmlns:a="http://schemas.openxmlformats.org/drawingml/2006/main" noGrp="1"/>
          </p:cNvSpPr>
          <p:nvPr/>
        </p:nvSpPr>
        <p:spPr>
          <a:xfrm xmlns:a="http://schemas.openxmlformats.org/drawingml/2006/main">
            <a:off x="1828800" y="41338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validated_meeting_brief.json에서 정상과 실패 상태를 직접 확인한다.</a:t>
            </a:r>
          </a:p>
        </p:txBody>
      </p:sp>
    </p:spTree>
    <p:extLst>
      <p:ext uri="{BB962C8B-B14F-4D97-AF65-F5344CB8AC3E}">
        <p14:creationId xmlns:p14="http://schemas.microsoft.com/office/powerpoint/2010/main" val="1440910114"/>
      </p:ext>
    </p:extLst>
  </p:cSld>
</p:sld>
</file>

<file path=ppt/slides/slide1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40B38C5-A1D6-4C59-ACDE-F84DA80C2F86}"/>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용어</a:t>
            </a:r>
          </a:p>
        </p:txBody>
      </p:sp>
      <p:sp>
        <p:nvSpPr>
          <p:cNvPr id="2" name="">
            <a:extLst xmlns:a="http://schemas.openxmlformats.org/drawingml/2006/main">
              <a:ext uri="{FF2B5EF4-FFF2-40B4-BE49-F238E27FC236}">
                <a16:creationId xmlns:a16="http://schemas.microsoft.com/office/drawing/2014/main" id="{CDFD895D-2870-4463-ADD2-F9719E69322C}"/>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용어 풀이</a:t>
            </a:r>
          </a:p>
        </p:txBody>
      </p:sp>
      <p:sp>
        <p:nvSpPr>
          <p:cNvPr id="3" name="">
            <a:extLst xmlns:a="http://schemas.openxmlformats.org/drawingml/2006/main">
              <a:ext uri="{FF2B5EF4-FFF2-40B4-BE49-F238E27FC236}">
                <a16:creationId xmlns:a16="http://schemas.microsoft.com/office/drawing/2014/main" id="{D48032CA-AC49-44C4-9EE3-E638F3F3654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4FACAEA1-050D-449A-9EDF-17D1483E7028}"/>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D397B430-413D-4833-98EE-3EB98712A1AE}"/>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812A170C-EAF3-495E-BF5D-DC3839D2AECF}"/>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185</a:t>
            </a:r>
          </a:p>
        </p:txBody>
      </p:sp>
      <p:sp>
        <p:nvSpPr>
          <p:cNvPr id="7" name="">
            <a:extLst xmlns:a="http://schemas.openxmlformats.org/drawingml/2006/main">
              <a:ext uri="{FF2B5EF4-FFF2-40B4-BE49-F238E27FC236}">
                <a16:creationId xmlns:a16="http://schemas.microsoft.com/office/drawing/2014/main" id="{C00F84C9-CA19-4F9A-B4DE-324570FCAF32}"/>
              </a:ext>
            </a:extLst>
          </p:cNvPr>
          <p:cNvSpPr>
            <a:spLocks xmlns:a="http://schemas.openxmlformats.org/drawingml/2006/main" noGrp="1"/>
          </p:cNvSpPr>
          <p:nvPr/>
        </p:nvSpPr>
        <p:spPr>
          <a:xfrm xmlns:a="http://schemas.openxmlformats.org/drawingml/2006/main">
            <a:off x="762000" y="1504950"/>
            <a:ext cx="2476500" cy="8572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8" name="">
            <a:extLst xmlns:a="http://schemas.openxmlformats.org/drawingml/2006/main">
              <a:ext uri="{FF2B5EF4-FFF2-40B4-BE49-F238E27FC236}">
                <a16:creationId xmlns:a16="http://schemas.microsoft.com/office/drawing/2014/main" id="{21851FA5-29BC-47EA-AAD8-F83CD3FCB5FA}"/>
              </a:ext>
            </a:extLst>
          </p:cNvPr>
          <p:cNvSpPr>
            <a:spLocks xmlns:a="http://schemas.openxmlformats.org/drawingml/2006/main" noGrp="1"/>
          </p:cNvSpPr>
          <p:nvPr/>
        </p:nvSpPr>
        <p:spPr>
          <a:xfrm xmlns:a="http://schemas.openxmlformats.org/drawingml/2006/main">
            <a:off x="933450" y="16764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용어</a:t>
            </a:r>
          </a:p>
        </p:txBody>
      </p:sp>
      <p:sp>
        <p:nvSpPr>
          <p:cNvPr id="9" name="">
            <a:extLst xmlns:a="http://schemas.openxmlformats.org/drawingml/2006/main">
              <a:ext uri="{FF2B5EF4-FFF2-40B4-BE49-F238E27FC236}">
                <a16:creationId xmlns:a16="http://schemas.microsoft.com/office/drawing/2014/main" id="{AB82F4B3-2F34-40B5-BBF3-E37B6E8E2720}"/>
              </a:ext>
            </a:extLst>
          </p:cNvPr>
          <p:cNvSpPr>
            <a:spLocks xmlns:a="http://schemas.openxmlformats.org/drawingml/2006/main" noGrp="1"/>
          </p:cNvSpPr>
          <p:nvPr/>
        </p:nvSpPr>
        <p:spPr>
          <a:xfrm xmlns:a="http://schemas.openxmlformats.org/drawingml/2006/main">
            <a:off x="3238500" y="1504950"/>
            <a:ext cx="7810500" cy="8572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0" name="">
            <a:extLst xmlns:a="http://schemas.openxmlformats.org/drawingml/2006/main">
              <a:ext uri="{FF2B5EF4-FFF2-40B4-BE49-F238E27FC236}">
                <a16:creationId xmlns:a16="http://schemas.microsoft.com/office/drawing/2014/main" id="{6FD5550A-6E99-4FDD-8AD6-2E2EF2875F74}"/>
              </a:ext>
            </a:extLst>
          </p:cNvPr>
          <p:cNvSpPr>
            <a:spLocks xmlns:a="http://schemas.openxmlformats.org/drawingml/2006/main" noGrp="1"/>
          </p:cNvSpPr>
          <p:nvPr/>
        </p:nvSpPr>
        <p:spPr>
          <a:xfrm xmlns:a="http://schemas.openxmlformats.org/drawingml/2006/main">
            <a:off x="3409950" y="16764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이 수업에서 쓰는 뜻</a:t>
            </a:r>
          </a:p>
        </p:txBody>
      </p:sp>
      <p:sp>
        <p:nvSpPr>
          <p:cNvPr id="11" name="">
            <a:extLst xmlns:a="http://schemas.openxmlformats.org/drawingml/2006/main">
              <a:ext uri="{FF2B5EF4-FFF2-40B4-BE49-F238E27FC236}">
                <a16:creationId xmlns:a16="http://schemas.microsoft.com/office/drawing/2014/main" id="{517A0AC6-A991-401E-8749-C12879823E86}"/>
              </a:ext>
            </a:extLst>
          </p:cNvPr>
          <p:cNvSpPr>
            <a:spLocks xmlns:a="http://schemas.openxmlformats.org/drawingml/2006/main" noGrp="1"/>
          </p:cNvSpPr>
          <p:nvPr/>
        </p:nvSpPr>
        <p:spPr>
          <a:xfrm xmlns:a="http://schemas.openxmlformats.org/drawingml/2006/main">
            <a:off x="762000" y="2362200"/>
            <a:ext cx="2476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536D522C-BEE0-49D2-8ED3-B49E1CE538CB}"/>
              </a:ext>
            </a:extLst>
          </p:cNvPr>
          <p:cNvSpPr>
            <a:spLocks xmlns:a="http://schemas.openxmlformats.org/drawingml/2006/main" noGrp="1"/>
          </p:cNvSpPr>
          <p:nvPr/>
        </p:nvSpPr>
        <p:spPr>
          <a:xfrm xmlns:a="http://schemas.openxmlformats.org/drawingml/2006/main">
            <a:off x="933450" y="253365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Evidence</a:t>
            </a:r>
          </a:p>
        </p:txBody>
      </p:sp>
      <p:sp>
        <p:nvSpPr>
          <p:cNvPr id="13" name="">
            <a:extLst xmlns:a="http://schemas.openxmlformats.org/drawingml/2006/main">
              <a:ext uri="{FF2B5EF4-FFF2-40B4-BE49-F238E27FC236}">
                <a16:creationId xmlns:a16="http://schemas.microsoft.com/office/drawing/2014/main" id="{E45708DB-CD3A-4200-9C5D-3E4B0A4C9CB5}"/>
              </a:ext>
            </a:extLst>
          </p:cNvPr>
          <p:cNvSpPr>
            <a:spLocks xmlns:a="http://schemas.openxmlformats.org/drawingml/2006/main" noGrp="1"/>
          </p:cNvSpPr>
          <p:nvPr/>
        </p:nvSpPr>
        <p:spPr>
          <a:xfrm xmlns:a="http://schemas.openxmlformats.org/drawingml/2006/main">
            <a:off x="3238500" y="2362200"/>
            <a:ext cx="7810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A2E725E2-D1F7-4EE3-B4E8-3F47AC22A31D}"/>
              </a:ext>
            </a:extLst>
          </p:cNvPr>
          <p:cNvSpPr>
            <a:spLocks xmlns:a="http://schemas.openxmlformats.org/drawingml/2006/main" noGrp="1"/>
          </p:cNvSpPr>
          <p:nvPr/>
        </p:nvSpPr>
        <p:spPr>
          <a:xfrm xmlns:a="http://schemas.openxmlformats.org/drawingml/2006/main">
            <a:off x="3409950" y="253365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결과를 뒷받침하는 원문 구간</a:t>
            </a:r>
          </a:p>
        </p:txBody>
      </p:sp>
      <p:sp>
        <p:nvSpPr>
          <p:cNvPr id="15" name="">
            <a:extLst xmlns:a="http://schemas.openxmlformats.org/drawingml/2006/main">
              <a:ext uri="{FF2B5EF4-FFF2-40B4-BE49-F238E27FC236}">
                <a16:creationId xmlns:a16="http://schemas.microsoft.com/office/drawing/2014/main" id="{9146D3C2-6374-4B0D-97AA-6F91BE173E5F}"/>
              </a:ext>
            </a:extLst>
          </p:cNvPr>
          <p:cNvSpPr>
            <a:spLocks xmlns:a="http://schemas.openxmlformats.org/drawingml/2006/main" noGrp="1"/>
          </p:cNvSpPr>
          <p:nvPr/>
        </p:nvSpPr>
        <p:spPr>
          <a:xfrm xmlns:a="http://schemas.openxmlformats.org/drawingml/2006/main">
            <a:off x="762000" y="3219450"/>
            <a:ext cx="2476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6" name="">
            <a:extLst xmlns:a="http://schemas.openxmlformats.org/drawingml/2006/main">
              <a:ext uri="{FF2B5EF4-FFF2-40B4-BE49-F238E27FC236}">
                <a16:creationId xmlns:a16="http://schemas.microsoft.com/office/drawing/2014/main" id="{80575BB0-AA68-4F7C-B0B1-05B454A68FC1}"/>
              </a:ext>
            </a:extLst>
          </p:cNvPr>
          <p:cNvSpPr>
            <a:spLocks xmlns:a="http://schemas.openxmlformats.org/drawingml/2006/main" noGrp="1"/>
          </p:cNvSpPr>
          <p:nvPr/>
        </p:nvSpPr>
        <p:spPr>
          <a:xfrm xmlns:a="http://schemas.openxmlformats.org/drawingml/2006/main">
            <a:off x="933450" y="33909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Grounding</a:t>
            </a:r>
          </a:p>
        </p:txBody>
      </p:sp>
      <p:sp>
        <p:nvSpPr>
          <p:cNvPr id="17" name="">
            <a:extLst xmlns:a="http://schemas.openxmlformats.org/drawingml/2006/main">
              <a:ext uri="{FF2B5EF4-FFF2-40B4-BE49-F238E27FC236}">
                <a16:creationId xmlns:a16="http://schemas.microsoft.com/office/drawing/2014/main" id="{E1A72169-61C3-4830-90B8-5EBEE7B4ABE3}"/>
              </a:ext>
            </a:extLst>
          </p:cNvPr>
          <p:cNvSpPr>
            <a:spLocks xmlns:a="http://schemas.openxmlformats.org/drawingml/2006/main" noGrp="1"/>
          </p:cNvSpPr>
          <p:nvPr/>
        </p:nvSpPr>
        <p:spPr>
          <a:xfrm xmlns:a="http://schemas.openxmlformats.org/drawingml/2006/main">
            <a:off x="3238500" y="3219450"/>
            <a:ext cx="7810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64A4C924-7BCC-4C98-A72C-F102BE271BBD}"/>
              </a:ext>
            </a:extLst>
          </p:cNvPr>
          <p:cNvSpPr>
            <a:spLocks xmlns:a="http://schemas.openxmlformats.org/drawingml/2006/main" noGrp="1"/>
          </p:cNvSpPr>
          <p:nvPr/>
        </p:nvSpPr>
        <p:spPr>
          <a:xfrm xmlns:a="http://schemas.openxmlformats.org/drawingml/2006/main">
            <a:off x="3409950" y="33909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출력 내용을 입력 근거에 묶는 것</a:t>
            </a:r>
          </a:p>
        </p:txBody>
      </p:sp>
      <p:sp>
        <p:nvSpPr>
          <p:cNvPr id="19" name="">
            <a:extLst xmlns:a="http://schemas.openxmlformats.org/drawingml/2006/main">
              <a:ext uri="{FF2B5EF4-FFF2-40B4-BE49-F238E27FC236}">
                <a16:creationId xmlns:a16="http://schemas.microsoft.com/office/drawing/2014/main" id="{70FF9E1C-C9E8-419D-9C40-84F17FADEBC7}"/>
              </a:ext>
            </a:extLst>
          </p:cNvPr>
          <p:cNvSpPr>
            <a:spLocks xmlns:a="http://schemas.openxmlformats.org/drawingml/2006/main" noGrp="1"/>
          </p:cNvSpPr>
          <p:nvPr/>
        </p:nvSpPr>
        <p:spPr>
          <a:xfrm xmlns:a="http://schemas.openxmlformats.org/drawingml/2006/main">
            <a:off x="762000" y="4076700"/>
            <a:ext cx="2476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0" name="">
            <a:extLst xmlns:a="http://schemas.openxmlformats.org/drawingml/2006/main">
              <a:ext uri="{FF2B5EF4-FFF2-40B4-BE49-F238E27FC236}">
                <a16:creationId xmlns:a16="http://schemas.microsoft.com/office/drawing/2014/main" id="{52AF998F-E660-4654-AE66-E3C64D609374}"/>
              </a:ext>
            </a:extLst>
          </p:cNvPr>
          <p:cNvSpPr>
            <a:spLocks xmlns:a="http://schemas.openxmlformats.org/drawingml/2006/main" noGrp="1"/>
          </p:cNvSpPr>
          <p:nvPr/>
        </p:nvSpPr>
        <p:spPr>
          <a:xfrm xmlns:a="http://schemas.openxmlformats.org/drawingml/2006/main">
            <a:off x="933450" y="424815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Hallucination</a:t>
            </a:r>
          </a:p>
        </p:txBody>
      </p:sp>
      <p:sp>
        <p:nvSpPr>
          <p:cNvPr id="21" name="">
            <a:extLst xmlns:a="http://schemas.openxmlformats.org/drawingml/2006/main">
              <a:ext uri="{FF2B5EF4-FFF2-40B4-BE49-F238E27FC236}">
                <a16:creationId xmlns:a16="http://schemas.microsoft.com/office/drawing/2014/main" id="{BA37F714-0C1F-4773-8D43-3FE52B648011}"/>
              </a:ext>
            </a:extLst>
          </p:cNvPr>
          <p:cNvSpPr>
            <a:spLocks xmlns:a="http://schemas.openxmlformats.org/drawingml/2006/main" noGrp="1"/>
          </p:cNvSpPr>
          <p:nvPr/>
        </p:nvSpPr>
        <p:spPr>
          <a:xfrm xmlns:a="http://schemas.openxmlformats.org/drawingml/2006/main">
            <a:off x="3238500" y="4076700"/>
            <a:ext cx="7810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FCFF3576-3F0C-4298-87B6-1A04FADD2EFC}"/>
              </a:ext>
            </a:extLst>
          </p:cNvPr>
          <p:cNvSpPr>
            <a:spLocks xmlns:a="http://schemas.openxmlformats.org/drawingml/2006/main" noGrp="1"/>
          </p:cNvSpPr>
          <p:nvPr/>
        </p:nvSpPr>
        <p:spPr>
          <a:xfrm xmlns:a="http://schemas.openxmlformats.org/drawingml/2006/main">
            <a:off x="3409950" y="424815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원문에 없는 내용을 만든 오류</a:t>
            </a:r>
          </a:p>
        </p:txBody>
      </p:sp>
      <p:sp>
        <p:nvSpPr>
          <p:cNvPr id="23" name="">
            <a:extLst xmlns:a="http://schemas.openxmlformats.org/drawingml/2006/main">
              <a:ext uri="{FF2B5EF4-FFF2-40B4-BE49-F238E27FC236}">
                <a16:creationId xmlns:a16="http://schemas.microsoft.com/office/drawing/2014/main" id="{B5E21DD0-740F-4D53-875C-CE5FE11D635F}"/>
              </a:ext>
            </a:extLst>
          </p:cNvPr>
          <p:cNvSpPr>
            <a:spLocks xmlns:a="http://schemas.openxmlformats.org/drawingml/2006/main" noGrp="1"/>
          </p:cNvSpPr>
          <p:nvPr/>
        </p:nvSpPr>
        <p:spPr>
          <a:xfrm xmlns:a="http://schemas.openxmlformats.org/drawingml/2006/main">
            <a:off x="762000" y="4933950"/>
            <a:ext cx="2476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4" name="">
            <a:extLst xmlns:a="http://schemas.openxmlformats.org/drawingml/2006/main">
              <a:ext uri="{FF2B5EF4-FFF2-40B4-BE49-F238E27FC236}">
                <a16:creationId xmlns:a16="http://schemas.microsoft.com/office/drawing/2014/main" id="{0FFCFA5E-B3BC-43A2-AB94-18702334B811}"/>
              </a:ext>
            </a:extLst>
          </p:cNvPr>
          <p:cNvSpPr>
            <a:spLocks xmlns:a="http://schemas.openxmlformats.org/drawingml/2006/main" noGrp="1"/>
          </p:cNvSpPr>
          <p:nvPr/>
        </p:nvSpPr>
        <p:spPr>
          <a:xfrm xmlns:a="http://schemas.openxmlformats.org/drawingml/2006/main">
            <a:off x="933450" y="51054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Spot check</a:t>
            </a:r>
          </a:p>
        </p:txBody>
      </p:sp>
      <p:sp>
        <p:nvSpPr>
          <p:cNvPr id="25" name="">
            <a:extLst xmlns:a="http://schemas.openxmlformats.org/drawingml/2006/main">
              <a:ext uri="{FF2B5EF4-FFF2-40B4-BE49-F238E27FC236}">
                <a16:creationId xmlns:a16="http://schemas.microsoft.com/office/drawing/2014/main" id="{4E0D6108-9E69-417A-905A-722800125217}"/>
              </a:ext>
            </a:extLst>
          </p:cNvPr>
          <p:cNvSpPr>
            <a:spLocks xmlns:a="http://schemas.openxmlformats.org/drawingml/2006/main" noGrp="1"/>
          </p:cNvSpPr>
          <p:nvPr/>
        </p:nvSpPr>
        <p:spPr>
          <a:xfrm xmlns:a="http://schemas.openxmlformats.org/drawingml/2006/main">
            <a:off x="3238500" y="4933950"/>
            <a:ext cx="7810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6" name="">
            <a:extLst xmlns:a="http://schemas.openxmlformats.org/drawingml/2006/main">
              <a:ext uri="{FF2B5EF4-FFF2-40B4-BE49-F238E27FC236}">
                <a16:creationId xmlns:a16="http://schemas.microsoft.com/office/drawing/2014/main" id="{A2562098-A14A-47FF-8398-B3AE72BB1C0B}"/>
              </a:ext>
            </a:extLst>
          </p:cNvPr>
          <p:cNvSpPr>
            <a:spLocks xmlns:a="http://schemas.openxmlformats.org/drawingml/2006/main" noGrp="1"/>
          </p:cNvSpPr>
          <p:nvPr/>
        </p:nvSpPr>
        <p:spPr>
          <a:xfrm xmlns:a="http://schemas.openxmlformats.org/drawingml/2006/main">
            <a:off x="3409950" y="51054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위험 구간만 사람이 확인</a:t>
            </a:r>
          </a:p>
        </p:txBody>
      </p:sp>
    </p:spTree>
    <p:extLst>
      <p:ext uri="{BB962C8B-B14F-4D97-AF65-F5344CB8AC3E}">
        <p14:creationId xmlns:p14="http://schemas.microsoft.com/office/powerpoint/2010/main" val="1682706551"/>
      </p:ext>
    </p:extLst>
  </p:cSld>
</p:sld>
</file>

<file path=ppt/slides/slide1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DBCF1DB-E05F-4858-9CDB-D6EE34A6F3B7}"/>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validated_meeting_brief.json 입출력</a:t>
            </a:r>
          </a:p>
        </p:txBody>
      </p:sp>
      <p:sp>
        <p:nvSpPr>
          <p:cNvPr id="2" name="">
            <a:extLst xmlns:a="http://schemas.openxmlformats.org/drawingml/2006/main">
              <a:ext uri="{FF2B5EF4-FFF2-40B4-BE49-F238E27FC236}">
                <a16:creationId xmlns:a16="http://schemas.microsoft.com/office/drawing/2014/main" id="{979FD921-3F4D-4A9F-91AA-23843673E22B}"/>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1BE84DFD-CF97-4640-B102-80F1FEA0F0AF}"/>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7CA77DB2-EB66-478F-A424-E13B59ACC58D}"/>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5" name="">
            <a:extLst xmlns:a="http://schemas.openxmlformats.org/drawingml/2006/main">
              <a:ext uri="{FF2B5EF4-FFF2-40B4-BE49-F238E27FC236}">
                <a16:creationId xmlns:a16="http://schemas.microsoft.com/office/drawing/2014/main" id="{42B8C55D-CD75-42B6-B059-C366D010CBDF}"/>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186</a:t>
            </a:r>
          </a:p>
        </p:txBody>
      </p:sp>
      <p:sp>
        <p:nvSpPr>
          <p:cNvPr id="6" name="">
            <a:extLst xmlns:a="http://schemas.openxmlformats.org/drawingml/2006/main">
              <a:ext uri="{FF2B5EF4-FFF2-40B4-BE49-F238E27FC236}">
                <a16:creationId xmlns:a16="http://schemas.microsoft.com/office/drawing/2014/main" id="{1644ED41-59F0-40FF-BF0D-F19E4542640D}"/>
              </a:ext>
            </a:extLst>
          </p:cNvPr>
          <p:cNvSpPr>
            <a:spLocks xmlns:a="http://schemas.openxmlformats.org/drawingml/2006/main" noGrp="1"/>
          </p:cNvSpPr>
          <p:nvPr/>
        </p:nvSpPr>
        <p:spPr>
          <a:xfrm xmlns:a="http://schemas.openxmlformats.org/drawingml/2006/main">
            <a:off x="685800" y="1581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INPUT</a:t>
            </a:r>
          </a:p>
        </p:txBody>
      </p:sp>
      <p:sp>
        <p:nvSpPr>
          <p:cNvPr id="7" name="">
            <a:extLst xmlns:a="http://schemas.openxmlformats.org/drawingml/2006/main">
              <a:ext uri="{FF2B5EF4-FFF2-40B4-BE49-F238E27FC236}">
                <a16:creationId xmlns:a16="http://schemas.microsoft.com/office/drawing/2014/main" id="{4B836492-4C6D-4CFE-84FC-23E0CCCFA547}"/>
              </a:ext>
            </a:extLst>
          </p:cNvPr>
          <p:cNvSpPr>
            <a:spLocks xmlns:a="http://schemas.openxmlformats.org/drawingml/2006/main" noGrp="1"/>
          </p:cNvSpPr>
          <p:nvPr/>
        </p:nvSpPr>
        <p:spPr>
          <a:xfrm xmlns:a="http://schemas.openxmlformats.org/drawingml/2006/main">
            <a:off x="685800" y="196215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7BFEE2A2-D457-4F0A-B26B-2E285D3C35BB}"/>
              </a:ext>
            </a:extLst>
          </p:cNvPr>
          <p:cNvSpPr>
            <a:spLocks xmlns:a="http://schemas.openxmlformats.org/drawingml/2006/main" noGrp="1"/>
          </p:cNvSpPr>
          <p:nvPr/>
        </p:nvSpPr>
        <p:spPr>
          <a:xfrm xmlns:a="http://schemas.openxmlformats.org/drawingml/2006/main">
            <a:off x="685800" y="21717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src/meeting_agent_workflow.py</a:t>
            </a:r>
          </a:p>
        </p:txBody>
      </p:sp>
      <p:sp>
        <p:nvSpPr>
          <p:cNvPr id="9" name="">
            <a:extLst xmlns:a="http://schemas.openxmlformats.org/drawingml/2006/main">
              <a:ext uri="{FF2B5EF4-FFF2-40B4-BE49-F238E27FC236}">
                <a16:creationId xmlns:a16="http://schemas.microsoft.com/office/drawing/2014/main" id="{0F285FBF-CD0B-429D-B346-BE04347F43E0}"/>
              </a:ext>
            </a:extLst>
          </p:cNvPr>
          <p:cNvSpPr>
            <a:spLocks xmlns:a="http://schemas.openxmlformats.org/drawingml/2006/main" noGrp="1"/>
          </p:cNvSpPr>
          <p:nvPr/>
        </p:nvSpPr>
        <p:spPr>
          <a:xfrm xmlns:a="http://schemas.openxmlformats.org/drawingml/2006/main">
            <a:off x="6096000" y="1581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PROCESS</a:t>
            </a:r>
          </a:p>
        </p:txBody>
      </p:sp>
      <p:sp>
        <p:nvSpPr>
          <p:cNvPr id="10" name="">
            <a:extLst xmlns:a="http://schemas.openxmlformats.org/drawingml/2006/main">
              <a:ext uri="{FF2B5EF4-FFF2-40B4-BE49-F238E27FC236}">
                <a16:creationId xmlns:a16="http://schemas.microsoft.com/office/drawing/2014/main" id="{4B131DA1-1884-4126-82A3-BD0294F27003}"/>
              </a:ext>
            </a:extLst>
          </p:cNvPr>
          <p:cNvSpPr>
            <a:spLocks xmlns:a="http://schemas.openxmlformats.org/drawingml/2006/main" noGrp="1"/>
          </p:cNvSpPr>
          <p:nvPr/>
        </p:nvSpPr>
        <p:spPr>
          <a:xfrm xmlns:a="http://schemas.openxmlformats.org/drawingml/2006/main">
            <a:off x="6096000" y="196215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710A6782-902A-4418-8CE1-510E71CC5C40}"/>
              </a:ext>
            </a:extLst>
          </p:cNvPr>
          <p:cNvSpPr>
            <a:spLocks xmlns:a="http://schemas.openxmlformats.org/drawingml/2006/main" noGrp="1"/>
          </p:cNvSpPr>
          <p:nvPr/>
        </p:nvSpPr>
        <p:spPr>
          <a:xfrm xmlns:a="http://schemas.openxmlformats.org/drawingml/2006/main">
            <a:off x="6096000" y="21717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결정 추출 → Action Item 추출 → evidence ID 연결</a:t>
            </a:r>
          </a:p>
        </p:txBody>
      </p:sp>
      <p:sp>
        <p:nvSpPr>
          <p:cNvPr id="12" name="">
            <a:extLst xmlns:a="http://schemas.openxmlformats.org/drawingml/2006/main">
              <a:ext uri="{FF2B5EF4-FFF2-40B4-BE49-F238E27FC236}">
                <a16:creationId xmlns:a16="http://schemas.microsoft.com/office/drawing/2014/main" id="{233E17C8-4862-4228-A81C-80181692BD88}"/>
              </a:ext>
            </a:extLst>
          </p:cNvPr>
          <p:cNvSpPr>
            <a:spLocks xmlns:a="http://schemas.openxmlformats.org/drawingml/2006/main" noGrp="1"/>
          </p:cNvSpPr>
          <p:nvPr/>
        </p:nvSpPr>
        <p:spPr>
          <a:xfrm xmlns:a="http://schemas.openxmlformats.org/drawingml/2006/main">
            <a:off x="685800" y="3619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OUTPUT</a:t>
            </a:r>
          </a:p>
        </p:txBody>
      </p:sp>
      <p:sp>
        <p:nvSpPr>
          <p:cNvPr id="13" name="">
            <a:extLst xmlns:a="http://schemas.openxmlformats.org/drawingml/2006/main">
              <a:ext uri="{FF2B5EF4-FFF2-40B4-BE49-F238E27FC236}">
                <a16:creationId xmlns:a16="http://schemas.microsoft.com/office/drawing/2014/main" id="{B7915E73-CE10-47C4-8F3C-94BD57C4B949}"/>
              </a:ext>
            </a:extLst>
          </p:cNvPr>
          <p:cNvSpPr>
            <a:spLocks xmlns:a="http://schemas.openxmlformats.org/drawingml/2006/main" noGrp="1"/>
          </p:cNvSpPr>
          <p:nvPr/>
        </p:nvSpPr>
        <p:spPr>
          <a:xfrm xmlns:a="http://schemas.openxmlformats.org/drawingml/2006/main">
            <a:off x="685800" y="400050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61B18EC3-9290-430F-9E56-4373957673A7}"/>
              </a:ext>
            </a:extLst>
          </p:cNvPr>
          <p:cNvSpPr>
            <a:spLocks xmlns:a="http://schemas.openxmlformats.org/drawingml/2006/main" noGrp="1"/>
          </p:cNvSpPr>
          <p:nvPr/>
        </p:nvSpPr>
        <p:spPr>
          <a:xfrm xmlns:a="http://schemas.openxmlformats.org/drawingml/2006/main">
            <a:off x="685800" y="42100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validated_meeting_brief.json</a:t>
            </a:r>
          </a:p>
        </p:txBody>
      </p:sp>
      <p:sp>
        <p:nvSpPr>
          <p:cNvPr id="15" name="">
            <a:extLst xmlns:a="http://schemas.openxmlformats.org/drawingml/2006/main">
              <a:ext uri="{FF2B5EF4-FFF2-40B4-BE49-F238E27FC236}">
                <a16:creationId xmlns:a16="http://schemas.microsoft.com/office/drawing/2014/main" id="{E72042C0-DA4F-4499-A443-FA8FF05287DB}"/>
              </a:ext>
            </a:extLst>
          </p:cNvPr>
          <p:cNvSpPr>
            <a:spLocks xmlns:a="http://schemas.openxmlformats.org/drawingml/2006/main" noGrp="1"/>
          </p:cNvSpPr>
          <p:nvPr/>
        </p:nvSpPr>
        <p:spPr>
          <a:xfrm xmlns:a="http://schemas.openxmlformats.org/drawingml/2006/main">
            <a:off x="6096000" y="3619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VERIFY</a:t>
            </a:r>
          </a:p>
        </p:txBody>
      </p:sp>
      <p:sp>
        <p:nvSpPr>
          <p:cNvPr id="16" name="">
            <a:extLst xmlns:a="http://schemas.openxmlformats.org/drawingml/2006/main">
              <a:ext uri="{FF2B5EF4-FFF2-40B4-BE49-F238E27FC236}">
                <a16:creationId xmlns:a16="http://schemas.microsoft.com/office/drawing/2014/main" id="{5E821F16-C4A8-46B2-8C76-521360BA68A1}"/>
              </a:ext>
            </a:extLst>
          </p:cNvPr>
          <p:cNvSpPr>
            <a:spLocks xmlns:a="http://schemas.openxmlformats.org/drawingml/2006/main" noGrp="1"/>
          </p:cNvSpPr>
          <p:nvPr/>
        </p:nvSpPr>
        <p:spPr>
          <a:xfrm xmlns:a="http://schemas.openxmlformats.org/drawingml/2006/main">
            <a:off x="6096000" y="400050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7" name="">
            <a:extLst xmlns:a="http://schemas.openxmlformats.org/drawingml/2006/main">
              <a:ext uri="{FF2B5EF4-FFF2-40B4-BE49-F238E27FC236}">
                <a16:creationId xmlns:a16="http://schemas.microsoft.com/office/drawing/2014/main" id="{8FF8110D-72AA-4A1A-9DC2-D0252E1A164C}"/>
              </a:ext>
            </a:extLst>
          </p:cNvPr>
          <p:cNvSpPr>
            <a:spLocks xmlns:a="http://schemas.openxmlformats.org/drawingml/2006/main" noGrp="1"/>
          </p:cNvSpPr>
          <p:nvPr/>
        </p:nvSpPr>
        <p:spPr>
          <a:xfrm xmlns:a="http://schemas.openxmlformats.org/drawingml/2006/main">
            <a:off x="6096000" y="42100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모든 evidence ID가 known segment에 존재한다.</a:t>
            </a:r>
          </a:p>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없는 s99를 가리키면 ACTION_n_UNKNOWN_EVIDENCE다.</a:t>
            </a:r>
          </a:p>
        </p:txBody>
      </p:sp>
    </p:spTree>
    <p:extLst>
      <p:ext uri="{BB962C8B-B14F-4D97-AF65-F5344CB8AC3E}">
        <p14:creationId xmlns:p14="http://schemas.microsoft.com/office/powerpoint/2010/main" val="1090867936"/>
      </p:ext>
    </p:extLst>
  </p:cSld>
</p:sld>
</file>

<file path=ppt/slides/slide1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447FD2C-6184-4D6E-B2C2-4FE059D436C5}"/>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실행 흐름</a:t>
            </a:r>
          </a:p>
        </p:txBody>
      </p:sp>
      <p:sp>
        <p:nvSpPr>
          <p:cNvPr id="2" name="">
            <a:extLst xmlns:a="http://schemas.openxmlformats.org/drawingml/2006/main">
              <a:ext uri="{FF2B5EF4-FFF2-40B4-BE49-F238E27FC236}">
                <a16:creationId xmlns:a16="http://schemas.microsoft.com/office/drawing/2014/main" id="{DDF6F1E5-74A9-427D-BBC1-9A301041133D}"/>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업무 흐름</a:t>
            </a:r>
          </a:p>
        </p:txBody>
      </p:sp>
      <p:sp>
        <p:nvSpPr>
          <p:cNvPr id="3" name="">
            <a:extLst xmlns:a="http://schemas.openxmlformats.org/drawingml/2006/main">
              <a:ext uri="{FF2B5EF4-FFF2-40B4-BE49-F238E27FC236}">
                <a16:creationId xmlns:a16="http://schemas.microsoft.com/office/drawing/2014/main" id="{F34C6CF2-FB3C-434D-81E7-7494B83AFC1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8E5ACA25-E9A2-489C-AD3E-03B3216D5353}"/>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202A6F99-5B71-47B1-A415-23315891B2FA}"/>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E2EA532C-7B11-4F2C-9C50-9202D215FF6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187</a:t>
            </a:r>
          </a:p>
        </p:txBody>
      </p:sp>
      <p:sp>
        <p:nvSpPr>
          <p:cNvPr id="7" name="">
            <a:extLst xmlns:a="http://schemas.openxmlformats.org/drawingml/2006/main">
              <a:ext uri="{FF2B5EF4-FFF2-40B4-BE49-F238E27FC236}">
                <a16:creationId xmlns:a16="http://schemas.microsoft.com/office/drawing/2014/main" id="{E2F119C6-7DDA-4B29-A704-AAA95C396675}"/>
              </a:ext>
            </a:extLst>
          </p:cNvPr>
          <p:cNvSpPr>
            <a:spLocks xmlns:a="http://schemas.openxmlformats.org/drawingml/2006/main" noGrp="1"/>
          </p:cNvSpPr>
          <p:nvPr/>
        </p:nvSpPr>
        <p:spPr>
          <a:xfrm xmlns:a="http://schemas.openxmlformats.org/drawingml/2006/main">
            <a:off x="6858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2563EB"/>
                </a:solidFill>
                <a:latin typeface="NanumGothic"/>
                <a:ea typeface="NanumGothic"/>
                <a:cs typeface="NanumGothic"/>
              </a:defRPr>
            </a:pPr>
            <a:r>
              <a:rPr sz="2625" b="1">
                <a:solidFill>
                  <a:srgbClr val="2563EB"/>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01B63250-0A75-45D2-A12D-70D9512943F1}"/>
              </a:ext>
            </a:extLst>
          </p:cNvPr>
          <p:cNvSpPr>
            <a:spLocks xmlns:a="http://schemas.openxmlformats.org/drawingml/2006/main" noGrp="1"/>
          </p:cNvSpPr>
          <p:nvPr/>
        </p:nvSpPr>
        <p:spPr>
          <a:xfrm xmlns:a="http://schemas.openxmlformats.org/drawingml/2006/main">
            <a:off x="6858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889EA97C-FFCB-4998-9839-5A37B69166BC}"/>
              </a:ext>
            </a:extLst>
          </p:cNvPr>
          <p:cNvSpPr>
            <a:spLocks xmlns:a="http://schemas.openxmlformats.org/drawingml/2006/main" noGrp="1"/>
          </p:cNvSpPr>
          <p:nvPr/>
        </p:nvSpPr>
        <p:spPr>
          <a:xfrm xmlns:a="http://schemas.openxmlformats.org/drawingml/2006/main">
            <a:off x="6858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결정 추출</a:t>
            </a:r>
          </a:p>
        </p:txBody>
      </p:sp>
      <p:sp>
        <p:nvSpPr>
          <p:cNvPr id="10" name="">
            <a:extLst xmlns:a="http://schemas.openxmlformats.org/drawingml/2006/main">
              <a:ext uri="{FF2B5EF4-FFF2-40B4-BE49-F238E27FC236}">
                <a16:creationId xmlns:a16="http://schemas.microsoft.com/office/drawing/2014/main" id="{DED1B97B-3847-4E32-804B-9120B6E02A56}"/>
              </a:ext>
            </a:extLst>
          </p:cNvPr>
          <p:cNvSpPr>
            <a:spLocks xmlns:a="http://schemas.openxmlformats.org/drawingml/2006/main" noGrp="1"/>
          </p:cNvSpPr>
          <p:nvPr/>
        </p:nvSpPr>
        <p:spPr>
          <a:xfrm xmlns:a="http://schemas.openxmlformats.org/drawingml/2006/main">
            <a:off x="283845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B05B01B8-E3EB-4E40-8372-4FC0C6890229}"/>
              </a:ext>
            </a:extLst>
          </p:cNvPr>
          <p:cNvSpPr>
            <a:spLocks xmlns:a="http://schemas.openxmlformats.org/drawingml/2006/main" noGrp="1"/>
          </p:cNvSpPr>
          <p:nvPr/>
        </p:nvSpPr>
        <p:spPr>
          <a:xfrm xmlns:a="http://schemas.openxmlformats.org/drawingml/2006/main">
            <a:off x="283845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95177B4B-CC55-4585-AA7A-EC024CCF31BA}"/>
              </a:ext>
            </a:extLst>
          </p:cNvPr>
          <p:cNvSpPr>
            <a:spLocks xmlns:a="http://schemas.openxmlformats.org/drawingml/2006/main" noGrp="1"/>
          </p:cNvSpPr>
          <p:nvPr/>
        </p:nvSpPr>
        <p:spPr>
          <a:xfrm xmlns:a="http://schemas.openxmlformats.org/drawingml/2006/main">
            <a:off x="283845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Action Item 추출</a:t>
            </a:r>
          </a:p>
        </p:txBody>
      </p:sp>
      <p:sp>
        <p:nvSpPr>
          <p:cNvPr id="13" name="">
            <a:extLst xmlns:a="http://schemas.openxmlformats.org/drawingml/2006/main">
              <a:ext uri="{FF2B5EF4-FFF2-40B4-BE49-F238E27FC236}">
                <a16:creationId xmlns:a16="http://schemas.microsoft.com/office/drawing/2014/main" id="{82430678-FC22-4736-862A-C73CEA126CFB}"/>
              </a:ext>
            </a:extLst>
          </p:cNvPr>
          <p:cNvSpPr>
            <a:spLocks xmlns:a="http://schemas.openxmlformats.org/drawingml/2006/main" noGrp="1"/>
          </p:cNvSpPr>
          <p:nvPr/>
        </p:nvSpPr>
        <p:spPr>
          <a:xfrm xmlns:a="http://schemas.openxmlformats.org/drawingml/2006/main">
            <a:off x="49911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E02EA872-7EBA-4DF8-8076-6E93CC675556}"/>
              </a:ext>
            </a:extLst>
          </p:cNvPr>
          <p:cNvSpPr>
            <a:spLocks xmlns:a="http://schemas.openxmlformats.org/drawingml/2006/main" noGrp="1"/>
          </p:cNvSpPr>
          <p:nvPr/>
        </p:nvSpPr>
        <p:spPr>
          <a:xfrm xmlns:a="http://schemas.openxmlformats.org/drawingml/2006/main">
            <a:off x="49911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2FC4CF77-7A0B-404C-977A-1E4A02AE70E4}"/>
              </a:ext>
            </a:extLst>
          </p:cNvPr>
          <p:cNvSpPr>
            <a:spLocks xmlns:a="http://schemas.openxmlformats.org/drawingml/2006/main" noGrp="1"/>
          </p:cNvSpPr>
          <p:nvPr/>
        </p:nvSpPr>
        <p:spPr>
          <a:xfrm xmlns:a="http://schemas.openxmlformats.org/drawingml/2006/main">
            <a:off x="49911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evidence ID 연결</a:t>
            </a:r>
          </a:p>
        </p:txBody>
      </p:sp>
      <p:sp>
        <p:nvSpPr>
          <p:cNvPr id="16" name="">
            <a:extLst xmlns:a="http://schemas.openxmlformats.org/drawingml/2006/main">
              <a:ext uri="{FF2B5EF4-FFF2-40B4-BE49-F238E27FC236}">
                <a16:creationId xmlns:a16="http://schemas.microsoft.com/office/drawing/2014/main" id="{A8802F50-4B51-4BDE-BA81-8D0CDC0D045F}"/>
              </a:ext>
            </a:extLst>
          </p:cNvPr>
          <p:cNvSpPr>
            <a:spLocks xmlns:a="http://schemas.openxmlformats.org/drawingml/2006/main" noGrp="1"/>
          </p:cNvSpPr>
          <p:nvPr/>
        </p:nvSpPr>
        <p:spPr>
          <a:xfrm xmlns:a="http://schemas.openxmlformats.org/drawingml/2006/main">
            <a:off x="714375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0EB9C716-8E15-45EC-A6DB-E38822E6201E}"/>
              </a:ext>
            </a:extLst>
          </p:cNvPr>
          <p:cNvSpPr>
            <a:spLocks xmlns:a="http://schemas.openxmlformats.org/drawingml/2006/main" noGrp="1"/>
          </p:cNvSpPr>
          <p:nvPr/>
        </p:nvSpPr>
        <p:spPr>
          <a:xfrm xmlns:a="http://schemas.openxmlformats.org/drawingml/2006/main">
            <a:off x="714375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2B3E4B6E-ED92-4D41-82A9-953F8027C63C}"/>
              </a:ext>
            </a:extLst>
          </p:cNvPr>
          <p:cNvSpPr>
            <a:spLocks xmlns:a="http://schemas.openxmlformats.org/drawingml/2006/main" noGrp="1"/>
          </p:cNvSpPr>
          <p:nvPr/>
        </p:nvSpPr>
        <p:spPr>
          <a:xfrm xmlns:a="http://schemas.openxmlformats.org/drawingml/2006/main">
            <a:off x="714375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미상값 null</a:t>
            </a:r>
          </a:p>
        </p:txBody>
      </p:sp>
      <p:sp>
        <p:nvSpPr>
          <p:cNvPr id="19" name="">
            <a:extLst xmlns:a="http://schemas.openxmlformats.org/drawingml/2006/main">
              <a:ext uri="{FF2B5EF4-FFF2-40B4-BE49-F238E27FC236}">
                <a16:creationId xmlns:a16="http://schemas.microsoft.com/office/drawing/2014/main" id="{671B8CEB-CCF6-48CB-BD73-00642014727F}"/>
              </a:ext>
            </a:extLst>
          </p:cNvPr>
          <p:cNvSpPr>
            <a:spLocks xmlns:a="http://schemas.openxmlformats.org/drawingml/2006/main" noGrp="1"/>
          </p:cNvSpPr>
          <p:nvPr/>
        </p:nvSpPr>
        <p:spPr>
          <a:xfrm xmlns:a="http://schemas.openxmlformats.org/drawingml/2006/main">
            <a:off x="92964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05</a:t>
            </a:r>
          </a:p>
        </p:txBody>
      </p:sp>
      <p:sp>
        <p:nvSpPr>
          <p:cNvPr id="20" name="">
            <a:extLst xmlns:a="http://schemas.openxmlformats.org/drawingml/2006/main">
              <a:ext uri="{FF2B5EF4-FFF2-40B4-BE49-F238E27FC236}">
                <a16:creationId xmlns:a16="http://schemas.microsoft.com/office/drawing/2014/main" id="{84915BD6-AEE4-4695-A663-9E766FD5C5B4}"/>
              </a:ext>
            </a:extLst>
          </p:cNvPr>
          <p:cNvSpPr>
            <a:spLocks xmlns:a="http://schemas.openxmlformats.org/drawingml/2006/main" noGrp="1"/>
          </p:cNvSpPr>
          <p:nvPr/>
        </p:nvSpPr>
        <p:spPr>
          <a:xfrm xmlns:a="http://schemas.openxmlformats.org/drawingml/2006/main">
            <a:off x="92964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21" name="">
            <a:extLst xmlns:a="http://schemas.openxmlformats.org/drawingml/2006/main">
              <a:ext uri="{FF2B5EF4-FFF2-40B4-BE49-F238E27FC236}">
                <a16:creationId xmlns:a16="http://schemas.microsoft.com/office/drawing/2014/main" id="{8F6C6AB7-66F3-4335-8DE8-7EB402C866DF}"/>
              </a:ext>
            </a:extLst>
          </p:cNvPr>
          <p:cNvSpPr>
            <a:spLocks xmlns:a="http://schemas.openxmlformats.org/drawingml/2006/main" noGrp="1"/>
          </p:cNvSpPr>
          <p:nvPr/>
        </p:nvSpPr>
        <p:spPr>
          <a:xfrm xmlns:a="http://schemas.openxmlformats.org/drawingml/2006/main">
            <a:off x="92964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사람 승인</a:t>
            </a:r>
          </a:p>
        </p:txBody>
      </p:sp>
      <p:sp>
        <p:nvSpPr>
          <p:cNvPr id="22" name="">
            <a:extLst xmlns:a="http://schemas.openxmlformats.org/drawingml/2006/main">
              <a:ext uri="{FF2B5EF4-FFF2-40B4-BE49-F238E27FC236}">
                <a16:creationId xmlns:a16="http://schemas.microsoft.com/office/drawing/2014/main" id="{DD1BB6D5-006D-4242-B14E-BB404F23DA71}"/>
              </a:ext>
            </a:extLst>
          </p:cNvPr>
          <p:cNvSpPr>
            <a:spLocks xmlns:a="http://schemas.openxmlformats.org/drawingml/2006/main" noGrp="1"/>
          </p:cNvSpPr>
          <p:nvPr/>
        </p:nvSpPr>
        <p:spPr>
          <a:xfrm xmlns:a="http://schemas.openxmlformats.org/drawingml/2006/main">
            <a:off x="1524000" y="46291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마지막 판단은 validated_meeting_brief.json에서 사람이 확인합니다.</a:t>
            </a:r>
          </a:p>
        </p:txBody>
      </p:sp>
    </p:spTree>
    <p:extLst>
      <p:ext uri="{BB962C8B-B14F-4D97-AF65-F5344CB8AC3E}">
        <p14:creationId xmlns:p14="http://schemas.microsoft.com/office/powerpoint/2010/main" val="1137451212"/>
      </p:ext>
    </p:extLst>
  </p:cSld>
</p:sld>
</file>

<file path=ppt/slides/slide1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370D466-591B-4953-A217-91AF9ACED2B3}"/>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validated_meeting_brief.json 정상·실패 계약</a:t>
            </a:r>
          </a:p>
        </p:txBody>
      </p:sp>
      <p:sp>
        <p:nvSpPr>
          <p:cNvPr id="2" name="">
            <a:extLst xmlns:a="http://schemas.openxmlformats.org/drawingml/2006/main">
              <a:ext uri="{FF2B5EF4-FFF2-40B4-BE49-F238E27FC236}">
                <a16:creationId xmlns:a16="http://schemas.microsoft.com/office/drawing/2014/main" id="{09C8FD94-ED68-44BE-96FE-7455121B5E3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46F8B44C-6A1A-4571-8254-8B1836F64CFB}"/>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693BCF76-0535-4030-A94F-F54F3A134053}"/>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5" name="">
            <a:extLst xmlns:a="http://schemas.openxmlformats.org/drawingml/2006/main">
              <a:ext uri="{FF2B5EF4-FFF2-40B4-BE49-F238E27FC236}">
                <a16:creationId xmlns:a16="http://schemas.microsoft.com/office/drawing/2014/main" id="{494A615B-FBDA-4805-AFE0-6F09C865FA83}"/>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188</a:t>
            </a:r>
          </a:p>
        </p:txBody>
      </p:sp>
      <p:sp>
        <p:nvSpPr>
          <p:cNvPr id="6" name="">
            <a:extLst xmlns:a="http://schemas.openxmlformats.org/drawingml/2006/main">
              <a:ext uri="{FF2B5EF4-FFF2-40B4-BE49-F238E27FC236}">
                <a16:creationId xmlns:a16="http://schemas.microsoft.com/office/drawing/2014/main" id="{198C8541-CA8B-42CD-A0C0-517873788865}"/>
              </a:ext>
            </a:extLst>
          </p:cNvPr>
          <p:cNvSpPr>
            <a:spLocks xmlns:a="http://schemas.openxmlformats.org/drawingml/2006/main" noGrp="1"/>
          </p:cNvSpPr>
          <p:nvPr/>
        </p:nvSpPr>
        <p:spPr>
          <a:xfrm xmlns:a="http://schemas.openxmlformats.org/drawingml/2006/main">
            <a:off x="762000" y="17145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정상</a:t>
            </a:r>
          </a:p>
        </p:txBody>
      </p:sp>
      <p:sp>
        <p:nvSpPr>
          <p:cNvPr id="7" name="">
            <a:extLst xmlns:a="http://schemas.openxmlformats.org/drawingml/2006/main">
              <a:ext uri="{FF2B5EF4-FFF2-40B4-BE49-F238E27FC236}">
                <a16:creationId xmlns:a16="http://schemas.microsoft.com/office/drawing/2014/main" id="{BD9D03B3-B70A-470F-8D3A-6E3F80693F4F}"/>
              </a:ext>
            </a:extLst>
          </p:cNvPr>
          <p:cNvSpPr>
            <a:spLocks xmlns:a="http://schemas.openxmlformats.org/drawingml/2006/main" noGrp="1"/>
          </p:cNvSpPr>
          <p:nvPr/>
        </p:nvSpPr>
        <p:spPr>
          <a:xfrm xmlns:a="http://schemas.openxmlformats.org/drawingml/2006/main">
            <a:off x="2343150" y="18478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A98718DC-D9CF-4E1B-BD12-0C367BC0C9C2}"/>
              </a:ext>
            </a:extLst>
          </p:cNvPr>
          <p:cNvSpPr>
            <a:spLocks xmlns:a="http://schemas.openxmlformats.org/drawingml/2006/main" noGrp="1"/>
          </p:cNvSpPr>
          <p:nvPr/>
        </p:nvSpPr>
        <p:spPr>
          <a:xfrm xmlns:a="http://schemas.openxmlformats.org/drawingml/2006/main">
            <a:off x="3238500" y="15240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모든 evidence ID가 known segment에 존재한다.</a:t>
            </a:r>
          </a:p>
        </p:txBody>
      </p:sp>
      <p:sp>
        <p:nvSpPr>
          <p:cNvPr id="9" name="">
            <a:extLst xmlns:a="http://schemas.openxmlformats.org/drawingml/2006/main">
              <a:ext uri="{FF2B5EF4-FFF2-40B4-BE49-F238E27FC236}">
                <a16:creationId xmlns:a16="http://schemas.microsoft.com/office/drawing/2014/main" id="{3D42BDEB-4CC8-4048-B953-F9C148E818B8}"/>
              </a:ext>
            </a:extLst>
          </p:cNvPr>
          <p:cNvSpPr>
            <a:spLocks xmlns:a="http://schemas.openxmlformats.org/drawingml/2006/main" noGrp="1"/>
          </p:cNvSpPr>
          <p:nvPr/>
        </p:nvSpPr>
        <p:spPr>
          <a:xfrm xmlns:a="http://schemas.openxmlformats.org/drawingml/2006/main">
            <a:off x="762000" y="27813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경계</a:t>
            </a:r>
          </a:p>
        </p:txBody>
      </p:sp>
      <p:sp>
        <p:nvSpPr>
          <p:cNvPr id="10" name="">
            <a:extLst xmlns:a="http://schemas.openxmlformats.org/drawingml/2006/main">
              <a:ext uri="{FF2B5EF4-FFF2-40B4-BE49-F238E27FC236}">
                <a16:creationId xmlns:a16="http://schemas.microsoft.com/office/drawing/2014/main" id="{A75F6D22-50E9-4E6E-A2E7-4979C10E11EA}"/>
              </a:ext>
            </a:extLst>
          </p:cNvPr>
          <p:cNvSpPr>
            <a:spLocks xmlns:a="http://schemas.openxmlformats.org/drawingml/2006/main" noGrp="1"/>
          </p:cNvSpPr>
          <p:nvPr/>
        </p:nvSpPr>
        <p:spPr>
          <a:xfrm xmlns:a="http://schemas.openxmlformats.org/drawingml/2006/main">
            <a:off x="2343150" y="29146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3D85BF01-0CD8-429B-B815-648B3F17301F}"/>
              </a:ext>
            </a:extLst>
          </p:cNvPr>
          <p:cNvSpPr>
            <a:spLocks xmlns:a="http://schemas.openxmlformats.org/drawingml/2006/main" noGrp="1"/>
          </p:cNvSpPr>
          <p:nvPr/>
        </p:nvSpPr>
        <p:spPr>
          <a:xfrm xmlns:a="http://schemas.openxmlformats.org/drawingml/2006/main">
            <a:off x="3238500" y="25908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없는 s99를 가리키면 ACTION_n_UNKNOWN_EVIDENCE다.</a:t>
            </a:r>
          </a:p>
        </p:txBody>
      </p:sp>
      <p:sp>
        <p:nvSpPr>
          <p:cNvPr id="12" name="">
            <a:extLst xmlns:a="http://schemas.openxmlformats.org/drawingml/2006/main">
              <a:ext uri="{FF2B5EF4-FFF2-40B4-BE49-F238E27FC236}">
                <a16:creationId xmlns:a16="http://schemas.microsoft.com/office/drawing/2014/main" id="{F8EF1CC1-2E1A-4C38-8714-080D7074FF8E}"/>
              </a:ext>
            </a:extLst>
          </p:cNvPr>
          <p:cNvSpPr>
            <a:spLocks xmlns:a="http://schemas.openxmlformats.org/drawingml/2006/main" noGrp="1"/>
          </p:cNvSpPr>
          <p:nvPr/>
        </p:nvSpPr>
        <p:spPr>
          <a:xfrm xmlns:a="http://schemas.openxmlformats.org/drawingml/2006/main">
            <a:off x="762000" y="38481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외부 쓰기</a:t>
            </a:r>
          </a:p>
        </p:txBody>
      </p:sp>
      <p:sp>
        <p:nvSpPr>
          <p:cNvPr id="13" name="">
            <a:extLst xmlns:a="http://schemas.openxmlformats.org/drawingml/2006/main">
              <a:ext uri="{FF2B5EF4-FFF2-40B4-BE49-F238E27FC236}">
                <a16:creationId xmlns:a16="http://schemas.microsoft.com/office/drawing/2014/main" id="{A6B7FA87-5D68-4D34-A0CD-302AFC1CE665}"/>
              </a:ext>
            </a:extLst>
          </p:cNvPr>
          <p:cNvSpPr>
            <a:spLocks xmlns:a="http://schemas.openxmlformats.org/drawingml/2006/main" noGrp="1"/>
          </p:cNvSpPr>
          <p:nvPr/>
        </p:nvSpPr>
        <p:spPr>
          <a:xfrm xmlns:a="http://schemas.openxmlformats.org/drawingml/2006/main">
            <a:off x="2343150" y="39814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09B9FCB4-2029-430E-8521-9C132D018A20}"/>
              </a:ext>
            </a:extLst>
          </p:cNvPr>
          <p:cNvSpPr>
            <a:spLocks xmlns:a="http://schemas.openxmlformats.org/drawingml/2006/main" noGrp="1"/>
          </p:cNvSpPr>
          <p:nvPr/>
        </p:nvSpPr>
        <p:spPr>
          <a:xfrm xmlns:a="http://schemas.openxmlformats.org/drawingml/2006/main">
            <a:off x="3238500" y="36576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Action Item 근거 검증: 기본값 false · dry-run과 사람 승인 뒤 별도 adapter 호출</a:t>
            </a:r>
          </a:p>
        </p:txBody>
      </p:sp>
      <p:sp>
        <p:nvSpPr>
          <p:cNvPr id="15" name="">
            <a:extLst xmlns:a="http://schemas.openxmlformats.org/drawingml/2006/main">
              <a:ext uri="{FF2B5EF4-FFF2-40B4-BE49-F238E27FC236}">
                <a16:creationId xmlns:a16="http://schemas.microsoft.com/office/drawing/2014/main" id="{431BC511-11EF-4033-A369-C426786C39CB}"/>
              </a:ext>
            </a:extLst>
          </p:cNvPr>
          <p:cNvSpPr>
            <a:spLocks xmlns:a="http://schemas.openxmlformats.org/drawingml/2006/main" noGrp="1"/>
          </p:cNvSpPr>
          <p:nvPr/>
        </p:nvSpPr>
        <p:spPr>
          <a:xfrm xmlns:a="http://schemas.openxmlformats.org/drawingml/2006/main">
            <a:off x="762000" y="49149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기록</a:t>
            </a:r>
          </a:p>
        </p:txBody>
      </p:sp>
      <p:sp>
        <p:nvSpPr>
          <p:cNvPr id="16" name="">
            <a:extLst xmlns:a="http://schemas.openxmlformats.org/drawingml/2006/main">
              <a:ext uri="{FF2B5EF4-FFF2-40B4-BE49-F238E27FC236}">
                <a16:creationId xmlns:a16="http://schemas.microsoft.com/office/drawing/2014/main" id="{93525AD1-13D2-4194-BB4A-B83E2186B576}"/>
              </a:ext>
            </a:extLst>
          </p:cNvPr>
          <p:cNvSpPr>
            <a:spLocks xmlns:a="http://schemas.openxmlformats.org/drawingml/2006/main" noGrp="1"/>
          </p:cNvSpPr>
          <p:nvPr/>
        </p:nvSpPr>
        <p:spPr>
          <a:xfrm xmlns:a="http://schemas.openxmlformats.org/drawingml/2006/main">
            <a:off x="2343150" y="50482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7" name="">
            <a:extLst xmlns:a="http://schemas.openxmlformats.org/drawingml/2006/main">
              <a:ext uri="{FF2B5EF4-FFF2-40B4-BE49-F238E27FC236}">
                <a16:creationId xmlns:a16="http://schemas.microsoft.com/office/drawing/2014/main" id="{9A8C802A-1413-4C91-B760-B3C2DF42FF63}"/>
              </a:ext>
            </a:extLst>
          </p:cNvPr>
          <p:cNvSpPr>
            <a:spLocks xmlns:a="http://schemas.openxmlformats.org/drawingml/2006/main" noGrp="1"/>
          </p:cNvSpPr>
          <p:nvPr/>
        </p:nvSpPr>
        <p:spPr>
          <a:xfrm xmlns:a="http://schemas.openxmlformats.org/drawingml/2006/main">
            <a:off x="3238500" y="47244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status·error_code·입력 식별자·validated_meeting_brief.json</a:t>
            </a:r>
          </a:p>
        </p:txBody>
      </p:sp>
    </p:spTree>
    <p:extLst>
      <p:ext uri="{BB962C8B-B14F-4D97-AF65-F5344CB8AC3E}">
        <p14:creationId xmlns:p14="http://schemas.microsoft.com/office/powerpoint/2010/main" val="1783857360"/>
      </p:ext>
    </p:extLst>
  </p:cSld>
</p:sld>
</file>

<file path=ppt/slides/slide1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56BED7E-BFA2-41C0-8458-681B644301B2}"/>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파일 지도</a:t>
            </a:r>
          </a:p>
        </p:txBody>
      </p:sp>
      <p:sp>
        <p:nvSpPr>
          <p:cNvPr id="2" name="">
            <a:extLst xmlns:a="http://schemas.openxmlformats.org/drawingml/2006/main">
              <a:ext uri="{FF2B5EF4-FFF2-40B4-BE49-F238E27FC236}">
                <a16:creationId xmlns:a16="http://schemas.microsoft.com/office/drawing/2014/main" id="{A3F6A95A-10E3-4CEF-A050-14B8DDD95CBD}"/>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저장소 구조</a:t>
            </a:r>
          </a:p>
        </p:txBody>
      </p:sp>
      <p:sp>
        <p:nvSpPr>
          <p:cNvPr id="3" name="">
            <a:extLst xmlns:a="http://schemas.openxmlformats.org/drawingml/2006/main">
              <a:ext uri="{FF2B5EF4-FFF2-40B4-BE49-F238E27FC236}">
                <a16:creationId xmlns:a16="http://schemas.microsoft.com/office/drawing/2014/main" id="{74B72EDB-CF82-4A69-A7FF-89B92BE1082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C87F3422-23EF-4B0C-85BC-43FC30E74FDE}"/>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DFE92EDE-78C1-4F5F-8FE2-59CDB923AF5A}"/>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3C67C73B-9A53-4EE4-9D22-3DE8C099AAC5}"/>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189</a:t>
            </a:r>
          </a:p>
        </p:txBody>
      </p:sp>
      <p:sp>
        <p:nvSpPr>
          <p:cNvPr id="7" name="">
            <a:extLst xmlns:a="http://schemas.openxmlformats.org/drawingml/2006/main">
              <a:ext uri="{FF2B5EF4-FFF2-40B4-BE49-F238E27FC236}">
                <a16:creationId xmlns:a16="http://schemas.microsoft.com/office/drawing/2014/main" id="{12362E5E-467C-47D9-97A2-E99809F2BF78}"/>
              </a:ext>
            </a:extLst>
          </p:cNvPr>
          <p:cNvSpPr>
            <a:spLocks xmlns:a="http://schemas.openxmlformats.org/drawingml/2006/main" noGrp="1"/>
          </p:cNvSpPr>
          <p:nvPr/>
        </p:nvSpPr>
        <p:spPr>
          <a:xfrm xmlns:a="http://schemas.openxmlformats.org/drawingml/2006/main">
            <a:off x="685800" y="1676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입력·fixture</a:t>
            </a:r>
          </a:p>
        </p:txBody>
      </p:sp>
      <p:sp>
        <p:nvSpPr>
          <p:cNvPr id="8" name="">
            <a:extLst xmlns:a="http://schemas.openxmlformats.org/drawingml/2006/main">
              <a:ext uri="{FF2B5EF4-FFF2-40B4-BE49-F238E27FC236}">
                <a16:creationId xmlns:a16="http://schemas.microsoft.com/office/drawing/2014/main" id="{13ED87AB-8E31-4ADE-A750-6DAAC5F10AD1}"/>
              </a:ext>
            </a:extLst>
          </p:cNvPr>
          <p:cNvSpPr>
            <a:spLocks xmlns:a="http://schemas.openxmlformats.org/drawingml/2006/main" noGrp="1"/>
          </p:cNvSpPr>
          <p:nvPr/>
        </p:nvSpPr>
        <p:spPr>
          <a:xfrm xmlns:a="http://schemas.openxmlformats.org/drawingml/2006/main">
            <a:off x="2724150" y="1504950"/>
            <a:ext cx="8191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9" name="">
            <a:extLst xmlns:a="http://schemas.openxmlformats.org/drawingml/2006/main">
              <a:ext uri="{FF2B5EF4-FFF2-40B4-BE49-F238E27FC236}">
                <a16:creationId xmlns:a16="http://schemas.microsoft.com/office/drawing/2014/main" id="{1B53EE9C-471B-4A58-8BD1-81E92F4598DB}"/>
              </a:ext>
            </a:extLst>
          </p:cNvPr>
          <p:cNvSpPr>
            <a:spLocks xmlns:a="http://schemas.openxmlformats.org/drawingml/2006/main" noGrp="1"/>
          </p:cNvSpPr>
          <p:nvPr/>
        </p:nvSpPr>
        <p:spPr>
          <a:xfrm xmlns:a="http://schemas.openxmlformats.org/drawingml/2006/main">
            <a:off x="2952750" y="16764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src/meeting_agent_workflow.py</a:t>
            </a:r>
          </a:p>
        </p:txBody>
      </p:sp>
      <p:sp>
        <p:nvSpPr>
          <p:cNvPr id="10" name="">
            <a:extLst xmlns:a="http://schemas.openxmlformats.org/drawingml/2006/main">
              <a:ext uri="{FF2B5EF4-FFF2-40B4-BE49-F238E27FC236}">
                <a16:creationId xmlns:a16="http://schemas.microsoft.com/office/drawing/2014/main" id="{F53DCE4A-951A-477E-B495-9A96EE34FE71}"/>
              </a:ext>
            </a:extLst>
          </p:cNvPr>
          <p:cNvSpPr>
            <a:spLocks xmlns:a="http://schemas.openxmlformats.org/drawingml/2006/main" noGrp="1"/>
          </p:cNvSpPr>
          <p:nvPr/>
        </p:nvSpPr>
        <p:spPr>
          <a:xfrm xmlns:a="http://schemas.openxmlformats.org/drawingml/2006/main">
            <a:off x="685800" y="27432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구현 코드</a:t>
            </a:r>
          </a:p>
        </p:txBody>
      </p:sp>
      <p:sp>
        <p:nvSpPr>
          <p:cNvPr id="11" name="">
            <a:extLst xmlns:a="http://schemas.openxmlformats.org/drawingml/2006/main">
              <a:ext uri="{FF2B5EF4-FFF2-40B4-BE49-F238E27FC236}">
                <a16:creationId xmlns:a16="http://schemas.microsoft.com/office/drawing/2014/main" id="{5807D52B-3FB2-4481-B7D0-5C2E42BBFFEE}"/>
              </a:ext>
            </a:extLst>
          </p:cNvPr>
          <p:cNvSpPr>
            <a:spLocks xmlns:a="http://schemas.openxmlformats.org/drawingml/2006/main" noGrp="1"/>
          </p:cNvSpPr>
          <p:nvPr/>
        </p:nvSpPr>
        <p:spPr>
          <a:xfrm xmlns:a="http://schemas.openxmlformats.org/drawingml/2006/main">
            <a:off x="2724150" y="2571750"/>
            <a:ext cx="8191500" cy="6858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DF5F9C04-70CA-4FE5-BF3E-F7A45B014C50}"/>
              </a:ext>
            </a:extLst>
          </p:cNvPr>
          <p:cNvSpPr>
            <a:spLocks xmlns:a="http://schemas.openxmlformats.org/drawingml/2006/main" noGrp="1"/>
          </p:cNvSpPr>
          <p:nvPr/>
        </p:nvSpPr>
        <p:spPr>
          <a:xfrm xmlns:a="http://schemas.openxmlformats.org/drawingml/2006/main">
            <a:off x="2952750" y="27432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src/course_services/meeting_service.py</a:t>
            </a:r>
          </a:p>
        </p:txBody>
      </p:sp>
      <p:sp>
        <p:nvSpPr>
          <p:cNvPr id="13" name="">
            <a:extLst xmlns:a="http://schemas.openxmlformats.org/drawingml/2006/main">
              <a:ext uri="{FF2B5EF4-FFF2-40B4-BE49-F238E27FC236}">
                <a16:creationId xmlns:a16="http://schemas.microsoft.com/office/drawing/2014/main" id="{EC539379-9AFE-4A00-8167-70C8155F52D5}"/>
              </a:ext>
            </a:extLst>
          </p:cNvPr>
          <p:cNvSpPr>
            <a:spLocks xmlns:a="http://schemas.openxmlformats.org/drawingml/2006/main" noGrp="1"/>
          </p:cNvSpPr>
          <p:nvPr/>
        </p:nvSpPr>
        <p:spPr>
          <a:xfrm xmlns:a="http://schemas.openxmlformats.org/drawingml/2006/main">
            <a:off x="685800" y="38100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검증·test</a:t>
            </a:r>
          </a:p>
        </p:txBody>
      </p:sp>
      <p:sp>
        <p:nvSpPr>
          <p:cNvPr id="14" name="">
            <a:extLst xmlns:a="http://schemas.openxmlformats.org/drawingml/2006/main">
              <a:ext uri="{FF2B5EF4-FFF2-40B4-BE49-F238E27FC236}">
                <a16:creationId xmlns:a16="http://schemas.microsoft.com/office/drawing/2014/main" id="{BE510D02-F28B-4B50-9557-E93C4C9FC2C2}"/>
              </a:ext>
            </a:extLst>
          </p:cNvPr>
          <p:cNvSpPr>
            <a:spLocks xmlns:a="http://schemas.openxmlformats.org/drawingml/2006/main" noGrp="1"/>
          </p:cNvSpPr>
          <p:nvPr/>
        </p:nvSpPr>
        <p:spPr>
          <a:xfrm xmlns:a="http://schemas.openxmlformats.org/drawingml/2006/main">
            <a:off x="2724150" y="3638550"/>
            <a:ext cx="8191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5" name="">
            <a:extLst xmlns:a="http://schemas.openxmlformats.org/drawingml/2006/main">
              <a:ext uri="{FF2B5EF4-FFF2-40B4-BE49-F238E27FC236}">
                <a16:creationId xmlns:a16="http://schemas.microsoft.com/office/drawing/2014/main" id="{77126079-132C-4519-831E-800F3B9A571D}"/>
              </a:ext>
            </a:extLst>
          </p:cNvPr>
          <p:cNvSpPr>
            <a:spLocks xmlns:a="http://schemas.openxmlformats.org/drawingml/2006/main" noGrp="1"/>
          </p:cNvSpPr>
          <p:nvPr/>
        </p:nvSpPr>
        <p:spPr>
          <a:xfrm xmlns:a="http://schemas.openxmlformats.org/drawingml/2006/main">
            <a:off x="2952750" y="38100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tests/test_meeting_agent_workflow.py</a:t>
            </a:r>
          </a:p>
        </p:txBody>
      </p:sp>
      <p:sp>
        <p:nvSpPr>
          <p:cNvPr id="16" name="">
            <a:extLst xmlns:a="http://schemas.openxmlformats.org/drawingml/2006/main">
              <a:ext uri="{FF2B5EF4-FFF2-40B4-BE49-F238E27FC236}">
                <a16:creationId xmlns:a16="http://schemas.microsoft.com/office/drawing/2014/main" id="{F4531E1A-567F-4B60-9BFB-C17299C00AAA}"/>
              </a:ext>
            </a:extLst>
          </p:cNvPr>
          <p:cNvSpPr>
            <a:spLocks xmlns:a="http://schemas.openxmlformats.org/drawingml/2006/main" noGrp="1"/>
          </p:cNvSpPr>
          <p:nvPr/>
        </p:nvSpPr>
        <p:spPr>
          <a:xfrm xmlns:a="http://schemas.openxmlformats.org/drawingml/2006/main">
            <a:off x="685800" y="48768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따라하기 notebook</a:t>
            </a:r>
          </a:p>
        </p:txBody>
      </p:sp>
      <p:sp>
        <p:nvSpPr>
          <p:cNvPr id="17" name="">
            <a:extLst xmlns:a="http://schemas.openxmlformats.org/drawingml/2006/main">
              <a:ext uri="{FF2B5EF4-FFF2-40B4-BE49-F238E27FC236}">
                <a16:creationId xmlns:a16="http://schemas.microsoft.com/office/drawing/2014/main" id="{21DC5C23-C4C4-409D-BB70-361BE82BEFC2}"/>
              </a:ext>
            </a:extLst>
          </p:cNvPr>
          <p:cNvSpPr>
            <a:spLocks xmlns:a="http://schemas.openxmlformats.org/drawingml/2006/main" noGrp="1"/>
          </p:cNvSpPr>
          <p:nvPr/>
        </p:nvSpPr>
        <p:spPr>
          <a:xfrm xmlns:a="http://schemas.openxmlformats.org/drawingml/2006/main">
            <a:off x="2724150" y="4705350"/>
            <a:ext cx="8191500" cy="6858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EDDFA5D4-EEB7-4F15-8506-10C90A8DC9F9}"/>
              </a:ext>
            </a:extLst>
          </p:cNvPr>
          <p:cNvSpPr>
            <a:spLocks xmlns:a="http://schemas.openxmlformats.org/drawingml/2006/main" noGrp="1"/>
          </p:cNvSpPr>
          <p:nvPr/>
        </p:nvSpPr>
        <p:spPr>
          <a:xfrm xmlns:a="http://schemas.openxmlformats.org/drawingml/2006/main">
            <a:off x="2952750" y="48768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output/day1-meeting-agent-ollama/workflow_result.json</a:t>
            </a:r>
          </a:p>
        </p:txBody>
      </p:sp>
    </p:spTree>
    <p:extLst>
      <p:ext uri="{BB962C8B-B14F-4D97-AF65-F5344CB8AC3E}">
        <p14:creationId xmlns:p14="http://schemas.microsoft.com/office/powerpoint/2010/main" val="1519515109"/>
      </p:ext>
    </p:extLst>
  </p:cSld>
</p:sld>
</file>

<file path=ppt/slides/slide1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8E5878C-EA8E-4EAF-A4CD-FAA312B4785B}"/>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개념·코드</a:t>
            </a:r>
          </a:p>
        </p:txBody>
      </p:sp>
      <p:sp>
        <p:nvSpPr>
          <p:cNvPr id="2" name="">
            <a:extLst xmlns:a="http://schemas.openxmlformats.org/drawingml/2006/main">
              <a:ext uri="{FF2B5EF4-FFF2-40B4-BE49-F238E27FC236}">
                <a16:creationId xmlns:a16="http://schemas.microsoft.com/office/drawing/2014/main" id="{2D6A8D0E-20A1-4A11-8F8D-39C0575C3924}"/>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개념 연결</a:t>
            </a:r>
          </a:p>
        </p:txBody>
      </p:sp>
      <p:sp>
        <p:nvSpPr>
          <p:cNvPr id="3" name="">
            <a:extLst xmlns:a="http://schemas.openxmlformats.org/drawingml/2006/main">
              <a:ext uri="{FF2B5EF4-FFF2-40B4-BE49-F238E27FC236}">
                <a16:creationId xmlns:a16="http://schemas.microsoft.com/office/drawing/2014/main" id="{E2D86AA1-D291-42A4-8437-A36648780898}"/>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D4D6DBEB-0EA1-4F28-97D1-5B5CD510363B}"/>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C79C8963-54E5-4A28-A96E-5C8E8EC2016F}"/>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876DECB7-F355-4854-BB64-7722108A7531}"/>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190</a:t>
            </a:r>
          </a:p>
        </p:txBody>
      </p:sp>
      <p:sp>
        <p:nvSpPr>
          <p:cNvPr id="7" name="">
            <a:extLst xmlns:a="http://schemas.openxmlformats.org/drawingml/2006/main">
              <a:ext uri="{FF2B5EF4-FFF2-40B4-BE49-F238E27FC236}">
                <a16:creationId xmlns:a16="http://schemas.microsoft.com/office/drawing/2014/main" id="{EC1812E7-6048-45F5-9884-80FC59973EF2}"/>
              </a:ext>
            </a:extLst>
          </p:cNvPr>
          <p:cNvSpPr>
            <a:spLocks xmlns:a="http://schemas.openxmlformats.org/drawingml/2006/main" noGrp="1"/>
          </p:cNvSpPr>
          <p:nvPr/>
        </p:nvSpPr>
        <p:spPr>
          <a:xfrm xmlns:a="http://schemas.openxmlformats.org/drawingml/2006/main">
            <a:off x="685800" y="1504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Evidence</a:t>
            </a:r>
          </a:p>
        </p:txBody>
      </p:sp>
      <p:sp>
        <p:nvSpPr>
          <p:cNvPr id="8" name="">
            <a:extLst xmlns:a="http://schemas.openxmlformats.org/drawingml/2006/main">
              <a:ext uri="{FF2B5EF4-FFF2-40B4-BE49-F238E27FC236}">
                <a16:creationId xmlns:a16="http://schemas.microsoft.com/office/drawing/2014/main" id="{709CB70E-C803-4451-82DF-8966EBD4C776}"/>
              </a:ext>
            </a:extLst>
          </p:cNvPr>
          <p:cNvSpPr>
            <a:spLocks xmlns:a="http://schemas.openxmlformats.org/drawingml/2006/main" noGrp="1"/>
          </p:cNvSpPr>
          <p:nvPr/>
        </p:nvSpPr>
        <p:spPr>
          <a:xfrm xmlns:a="http://schemas.openxmlformats.org/drawingml/2006/main">
            <a:off x="685800" y="19621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결과를 뒷받침하는 원문 구간</a:t>
            </a:r>
          </a:p>
        </p:txBody>
      </p:sp>
      <p:sp>
        <p:nvSpPr>
          <p:cNvPr id="9" name="">
            <a:extLst xmlns:a="http://schemas.openxmlformats.org/drawingml/2006/main">
              <a:ext uri="{FF2B5EF4-FFF2-40B4-BE49-F238E27FC236}">
                <a16:creationId xmlns:a16="http://schemas.microsoft.com/office/drawing/2014/main" id="{FE2369CC-6244-4715-98AC-BAA3539B0383}"/>
              </a:ext>
            </a:extLst>
          </p:cNvPr>
          <p:cNvSpPr>
            <a:spLocks xmlns:a="http://schemas.openxmlformats.org/drawingml/2006/main" noGrp="1"/>
          </p:cNvSpPr>
          <p:nvPr/>
        </p:nvSpPr>
        <p:spPr>
          <a:xfrm xmlns:a="http://schemas.openxmlformats.org/drawingml/2006/main">
            <a:off x="685800" y="26670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0" name="">
            <a:extLst xmlns:a="http://schemas.openxmlformats.org/drawingml/2006/main">
              <a:ext uri="{FF2B5EF4-FFF2-40B4-BE49-F238E27FC236}">
                <a16:creationId xmlns:a16="http://schemas.microsoft.com/office/drawing/2014/main" id="{20018B8D-670C-45A1-8CEC-4B6B5C939EA4}"/>
              </a:ext>
            </a:extLst>
          </p:cNvPr>
          <p:cNvSpPr>
            <a:spLocks xmlns:a="http://schemas.openxmlformats.org/drawingml/2006/main" noGrp="1"/>
          </p:cNvSpPr>
          <p:nvPr/>
        </p:nvSpPr>
        <p:spPr>
          <a:xfrm xmlns:a="http://schemas.openxmlformats.org/drawingml/2006/main">
            <a:off x="819150" y="27813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src/meeting_agent_workflow.py</a:t>
            </a:r>
          </a:p>
        </p:txBody>
      </p:sp>
      <p:sp>
        <p:nvSpPr>
          <p:cNvPr id="11" name="">
            <a:extLst xmlns:a="http://schemas.openxmlformats.org/drawingml/2006/main">
              <a:ext uri="{FF2B5EF4-FFF2-40B4-BE49-F238E27FC236}">
                <a16:creationId xmlns:a16="http://schemas.microsoft.com/office/drawing/2014/main" id="{0527D672-8A9A-4785-A268-712A5F641033}"/>
              </a:ext>
            </a:extLst>
          </p:cNvPr>
          <p:cNvSpPr>
            <a:spLocks xmlns:a="http://schemas.openxmlformats.org/drawingml/2006/main" noGrp="1"/>
          </p:cNvSpPr>
          <p:nvPr/>
        </p:nvSpPr>
        <p:spPr>
          <a:xfrm xmlns:a="http://schemas.openxmlformats.org/drawingml/2006/main">
            <a:off x="6096000" y="1504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Grounding</a:t>
            </a:r>
          </a:p>
        </p:txBody>
      </p:sp>
      <p:sp>
        <p:nvSpPr>
          <p:cNvPr id="12" name="">
            <a:extLst xmlns:a="http://schemas.openxmlformats.org/drawingml/2006/main">
              <a:ext uri="{FF2B5EF4-FFF2-40B4-BE49-F238E27FC236}">
                <a16:creationId xmlns:a16="http://schemas.microsoft.com/office/drawing/2014/main" id="{44178BC4-2472-4EE9-9BF3-88E925FB2E11}"/>
              </a:ext>
            </a:extLst>
          </p:cNvPr>
          <p:cNvSpPr>
            <a:spLocks xmlns:a="http://schemas.openxmlformats.org/drawingml/2006/main" noGrp="1"/>
          </p:cNvSpPr>
          <p:nvPr/>
        </p:nvSpPr>
        <p:spPr>
          <a:xfrm xmlns:a="http://schemas.openxmlformats.org/drawingml/2006/main">
            <a:off x="6096000" y="19621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출력 내용을 입력 근거에 묶는 것</a:t>
            </a:r>
          </a:p>
        </p:txBody>
      </p:sp>
      <p:sp>
        <p:nvSpPr>
          <p:cNvPr id="13" name="">
            <a:extLst xmlns:a="http://schemas.openxmlformats.org/drawingml/2006/main">
              <a:ext uri="{FF2B5EF4-FFF2-40B4-BE49-F238E27FC236}">
                <a16:creationId xmlns:a16="http://schemas.microsoft.com/office/drawing/2014/main" id="{ECB36F7A-F117-4732-84A5-92D933383AC4}"/>
              </a:ext>
            </a:extLst>
          </p:cNvPr>
          <p:cNvSpPr>
            <a:spLocks xmlns:a="http://schemas.openxmlformats.org/drawingml/2006/main" noGrp="1"/>
          </p:cNvSpPr>
          <p:nvPr/>
        </p:nvSpPr>
        <p:spPr>
          <a:xfrm xmlns:a="http://schemas.openxmlformats.org/drawingml/2006/main">
            <a:off x="6096000" y="26670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0AB50CC6-6E4F-4EA8-B8C9-4C53EC851E66}"/>
              </a:ext>
            </a:extLst>
          </p:cNvPr>
          <p:cNvSpPr>
            <a:spLocks xmlns:a="http://schemas.openxmlformats.org/drawingml/2006/main" noGrp="1"/>
          </p:cNvSpPr>
          <p:nvPr/>
        </p:nvSpPr>
        <p:spPr>
          <a:xfrm xmlns:a="http://schemas.openxmlformats.org/drawingml/2006/main">
            <a:off x="6229350" y="27813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src/course_services/meeting_service.py</a:t>
            </a:r>
          </a:p>
        </p:txBody>
      </p:sp>
      <p:sp>
        <p:nvSpPr>
          <p:cNvPr id="15" name="">
            <a:extLst xmlns:a="http://schemas.openxmlformats.org/drawingml/2006/main">
              <a:ext uri="{FF2B5EF4-FFF2-40B4-BE49-F238E27FC236}">
                <a16:creationId xmlns:a16="http://schemas.microsoft.com/office/drawing/2014/main" id="{54FD2FD2-EA79-4556-8AC3-51FF638153CC}"/>
              </a:ext>
            </a:extLst>
          </p:cNvPr>
          <p:cNvSpPr>
            <a:spLocks xmlns:a="http://schemas.openxmlformats.org/drawingml/2006/main" noGrp="1"/>
          </p:cNvSpPr>
          <p:nvPr/>
        </p:nvSpPr>
        <p:spPr>
          <a:xfrm xmlns:a="http://schemas.openxmlformats.org/drawingml/2006/main">
            <a:off x="685800" y="3486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Hallucination</a:t>
            </a:r>
          </a:p>
        </p:txBody>
      </p:sp>
      <p:sp>
        <p:nvSpPr>
          <p:cNvPr id="16" name="">
            <a:extLst xmlns:a="http://schemas.openxmlformats.org/drawingml/2006/main">
              <a:ext uri="{FF2B5EF4-FFF2-40B4-BE49-F238E27FC236}">
                <a16:creationId xmlns:a16="http://schemas.microsoft.com/office/drawing/2014/main" id="{E2DE9153-50B2-444E-A7EA-3D5A3C4183C4}"/>
              </a:ext>
            </a:extLst>
          </p:cNvPr>
          <p:cNvSpPr>
            <a:spLocks xmlns:a="http://schemas.openxmlformats.org/drawingml/2006/main" noGrp="1"/>
          </p:cNvSpPr>
          <p:nvPr/>
        </p:nvSpPr>
        <p:spPr>
          <a:xfrm xmlns:a="http://schemas.openxmlformats.org/drawingml/2006/main">
            <a:off x="685800" y="39433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원문에 없는 내용을 만든 오류</a:t>
            </a:r>
          </a:p>
        </p:txBody>
      </p:sp>
      <p:sp>
        <p:nvSpPr>
          <p:cNvPr id="17" name="">
            <a:extLst xmlns:a="http://schemas.openxmlformats.org/drawingml/2006/main">
              <a:ext uri="{FF2B5EF4-FFF2-40B4-BE49-F238E27FC236}">
                <a16:creationId xmlns:a16="http://schemas.microsoft.com/office/drawing/2014/main" id="{ABFE4488-657B-403D-89CB-A1CFDB74A7F4}"/>
              </a:ext>
            </a:extLst>
          </p:cNvPr>
          <p:cNvSpPr>
            <a:spLocks xmlns:a="http://schemas.openxmlformats.org/drawingml/2006/main" noGrp="1"/>
          </p:cNvSpPr>
          <p:nvPr/>
        </p:nvSpPr>
        <p:spPr>
          <a:xfrm xmlns:a="http://schemas.openxmlformats.org/drawingml/2006/main">
            <a:off x="685800" y="46482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CEC969B5-1EB8-4F8C-9A48-263B65BB0E4D}"/>
              </a:ext>
            </a:extLst>
          </p:cNvPr>
          <p:cNvSpPr>
            <a:spLocks xmlns:a="http://schemas.openxmlformats.org/drawingml/2006/main" noGrp="1"/>
          </p:cNvSpPr>
          <p:nvPr/>
        </p:nvSpPr>
        <p:spPr>
          <a:xfrm xmlns:a="http://schemas.openxmlformats.org/drawingml/2006/main">
            <a:off x="819150" y="47625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tests/test_meeting_agent_workflow.py</a:t>
            </a:r>
          </a:p>
        </p:txBody>
      </p:sp>
      <p:sp>
        <p:nvSpPr>
          <p:cNvPr id="19" name="">
            <a:extLst xmlns:a="http://schemas.openxmlformats.org/drawingml/2006/main">
              <a:ext uri="{FF2B5EF4-FFF2-40B4-BE49-F238E27FC236}">
                <a16:creationId xmlns:a16="http://schemas.microsoft.com/office/drawing/2014/main" id="{DA417663-7BFD-4C72-A217-941480A74433}"/>
              </a:ext>
            </a:extLst>
          </p:cNvPr>
          <p:cNvSpPr>
            <a:spLocks xmlns:a="http://schemas.openxmlformats.org/drawingml/2006/main" noGrp="1"/>
          </p:cNvSpPr>
          <p:nvPr/>
        </p:nvSpPr>
        <p:spPr>
          <a:xfrm xmlns:a="http://schemas.openxmlformats.org/drawingml/2006/main">
            <a:off x="6096000" y="3486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Spot check</a:t>
            </a:r>
          </a:p>
        </p:txBody>
      </p:sp>
      <p:sp>
        <p:nvSpPr>
          <p:cNvPr id="20" name="">
            <a:extLst xmlns:a="http://schemas.openxmlformats.org/drawingml/2006/main">
              <a:ext uri="{FF2B5EF4-FFF2-40B4-BE49-F238E27FC236}">
                <a16:creationId xmlns:a16="http://schemas.microsoft.com/office/drawing/2014/main" id="{10652D13-58A8-4FC4-9B48-D5FC82FFA84D}"/>
              </a:ext>
            </a:extLst>
          </p:cNvPr>
          <p:cNvSpPr>
            <a:spLocks xmlns:a="http://schemas.openxmlformats.org/drawingml/2006/main" noGrp="1"/>
          </p:cNvSpPr>
          <p:nvPr/>
        </p:nvSpPr>
        <p:spPr>
          <a:xfrm xmlns:a="http://schemas.openxmlformats.org/drawingml/2006/main">
            <a:off x="6096000" y="39433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위험 구간만 사람이 확인</a:t>
            </a:r>
          </a:p>
        </p:txBody>
      </p:sp>
      <p:sp>
        <p:nvSpPr>
          <p:cNvPr id="21" name="">
            <a:extLst xmlns:a="http://schemas.openxmlformats.org/drawingml/2006/main">
              <a:ext uri="{FF2B5EF4-FFF2-40B4-BE49-F238E27FC236}">
                <a16:creationId xmlns:a16="http://schemas.microsoft.com/office/drawing/2014/main" id="{95A9B4F6-7624-4A55-A8C4-767A9D412B9B}"/>
              </a:ext>
            </a:extLst>
          </p:cNvPr>
          <p:cNvSpPr>
            <a:spLocks xmlns:a="http://schemas.openxmlformats.org/drawingml/2006/main" noGrp="1"/>
          </p:cNvSpPr>
          <p:nvPr/>
        </p:nvSpPr>
        <p:spPr>
          <a:xfrm xmlns:a="http://schemas.openxmlformats.org/drawingml/2006/main">
            <a:off x="6096000" y="46482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9B706BDE-AB41-46A4-95C5-4270297B56AB}"/>
              </a:ext>
            </a:extLst>
          </p:cNvPr>
          <p:cNvSpPr>
            <a:spLocks xmlns:a="http://schemas.openxmlformats.org/drawingml/2006/main" noGrp="1"/>
          </p:cNvSpPr>
          <p:nvPr/>
        </p:nvSpPr>
        <p:spPr>
          <a:xfrm xmlns:a="http://schemas.openxmlformats.org/drawingml/2006/main">
            <a:off x="6229350" y="47625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output/day1-meeting-agent-ollama/workflow_result.json</a:t>
            </a:r>
          </a:p>
        </p:txBody>
      </p:sp>
    </p:spTree>
    <p:extLst>
      <p:ext uri="{BB962C8B-B14F-4D97-AF65-F5344CB8AC3E}">
        <p14:creationId xmlns:p14="http://schemas.microsoft.com/office/powerpoint/2010/main" val="179237236"/>
      </p:ext>
    </p:extLst>
  </p:cSld>
</p:sld>
</file>

<file path=ppt/slides/slide1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858C4A64-D4E4-41A0-BBB4-901708E9F771}"/>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선택 기준</a:t>
            </a:r>
          </a:p>
        </p:txBody>
      </p:sp>
      <p:sp>
        <p:nvSpPr>
          <p:cNvPr id="2" name="">
            <a:extLst xmlns:a="http://schemas.openxmlformats.org/drawingml/2006/main">
              <a:ext uri="{FF2B5EF4-FFF2-40B4-BE49-F238E27FC236}">
                <a16:creationId xmlns:a16="http://schemas.microsoft.com/office/drawing/2014/main" id="{36AC5234-0CB2-4D8A-BF50-33B9AC5BE0EE}"/>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비교</a:t>
            </a:r>
          </a:p>
        </p:txBody>
      </p:sp>
      <p:sp>
        <p:nvSpPr>
          <p:cNvPr id="3" name="">
            <a:extLst xmlns:a="http://schemas.openxmlformats.org/drawingml/2006/main">
              <a:ext uri="{FF2B5EF4-FFF2-40B4-BE49-F238E27FC236}">
                <a16:creationId xmlns:a16="http://schemas.microsoft.com/office/drawing/2014/main" id="{0B6F1664-A6FE-4E65-A3BA-5EDF6E9F896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732B14BB-9263-4EEF-B22B-BE021F3560B6}"/>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C24704E3-652F-4671-AB10-85C6FDDD0A5C}"/>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B32136EA-B49A-4B79-BAA4-7A80304599FE}"/>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191</a:t>
            </a:r>
          </a:p>
        </p:txBody>
      </p:sp>
      <p:sp>
        <p:nvSpPr>
          <p:cNvPr id="7" name="">
            <a:extLst xmlns:a="http://schemas.openxmlformats.org/drawingml/2006/main">
              <a:ext uri="{FF2B5EF4-FFF2-40B4-BE49-F238E27FC236}">
                <a16:creationId xmlns:a16="http://schemas.microsoft.com/office/drawing/2014/main" id="{BD8A8FB8-01B4-413D-B2D4-DC8A75C7E320}"/>
              </a:ext>
            </a:extLst>
          </p:cNvPr>
          <p:cNvSpPr>
            <a:spLocks xmlns:a="http://schemas.openxmlformats.org/drawingml/2006/main" noGrp="1"/>
          </p:cNvSpPr>
          <p:nvPr/>
        </p:nvSpPr>
        <p:spPr>
          <a:xfrm xmlns:a="http://schemas.openxmlformats.org/drawingml/2006/main">
            <a:off x="666750" y="1504950"/>
            <a:ext cx="238125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8" name="">
            <a:extLst xmlns:a="http://schemas.openxmlformats.org/drawingml/2006/main">
              <a:ext uri="{FF2B5EF4-FFF2-40B4-BE49-F238E27FC236}">
                <a16:creationId xmlns:a16="http://schemas.microsoft.com/office/drawing/2014/main" id="{99001635-AE5D-42BB-BAE9-F9F90C9CB01C}"/>
              </a:ext>
            </a:extLst>
          </p:cNvPr>
          <p:cNvSpPr>
            <a:spLocks xmlns:a="http://schemas.openxmlformats.org/drawingml/2006/main" noGrp="1"/>
          </p:cNvSpPr>
          <p:nvPr/>
        </p:nvSpPr>
        <p:spPr>
          <a:xfrm xmlns:a="http://schemas.openxmlformats.org/drawingml/2006/main">
            <a:off x="819150" y="16573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구분</a:t>
            </a:r>
          </a:p>
        </p:txBody>
      </p:sp>
      <p:sp>
        <p:nvSpPr>
          <p:cNvPr id="9" name="">
            <a:extLst xmlns:a="http://schemas.openxmlformats.org/drawingml/2006/main">
              <a:ext uri="{FF2B5EF4-FFF2-40B4-BE49-F238E27FC236}">
                <a16:creationId xmlns:a16="http://schemas.microsoft.com/office/drawing/2014/main" id="{574BB0B7-4873-4A05-B8BC-ED18895EB299}"/>
              </a:ext>
            </a:extLst>
          </p:cNvPr>
          <p:cNvSpPr>
            <a:spLocks xmlns:a="http://schemas.openxmlformats.org/drawingml/2006/main" noGrp="1"/>
          </p:cNvSpPr>
          <p:nvPr/>
        </p:nvSpPr>
        <p:spPr>
          <a:xfrm xmlns:a="http://schemas.openxmlformats.org/drawingml/2006/main">
            <a:off x="3048000" y="1504950"/>
            <a:ext cx="457200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0" name="">
            <a:extLst xmlns:a="http://schemas.openxmlformats.org/drawingml/2006/main">
              <a:ext uri="{FF2B5EF4-FFF2-40B4-BE49-F238E27FC236}">
                <a16:creationId xmlns:a16="http://schemas.microsoft.com/office/drawing/2014/main" id="{AB48FF04-87A0-4F70-8372-C8EAE22257EE}"/>
              </a:ext>
            </a:extLst>
          </p:cNvPr>
          <p:cNvSpPr>
            <a:spLocks xmlns:a="http://schemas.openxmlformats.org/drawingml/2006/main" noGrp="1"/>
          </p:cNvSpPr>
          <p:nvPr/>
        </p:nvSpPr>
        <p:spPr>
          <a:xfrm xmlns:a="http://schemas.openxmlformats.org/drawingml/2006/main">
            <a:off x="3200400" y="16573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역할</a:t>
            </a:r>
          </a:p>
        </p:txBody>
      </p:sp>
      <p:sp>
        <p:nvSpPr>
          <p:cNvPr id="11" name="">
            <a:extLst xmlns:a="http://schemas.openxmlformats.org/drawingml/2006/main">
              <a:ext uri="{FF2B5EF4-FFF2-40B4-BE49-F238E27FC236}">
                <a16:creationId xmlns:a16="http://schemas.microsoft.com/office/drawing/2014/main" id="{7FB287B0-A5CD-4037-BD22-88591854EFBC}"/>
              </a:ext>
            </a:extLst>
          </p:cNvPr>
          <p:cNvSpPr>
            <a:spLocks xmlns:a="http://schemas.openxmlformats.org/drawingml/2006/main" noGrp="1"/>
          </p:cNvSpPr>
          <p:nvPr/>
        </p:nvSpPr>
        <p:spPr>
          <a:xfrm xmlns:a="http://schemas.openxmlformats.org/drawingml/2006/main">
            <a:off x="7620000" y="1504950"/>
            <a:ext cx="390525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2" name="">
            <a:extLst xmlns:a="http://schemas.openxmlformats.org/drawingml/2006/main">
              <a:ext uri="{FF2B5EF4-FFF2-40B4-BE49-F238E27FC236}">
                <a16:creationId xmlns:a16="http://schemas.microsoft.com/office/drawing/2014/main" id="{888A3A9C-AB57-4FE0-A063-2754BC87E079}"/>
              </a:ext>
            </a:extLst>
          </p:cNvPr>
          <p:cNvSpPr>
            <a:spLocks xmlns:a="http://schemas.openxmlformats.org/drawingml/2006/main" noGrp="1"/>
          </p:cNvSpPr>
          <p:nvPr/>
        </p:nvSpPr>
        <p:spPr>
          <a:xfrm xmlns:a="http://schemas.openxmlformats.org/drawingml/2006/main">
            <a:off x="7772400" y="16573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이번 차시의 판단 기준</a:t>
            </a:r>
          </a:p>
        </p:txBody>
      </p:sp>
      <p:sp>
        <p:nvSpPr>
          <p:cNvPr id="13" name="">
            <a:extLst xmlns:a="http://schemas.openxmlformats.org/drawingml/2006/main">
              <a:ext uri="{FF2B5EF4-FFF2-40B4-BE49-F238E27FC236}">
                <a16:creationId xmlns:a16="http://schemas.microsoft.com/office/drawing/2014/main" id="{682E616C-8AEC-487E-A3D3-F6ADADB96745}"/>
              </a:ext>
            </a:extLst>
          </p:cNvPr>
          <p:cNvSpPr>
            <a:spLocks xmlns:a="http://schemas.openxmlformats.org/drawingml/2006/main" noGrp="1"/>
          </p:cNvSpPr>
          <p:nvPr/>
        </p:nvSpPr>
        <p:spPr>
          <a:xfrm xmlns:a="http://schemas.openxmlformats.org/drawingml/2006/main">
            <a:off x="666750" y="2381250"/>
            <a:ext cx="2381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158F96F1-F99F-40C6-91FB-EDF1EAE4474D}"/>
              </a:ext>
            </a:extLst>
          </p:cNvPr>
          <p:cNvSpPr>
            <a:spLocks xmlns:a="http://schemas.openxmlformats.org/drawingml/2006/main" noGrp="1"/>
          </p:cNvSpPr>
          <p:nvPr/>
        </p:nvSpPr>
        <p:spPr>
          <a:xfrm xmlns:a="http://schemas.openxmlformats.org/drawingml/2006/main">
            <a:off x="819150" y="25336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Evidence</a:t>
            </a:r>
          </a:p>
        </p:txBody>
      </p:sp>
      <p:sp>
        <p:nvSpPr>
          <p:cNvPr id="15" name="">
            <a:extLst xmlns:a="http://schemas.openxmlformats.org/drawingml/2006/main">
              <a:ext uri="{FF2B5EF4-FFF2-40B4-BE49-F238E27FC236}">
                <a16:creationId xmlns:a16="http://schemas.microsoft.com/office/drawing/2014/main" id="{FCFABAD5-F9AA-4B94-BEAD-3FA22A23A041}"/>
              </a:ext>
            </a:extLst>
          </p:cNvPr>
          <p:cNvSpPr>
            <a:spLocks xmlns:a="http://schemas.openxmlformats.org/drawingml/2006/main" noGrp="1"/>
          </p:cNvSpPr>
          <p:nvPr/>
        </p:nvSpPr>
        <p:spPr>
          <a:xfrm xmlns:a="http://schemas.openxmlformats.org/drawingml/2006/main">
            <a:off x="3048000" y="2381250"/>
            <a:ext cx="457200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6" name="">
            <a:extLst xmlns:a="http://schemas.openxmlformats.org/drawingml/2006/main">
              <a:ext uri="{FF2B5EF4-FFF2-40B4-BE49-F238E27FC236}">
                <a16:creationId xmlns:a16="http://schemas.microsoft.com/office/drawing/2014/main" id="{0B103FD1-B827-4102-A72D-741FBF29B04C}"/>
              </a:ext>
            </a:extLst>
          </p:cNvPr>
          <p:cNvSpPr>
            <a:spLocks xmlns:a="http://schemas.openxmlformats.org/drawingml/2006/main" noGrp="1"/>
          </p:cNvSpPr>
          <p:nvPr/>
        </p:nvSpPr>
        <p:spPr>
          <a:xfrm xmlns:a="http://schemas.openxmlformats.org/drawingml/2006/main">
            <a:off x="3200400" y="25336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결정 추출 단계의 입력 기준</a:t>
            </a:r>
          </a:p>
        </p:txBody>
      </p:sp>
      <p:sp>
        <p:nvSpPr>
          <p:cNvPr id="17" name="">
            <a:extLst xmlns:a="http://schemas.openxmlformats.org/drawingml/2006/main">
              <a:ext uri="{FF2B5EF4-FFF2-40B4-BE49-F238E27FC236}">
                <a16:creationId xmlns:a16="http://schemas.microsoft.com/office/drawing/2014/main" id="{D856AFFE-0960-4A73-9A82-D8996DB495EE}"/>
              </a:ext>
            </a:extLst>
          </p:cNvPr>
          <p:cNvSpPr>
            <a:spLocks xmlns:a="http://schemas.openxmlformats.org/drawingml/2006/main" noGrp="1"/>
          </p:cNvSpPr>
          <p:nvPr/>
        </p:nvSpPr>
        <p:spPr>
          <a:xfrm xmlns:a="http://schemas.openxmlformats.org/drawingml/2006/main">
            <a:off x="7620000" y="2381250"/>
            <a:ext cx="3905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859F57F3-1C7A-413B-A987-441A38524097}"/>
              </a:ext>
            </a:extLst>
          </p:cNvPr>
          <p:cNvSpPr>
            <a:spLocks xmlns:a="http://schemas.openxmlformats.org/drawingml/2006/main" noGrp="1"/>
          </p:cNvSpPr>
          <p:nvPr/>
        </p:nvSpPr>
        <p:spPr>
          <a:xfrm xmlns:a="http://schemas.openxmlformats.org/drawingml/2006/main">
            <a:off x="7772400" y="25336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결정론 test로 먼저 확인</a:t>
            </a:r>
          </a:p>
        </p:txBody>
      </p:sp>
      <p:sp>
        <p:nvSpPr>
          <p:cNvPr id="19" name="">
            <a:extLst xmlns:a="http://schemas.openxmlformats.org/drawingml/2006/main">
              <a:ext uri="{FF2B5EF4-FFF2-40B4-BE49-F238E27FC236}">
                <a16:creationId xmlns:a16="http://schemas.microsoft.com/office/drawing/2014/main" id="{8D068EB6-39BC-47F8-AF88-F9F71972056B}"/>
              </a:ext>
            </a:extLst>
          </p:cNvPr>
          <p:cNvSpPr>
            <a:spLocks xmlns:a="http://schemas.openxmlformats.org/drawingml/2006/main" noGrp="1"/>
          </p:cNvSpPr>
          <p:nvPr/>
        </p:nvSpPr>
        <p:spPr>
          <a:xfrm xmlns:a="http://schemas.openxmlformats.org/drawingml/2006/main">
            <a:off x="666750" y="3257550"/>
            <a:ext cx="2381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0" name="">
            <a:extLst xmlns:a="http://schemas.openxmlformats.org/drawingml/2006/main">
              <a:ext uri="{FF2B5EF4-FFF2-40B4-BE49-F238E27FC236}">
                <a16:creationId xmlns:a16="http://schemas.microsoft.com/office/drawing/2014/main" id="{AB829EF1-9B09-479D-8DED-EFDFD1C1642D}"/>
              </a:ext>
            </a:extLst>
          </p:cNvPr>
          <p:cNvSpPr>
            <a:spLocks xmlns:a="http://schemas.openxmlformats.org/drawingml/2006/main" noGrp="1"/>
          </p:cNvSpPr>
          <p:nvPr/>
        </p:nvSpPr>
        <p:spPr>
          <a:xfrm xmlns:a="http://schemas.openxmlformats.org/drawingml/2006/main">
            <a:off x="819150" y="34099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Grounding</a:t>
            </a:r>
          </a:p>
        </p:txBody>
      </p:sp>
      <p:sp>
        <p:nvSpPr>
          <p:cNvPr id="21" name="">
            <a:extLst xmlns:a="http://schemas.openxmlformats.org/drawingml/2006/main">
              <a:ext uri="{FF2B5EF4-FFF2-40B4-BE49-F238E27FC236}">
                <a16:creationId xmlns:a16="http://schemas.microsoft.com/office/drawing/2014/main" id="{CB2CB9D2-E0DE-4AC3-9230-B52FA45E7C85}"/>
              </a:ext>
            </a:extLst>
          </p:cNvPr>
          <p:cNvSpPr>
            <a:spLocks xmlns:a="http://schemas.openxmlformats.org/drawingml/2006/main" noGrp="1"/>
          </p:cNvSpPr>
          <p:nvPr/>
        </p:nvSpPr>
        <p:spPr>
          <a:xfrm xmlns:a="http://schemas.openxmlformats.org/drawingml/2006/main">
            <a:off x="3048000" y="3257550"/>
            <a:ext cx="45720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35698901-4EF1-4F94-ABE5-36A6F160CB08}"/>
              </a:ext>
            </a:extLst>
          </p:cNvPr>
          <p:cNvSpPr>
            <a:spLocks xmlns:a="http://schemas.openxmlformats.org/drawingml/2006/main" noGrp="1"/>
          </p:cNvSpPr>
          <p:nvPr/>
        </p:nvSpPr>
        <p:spPr>
          <a:xfrm xmlns:a="http://schemas.openxmlformats.org/drawingml/2006/main">
            <a:off x="3200400" y="34099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Action Item 추출 단계의 교체 경계</a:t>
            </a:r>
          </a:p>
        </p:txBody>
      </p:sp>
      <p:sp>
        <p:nvSpPr>
          <p:cNvPr id="23" name="">
            <a:extLst xmlns:a="http://schemas.openxmlformats.org/drawingml/2006/main">
              <a:ext uri="{FF2B5EF4-FFF2-40B4-BE49-F238E27FC236}">
                <a16:creationId xmlns:a16="http://schemas.microsoft.com/office/drawing/2014/main" id="{C50F2763-7BE5-4FB9-A9ED-3CB599687F45}"/>
              </a:ext>
            </a:extLst>
          </p:cNvPr>
          <p:cNvSpPr>
            <a:spLocks xmlns:a="http://schemas.openxmlformats.org/drawingml/2006/main" noGrp="1"/>
          </p:cNvSpPr>
          <p:nvPr/>
        </p:nvSpPr>
        <p:spPr>
          <a:xfrm xmlns:a="http://schemas.openxmlformats.org/drawingml/2006/main">
            <a:off x="7620000" y="3257550"/>
            <a:ext cx="3905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4" name="">
            <a:extLst xmlns:a="http://schemas.openxmlformats.org/drawingml/2006/main">
              <a:ext uri="{FF2B5EF4-FFF2-40B4-BE49-F238E27FC236}">
                <a16:creationId xmlns:a16="http://schemas.microsoft.com/office/drawing/2014/main" id="{A38435A9-628A-4BFE-8149-86FF10C3CF91}"/>
              </a:ext>
            </a:extLst>
          </p:cNvPr>
          <p:cNvSpPr>
            <a:spLocks xmlns:a="http://schemas.openxmlformats.org/drawingml/2006/main" noGrp="1"/>
          </p:cNvSpPr>
          <p:nvPr/>
        </p:nvSpPr>
        <p:spPr>
          <a:xfrm xmlns:a="http://schemas.openxmlformats.org/drawingml/2006/main">
            <a:off x="7772400" y="34099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adapter 경계를 확인</a:t>
            </a:r>
          </a:p>
        </p:txBody>
      </p:sp>
      <p:sp>
        <p:nvSpPr>
          <p:cNvPr id="25" name="">
            <a:extLst xmlns:a="http://schemas.openxmlformats.org/drawingml/2006/main">
              <a:ext uri="{FF2B5EF4-FFF2-40B4-BE49-F238E27FC236}">
                <a16:creationId xmlns:a16="http://schemas.microsoft.com/office/drawing/2014/main" id="{90C802A5-D121-4F30-8652-A69AF08DBA1D}"/>
              </a:ext>
            </a:extLst>
          </p:cNvPr>
          <p:cNvSpPr>
            <a:spLocks xmlns:a="http://schemas.openxmlformats.org/drawingml/2006/main" noGrp="1"/>
          </p:cNvSpPr>
          <p:nvPr/>
        </p:nvSpPr>
        <p:spPr>
          <a:xfrm xmlns:a="http://schemas.openxmlformats.org/drawingml/2006/main">
            <a:off x="666750" y="4133850"/>
            <a:ext cx="2381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6" name="">
            <a:extLst xmlns:a="http://schemas.openxmlformats.org/drawingml/2006/main">
              <a:ext uri="{FF2B5EF4-FFF2-40B4-BE49-F238E27FC236}">
                <a16:creationId xmlns:a16="http://schemas.microsoft.com/office/drawing/2014/main" id="{D098736C-A795-471D-952F-AC88CAF66EBA}"/>
              </a:ext>
            </a:extLst>
          </p:cNvPr>
          <p:cNvSpPr>
            <a:spLocks xmlns:a="http://schemas.openxmlformats.org/drawingml/2006/main" noGrp="1"/>
          </p:cNvSpPr>
          <p:nvPr/>
        </p:nvSpPr>
        <p:spPr>
          <a:xfrm xmlns:a="http://schemas.openxmlformats.org/drawingml/2006/main">
            <a:off x="819150" y="42862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Hallucination</a:t>
            </a:r>
          </a:p>
        </p:txBody>
      </p:sp>
      <p:sp>
        <p:nvSpPr>
          <p:cNvPr id="27" name="">
            <a:extLst xmlns:a="http://schemas.openxmlformats.org/drawingml/2006/main">
              <a:ext uri="{FF2B5EF4-FFF2-40B4-BE49-F238E27FC236}">
                <a16:creationId xmlns:a16="http://schemas.microsoft.com/office/drawing/2014/main" id="{8A89FE88-4BD9-481D-8524-324E165A51E5}"/>
              </a:ext>
            </a:extLst>
          </p:cNvPr>
          <p:cNvSpPr>
            <a:spLocks xmlns:a="http://schemas.openxmlformats.org/drawingml/2006/main" noGrp="1"/>
          </p:cNvSpPr>
          <p:nvPr/>
        </p:nvSpPr>
        <p:spPr>
          <a:xfrm xmlns:a="http://schemas.openxmlformats.org/drawingml/2006/main">
            <a:off x="3048000" y="4133850"/>
            <a:ext cx="457200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8" name="">
            <a:extLst xmlns:a="http://schemas.openxmlformats.org/drawingml/2006/main">
              <a:ext uri="{FF2B5EF4-FFF2-40B4-BE49-F238E27FC236}">
                <a16:creationId xmlns:a16="http://schemas.microsoft.com/office/drawing/2014/main" id="{90246C7E-7D60-45BF-BFC6-05003C015DF1}"/>
              </a:ext>
            </a:extLst>
          </p:cNvPr>
          <p:cNvSpPr>
            <a:spLocks xmlns:a="http://schemas.openxmlformats.org/drawingml/2006/main" noGrp="1"/>
          </p:cNvSpPr>
          <p:nvPr/>
        </p:nvSpPr>
        <p:spPr>
          <a:xfrm xmlns:a="http://schemas.openxmlformats.org/drawingml/2006/main">
            <a:off x="3200400" y="42862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evidence ID 연결 단계의 운영 조건</a:t>
            </a:r>
          </a:p>
        </p:txBody>
      </p:sp>
      <p:sp>
        <p:nvSpPr>
          <p:cNvPr id="29" name="">
            <a:extLst xmlns:a="http://schemas.openxmlformats.org/drawingml/2006/main">
              <a:ext uri="{FF2B5EF4-FFF2-40B4-BE49-F238E27FC236}">
                <a16:creationId xmlns:a16="http://schemas.microsoft.com/office/drawing/2014/main" id="{D17B7160-707F-4728-A8E5-A83639CC5522}"/>
              </a:ext>
            </a:extLst>
          </p:cNvPr>
          <p:cNvSpPr>
            <a:spLocks xmlns:a="http://schemas.openxmlformats.org/drawingml/2006/main" noGrp="1"/>
          </p:cNvSpPr>
          <p:nvPr/>
        </p:nvSpPr>
        <p:spPr>
          <a:xfrm xmlns:a="http://schemas.openxmlformats.org/drawingml/2006/main">
            <a:off x="7620000" y="4133850"/>
            <a:ext cx="3905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30" name="">
            <a:extLst xmlns:a="http://schemas.openxmlformats.org/drawingml/2006/main">
              <a:ext uri="{FF2B5EF4-FFF2-40B4-BE49-F238E27FC236}">
                <a16:creationId xmlns:a16="http://schemas.microsoft.com/office/drawing/2014/main" id="{4691C1F2-110D-4C9A-ADD0-FD1395943AD0}"/>
              </a:ext>
            </a:extLst>
          </p:cNvPr>
          <p:cNvSpPr>
            <a:spLocks xmlns:a="http://schemas.openxmlformats.org/drawingml/2006/main" noGrp="1"/>
          </p:cNvSpPr>
          <p:nvPr/>
        </p:nvSpPr>
        <p:spPr>
          <a:xfrm xmlns:a="http://schemas.openxmlformats.org/drawingml/2006/main">
            <a:off x="7772400" y="42862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비용·지연·권한을 확인</a:t>
            </a:r>
          </a:p>
        </p:txBody>
      </p:sp>
      <p:sp>
        <p:nvSpPr>
          <p:cNvPr id="31" name="">
            <a:extLst xmlns:a="http://schemas.openxmlformats.org/drawingml/2006/main">
              <a:ext uri="{FF2B5EF4-FFF2-40B4-BE49-F238E27FC236}">
                <a16:creationId xmlns:a16="http://schemas.microsoft.com/office/drawing/2014/main" id="{A6C4B76B-3BE1-4971-BD06-9C2C7738D954}"/>
              </a:ext>
            </a:extLst>
          </p:cNvPr>
          <p:cNvSpPr>
            <a:spLocks xmlns:a="http://schemas.openxmlformats.org/drawingml/2006/main" noGrp="1"/>
          </p:cNvSpPr>
          <p:nvPr/>
        </p:nvSpPr>
        <p:spPr>
          <a:xfrm xmlns:a="http://schemas.openxmlformats.org/drawingml/2006/main">
            <a:off x="666750" y="5010150"/>
            <a:ext cx="2381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2" name="">
            <a:extLst xmlns:a="http://schemas.openxmlformats.org/drawingml/2006/main">
              <a:ext uri="{FF2B5EF4-FFF2-40B4-BE49-F238E27FC236}">
                <a16:creationId xmlns:a16="http://schemas.microsoft.com/office/drawing/2014/main" id="{E1E21CF8-6AD5-4CE2-B19A-0CA3A955F59F}"/>
              </a:ext>
            </a:extLst>
          </p:cNvPr>
          <p:cNvSpPr>
            <a:spLocks xmlns:a="http://schemas.openxmlformats.org/drawingml/2006/main" noGrp="1"/>
          </p:cNvSpPr>
          <p:nvPr/>
        </p:nvSpPr>
        <p:spPr>
          <a:xfrm xmlns:a="http://schemas.openxmlformats.org/drawingml/2006/main">
            <a:off x="819150" y="51625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Spot check</a:t>
            </a:r>
          </a:p>
        </p:txBody>
      </p:sp>
      <p:sp>
        <p:nvSpPr>
          <p:cNvPr id="33" name="">
            <a:extLst xmlns:a="http://schemas.openxmlformats.org/drawingml/2006/main">
              <a:ext uri="{FF2B5EF4-FFF2-40B4-BE49-F238E27FC236}">
                <a16:creationId xmlns:a16="http://schemas.microsoft.com/office/drawing/2014/main" id="{1CB092B3-4249-488D-AC25-B8E65DCF1AFB}"/>
              </a:ext>
            </a:extLst>
          </p:cNvPr>
          <p:cNvSpPr>
            <a:spLocks xmlns:a="http://schemas.openxmlformats.org/drawingml/2006/main" noGrp="1"/>
          </p:cNvSpPr>
          <p:nvPr/>
        </p:nvSpPr>
        <p:spPr>
          <a:xfrm xmlns:a="http://schemas.openxmlformats.org/drawingml/2006/main">
            <a:off x="3048000" y="5010150"/>
            <a:ext cx="45720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4" name="">
            <a:extLst xmlns:a="http://schemas.openxmlformats.org/drawingml/2006/main">
              <a:ext uri="{FF2B5EF4-FFF2-40B4-BE49-F238E27FC236}">
                <a16:creationId xmlns:a16="http://schemas.microsoft.com/office/drawing/2014/main" id="{8D040E2C-A39E-423E-BC96-245C1FD266CD}"/>
              </a:ext>
            </a:extLst>
          </p:cNvPr>
          <p:cNvSpPr>
            <a:spLocks xmlns:a="http://schemas.openxmlformats.org/drawingml/2006/main" noGrp="1"/>
          </p:cNvSpPr>
          <p:nvPr/>
        </p:nvSpPr>
        <p:spPr>
          <a:xfrm xmlns:a="http://schemas.openxmlformats.org/drawingml/2006/main">
            <a:off x="3200400" y="51625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미상값 null 단계의 판단 기록</a:t>
            </a:r>
          </a:p>
        </p:txBody>
      </p:sp>
      <p:sp>
        <p:nvSpPr>
          <p:cNvPr id="35" name="">
            <a:extLst xmlns:a="http://schemas.openxmlformats.org/drawingml/2006/main">
              <a:ext uri="{FF2B5EF4-FFF2-40B4-BE49-F238E27FC236}">
                <a16:creationId xmlns:a16="http://schemas.microsoft.com/office/drawing/2014/main" id="{755224D7-C72D-4AE6-A4F4-1194F4EEF3AF}"/>
              </a:ext>
            </a:extLst>
          </p:cNvPr>
          <p:cNvSpPr>
            <a:spLocks xmlns:a="http://schemas.openxmlformats.org/drawingml/2006/main" noGrp="1"/>
          </p:cNvSpPr>
          <p:nvPr/>
        </p:nvSpPr>
        <p:spPr>
          <a:xfrm xmlns:a="http://schemas.openxmlformats.org/drawingml/2006/main">
            <a:off x="7620000" y="5010150"/>
            <a:ext cx="3905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6" name="">
            <a:extLst xmlns:a="http://schemas.openxmlformats.org/drawingml/2006/main">
              <a:ext uri="{FF2B5EF4-FFF2-40B4-BE49-F238E27FC236}">
                <a16:creationId xmlns:a16="http://schemas.microsoft.com/office/drawing/2014/main" id="{A8B174F9-71A0-48B4-94AB-9B01B0132EE3}"/>
              </a:ext>
            </a:extLst>
          </p:cNvPr>
          <p:cNvSpPr>
            <a:spLocks xmlns:a="http://schemas.openxmlformats.org/drawingml/2006/main" noGrp="1"/>
          </p:cNvSpPr>
          <p:nvPr/>
        </p:nvSpPr>
        <p:spPr>
          <a:xfrm xmlns:a="http://schemas.openxmlformats.org/drawingml/2006/main">
            <a:off x="7772400" y="51625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사람 판단과 운영 기록을 확인</a:t>
            </a:r>
          </a:p>
        </p:txBody>
      </p:sp>
    </p:spTree>
    <p:extLst>
      <p:ext uri="{BB962C8B-B14F-4D97-AF65-F5344CB8AC3E}">
        <p14:creationId xmlns:p14="http://schemas.microsoft.com/office/powerpoint/2010/main" val="1912695875"/>
      </p:ext>
    </p:extLst>
  </p:cSld>
</p:sld>
</file>

<file path=ppt/slides/slide1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D031B7B-0B1F-4001-9A02-2C22E75D864F}"/>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대표 실패</a:t>
            </a:r>
          </a:p>
        </p:txBody>
      </p:sp>
      <p:sp>
        <p:nvSpPr>
          <p:cNvPr id="2" name="">
            <a:extLst xmlns:a="http://schemas.openxmlformats.org/drawingml/2006/main">
              <a:ext uri="{FF2B5EF4-FFF2-40B4-BE49-F238E27FC236}">
                <a16:creationId xmlns:a16="http://schemas.microsoft.com/office/drawing/2014/main" id="{F68DED92-9EB6-439F-AD9D-72A8C50C0B0D}"/>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실패 사례</a:t>
            </a:r>
          </a:p>
        </p:txBody>
      </p:sp>
      <p:sp>
        <p:nvSpPr>
          <p:cNvPr id="3" name="">
            <a:extLst xmlns:a="http://schemas.openxmlformats.org/drawingml/2006/main">
              <a:ext uri="{FF2B5EF4-FFF2-40B4-BE49-F238E27FC236}">
                <a16:creationId xmlns:a16="http://schemas.microsoft.com/office/drawing/2014/main" id="{5C9F2979-8163-461B-B660-4A5536A60F3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EA269F07-3E84-4490-963A-3E9250252D32}"/>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8AB283D4-A0ED-4313-B3EA-3FEB40A47026}"/>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7FC3C294-7AA9-41D0-B2E6-F044568CE874}"/>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192</a:t>
            </a:r>
          </a:p>
        </p:txBody>
      </p:sp>
      <p:sp>
        <p:nvSpPr>
          <p:cNvPr id="7" name="">
            <a:extLst xmlns:a="http://schemas.openxmlformats.org/drawingml/2006/main">
              <a:ext uri="{FF2B5EF4-FFF2-40B4-BE49-F238E27FC236}">
                <a16:creationId xmlns:a16="http://schemas.microsoft.com/office/drawing/2014/main" id="{3C10535D-83BE-4496-9C49-199528EAAE37}"/>
              </a:ext>
            </a:extLst>
          </p:cNvPr>
          <p:cNvSpPr>
            <a:spLocks xmlns:a="http://schemas.openxmlformats.org/drawingml/2006/main" noGrp="1"/>
          </p:cNvSpPr>
          <p:nvPr/>
        </p:nvSpPr>
        <p:spPr>
          <a:xfrm xmlns:a="http://schemas.openxmlformats.org/drawingml/2006/main">
            <a:off x="685800" y="1619250"/>
            <a:ext cx="4724400" cy="33147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C7DCB18-BCAE-4C95-8F44-533BC51B31B2}"/>
              </a:ext>
            </a:extLst>
          </p:cNvPr>
          <p:cNvSpPr>
            <a:spLocks xmlns:a="http://schemas.openxmlformats.org/drawingml/2006/main" noGrp="1"/>
          </p:cNvSpPr>
          <p:nvPr/>
        </p:nvSpPr>
        <p:spPr>
          <a:xfrm xmlns:a="http://schemas.openxmlformats.org/drawingml/2006/main">
            <a:off x="990600" y="19240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C7C7C7"/>
                </a:solidFill>
                <a:latin typeface="NanumGothic"/>
                <a:ea typeface="NanumGothic"/>
                <a:cs typeface="NanumGothic"/>
              </a:defRPr>
            </a:pPr>
            <a:r>
              <a:rPr sz="1050" b="1">
                <a:solidFill>
                  <a:srgbClr val="C7C7C7"/>
                </a:solidFill>
                <a:latin typeface="NanumGothic"/>
                <a:ea typeface="NanumGothic"/>
                <a:cs typeface="NanumGothic"/>
              </a:rPr>
              <a:t>실패</a:t>
            </a:r>
          </a:p>
        </p:txBody>
      </p:sp>
      <p:sp>
        <p:nvSpPr>
          <p:cNvPr id="9" name="">
            <a:extLst xmlns:a="http://schemas.openxmlformats.org/drawingml/2006/main">
              <a:ext uri="{FF2B5EF4-FFF2-40B4-BE49-F238E27FC236}">
                <a16:creationId xmlns:a16="http://schemas.microsoft.com/office/drawing/2014/main" id="{98EA874E-A4C2-4AAA-AA06-580E4A2B881C}"/>
              </a:ext>
            </a:extLst>
          </p:cNvPr>
          <p:cNvSpPr>
            <a:spLocks xmlns:a="http://schemas.openxmlformats.org/drawingml/2006/main" noGrp="1"/>
          </p:cNvSpPr>
          <p:nvPr/>
        </p:nvSpPr>
        <p:spPr>
          <a:xfrm xmlns:a="http://schemas.openxmlformats.org/drawingml/2006/main">
            <a:off x="990600" y="2476500"/>
            <a:ext cx="41148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evidence ID가 존재하지만 실제 문장과 의미가 맞지 않는다.</a:t>
            </a:r>
          </a:p>
        </p:txBody>
      </p:sp>
      <p:sp>
        <p:nvSpPr>
          <p:cNvPr id="10" name="">
            <a:extLst xmlns:a="http://schemas.openxmlformats.org/drawingml/2006/main">
              <a:ext uri="{FF2B5EF4-FFF2-40B4-BE49-F238E27FC236}">
                <a16:creationId xmlns:a16="http://schemas.microsoft.com/office/drawing/2014/main" id="{28504481-6E32-4219-8807-D3945664A4D3}"/>
              </a:ext>
            </a:extLst>
          </p:cNvPr>
          <p:cNvSpPr>
            <a:spLocks xmlns:a="http://schemas.openxmlformats.org/drawingml/2006/main" noGrp="1"/>
          </p:cNvSpPr>
          <p:nvPr/>
        </p:nvSpPr>
        <p:spPr>
          <a:xfrm xmlns:a="http://schemas.openxmlformats.org/drawingml/2006/main">
            <a:off x="5981700" y="19240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사용자 영향</a:t>
            </a:r>
          </a:p>
        </p:txBody>
      </p:sp>
      <p:sp>
        <p:nvSpPr>
          <p:cNvPr id="11" name="">
            <a:extLst xmlns:a="http://schemas.openxmlformats.org/drawingml/2006/main">
              <a:ext uri="{FF2B5EF4-FFF2-40B4-BE49-F238E27FC236}">
                <a16:creationId xmlns:a16="http://schemas.microsoft.com/office/drawing/2014/main" id="{1FD8D2F3-514C-41E5-A5DE-F839BF9B2BF8}"/>
              </a:ext>
            </a:extLst>
          </p:cNvPr>
          <p:cNvSpPr>
            <a:spLocks xmlns:a="http://schemas.openxmlformats.org/drawingml/2006/main" noGrp="1"/>
          </p:cNvSpPr>
          <p:nvPr/>
        </p:nvSpPr>
        <p:spPr>
          <a:xfrm xmlns:a="http://schemas.openxmlformats.org/drawingml/2006/main">
            <a:off x="5981700" y="2476500"/>
            <a:ext cx="48196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1">
                <a:solidFill>
                  <a:srgbClr val="191919"/>
                </a:solidFill>
                <a:latin typeface="NanumGothic"/>
                <a:ea typeface="NanumGothic"/>
                <a:cs typeface="NanumGothic"/>
              </a:defRPr>
            </a:pPr>
            <a:r>
              <a:rPr sz="1875" b="1">
                <a:solidFill>
                  <a:srgbClr val="191919"/>
                </a:solidFill>
                <a:latin typeface="NanumGothic"/>
                <a:ea typeface="NanumGothic"/>
                <a:cs typeface="NanumGothic"/>
              </a:rPr>
              <a:t>evidence ID가 존재하지만 실제 문장과 의미가 맞지 않는다. 상태에서는 validated_meeting_brief.json을 운영 판단에 사용할 수 없다.</a:t>
            </a:r>
          </a:p>
        </p:txBody>
      </p:sp>
      <p:sp>
        <p:nvSpPr>
          <p:cNvPr id="12" name="">
            <a:extLst xmlns:a="http://schemas.openxmlformats.org/drawingml/2006/main">
              <a:ext uri="{FF2B5EF4-FFF2-40B4-BE49-F238E27FC236}">
                <a16:creationId xmlns:a16="http://schemas.microsoft.com/office/drawing/2014/main" id="{37531DAE-A308-4C67-97CC-DFFB00C61248}"/>
              </a:ext>
            </a:extLst>
          </p:cNvPr>
          <p:cNvSpPr>
            <a:spLocks xmlns:a="http://schemas.openxmlformats.org/drawingml/2006/main" noGrp="1"/>
          </p:cNvSpPr>
          <p:nvPr/>
        </p:nvSpPr>
        <p:spPr>
          <a:xfrm xmlns:a="http://schemas.openxmlformats.org/drawingml/2006/main">
            <a:off x="1524000" y="5410200"/>
            <a:ext cx="914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Action Item 근거 검증 실패가 재현돼야 복구 코드와 회귀 test를 만들 수 있습니다.</a:t>
            </a:r>
          </a:p>
        </p:txBody>
      </p:sp>
    </p:spTree>
    <p:extLst>
      <p:ext uri="{BB962C8B-B14F-4D97-AF65-F5344CB8AC3E}">
        <p14:creationId xmlns:p14="http://schemas.microsoft.com/office/powerpoint/2010/main" val="4853489"/>
      </p:ext>
    </p:extLst>
  </p:cSld>
</p:sld>
</file>

<file path=ppt/slides/slide1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DA1451F-BB85-4AFB-A653-E5CE204ED495}"/>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복구 경로</a:t>
            </a:r>
          </a:p>
        </p:txBody>
      </p:sp>
      <p:sp>
        <p:nvSpPr>
          <p:cNvPr id="2" name="">
            <a:extLst xmlns:a="http://schemas.openxmlformats.org/drawingml/2006/main">
              <a:ext uri="{FF2B5EF4-FFF2-40B4-BE49-F238E27FC236}">
                <a16:creationId xmlns:a16="http://schemas.microsoft.com/office/drawing/2014/main" id="{223D742E-99E3-41DC-8C3A-8B8DA043955F}"/>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오류 처리</a:t>
            </a:r>
          </a:p>
        </p:txBody>
      </p:sp>
      <p:sp>
        <p:nvSpPr>
          <p:cNvPr id="3" name="">
            <a:extLst xmlns:a="http://schemas.openxmlformats.org/drawingml/2006/main">
              <a:ext uri="{FF2B5EF4-FFF2-40B4-BE49-F238E27FC236}">
                <a16:creationId xmlns:a16="http://schemas.microsoft.com/office/drawing/2014/main" id="{CF4E755B-DFB4-4219-A504-5068451F4DA8}"/>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73C714B1-16C8-42E1-A010-0D74036B2B68}"/>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3A8C77F1-C310-47BB-9EA4-B9AA50BE6D48}"/>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96CF6FE8-8E3D-4C53-AC94-37E03F70B954}"/>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193</a:t>
            </a:r>
          </a:p>
        </p:txBody>
      </p:sp>
      <p:sp>
        <p:nvSpPr>
          <p:cNvPr id="7" name="">
            <a:extLst xmlns:a="http://schemas.openxmlformats.org/drawingml/2006/main">
              <a:ext uri="{FF2B5EF4-FFF2-40B4-BE49-F238E27FC236}">
                <a16:creationId xmlns:a16="http://schemas.microsoft.com/office/drawing/2014/main" id="{BD4B683C-E092-40A2-AE20-DD60200F06F2}"/>
              </a:ext>
            </a:extLst>
          </p:cNvPr>
          <p:cNvSpPr>
            <a:spLocks xmlns:a="http://schemas.openxmlformats.org/drawingml/2006/main" noGrp="1"/>
          </p:cNvSpPr>
          <p:nvPr/>
        </p:nvSpPr>
        <p:spPr>
          <a:xfrm xmlns:a="http://schemas.openxmlformats.org/drawingml/2006/main">
            <a:off x="838200" y="15430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6128D1AB-854B-44DE-ADAC-24EE62FF3D70}"/>
              </a:ext>
            </a:extLst>
          </p:cNvPr>
          <p:cNvSpPr>
            <a:spLocks xmlns:a="http://schemas.openxmlformats.org/drawingml/2006/main" noGrp="1"/>
          </p:cNvSpPr>
          <p:nvPr/>
        </p:nvSpPr>
        <p:spPr>
          <a:xfrm xmlns:a="http://schemas.openxmlformats.org/drawingml/2006/main">
            <a:off x="1276350" y="16668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0F27A77F-5BC7-4E18-9A7A-2AEE16D9C37A}"/>
              </a:ext>
            </a:extLst>
          </p:cNvPr>
          <p:cNvSpPr>
            <a:spLocks xmlns:a="http://schemas.openxmlformats.org/drawingml/2006/main" noGrp="1"/>
          </p:cNvSpPr>
          <p:nvPr/>
        </p:nvSpPr>
        <p:spPr>
          <a:xfrm xmlns:a="http://schemas.openxmlformats.org/drawingml/2006/main">
            <a:off x="1752600" y="1504950"/>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탐지: 없는 s99를 가리키면 ACTION_n_UNKNOWN_EVIDENCE다.</a:t>
            </a:r>
          </a:p>
        </p:txBody>
      </p:sp>
      <p:sp>
        <p:nvSpPr>
          <p:cNvPr id="10" name="">
            <a:extLst xmlns:a="http://schemas.openxmlformats.org/drawingml/2006/main">
              <a:ext uri="{FF2B5EF4-FFF2-40B4-BE49-F238E27FC236}">
                <a16:creationId xmlns:a16="http://schemas.microsoft.com/office/drawing/2014/main" id="{BE271DA9-331B-4CE2-AD84-DD48822134FE}"/>
              </a:ext>
            </a:extLst>
          </p:cNvPr>
          <p:cNvSpPr>
            <a:spLocks xmlns:a="http://schemas.openxmlformats.org/drawingml/2006/main" noGrp="1"/>
          </p:cNvSpPr>
          <p:nvPr/>
        </p:nvSpPr>
        <p:spPr>
          <a:xfrm xmlns:a="http://schemas.openxmlformats.org/drawingml/2006/main">
            <a:off x="838200" y="254317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38A78E7A-29A1-4336-8F9A-82B0965EC54C}"/>
              </a:ext>
            </a:extLst>
          </p:cNvPr>
          <p:cNvSpPr>
            <a:spLocks xmlns:a="http://schemas.openxmlformats.org/drawingml/2006/main" noGrp="1"/>
          </p:cNvSpPr>
          <p:nvPr/>
        </p:nvSpPr>
        <p:spPr>
          <a:xfrm xmlns:a="http://schemas.openxmlformats.org/drawingml/2006/main">
            <a:off x="1276350" y="2667000"/>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3CE04C41-0AE3-407A-932C-393AC1CFE1AE}"/>
              </a:ext>
            </a:extLst>
          </p:cNvPr>
          <p:cNvSpPr>
            <a:spLocks xmlns:a="http://schemas.openxmlformats.org/drawingml/2006/main" noGrp="1"/>
          </p:cNvSpPr>
          <p:nvPr/>
        </p:nvSpPr>
        <p:spPr>
          <a:xfrm xmlns:a="http://schemas.openxmlformats.org/drawingml/2006/main">
            <a:off x="1752600" y="2505075"/>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중단: evidence ID가 존재하지만 실제 문장과 의미가 맞지 않는다.</a:t>
            </a:r>
          </a:p>
        </p:txBody>
      </p:sp>
      <p:sp>
        <p:nvSpPr>
          <p:cNvPr id="13" name="">
            <a:extLst xmlns:a="http://schemas.openxmlformats.org/drawingml/2006/main">
              <a:ext uri="{FF2B5EF4-FFF2-40B4-BE49-F238E27FC236}">
                <a16:creationId xmlns:a16="http://schemas.microsoft.com/office/drawing/2014/main" id="{641C7BF9-7326-4B29-9A8C-BA52836F9B58}"/>
              </a:ext>
            </a:extLst>
          </p:cNvPr>
          <p:cNvSpPr>
            <a:spLocks xmlns:a="http://schemas.openxmlformats.org/drawingml/2006/main" noGrp="1"/>
          </p:cNvSpPr>
          <p:nvPr/>
        </p:nvSpPr>
        <p:spPr>
          <a:xfrm xmlns:a="http://schemas.openxmlformats.org/drawingml/2006/main">
            <a:off x="838200" y="35433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5A7D5173-04D7-4929-8916-1A7E0715EF2A}"/>
              </a:ext>
            </a:extLst>
          </p:cNvPr>
          <p:cNvSpPr>
            <a:spLocks xmlns:a="http://schemas.openxmlformats.org/drawingml/2006/main" noGrp="1"/>
          </p:cNvSpPr>
          <p:nvPr/>
        </p:nvSpPr>
        <p:spPr>
          <a:xfrm xmlns:a="http://schemas.openxmlformats.org/drawingml/2006/main">
            <a:off x="1276350" y="36671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9D725670-7D95-4736-837F-60C88180C982}"/>
              </a:ext>
            </a:extLst>
          </p:cNvPr>
          <p:cNvSpPr>
            <a:spLocks xmlns:a="http://schemas.openxmlformats.org/drawingml/2006/main" noGrp="1"/>
          </p:cNvSpPr>
          <p:nvPr/>
        </p:nvSpPr>
        <p:spPr>
          <a:xfrm xmlns:a="http://schemas.openxmlformats.org/drawingml/2006/main">
            <a:off x="1752600" y="3505200"/>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복구: 구조 검사는 code evaluator, 의미 검사는 표본 human review로 나눈다.</a:t>
            </a:r>
          </a:p>
        </p:txBody>
      </p:sp>
      <p:sp>
        <p:nvSpPr>
          <p:cNvPr id="16" name="">
            <a:extLst xmlns:a="http://schemas.openxmlformats.org/drawingml/2006/main">
              <a:ext uri="{FF2B5EF4-FFF2-40B4-BE49-F238E27FC236}">
                <a16:creationId xmlns:a16="http://schemas.microsoft.com/office/drawing/2014/main" id="{012C114F-6BBC-4D29-BCA5-791A4CEC77AF}"/>
              </a:ext>
            </a:extLst>
          </p:cNvPr>
          <p:cNvSpPr>
            <a:spLocks xmlns:a="http://schemas.openxmlformats.org/drawingml/2006/main" noGrp="1"/>
          </p:cNvSpPr>
          <p:nvPr/>
        </p:nvSpPr>
        <p:spPr>
          <a:xfrm xmlns:a="http://schemas.openxmlformats.org/drawingml/2006/main">
            <a:off x="838200" y="454342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2540B0BB-9BA5-417D-83C2-4F962F20FE06}"/>
              </a:ext>
            </a:extLst>
          </p:cNvPr>
          <p:cNvSpPr>
            <a:spLocks xmlns:a="http://schemas.openxmlformats.org/drawingml/2006/main" noGrp="1"/>
          </p:cNvSpPr>
          <p:nvPr/>
        </p:nvSpPr>
        <p:spPr>
          <a:xfrm xmlns:a="http://schemas.openxmlformats.org/drawingml/2006/main">
            <a:off x="1276350" y="4667250"/>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F8BC7F12-300D-4A6E-9629-B4296131F94A}"/>
              </a:ext>
            </a:extLst>
          </p:cNvPr>
          <p:cNvSpPr>
            <a:spLocks xmlns:a="http://schemas.openxmlformats.org/drawingml/2006/main" noGrp="1"/>
          </p:cNvSpPr>
          <p:nvPr/>
        </p:nvSpPr>
        <p:spPr>
          <a:xfrm xmlns:a="http://schemas.openxmlformats.org/drawingml/2006/main">
            <a:off x="1752600" y="4505325"/>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증거: validated_meeting_brief.json과 test 결과를 함께 남긴다.</a:t>
            </a:r>
          </a:p>
        </p:txBody>
      </p:sp>
    </p:spTree>
    <p:extLst>
      <p:ext uri="{BB962C8B-B14F-4D97-AF65-F5344CB8AC3E}">
        <p14:creationId xmlns:p14="http://schemas.microsoft.com/office/powerpoint/2010/main" val="1956409612"/>
      </p:ext>
    </p:extLst>
  </p:cSld>
</p:sld>
</file>

<file path=ppt/slides/slide1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C599288-C6A8-4953-A43B-1135DCA31667}"/>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Codex 검증 루프</a:t>
            </a:r>
          </a:p>
        </p:txBody>
      </p:sp>
      <p:sp>
        <p:nvSpPr>
          <p:cNvPr id="2" name="">
            <a:extLst xmlns:a="http://schemas.openxmlformats.org/drawingml/2006/main">
              <a:ext uri="{FF2B5EF4-FFF2-40B4-BE49-F238E27FC236}">
                <a16:creationId xmlns:a16="http://schemas.microsoft.com/office/drawing/2014/main" id="{F410EC21-3603-42F1-834F-7C2C72B89E9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공식·로컬 참고 화면</a:t>
            </a:r>
          </a:p>
        </p:txBody>
      </p:sp>
      <p:sp>
        <p:nvSpPr>
          <p:cNvPr id="3" name="">
            <a:extLst xmlns:a="http://schemas.openxmlformats.org/drawingml/2006/main">
              <a:ext uri="{FF2B5EF4-FFF2-40B4-BE49-F238E27FC236}">
                <a16:creationId xmlns:a16="http://schemas.microsoft.com/office/drawing/2014/main" id="{D4E61560-E87F-43FA-B596-1266135EB02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31984C37-5613-4A63-BAD8-1B4F209CE923}"/>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078C0FFD-23CB-4646-8BF7-0ED0BFEFBFA0}"/>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119D0DA0-6719-4252-8194-730287A9EDA9}"/>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194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ce5d4d14d424974"/>
          <a:stretch xmlns:a="http://schemas.openxmlformats.org/drawingml/2006/main"/>
        </p:blipFill>
        <p:spPr>
          <a:xfrm xmlns:a="http://schemas.openxmlformats.org/drawingml/2006/main">
            <a:off x="5010150" y="1830586"/>
            <a:ext cx="6191250" cy="3482578"/>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F6C6576-1AE9-4C9F-8C6A-0C9E2D81CB94}"/>
              </a:ext>
            </a:extLst>
          </p:cNvPr>
          <p:cNvSpPr>
            <a:spLocks xmlns:a="http://schemas.openxmlformats.org/drawingml/2006/main" noGrp="1"/>
          </p:cNvSpPr>
          <p:nvPr/>
        </p:nvSpPr>
        <p:spPr>
          <a:xfrm xmlns:a="http://schemas.openxmlformats.org/drawingml/2006/main">
            <a:off x="685800" y="1714500"/>
            <a:ext cx="382905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025" b="1">
                <a:solidFill>
                  <a:srgbClr val="191919"/>
                </a:solidFill>
                <a:latin typeface="NanumGothic"/>
                <a:ea typeface="NanumGothic"/>
                <a:cs typeface="NanumGothic"/>
              </a:defRPr>
            </a:pPr>
            <a:r>
              <a:rPr sz="2025" b="1">
                <a:solidFill>
                  <a:srgbClr val="191919"/>
                </a:solidFill>
                <a:latin typeface="NanumGothic"/>
                <a:ea typeface="NanumGothic"/>
                <a:cs typeface="NanumGothic"/>
              </a:rPr>
              <a:t>src/course_services/meeting_service.py의 책임을 찾고 validated_meeting_brief.json 계약을 focused test로 고정합니다.</a:t>
            </a:r>
          </a:p>
        </p:txBody>
      </p:sp>
      <p:sp>
        <p:nvSpPr>
          <p:cNvPr id="9" name="">
            <a:extLst xmlns:a="http://schemas.openxmlformats.org/drawingml/2006/main">
              <a:ext uri="{FF2B5EF4-FFF2-40B4-BE49-F238E27FC236}">
                <a16:creationId xmlns:a16="http://schemas.microsoft.com/office/drawing/2014/main" id="{9E029F81-93CE-4A2B-BF35-DC586FEB1289}"/>
              </a:ext>
            </a:extLst>
          </p:cNvPr>
          <p:cNvSpPr>
            <a:spLocks xmlns:a="http://schemas.openxmlformats.org/drawingml/2006/main" noGrp="1"/>
          </p:cNvSpPr>
          <p:nvPr/>
        </p:nvSpPr>
        <p:spPr>
          <a:xfrm xmlns:a="http://schemas.openxmlformats.org/drawingml/2006/main">
            <a:off x="685800" y="3867150"/>
            <a:ext cx="38290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Action Item 근거 검증</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저장소 이해 → 허용 범위 변경</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 focused test → diff 리뷰</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 사람 merge</a:t>
            </a:r>
          </a:p>
        </p:txBody>
      </p:sp>
    </p:spTree>
    <p:extLst>
      <p:ext uri="{BB962C8B-B14F-4D97-AF65-F5344CB8AC3E}">
        <p14:creationId xmlns:p14="http://schemas.microsoft.com/office/powerpoint/2010/main" val="1726663715"/>
      </p:ext>
    </p:extLst>
  </p:cSld>
</p:sld>
</file>

<file path=ppt/slides/slide1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0EDE650-1D49-4416-B02A-867069882522}"/>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Codex 작업 명세</a:t>
            </a:r>
          </a:p>
        </p:txBody>
      </p:sp>
      <p:sp>
        <p:nvSpPr>
          <p:cNvPr id="2" name="">
            <a:extLst xmlns:a="http://schemas.openxmlformats.org/drawingml/2006/main">
              <a:ext uri="{FF2B5EF4-FFF2-40B4-BE49-F238E27FC236}">
                <a16:creationId xmlns:a16="http://schemas.microsoft.com/office/drawing/2014/main" id="{38A97671-1DD3-4398-97F0-B0C2DF6FA07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작업 요청 예시</a:t>
            </a:r>
          </a:p>
        </p:txBody>
      </p:sp>
      <p:sp>
        <p:nvSpPr>
          <p:cNvPr id="3" name="">
            <a:extLst xmlns:a="http://schemas.openxmlformats.org/drawingml/2006/main">
              <a:ext uri="{FF2B5EF4-FFF2-40B4-BE49-F238E27FC236}">
                <a16:creationId xmlns:a16="http://schemas.microsoft.com/office/drawing/2014/main" id="{AE9E2681-CAB6-4D7C-8FCD-FDA548CA1E3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3674E16B-B49E-4978-B5F6-BA4EDD7FDE36}"/>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8FBE5432-5BFE-477B-8DF3-E63833D0A9C6}"/>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F4ECB956-F186-44E7-A882-7C5D7BEC41D3}"/>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195</a:t>
            </a:r>
          </a:p>
        </p:txBody>
      </p:sp>
      <p:sp>
        <p:nvSpPr>
          <p:cNvPr id="7" name="">
            <a:extLst xmlns:a="http://schemas.openxmlformats.org/drawingml/2006/main">
              <a:ext uri="{FF2B5EF4-FFF2-40B4-BE49-F238E27FC236}">
                <a16:creationId xmlns:a16="http://schemas.microsoft.com/office/drawing/2014/main" id="{08621BEE-A06C-49C0-975A-994021F1AC1E}"/>
              </a:ext>
            </a:extLst>
          </p:cNvPr>
          <p:cNvSpPr>
            <a:spLocks xmlns:a="http://schemas.openxmlformats.org/drawingml/2006/main" noGrp="1"/>
          </p:cNvSpPr>
          <p:nvPr/>
        </p:nvSpPr>
        <p:spPr>
          <a:xfrm xmlns:a="http://schemas.openxmlformats.org/drawingml/2006/main">
            <a:off x="685800" y="15811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목표</a:t>
            </a:r>
          </a:p>
        </p:txBody>
      </p:sp>
      <p:sp>
        <p:nvSpPr>
          <p:cNvPr id="8" name="">
            <a:extLst xmlns:a="http://schemas.openxmlformats.org/drawingml/2006/main">
              <a:ext uri="{FF2B5EF4-FFF2-40B4-BE49-F238E27FC236}">
                <a16:creationId xmlns:a16="http://schemas.microsoft.com/office/drawing/2014/main" id="{AC5AA5C4-F15E-4AA2-890B-BBD45E62FEC0}"/>
              </a:ext>
            </a:extLst>
          </p:cNvPr>
          <p:cNvSpPr>
            <a:spLocks xmlns:a="http://schemas.openxmlformats.org/drawingml/2006/main" noGrp="1"/>
          </p:cNvSpPr>
          <p:nvPr/>
        </p:nvSpPr>
        <p:spPr>
          <a:xfrm xmlns:a="http://schemas.openxmlformats.org/drawingml/2006/main">
            <a:off x="2286000" y="142875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9" name="">
            <a:extLst xmlns:a="http://schemas.openxmlformats.org/drawingml/2006/main">
              <a:ext uri="{FF2B5EF4-FFF2-40B4-BE49-F238E27FC236}">
                <a16:creationId xmlns:a16="http://schemas.microsoft.com/office/drawing/2014/main" id="{399A53F3-D767-46A9-8CED-4C20BBEEF5B7}"/>
              </a:ext>
            </a:extLst>
          </p:cNvPr>
          <p:cNvSpPr>
            <a:spLocks xmlns:a="http://schemas.openxmlformats.org/drawingml/2006/main" noGrp="1"/>
          </p:cNvSpPr>
          <p:nvPr/>
        </p:nvSpPr>
        <p:spPr>
          <a:xfrm xmlns:a="http://schemas.openxmlformats.org/drawingml/2006/main">
            <a:off x="2533650" y="158115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1">
                <a:solidFill>
                  <a:srgbClr val="191919"/>
                </a:solidFill>
                <a:latin typeface="NanumGothic"/>
                <a:ea typeface="NanumGothic"/>
                <a:cs typeface="NanumGothic"/>
              </a:defRPr>
            </a:pPr>
            <a:r>
              <a:rPr sz="1425" b="1">
                <a:solidFill>
                  <a:srgbClr val="191919"/>
                </a:solidFill>
                <a:latin typeface="NanumGothic"/>
                <a:ea typeface="NanumGothic"/>
                <a:cs typeface="NanumGothic"/>
              </a:rPr>
              <a:t>Action Item evidence 누락·unknown ID를 각각 재현하는 test를 추가한다.</a:t>
            </a:r>
          </a:p>
        </p:txBody>
      </p:sp>
      <p:sp>
        <p:nvSpPr>
          <p:cNvPr id="10" name="">
            <a:extLst xmlns:a="http://schemas.openxmlformats.org/drawingml/2006/main">
              <a:ext uri="{FF2B5EF4-FFF2-40B4-BE49-F238E27FC236}">
                <a16:creationId xmlns:a16="http://schemas.microsoft.com/office/drawing/2014/main" id="{88D3F0B4-0CC5-471E-80A7-D47F81AB2502}"/>
              </a:ext>
            </a:extLst>
          </p:cNvPr>
          <p:cNvSpPr>
            <a:spLocks xmlns:a="http://schemas.openxmlformats.org/drawingml/2006/main" noGrp="1"/>
          </p:cNvSpPr>
          <p:nvPr/>
        </p:nvSpPr>
        <p:spPr>
          <a:xfrm xmlns:a="http://schemas.openxmlformats.org/drawingml/2006/main">
            <a:off x="685800" y="27051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허용 경로</a:t>
            </a:r>
          </a:p>
        </p:txBody>
      </p:sp>
      <p:sp>
        <p:nvSpPr>
          <p:cNvPr id="11" name="">
            <a:extLst xmlns:a="http://schemas.openxmlformats.org/drawingml/2006/main">
              <a:ext uri="{FF2B5EF4-FFF2-40B4-BE49-F238E27FC236}">
                <a16:creationId xmlns:a16="http://schemas.microsoft.com/office/drawing/2014/main" id="{1B6D7A45-659D-48DA-A5A4-5F86ABF6A8A7}"/>
              </a:ext>
            </a:extLst>
          </p:cNvPr>
          <p:cNvSpPr>
            <a:spLocks xmlns:a="http://schemas.openxmlformats.org/drawingml/2006/main" noGrp="1"/>
          </p:cNvSpPr>
          <p:nvPr/>
        </p:nvSpPr>
        <p:spPr>
          <a:xfrm xmlns:a="http://schemas.openxmlformats.org/drawingml/2006/main">
            <a:off x="2286000" y="255270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22B96054-02FD-47A9-9B88-2F51DE18EEFE}"/>
              </a:ext>
            </a:extLst>
          </p:cNvPr>
          <p:cNvSpPr>
            <a:spLocks xmlns:a="http://schemas.openxmlformats.org/drawingml/2006/main" noGrp="1"/>
          </p:cNvSpPr>
          <p:nvPr/>
        </p:nvSpPr>
        <p:spPr>
          <a:xfrm xmlns:a="http://schemas.openxmlformats.org/drawingml/2006/main">
            <a:off x="2533650" y="270510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src/course_services/meeting_service.py</a:t>
            </a:r>
          </a:p>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tests/test_meeting_agent_workflow.py</a:t>
            </a:r>
          </a:p>
        </p:txBody>
      </p:sp>
      <p:sp>
        <p:nvSpPr>
          <p:cNvPr id="13" name="">
            <a:extLst xmlns:a="http://schemas.openxmlformats.org/drawingml/2006/main">
              <a:ext uri="{FF2B5EF4-FFF2-40B4-BE49-F238E27FC236}">
                <a16:creationId xmlns:a16="http://schemas.microsoft.com/office/drawing/2014/main" id="{D8C4CC5D-7127-4A99-AA94-FCB2E0D1A5C6}"/>
              </a:ext>
            </a:extLst>
          </p:cNvPr>
          <p:cNvSpPr>
            <a:spLocks xmlns:a="http://schemas.openxmlformats.org/drawingml/2006/main" noGrp="1"/>
          </p:cNvSpPr>
          <p:nvPr/>
        </p:nvSpPr>
        <p:spPr>
          <a:xfrm xmlns:a="http://schemas.openxmlformats.org/drawingml/2006/main">
            <a:off x="685800" y="38290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완료 조건</a:t>
            </a:r>
          </a:p>
        </p:txBody>
      </p:sp>
      <p:sp>
        <p:nvSpPr>
          <p:cNvPr id="14" name="">
            <a:extLst xmlns:a="http://schemas.openxmlformats.org/drawingml/2006/main">
              <a:ext uri="{FF2B5EF4-FFF2-40B4-BE49-F238E27FC236}">
                <a16:creationId xmlns:a16="http://schemas.microsoft.com/office/drawing/2014/main" id="{3BCF11E0-2F66-4EAC-8B4E-88F805E9213F}"/>
              </a:ext>
            </a:extLst>
          </p:cNvPr>
          <p:cNvSpPr>
            <a:spLocks xmlns:a="http://schemas.openxmlformats.org/drawingml/2006/main" noGrp="1"/>
          </p:cNvSpPr>
          <p:nvPr/>
        </p:nvSpPr>
        <p:spPr>
          <a:xfrm xmlns:a="http://schemas.openxmlformats.org/drawingml/2006/main">
            <a:off x="2286000" y="3676650"/>
            <a:ext cx="8763000" cy="800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5" name="">
            <a:extLst xmlns:a="http://schemas.openxmlformats.org/drawingml/2006/main">
              <a:ext uri="{FF2B5EF4-FFF2-40B4-BE49-F238E27FC236}">
                <a16:creationId xmlns:a16="http://schemas.microsoft.com/office/drawing/2014/main" id="{AB2FD2F1-8A3C-4966-A321-44D5DE7BE67E}"/>
              </a:ext>
            </a:extLst>
          </p:cNvPr>
          <p:cNvSpPr>
            <a:spLocks xmlns:a="http://schemas.openxmlformats.org/drawingml/2006/main" noGrp="1"/>
          </p:cNvSpPr>
          <p:nvPr/>
        </p:nvSpPr>
        <p:spPr>
          <a:xfrm xmlns:a="http://schemas.openxmlformats.org/drawingml/2006/main">
            <a:off x="2533650" y="382905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모든 evidence ID가 known segment에 존재한다.</a:t>
            </a:r>
          </a:p>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없는 s99를 가리키면 ACTION_n_UNKNOWN_EVIDENCE다.</a:t>
            </a:r>
          </a:p>
        </p:txBody>
      </p:sp>
      <p:sp>
        <p:nvSpPr>
          <p:cNvPr id="16" name="">
            <a:extLst xmlns:a="http://schemas.openxmlformats.org/drawingml/2006/main">
              <a:ext uri="{FF2B5EF4-FFF2-40B4-BE49-F238E27FC236}">
                <a16:creationId xmlns:a16="http://schemas.microsoft.com/office/drawing/2014/main" id="{88972D6F-696D-48B8-87E1-121521D4594F}"/>
              </a:ext>
            </a:extLst>
          </p:cNvPr>
          <p:cNvSpPr>
            <a:spLocks xmlns:a="http://schemas.openxmlformats.org/drawingml/2006/main" noGrp="1"/>
          </p:cNvSpPr>
          <p:nvPr/>
        </p:nvSpPr>
        <p:spPr>
          <a:xfrm xmlns:a="http://schemas.openxmlformats.org/drawingml/2006/main">
            <a:off x="685800" y="49530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금지</a:t>
            </a:r>
          </a:p>
        </p:txBody>
      </p:sp>
      <p:sp>
        <p:nvSpPr>
          <p:cNvPr id="17" name="">
            <a:extLst xmlns:a="http://schemas.openxmlformats.org/drawingml/2006/main">
              <a:ext uri="{FF2B5EF4-FFF2-40B4-BE49-F238E27FC236}">
                <a16:creationId xmlns:a16="http://schemas.microsoft.com/office/drawing/2014/main" id="{18CC71D1-E6C7-461A-9138-05E31C65BFAF}"/>
              </a:ext>
            </a:extLst>
          </p:cNvPr>
          <p:cNvSpPr>
            <a:spLocks xmlns:a="http://schemas.openxmlformats.org/drawingml/2006/main" noGrp="1"/>
          </p:cNvSpPr>
          <p:nvPr/>
        </p:nvSpPr>
        <p:spPr>
          <a:xfrm xmlns:a="http://schemas.openxmlformats.org/drawingml/2006/main">
            <a:off x="2286000" y="480060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F7140790-C623-4FAF-A8D8-764E5A02F526}"/>
              </a:ext>
            </a:extLst>
          </p:cNvPr>
          <p:cNvSpPr>
            <a:spLocks xmlns:a="http://schemas.openxmlformats.org/drawingml/2006/main" noGrp="1"/>
          </p:cNvSpPr>
          <p:nvPr/>
        </p:nvSpPr>
        <p:spPr>
          <a:xfrm xmlns:a="http://schemas.openxmlformats.org/drawingml/2006/main">
            <a:off x="2533650" y="495300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Action Item 근거 검증: secret 출력 · workspace 밖 변경 · test 약화 · 승인 없는 외부 쓰기</a:t>
            </a:r>
          </a:p>
        </p:txBody>
      </p:sp>
    </p:spTree>
    <p:extLst>
      <p:ext uri="{BB962C8B-B14F-4D97-AF65-F5344CB8AC3E}">
        <p14:creationId xmlns:p14="http://schemas.microsoft.com/office/powerpoint/2010/main" val="713772145"/>
      </p:ext>
    </p:extLst>
  </p:cSld>
</p:sld>
</file>

<file path=ppt/slides/slide1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93F8A23-456F-49A1-B53D-F0C402242543}"/>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독립 리뷰</a:t>
            </a:r>
          </a:p>
        </p:txBody>
      </p:sp>
      <p:sp>
        <p:nvSpPr>
          <p:cNvPr id="2" name="">
            <a:extLst xmlns:a="http://schemas.openxmlformats.org/drawingml/2006/main">
              <a:ext uri="{FF2B5EF4-FFF2-40B4-BE49-F238E27FC236}">
                <a16:creationId xmlns:a16="http://schemas.microsoft.com/office/drawing/2014/main" id="{B8A57DE3-44F3-4CD4-9564-25A4FE765777}"/>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Codex·Claude Code</a:t>
            </a:r>
          </a:p>
        </p:txBody>
      </p:sp>
      <p:sp>
        <p:nvSpPr>
          <p:cNvPr id="3" name="">
            <a:extLst xmlns:a="http://schemas.openxmlformats.org/drawingml/2006/main">
              <a:ext uri="{FF2B5EF4-FFF2-40B4-BE49-F238E27FC236}">
                <a16:creationId xmlns:a16="http://schemas.microsoft.com/office/drawing/2014/main" id="{569B7018-B0EE-4591-A8E9-349575B2C8C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CE69BE6B-16AC-4E1E-B1B1-D2F64918F0C5}"/>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17110D7D-43B4-4C31-B5DB-5C5660B96921}"/>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92558626-23A7-4FAD-9A7C-66C5D497F7F7}"/>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196</a:t>
            </a:r>
          </a:p>
        </p:txBody>
      </p:sp>
      <p:sp>
        <p:nvSpPr>
          <p:cNvPr id="7" name="">
            <a:extLst xmlns:a="http://schemas.openxmlformats.org/drawingml/2006/main">
              <a:ext uri="{FF2B5EF4-FFF2-40B4-BE49-F238E27FC236}">
                <a16:creationId xmlns:a16="http://schemas.microsoft.com/office/drawing/2014/main" id="{B249179C-C3C1-4346-A0C6-E25B5B9697A4}"/>
              </a:ext>
            </a:extLst>
          </p:cNvPr>
          <p:cNvSpPr>
            <a:spLocks xmlns:a="http://schemas.openxmlformats.org/drawingml/2006/main" noGrp="1"/>
          </p:cNvSpPr>
          <p:nvPr/>
        </p:nvSpPr>
        <p:spPr>
          <a:xfrm xmlns:a="http://schemas.openxmlformats.org/drawingml/2006/main">
            <a:off x="723900" y="16192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7F032807-DB7C-41DD-9FF9-7774A90A7107}"/>
              </a:ext>
            </a:extLst>
          </p:cNvPr>
          <p:cNvSpPr>
            <a:spLocks xmlns:a="http://schemas.openxmlformats.org/drawingml/2006/main" noGrp="1"/>
          </p:cNvSpPr>
          <p:nvPr/>
        </p:nvSpPr>
        <p:spPr>
          <a:xfrm xmlns:a="http://schemas.openxmlformats.org/drawingml/2006/main">
            <a:off x="1428750" y="15049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Codex diff</a:t>
            </a:r>
          </a:p>
        </p:txBody>
      </p:sp>
      <p:sp>
        <p:nvSpPr>
          <p:cNvPr id="9" name="">
            <a:extLst xmlns:a="http://schemas.openxmlformats.org/drawingml/2006/main">
              <a:ext uri="{FF2B5EF4-FFF2-40B4-BE49-F238E27FC236}">
                <a16:creationId xmlns:a16="http://schemas.microsoft.com/office/drawing/2014/main" id="{D72A0CA4-F682-45AE-ABCA-DC05CF5BC340}"/>
              </a:ext>
            </a:extLst>
          </p:cNvPr>
          <p:cNvSpPr>
            <a:spLocks xmlns:a="http://schemas.openxmlformats.org/drawingml/2006/main" noGrp="1"/>
          </p:cNvSpPr>
          <p:nvPr/>
        </p:nvSpPr>
        <p:spPr>
          <a:xfrm xmlns:a="http://schemas.openxmlformats.org/drawingml/2006/main">
            <a:off x="3733800" y="17716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429B0D63-2ECE-4560-8C53-3FC77EA4C6D0}"/>
              </a:ext>
            </a:extLst>
          </p:cNvPr>
          <p:cNvSpPr>
            <a:spLocks xmlns:a="http://schemas.openxmlformats.org/drawingml/2006/main" noGrp="1"/>
          </p:cNvSpPr>
          <p:nvPr/>
        </p:nvSpPr>
        <p:spPr>
          <a:xfrm xmlns:a="http://schemas.openxmlformats.org/drawingml/2006/main">
            <a:off x="4629150" y="15049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Action Item 근거 검증 허용 경로 밖 파일이 바뀌지 않았는가</a:t>
            </a:r>
          </a:p>
        </p:txBody>
      </p:sp>
      <p:sp>
        <p:nvSpPr>
          <p:cNvPr id="11" name="">
            <a:extLst xmlns:a="http://schemas.openxmlformats.org/drawingml/2006/main">
              <a:ext uri="{FF2B5EF4-FFF2-40B4-BE49-F238E27FC236}">
                <a16:creationId xmlns:a16="http://schemas.microsoft.com/office/drawing/2014/main" id="{EADA47E0-93B6-447D-9A2D-315D93460419}"/>
              </a:ext>
            </a:extLst>
          </p:cNvPr>
          <p:cNvSpPr>
            <a:spLocks xmlns:a="http://schemas.openxmlformats.org/drawingml/2006/main" noGrp="1"/>
          </p:cNvSpPr>
          <p:nvPr/>
        </p:nvSpPr>
        <p:spPr>
          <a:xfrm xmlns:a="http://schemas.openxmlformats.org/drawingml/2006/main">
            <a:off x="723900" y="26860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45746301-2B9E-4959-94A7-481100D46E7E}"/>
              </a:ext>
            </a:extLst>
          </p:cNvPr>
          <p:cNvSpPr>
            <a:spLocks xmlns:a="http://schemas.openxmlformats.org/drawingml/2006/main" noGrp="1"/>
          </p:cNvSpPr>
          <p:nvPr/>
        </p:nvSpPr>
        <p:spPr>
          <a:xfrm xmlns:a="http://schemas.openxmlformats.org/drawingml/2006/main">
            <a:off x="1428750" y="25717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Focused test</a:t>
            </a:r>
          </a:p>
        </p:txBody>
      </p:sp>
      <p:sp>
        <p:nvSpPr>
          <p:cNvPr id="13" name="">
            <a:extLst xmlns:a="http://schemas.openxmlformats.org/drawingml/2006/main">
              <a:ext uri="{FF2B5EF4-FFF2-40B4-BE49-F238E27FC236}">
                <a16:creationId xmlns:a16="http://schemas.microsoft.com/office/drawing/2014/main" id="{C5943D78-D249-43E3-9B1E-583434598CF0}"/>
              </a:ext>
            </a:extLst>
          </p:cNvPr>
          <p:cNvSpPr>
            <a:spLocks xmlns:a="http://schemas.openxmlformats.org/drawingml/2006/main" noGrp="1"/>
          </p:cNvSpPr>
          <p:nvPr/>
        </p:nvSpPr>
        <p:spPr>
          <a:xfrm xmlns:a="http://schemas.openxmlformats.org/drawingml/2006/main">
            <a:off x="3733800" y="28384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F3DB3326-DB7F-4277-A36A-872101A6A0B5}"/>
              </a:ext>
            </a:extLst>
          </p:cNvPr>
          <p:cNvSpPr>
            <a:spLocks xmlns:a="http://schemas.openxmlformats.org/drawingml/2006/main" noGrp="1"/>
          </p:cNvSpPr>
          <p:nvPr/>
        </p:nvSpPr>
        <p:spPr>
          <a:xfrm xmlns:a="http://schemas.openxmlformats.org/drawingml/2006/main">
            <a:off x="4629150" y="25717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모든 evidence ID가 known segment에 존재한다.</a:t>
            </a:r>
          </a:p>
        </p:txBody>
      </p:sp>
      <p:sp>
        <p:nvSpPr>
          <p:cNvPr id="15" name="">
            <a:extLst xmlns:a="http://schemas.openxmlformats.org/drawingml/2006/main">
              <a:ext uri="{FF2B5EF4-FFF2-40B4-BE49-F238E27FC236}">
                <a16:creationId xmlns:a16="http://schemas.microsoft.com/office/drawing/2014/main" id="{425F8572-8A3B-4DB5-8ADB-D6004903E187}"/>
              </a:ext>
            </a:extLst>
          </p:cNvPr>
          <p:cNvSpPr>
            <a:spLocks xmlns:a="http://schemas.openxmlformats.org/drawingml/2006/main" noGrp="1"/>
          </p:cNvSpPr>
          <p:nvPr/>
        </p:nvSpPr>
        <p:spPr>
          <a:xfrm xmlns:a="http://schemas.openxmlformats.org/drawingml/2006/main">
            <a:off x="723900" y="37528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03</a:t>
            </a:r>
          </a:p>
        </p:txBody>
      </p:sp>
      <p:sp>
        <p:nvSpPr>
          <p:cNvPr id="16" name="">
            <a:extLst xmlns:a="http://schemas.openxmlformats.org/drawingml/2006/main">
              <a:ext uri="{FF2B5EF4-FFF2-40B4-BE49-F238E27FC236}">
                <a16:creationId xmlns:a16="http://schemas.microsoft.com/office/drawing/2014/main" id="{BB75C11E-3404-4CD6-AB99-C5F08692569C}"/>
              </a:ext>
            </a:extLst>
          </p:cNvPr>
          <p:cNvSpPr>
            <a:spLocks xmlns:a="http://schemas.openxmlformats.org/drawingml/2006/main" noGrp="1"/>
          </p:cNvSpPr>
          <p:nvPr/>
        </p:nvSpPr>
        <p:spPr>
          <a:xfrm xmlns:a="http://schemas.openxmlformats.org/drawingml/2006/main">
            <a:off x="1428750" y="36385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Claude review</a:t>
            </a:r>
          </a:p>
        </p:txBody>
      </p:sp>
      <p:sp>
        <p:nvSpPr>
          <p:cNvPr id="17" name="">
            <a:extLst xmlns:a="http://schemas.openxmlformats.org/drawingml/2006/main">
              <a:ext uri="{FF2B5EF4-FFF2-40B4-BE49-F238E27FC236}">
                <a16:creationId xmlns:a16="http://schemas.microsoft.com/office/drawing/2014/main" id="{AF8D5850-8E6F-45F4-8A5F-126E5DD3EA97}"/>
              </a:ext>
            </a:extLst>
          </p:cNvPr>
          <p:cNvSpPr>
            <a:spLocks xmlns:a="http://schemas.openxmlformats.org/drawingml/2006/main" noGrp="1"/>
          </p:cNvSpPr>
          <p:nvPr/>
        </p:nvSpPr>
        <p:spPr>
          <a:xfrm xmlns:a="http://schemas.openxmlformats.org/drawingml/2006/main">
            <a:off x="3733800" y="39052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A86A9948-EC35-471C-B48D-5E553E4118E2}"/>
              </a:ext>
            </a:extLst>
          </p:cNvPr>
          <p:cNvSpPr>
            <a:spLocks xmlns:a="http://schemas.openxmlformats.org/drawingml/2006/main" noGrp="1"/>
          </p:cNvSpPr>
          <p:nvPr/>
        </p:nvSpPr>
        <p:spPr>
          <a:xfrm xmlns:a="http://schemas.openxmlformats.org/drawingml/2006/main">
            <a:off x="4629150" y="36385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validated_meeting_brief.json 변경 라인·누락 경계를 별도 session에서 검토</a:t>
            </a:r>
          </a:p>
        </p:txBody>
      </p:sp>
      <p:sp>
        <p:nvSpPr>
          <p:cNvPr id="19" name="">
            <a:extLst xmlns:a="http://schemas.openxmlformats.org/drawingml/2006/main">
              <a:ext uri="{FF2B5EF4-FFF2-40B4-BE49-F238E27FC236}">
                <a16:creationId xmlns:a16="http://schemas.microsoft.com/office/drawing/2014/main" id="{361736F5-F258-4E44-95B7-49814B1E464D}"/>
              </a:ext>
            </a:extLst>
          </p:cNvPr>
          <p:cNvSpPr>
            <a:spLocks xmlns:a="http://schemas.openxmlformats.org/drawingml/2006/main" noGrp="1"/>
          </p:cNvSpPr>
          <p:nvPr/>
        </p:nvSpPr>
        <p:spPr>
          <a:xfrm xmlns:a="http://schemas.openxmlformats.org/drawingml/2006/main">
            <a:off x="723900" y="48196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04</a:t>
            </a:r>
          </a:p>
        </p:txBody>
      </p:sp>
      <p:sp>
        <p:nvSpPr>
          <p:cNvPr id="20" name="">
            <a:extLst xmlns:a="http://schemas.openxmlformats.org/drawingml/2006/main">
              <a:ext uri="{FF2B5EF4-FFF2-40B4-BE49-F238E27FC236}">
                <a16:creationId xmlns:a16="http://schemas.microsoft.com/office/drawing/2014/main" id="{2EF52356-C072-4C8E-8C6D-B3E2C9605C68}"/>
              </a:ext>
            </a:extLst>
          </p:cNvPr>
          <p:cNvSpPr>
            <a:spLocks xmlns:a="http://schemas.openxmlformats.org/drawingml/2006/main" noGrp="1"/>
          </p:cNvSpPr>
          <p:nvPr/>
        </p:nvSpPr>
        <p:spPr>
          <a:xfrm xmlns:a="http://schemas.openxmlformats.org/drawingml/2006/main">
            <a:off x="1428750" y="47053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Human merge</a:t>
            </a:r>
          </a:p>
        </p:txBody>
      </p:sp>
      <p:sp>
        <p:nvSpPr>
          <p:cNvPr id="21" name="">
            <a:extLst xmlns:a="http://schemas.openxmlformats.org/drawingml/2006/main">
              <a:ext uri="{FF2B5EF4-FFF2-40B4-BE49-F238E27FC236}">
                <a16:creationId xmlns:a16="http://schemas.microsoft.com/office/drawing/2014/main" id="{471E69EF-C7E6-4DD8-9119-E9315DD8BB60}"/>
              </a:ext>
            </a:extLst>
          </p:cNvPr>
          <p:cNvSpPr>
            <a:spLocks xmlns:a="http://schemas.openxmlformats.org/drawingml/2006/main" noGrp="1"/>
          </p:cNvSpPr>
          <p:nvPr/>
        </p:nvSpPr>
        <p:spPr>
          <a:xfrm xmlns:a="http://schemas.openxmlformats.org/drawingml/2006/main">
            <a:off x="3733800" y="49720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22" name="">
            <a:extLst xmlns:a="http://schemas.openxmlformats.org/drawingml/2006/main">
              <a:ext uri="{FF2B5EF4-FFF2-40B4-BE49-F238E27FC236}">
                <a16:creationId xmlns:a16="http://schemas.microsoft.com/office/drawing/2014/main" id="{067DDFF9-6DB0-459C-B40E-3196AF18E89E}"/>
              </a:ext>
            </a:extLst>
          </p:cNvPr>
          <p:cNvSpPr>
            <a:spLocks xmlns:a="http://schemas.openxmlformats.org/drawingml/2006/main" noGrp="1"/>
          </p:cNvSpPr>
          <p:nvPr/>
        </p:nvSpPr>
        <p:spPr>
          <a:xfrm xmlns:a="http://schemas.openxmlformats.org/drawingml/2006/main">
            <a:off x="4629150" y="47053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Action Item 근거 검증의 두 LLM 의견과 test는 자동 승인이 아니다</a:t>
            </a:r>
          </a:p>
        </p:txBody>
      </p:sp>
    </p:spTree>
    <p:extLst>
      <p:ext uri="{BB962C8B-B14F-4D97-AF65-F5344CB8AC3E}">
        <p14:creationId xmlns:p14="http://schemas.microsoft.com/office/powerpoint/2010/main" val="680363465"/>
      </p:ext>
    </p:extLst>
  </p:cSld>
</p:sld>
</file>

<file path=ppt/slides/slide1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A4BF0B2-C878-4A82-9944-9D68C04D9383}"/>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정상 시연</a:t>
            </a:r>
          </a:p>
        </p:txBody>
      </p:sp>
      <p:sp>
        <p:nvSpPr>
          <p:cNvPr id="2" name="">
            <a:extLst xmlns:a="http://schemas.openxmlformats.org/drawingml/2006/main">
              <a:ext uri="{FF2B5EF4-FFF2-40B4-BE49-F238E27FC236}">
                <a16:creationId xmlns:a16="http://schemas.microsoft.com/office/drawing/2014/main" id="{4439AF69-A3A6-4EB5-A80E-B27C0BEBCCC3}"/>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강사 시연</a:t>
            </a:r>
          </a:p>
        </p:txBody>
      </p:sp>
      <p:sp>
        <p:nvSpPr>
          <p:cNvPr id="3" name="">
            <a:extLst xmlns:a="http://schemas.openxmlformats.org/drawingml/2006/main">
              <a:ext uri="{FF2B5EF4-FFF2-40B4-BE49-F238E27FC236}">
                <a16:creationId xmlns:a16="http://schemas.microsoft.com/office/drawing/2014/main" id="{65FEAD9F-0F5F-4F5C-8968-90E8C02E58C3}"/>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40AF7BDB-D3C4-4B17-937C-4415101CEA4D}"/>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0EEE850A-F45D-44AA-A4B7-850991CD00D6}"/>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361E424E-B9DB-46E3-9404-11ECAE1DA79C}"/>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197</a:t>
            </a:r>
          </a:p>
        </p:txBody>
      </p:sp>
      <p:sp>
        <p:nvSpPr>
          <p:cNvPr id="7" name="">
            <a:extLst xmlns:a="http://schemas.openxmlformats.org/drawingml/2006/main">
              <a:ext uri="{FF2B5EF4-FFF2-40B4-BE49-F238E27FC236}">
                <a16:creationId xmlns:a16="http://schemas.microsoft.com/office/drawing/2014/main" id="{E771E3A5-0332-43A2-A9CF-5207A0BFCE86}"/>
              </a:ext>
            </a:extLst>
          </p:cNvPr>
          <p:cNvSpPr>
            <a:spLocks xmlns:a="http://schemas.openxmlformats.org/drawingml/2006/main" noGrp="1"/>
          </p:cNvSpPr>
          <p:nvPr/>
        </p:nvSpPr>
        <p:spPr>
          <a:xfrm xmlns:a="http://schemas.openxmlformats.org/drawingml/2006/main">
            <a:off x="876300" y="15621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E32B13B4-939C-4D17-8E84-9C92F4A9E153}"/>
              </a:ext>
            </a:extLst>
          </p:cNvPr>
          <p:cNvSpPr>
            <a:spLocks xmlns:a="http://schemas.openxmlformats.org/drawingml/2006/main" noGrp="1"/>
          </p:cNvSpPr>
          <p:nvPr/>
        </p:nvSpPr>
        <p:spPr>
          <a:xfrm xmlns:a="http://schemas.openxmlformats.org/drawingml/2006/main">
            <a:off x="1314450" y="16859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13CFC9A7-D546-4FE5-BE42-CA22B26B27DB}"/>
              </a:ext>
            </a:extLst>
          </p:cNvPr>
          <p:cNvSpPr>
            <a:spLocks xmlns:a="http://schemas.openxmlformats.org/drawingml/2006/main" noGrp="1"/>
          </p:cNvSpPr>
          <p:nvPr/>
        </p:nvSpPr>
        <p:spPr>
          <a:xfrm xmlns:a="http://schemas.openxmlformats.org/drawingml/2006/main">
            <a:off x="1790700" y="15240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열기: src/meeting_agent_workflow.py</a:t>
            </a:r>
          </a:p>
        </p:txBody>
      </p:sp>
      <p:sp>
        <p:nvSpPr>
          <p:cNvPr id="10" name="">
            <a:extLst xmlns:a="http://schemas.openxmlformats.org/drawingml/2006/main">
              <a:ext uri="{FF2B5EF4-FFF2-40B4-BE49-F238E27FC236}">
                <a16:creationId xmlns:a16="http://schemas.microsoft.com/office/drawing/2014/main" id="{02F1B619-84BA-41B2-9ADB-CA9EEACD3D9E}"/>
              </a:ext>
            </a:extLst>
          </p:cNvPr>
          <p:cNvSpPr>
            <a:spLocks xmlns:a="http://schemas.openxmlformats.org/drawingml/2006/main" noGrp="1"/>
          </p:cNvSpPr>
          <p:nvPr/>
        </p:nvSpPr>
        <p:spPr>
          <a:xfrm xmlns:a="http://schemas.openxmlformats.org/drawingml/2006/main">
            <a:off x="876300" y="25527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861DC055-8B98-4160-BC8E-4B3C69902D67}"/>
              </a:ext>
            </a:extLst>
          </p:cNvPr>
          <p:cNvSpPr>
            <a:spLocks xmlns:a="http://schemas.openxmlformats.org/drawingml/2006/main" noGrp="1"/>
          </p:cNvSpPr>
          <p:nvPr/>
        </p:nvSpPr>
        <p:spPr>
          <a:xfrm xmlns:a="http://schemas.openxmlformats.org/drawingml/2006/main">
            <a:off x="1314450" y="26765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5550708D-490F-48DF-B8E5-5C43915461D3}"/>
              </a:ext>
            </a:extLst>
          </p:cNvPr>
          <p:cNvSpPr>
            <a:spLocks xmlns:a="http://schemas.openxmlformats.org/drawingml/2006/main" noGrp="1"/>
          </p:cNvSpPr>
          <p:nvPr/>
        </p:nvSpPr>
        <p:spPr>
          <a:xfrm xmlns:a="http://schemas.openxmlformats.org/drawingml/2006/main">
            <a:off x="1790700" y="25146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구현 확인: src/course_services/meeting_service.py</a:t>
            </a:r>
          </a:p>
        </p:txBody>
      </p:sp>
      <p:sp>
        <p:nvSpPr>
          <p:cNvPr id="13" name="">
            <a:extLst xmlns:a="http://schemas.openxmlformats.org/drawingml/2006/main">
              <a:ext uri="{FF2B5EF4-FFF2-40B4-BE49-F238E27FC236}">
                <a16:creationId xmlns:a16="http://schemas.microsoft.com/office/drawing/2014/main" id="{5FB6F2BE-B808-407D-85CA-5E6A6CF23178}"/>
              </a:ext>
            </a:extLst>
          </p:cNvPr>
          <p:cNvSpPr>
            <a:spLocks xmlns:a="http://schemas.openxmlformats.org/drawingml/2006/main" noGrp="1"/>
          </p:cNvSpPr>
          <p:nvPr/>
        </p:nvSpPr>
        <p:spPr>
          <a:xfrm xmlns:a="http://schemas.openxmlformats.org/drawingml/2006/main">
            <a:off x="876300" y="35433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24E6576F-F760-4753-A86B-E01FE7AA971A}"/>
              </a:ext>
            </a:extLst>
          </p:cNvPr>
          <p:cNvSpPr>
            <a:spLocks xmlns:a="http://schemas.openxmlformats.org/drawingml/2006/main" noGrp="1"/>
          </p:cNvSpPr>
          <p:nvPr/>
        </p:nvSpPr>
        <p:spPr>
          <a:xfrm xmlns:a="http://schemas.openxmlformats.org/drawingml/2006/main">
            <a:off x="1314450" y="36671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92B49A2F-11AD-4072-B16A-04B574818CD3}"/>
              </a:ext>
            </a:extLst>
          </p:cNvPr>
          <p:cNvSpPr>
            <a:spLocks xmlns:a="http://schemas.openxmlformats.org/drawingml/2006/main" noGrp="1"/>
          </p:cNvSpPr>
          <p:nvPr/>
        </p:nvSpPr>
        <p:spPr>
          <a:xfrm xmlns:a="http://schemas.openxmlformats.org/drawingml/2006/main">
            <a:off x="1790700" y="35052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실행: python -m src.meeting_agent_workflow --help</a:t>
            </a:r>
          </a:p>
        </p:txBody>
      </p:sp>
      <p:sp>
        <p:nvSpPr>
          <p:cNvPr id="16" name="">
            <a:extLst xmlns:a="http://schemas.openxmlformats.org/drawingml/2006/main">
              <a:ext uri="{FF2B5EF4-FFF2-40B4-BE49-F238E27FC236}">
                <a16:creationId xmlns:a16="http://schemas.microsoft.com/office/drawing/2014/main" id="{AC0BBFDA-DD01-4950-8225-55FA83676F91}"/>
              </a:ext>
            </a:extLst>
          </p:cNvPr>
          <p:cNvSpPr>
            <a:spLocks xmlns:a="http://schemas.openxmlformats.org/drawingml/2006/main" noGrp="1"/>
          </p:cNvSpPr>
          <p:nvPr/>
        </p:nvSpPr>
        <p:spPr>
          <a:xfrm xmlns:a="http://schemas.openxmlformats.org/drawingml/2006/main">
            <a:off x="876300" y="4533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CAA24814-BF53-4F1A-8DB0-0F0DF414699E}"/>
              </a:ext>
            </a:extLst>
          </p:cNvPr>
          <p:cNvSpPr>
            <a:spLocks xmlns:a="http://schemas.openxmlformats.org/drawingml/2006/main" noGrp="1"/>
          </p:cNvSpPr>
          <p:nvPr/>
        </p:nvSpPr>
        <p:spPr>
          <a:xfrm xmlns:a="http://schemas.openxmlformats.org/drawingml/2006/main">
            <a:off x="1314450" y="4657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9058D7D8-8DEA-4805-8E1E-67EFBA95C4AE}"/>
              </a:ext>
            </a:extLst>
          </p:cNvPr>
          <p:cNvSpPr>
            <a:spLocks xmlns:a="http://schemas.openxmlformats.org/drawingml/2006/main" noGrp="1"/>
          </p:cNvSpPr>
          <p:nvPr/>
        </p:nvSpPr>
        <p:spPr>
          <a:xfrm xmlns:a="http://schemas.openxmlformats.org/drawingml/2006/main">
            <a:off x="1790700" y="44958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성공 신호: 모든 evidence ID가 known segment에 존재한다.</a:t>
            </a:r>
          </a:p>
        </p:txBody>
      </p:sp>
    </p:spTree>
    <p:extLst>
      <p:ext uri="{BB962C8B-B14F-4D97-AF65-F5344CB8AC3E}">
        <p14:creationId xmlns:p14="http://schemas.microsoft.com/office/powerpoint/2010/main" val="1154183053"/>
      </p:ext>
    </p:extLst>
  </p:cSld>
</p:sld>
</file>

<file path=ppt/slides/slide1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D751A60-E7AE-4955-9398-2AC813CA75D2}"/>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실행 명령</a:t>
            </a:r>
          </a:p>
        </p:txBody>
      </p:sp>
      <p:sp>
        <p:nvSpPr>
          <p:cNvPr id="2" name="">
            <a:extLst xmlns:a="http://schemas.openxmlformats.org/drawingml/2006/main">
              <a:ext uri="{FF2B5EF4-FFF2-40B4-BE49-F238E27FC236}">
                <a16:creationId xmlns:a16="http://schemas.microsoft.com/office/drawing/2014/main" id="{66B4FD78-775D-4F66-9A12-95A7A43132E1}"/>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Terminal</a:t>
            </a:r>
          </a:p>
        </p:txBody>
      </p:sp>
      <p:sp>
        <p:nvSpPr>
          <p:cNvPr id="3" name="">
            <a:extLst xmlns:a="http://schemas.openxmlformats.org/drawingml/2006/main">
              <a:ext uri="{FF2B5EF4-FFF2-40B4-BE49-F238E27FC236}">
                <a16:creationId xmlns:a16="http://schemas.microsoft.com/office/drawing/2014/main" id="{A08D6650-ABB2-45EB-B3A3-002E4B0E1EB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426E56C8-ED7D-4E16-BEBC-18A2231DCF44}"/>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C83A3470-03E2-449E-B191-926660AF12CD}"/>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B73B4C29-098E-48E8-B46C-595691F0E67B}"/>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198</a:t>
            </a:r>
          </a:p>
        </p:txBody>
      </p:sp>
      <p:sp>
        <p:nvSpPr>
          <p:cNvPr id="7" name="">
            <a:extLst xmlns:a="http://schemas.openxmlformats.org/drawingml/2006/main">
              <a:ext uri="{FF2B5EF4-FFF2-40B4-BE49-F238E27FC236}">
                <a16:creationId xmlns:a16="http://schemas.microsoft.com/office/drawing/2014/main" id="{CE2218B5-FAAC-4B57-9490-F4355AD42895}"/>
              </a:ext>
            </a:extLst>
          </p:cNvPr>
          <p:cNvSpPr>
            <a:spLocks xmlns:a="http://schemas.openxmlformats.org/drawingml/2006/main" noGrp="1"/>
          </p:cNvSpPr>
          <p:nvPr/>
        </p:nvSpPr>
        <p:spPr>
          <a:xfrm xmlns:a="http://schemas.openxmlformats.org/drawingml/2006/main">
            <a:off x="685800" y="1809750"/>
            <a:ext cx="10820400" cy="2305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7DD9179-77BA-4B69-847F-1B7E2868E108}"/>
              </a:ext>
            </a:extLst>
          </p:cNvPr>
          <p:cNvSpPr>
            <a:spLocks xmlns:a="http://schemas.openxmlformats.org/drawingml/2006/main" noGrp="1"/>
          </p:cNvSpPr>
          <p:nvPr/>
        </p:nvSpPr>
        <p:spPr>
          <a:xfrm xmlns:a="http://schemas.openxmlformats.org/drawingml/2006/main">
            <a:off x="1066800" y="2381250"/>
            <a:ext cx="342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025" b="1">
                <a:solidFill>
                  <a:srgbClr val="2563EB"/>
                </a:solidFill>
                <a:latin typeface="NanumGothic"/>
                <a:ea typeface="NanumGothic"/>
                <a:cs typeface="NanumGothic"/>
              </a:defRPr>
            </a:pPr>
            <a:r>
              <a:rPr sz="2025" b="1">
                <a:solidFill>
                  <a:srgbClr val="2563EB"/>
                </a:solidFill>
                <a:latin typeface="NanumGothic"/>
                <a:ea typeface="NanumGothic"/>
                <a:cs typeface="NanumGothic"/>
              </a:rPr>
              <a:t>$</a:t>
            </a:r>
          </a:p>
        </p:txBody>
      </p:sp>
      <p:sp>
        <p:nvSpPr>
          <p:cNvPr id="9" name="">
            <a:extLst xmlns:a="http://schemas.openxmlformats.org/drawingml/2006/main">
              <a:ext uri="{FF2B5EF4-FFF2-40B4-BE49-F238E27FC236}">
                <a16:creationId xmlns:a16="http://schemas.microsoft.com/office/drawing/2014/main" id="{10EC801B-8FD6-418B-A037-DC712B5A942D}"/>
              </a:ext>
            </a:extLst>
          </p:cNvPr>
          <p:cNvSpPr>
            <a:spLocks xmlns:a="http://schemas.openxmlformats.org/drawingml/2006/main" noGrp="1"/>
          </p:cNvSpPr>
          <p:nvPr/>
        </p:nvSpPr>
        <p:spPr>
          <a:xfrm xmlns:a="http://schemas.openxmlformats.org/drawingml/2006/main">
            <a:off x="1581150" y="22479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python -m src.meeting_agent_workflow --help</a:t>
            </a:r>
          </a:p>
        </p:txBody>
      </p:sp>
      <p:sp>
        <p:nvSpPr>
          <p:cNvPr id="10" name="">
            <a:extLst xmlns:a="http://schemas.openxmlformats.org/drawingml/2006/main">
              <a:ext uri="{FF2B5EF4-FFF2-40B4-BE49-F238E27FC236}">
                <a16:creationId xmlns:a16="http://schemas.microsoft.com/office/drawing/2014/main" id="{6B049313-1E91-4F1C-A60F-F0AD0B2DA0B3}"/>
              </a:ext>
            </a:extLst>
          </p:cNvPr>
          <p:cNvSpPr>
            <a:spLocks xmlns:a="http://schemas.openxmlformats.org/drawingml/2006/main" noGrp="1"/>
          </p:cNvSpPr>
          <p:nvPr/>
        </p:nvSpPr>
        <p:spPr>
          <a:xfrm xmlns:a="http://schemas.openxmlformats.org/drawingml/2006/main">
            <a:off x="819150" y="4648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실행 전 확인</a:t>
            </a:r>
          </a:p>
        </p:txBody>
      </p:sp>
      <p:sp>
        <p:nvSpPr>
          <p:cNvPr id="11" name="">
            <a:extLst xmlns:a="http://schemas.openxmlformats.org/drawingml/2006/main">
              <a:ext uri="{FF2B5EF4-FFF2-40B4-BE49-F238E27FC236}">
                <a16:creationId xmlns:a16="http://schemas.microsoft.com/office/drawing/2014/main" id="{3FCDA17B-6C0E-48FA-89B7-0CFE88D49D30}"/>
              </a:ext>
            </a:extLst>
          </p:cNvPr>
          <p:cNvSpPr>
            <a:spLocks xmlns:a="http://schemas.openxmlformats.org/drawingml/2006/main" noGrp="1"/>
          </p:cNvSpPr>
          <p:nvPr/>
        </p:nvSpPr>
        <p:spPr>
          <a:xfrm xmlns:a="http://schemas.openxmlformats.org/drawingml/2006/main">
            <a:off x="2857500" y="4552950"/>
            <a:ext cx="800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Action Item 근거 검증: repository root · Python 3.12 · .env 미출력</a:t>
            </a:r>
          </a:p>
        </p:txBody>
      </p:sp>
    </p:spTree>
    <p:extLst>
      <p:ext uri="{BB962C8B-B14F-4D97-AF65-F5344CB8AC3E}">
        <p14:creationId xmlns:p14="http://schemas.microsoft.com/office/powerpoint/2010/main" val="554166426"/>
      </p:ext>
    </p:extLst>
  </p:cSld>
</p:sld>
</file>

<file path=ppt/slides/slide1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D85BB65-8C1F-4336-ACAF-FE882F7C1A95}"/>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07_evidence_validation.json 실행 결과</a:t>
            </a:r>
          </a:p>
        </p:txBody>
      </p:sp>
      <p:sp>
        <p:nvSpPr>
          <p:cNvPr id="2" name="">
            <a:extLst xmlns:a="http://schemas.openxmlformats.org/drawingml/2006/main">
              <a:ext uri="{FF2B5EF4-FFF2-40B4-BE49-F238E27FC236}">
                <a16:creationId xmlns:a16="http://schemas.microsoft.com/office/drawing/2014/main" id="{47911065-7499-48EF-9A5B-7901C6975CD5}"/>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Actual Output</a:t>
            </a:r>
          </a:p>
        </p:txBody>
      </p:sp>
      <p:sp>
        <p:nvSpPr>
          <p:cNvPr id="3" name="">
            <a:extLst xmlns:a="http://schemas.openxmlformats.org/drawingml/2006/main">
              <a:ext uri="{FF2B5EF4-FFF2-40B4-BE49-F238E27FC236}">
                <a16:creationId xmlns:a16="http://schemas.microsoft.com/office/drawing/2014/main" id="{2377F4FC-78BF-4025-8FF2-E63B227E84F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4FF4C3B8-1C18-4B90-BB55-75AE5B7996DB}"/>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3191046D-3C63-413C-94AD-9FFA00671F91}"/>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B977472C-4163-4590-B236-510788E3BCF2}"/>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199</a:t>
            </a:r>
          </a:p>
        </p:txBody>
      </p:sp>
      <p:sp>
        <p:nvSpPr>
          <p:cNvPr id="7" name="">
            <a:extLst xmlns:a="http://schemas.openxmlformats.org/drawingml/2006/main">
              <a:ext uri="{FF2B5EF4-FFF2-40B4-BE49-F238E27FC236}">
                <a16:creationId xmlns:a16="http://schemas.microsoft.com/office/drawing/2014/main" id="{4BB537B0-7AD4-4CFD-9B0E-1D83BD6629EC}"/>
              </a:ext>
            </a:extLst>
          </p:cNvPr>
          <p:cNvSpPr>
            <a:spLocks xmlns:a="http://schemas.openxmlformats.org/drawingml/2006/main" noGrp="1"/>
          </p:cNvSpPr>
          <p:nvPr/>
        </p:nvSpPr>
        <p:spPr>
          <a:xfrm xmlns:a="http://schemas.openxmlformats.org/drawingml/2006/main">
            <a:off x="685800" y="1466850"/>
            <a:ext cx="10820400" cy="44005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BEBB7BE-2476-4BFF-BDD9-F60D72C0A703}"/>
              </a:ext>
            </a:extLst>
          </p:cNvPr>
          <p:cNvSpPr>
            <a:spLocks xmlns:a="http://schemas.openxmlformats.org/drawingml/2006/main" noGrp="1"/>
          </p:cNvSpPr>
          <p:nvPr/>
        </p:nvSpPr>
        <p:spPr>
          <a:xfrm xmlns:a="http://schemas.openxmlformats.org/drawingml/2006/main">
            <a:off x="933450" y="1695450"/>
            <a:ext cx="10325100" cy="394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"normal_errors":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"boundary_errors":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"ACTION_1_UNKNOWN_EVIDENCE:s999"</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a:t>
            </a:r>
          </a:p>
        </p:txBody>
      </p:sp>
    </p:spTree>
    <p:extLst>
      <p:ext uri="{BB962C8B-B14F-4D97-AF65-F5344CB8AC3E}">
        <p14:creationId xmlns:p14="http://schemas.microsoft.com/office/powerpoint/2010/main" val="1485866362"/>
      </p:ext>
    </p:extLst>
  </p:cSld>
</p:sld>
</file>

<file path=ppt/slides/slide2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72E6E46-F365-4405-850C-B39D6D18147A}"/>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실패·복구 시연</a:t>
            </a:r>
          </a:p>
        </p:txBody>
      </p:sp>
      <p:sp>
        <p:nvSpPr>
          <p:cNvPr id="2" name="">
            <a:extLst xmlns:a="http://schemas.openxmlformats.org/drawingml/2006/main">
              <a:ext uri="{FF2B5EF4-FFF2-40B4-BE49-F238E27FC236}">
                <a16:creationId xmlns:a16="http://schemas.microsoft.com/office/drawing/2014/main" id="{14AEA5DE-FAA4-40AD-A8B8-053B383E9E6E}"/>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실패 시연</a:t>
            </a:r>
          </a:p>
        </p:txBody>
      </p:sp>
      <p:sp>
        <p:nvSpPr>
          <p:cNvPr id="3" name="">
            <a:extLst xmlns:a="http://schemas.openxmlformats.org/drawingml/2006/main">
              <a:ext uri="{FF2B5EF4-FFF2-40B4-BE49-F238E27FC236}">
                <a16:creationId xmlns:a16="http://schemas.microsoft.com/office/drawing/2014/main" id="{987FD96F-AA42-413E-80EA-7DF04CC80A2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93137102-A35A-41BD-956C-444708036376}"/>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F9D883EA-B2AA-438A-9BD6-91DB25E37352}"/>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885A11E2-CF38-44A7-AF91-84855103FFE4}"/>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200</a:t>
            </a:r>
          </a:p>
        </p:txBody>
      </p:sp>
      <p:sp>
        <p:nvSpPr>
          <p:cNvPr id="7" name="">
            <a:extLst xmlns:a="http://schemas.openxmlformats.org/drawingml/2006/main">
              <a:ext uri="{FF2B5EF4-FFF2-40B4-BE49-F238E27FC236}">
                <a16:creationId xmlns:a16="http://schemas.microsoft.com/office/drawing/2014/main" id="{1337C4F7-1EFE-4FD4-9AF0-D00E12782A44}"/>
              </a:ext>
            </a:extLst>
          </p:cNvPr>
          <p:cNvSpPr>
            <a:spLocks xmlns:a="http://schemas.openxmlformats.org/drawingml/2006/main" noGrp="1"/>
          </p:cNvSpPr>
          <p:nvPr/>
        </p:nvSpPr>
        <p:spPr>
          <a:xfrm xmlns:a="http://schemas.openxmlformats.org/drawingml/2006/main">
            <a:off x="762000" y="1619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재현</a:t>
            </a:r>
          </a:p>
        </p:txBody>
      </p:sp>
      <p:sp>
        <p:nvSpPr>
          <p:cNvPr id="8" name="">
            <a:extLst xmlns:a="http://schemas.openxmlformats.org/drawingml/2006/main">
              <a:ext uri="{FF2B5EF4-FFF2-40B4-BE49-F238E27FC236}">
                <a16:creationId xmlns:a16="http://schemas.microsoft.com/office/drawing/2014/main" id="{CE4098CF-8647-4267-952B-D3DFE6F83EEE}"/>
              </a:ext>
            </a:extLst>
          </p:cNvPr>
          <p:cNvSpPr>
            <a:spLocks xmlns:a="http://schemas.openxmlformats.org/drawingml/2006/main" noGrp="1"/>
          </p:cNvSpPr>
          <p:nvPr/>
        </p:nvSpPr>
        <p:spPr>
          <a:xfrm xmlns:a="http://schemas.openxmlformats.org/drawingml/2006/main">
            <a:off x="762000" y="2133600"/>
            <a:ext cx="4762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100" b="1">
                <a:solidFill>
                  <a:srgbClr val="191919"/>
                </a:solidFill>
                <a:latin typeface="NanumGothic"/>
                <a:ea typeface="NanumGothic"/>
                <a:cs typeface="NanumGothic"/>
              </a:defRPr>
            </a:pPr>
            <a:r>
              <a:rPr sz="2100" b="1">
                <a:solidFill>
                  <a:srgbClr val="191919"/>
                </a:solidFill>
                <a:latin typeface="NanumGothic"/>
                <a:ea typeface="NanumGothic"/>
                <a:cs typeface="NanumGothic"/>
              </a:rPr>
              <a:t>없는 s99를 가리키면 ACTION_n_UNKNOWN_EVIDENCE다.</a:t>
            </a:r>
          </a:p>
        </p:txBody>
      </p:sp>
      <p:sp>
        <p:nvSpPr>
          <p:cNvPr id="9" name="">
            <a:extLst xmlns:a="http://schemas.openxmlformats.org/drawingml/2006/main">
              <a:ext uri="{FF2B5EF4-FFF2-40B4-BE49-F238E27FC236}">
                <a16:creationId xmlns:a16="http://schemas.microsoft.com/office/drawing/2014/main" id="{B48B94B9-A278-45D6-8D90-F388781EEF07}"/>
              </a:ext>
            </a:extLst>
          </p:cNvPr>
          <p:cNvSpPr>
            <a:spLocks xmlns:a="http://schemas.openxmlformats.org/drawingml/2006/main" noGrp="1"/>
          </p:cNvSpPr>
          <p:nvPr/>
        </p:nvSpPr>
        <p:spPr>
          <a:xfrm xmlns:a="http://schemas.openxmlformats.org/drawingml/2006/main">
            <a:off x="6000750" y="1657350"/>
            <a:ext cx="0" cy="342900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10" name="">
            <a:extLst xmlns:a="http://schemas.openxmlformats.org/drawingml/2006/main">
              <a:ext uri="{FF2B5EF4-FFF2-40B4-BE49-F238E27FC236}">
                <a16:creationId xmlns:a16="http://schemas.microsoft.com/office/drawing/2014/main" id="{87A685FB-196F-4939-917C-DB6F0E517E0E}"/>
              </a:ext>
            </a:extLst>
          </p:cNvPr>
          <p:cNvSpPr>
            <a:spLocks xmlns:a="http://schemas.openxmlformats.org/drawingml/2006/main" noGrp="1"/>
          </p:cNvSpPr>
          <p:nvPr/>
        </p:nvSpPr>
        <p:spPr>
          <a:xfrm xmlns:a="http://schemas.openxmlformats.org/drawingml/2006/main">
            <a:off x="6553200" y="1619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복구</a:t>
            </a:r>
          </a:p>
        </p:txBody>
      </p:sp>
      <p:sp>
        <p:nvSpPr>
          <p:cNvPr id="11" name="">
            <a:extLst xmlns:a="http://schemas.openxmlformats.org/drawingml/2006/main">
              <a:ext uri="{FF2B5EF4-FFF2-40B4-BE49-F238E27FC236}">
                <a16:creationId xmlns:a16="http://schemas.microsoft.com/office/drawing/2014/main" id="{8DFDCE75-D2B3-417C-9284-8A90A412DEB3}"/>
              </a:ext>
            </a:extLst>
          </p:cNvPr>
          <p:cNvSpPr>
            <a:spLocks xmlns:a="http://schemas.openxmlformats.org/drawingml/2006/main" noGrp="1"/>
          </p:cNvSpPr>
          <p:nvPr/>
        </p:nvSpPr>
        <p:spPr>
          <a:xfrm xmlns:a="http://schemas.openxmlformats.org/drawingml/2006/main">
            <a:off x="6553200" y="2133600"/>
            <a:ext cx="45529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100" b="1">
                <a:solidFill>
                  <a:srgbClr val="191919"/>
                </a:solidFill>
                <a:latin typeface="NanumGothic"/>
                <a:ea typeface="NanumGothic"/>
                <a:cs typeface="NanumGothic"/>
              </a:defRPr>
            </a:pPr>
            <a:r>
              <a:rPr sz="2100" b="1">
                <a:solidFill>
                  <a:srgbClr val="191919"/>
                </a:solidFill>
                <a:latin typeface="NanumGothic"/>
                <a:ea typeface="NanumGothic"/>
                <a:cs typeface="NanumGothic"/>
              </a:rPr>
              <a:t>구조 검사는 code evaluator, 의미 검사는 표본 human review로 나눈다.</a:t>
            </a:r>
          </a:p>
        </p:txBody>
      </p:sp>
      <p:sp>
        <p:nvSpPr>
          <p:cNvPr id="12" name="">
            <a:extLst xmlns:a="http://schemas.openxmlformats.org/drawingml/2006/main">
              <a:ext uri="{FF2B5EF4-FFF2-40B4-BE49-F238E27FC236}">
                <a16:creationId xmlns:a16="http://schemas.microsoft.com/office/drawing/2014/main" id="{5EE8AB6E-9DE5-47BD-B8D8-053111C47510}"/>
              </a:ext>
            </a:extLst>
          </p:cNvPr>
          <p:cNvSpPr>
            <a:spLocks xmlns:a="http://schemas.openxmlformats.org/drawingml/2006/main" noGrp="1"/>
          </p:cNvSpPr>
          <p:nvPr/>
        </p:nvSpPr>
        <p:spPr>
          <a:xfrm xmlns:a="http://schemas.openxmlformats.org/drawingml/2006/main">
            <a:off x="1524000" y="4686300"/>
            <a:ext cx="914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확인: 없는 s99를 가리키면 ACTION_n_UNKNOWN_EVIDENCE다.</a:t>
            </a:r>
          </a:p>
        </p:txBody>
      </p:sp>
    </p:spTree>
    <p:extLst>
      <p:ext uri="{BB962C8B-B14F-4D97-AF65-F5344CB8AC3E}">
        <p14:creationId xmlns:p14="http://schemas.microsoft.com/office/powerpoint/2010/main" val="832735888"/>
      </p:ext>
    </p:extLst>
  </p:cSld>
</p:sld>
</file>

<file path=ppt/slides/slide2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3468457-2868-48FF-BA77-0AB6378F6D57}"/>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소프트웨어 제작</a:t>
            </a:r>
          </a:p>
        </p:txBody>
      </p:sp>
      <p:sp>
        <p:nvSpPr>
          <p:cNvPr id="2" name="">
            <a:extLst xmlns:a="http://schemas.openxmlformats.org/drawingml/2006/main">
              <a:ext uri="{FF2B5EF4-FFF2-40B4-BE49-F238E27FC236}">
                <a16:creationId xmlns:a16="http://schemas.microsoft.com/office/drawing/2014/main" id="{6601CBDE-4DC5-487B-AE07-D7B70014802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FD9B3720-97E8-451A-B7DC-BF162DC3E840}"/>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08DEB30C-E9F9-4742-8977-08287CF57941}"/>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244B7B87-6F07-4218-A592-B5C4218825CB}"/>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9841A6A1-B1CB-4B68-9090-7188F992CF5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201</a:t>
            </a:r>
          </a:p>
        </p:txBody>
      </p:sp>
      <p:sp>
        <p:nvSpPr>
          <p:cNvPr id="7" name="">
            <a:extLst xmlns:a="http://schemas.openxmlformats.org/drawingml/2006/main">
              <a:ext uri="{FF2B5EF4-FFF2-40B4-BE49-F238E27FC236}">
                <a16:creationId xmlns:a16="http://schemas.microsoft.com/office/drawing/2014/main" id="{8EC614AA-3FA3-478A-916A-35FBE9082CC9}"/>
              </a:ext>
            </a:extLst>
          </p:cNvPr>
          <p:cNvSpPr>
            <a:spLocks xmlns:a="http://schemas.openxmlformats.org/drawingml/2006/main" noGrp="1"/>
          </p:cNvSpPr>
          <p:nvPr/>
        </p:nvSpPr>
        <p:spPr>
          <a:xfrm xmlns:a="http://schemas.openxmlformats.org/drawingml/2006/main">
            <a:off x="762000" y="16573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열 파일</a:t>
            </a:r>
          </a:p>
        </p:txBody>
      </p:sp>
      <p:sp>
        <p:nvSpPr>
          <p:cNvPr id="8" name="">
            <a:extLst xmlns:a="http://schemas.openxmlformats.org/drawingml/2006/main">
              <a:ext uri="{FF2B5EF4-FFF2-40B4-BE49-F238E27FC236}">
                <a16:creationId xmlns:a16="http://schemas.microsoft.com/office/drawing/2014/main" id="{AB16D4E2-B2D0-45C9-8EC1-F6BCFF4E696B}"/>
              </a:ext>
            </a:extLst>
          </p:cNvPr>
          <p:cNvSpPr>
            <a:spLocks xmlns:a="http://schemas.openxmlformats.org/drawingml/2006/main" noGrp="1"/>
          </p:cNvSpPr>
          <p:nvPr/>
        </p:nvSpPr>
        <p:spPr>
          <a:xfrm xmlns:a="http://schemas.openxmlformats.org/drawingml/2006/main">
            <a:off x="2476500" y="1466850"/>
            <a:ext cx="819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src/course_services/meeting_service.py</a:t>
            </a:r>
          </a:p>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tests/test_meeting_agent_workflow.py</a:t>
            </a:r>
          </a:p>
        </p:txBody>
      </p:sp>
      <p:sp>
        <p:nvSpPr>
          <p:cNvPr id="9" name="">
            <a:extLst xmlns:a="http://schemas.openxmlformats.org/drawingml/2006/main">
              <a:ext uri="{FF2B5EF4-FFF2-40B4-BE49-F238E27FC236}">
                <a16:creationId xmlns:a16="http://schemas.microsoft.com/office/drawing/2014/main" id="{E8E4EBA3-1B88-4E3C-B3E9-271F0504199B}"/>
              </a:ext>
            </a:extLst>
          </p:cNvPr>
          <p:cNvSpPr>
            <a:spLocks xmlns:a="http://schemas.openxmlformats.org/drawingml/2006/main" noGrp="1"/>
          </p:cNvSpPr>
          <p:nvPr/>
        </p:nvSpPr>
        <p:spPr>
          <a:xfrm xmlns:a="http://schemas.openxmlformats.org/drawingml/2006/main">
            <a:off x="762000" y="26670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작업 범위</a:t>
            </a:r>
          </a:p>
        </p:txBody>
      </p:sp>
      <p:sp>
        <p:nvSpPr>
          <p:cNvPr id="10" name="">
            <a:extLst xmlns:a="http://schemas.openxmlformats.org/drawingml/2006/main">
              <a:ext uri="{FF2B5EF4-FFF2-40B4-BE49-F238E27FC236}">
                <a16:creationId xmlns:a16="http://schemas.microsoft.com/office/drawing/2014/main" id="{9C366C77-B2A3-475E-A3C1-CD2F9CD78B1A}"/>
              </a:ext>
            </a:extLst>
          </p:cNvPr>
          <p:cNvSpPr>
            <a:spLocks xmlns:a="http://schemas.openxmlformats.org/drawingml/2006/main" noGrp="1"/>
          </p:cNvSpPr>
          <p:nvPr/>
        </p:nvSpPr>
        <p:spPr>
          <a:xfrm xmlns:a="http://schemas.openxmlformats.org/drawingml/2006/main">
            <a:off x="2476500" y="2571750"/>
            <a:ext cx="8191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Action Item 근거 검증 명세 → 최소 Patch → Focused Test → Diff 검토</a:t>
            </a:r>
          </a:p>
        </p:txBody>
      </p:sp>
      <p:sp>
        <p:nvSpPr>
          <p:cNvPr id="11" name="">
            <a:extLst xmlns:a="http://schemas.openxmlformats.org/drawingml/2006/main">
              <a:ext uri="{FF2B5EF4-FFF2-40B4-BE49-F238E27FC236}">
                <a16:creationId xmlns:a16="http://schemas.microsoft.com/office/drawing/2014/main" id="{2FC25294-5A27-498E-8C36-E78CB2B8B895}"/>
              </a:ext>
            </a:extLst>
          </p:cNvPr>
          <p:cNvSpPr>
            <a:spLocks xmlns:a="http://schemas.openxmlformats.org/drawingml/2006/main" noGrp="1"/>
          </p:cNvSpPr>
          <p:nvPr/>
        </p:nvSpPr>
        <p:spPr>
          <a:xfrm xmlns:a="http://schemas.openxmlformats.org/drawingml/2006/main">
            <a:off x="762000" y="39052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완료 기준</a:t>
            </a:r>
          </a:p>
        </p:txBody>
      </p:sp>
      <p:sp>
        <p:nvSpPr>
          <p:cNvPr id="12" name="">
            <a:extLst xmlns:a="http://schemas.openxmlformats.org/drawingml/2006/main">
              <a:ext uri="{FF2B5EF4-FFF2-40B4-BE49-F238E27FC236}">
                <a16:creationId xmlns:a16="http://schemas.microsoft.com/office/drawing/2014/main" id="{7A08E7AA-BD31-4C9C-9918-9FC35E30CBAE}"/>
              </a:ext>
            </a:extLst>
          </p:cNvPr>
          <p:cNvSpPr>
            <a:spLocks xmlns:a="http://schemas.openxmlformats.org/drawingml/2006/main" noGrp="1"/>
          </p:cNvSpPr>
          <p:nvPr/>
        </p:nvSpPr>
        <p:spPr>
          <a:xfrm xmlns:a="http://schemas.openxmlformats.org/drawingml/2006/main">
            <a:off x="2476500" y="3810000"/>
            <a:ext cx="8191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모든 evidence ID가 known segment에 존재한다.</a:t>
            </a:r>
          </a:p>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validated_meeting_brief.json 저장</a:t>
            </a:r>
          </a:p>
        </p:txBody>
      </p:sp>
    </p:spTree>
    <p:extLst>
      <p:ext uri="{BB962C8B-B14F-4D97-AF65-F5344CB8AC3E}">
        <p14:creationId xmlns:p14="http://schemas.microsoft.com/office/powerpoint/2010/main" val="470630122"/>
      </p:ext>
    </p:extLst>
  </p:cSld>
</p:sld>
</file>

<file path=ppt/slides/slide2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5E3131F-58CB-434C-89FD-1CCFD2C3716C}"/>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Notebook 셀</a:t>
            </a:r>
          </a:p>
        </p:txBody>
      </p:sp>
      <p:sp>
        <p:nvSpPr>
          <p:cNvPr id="2" name="">
            <a:extLst xmlns:a="http://schemas.openxmlformats.org/drawingml/2006/main">
              <a:ext uri="{FF2B5EF4-FFF2-40B4-BE49-F238E27FC236}">
                <a16:creationId xmlns:a16="http://schemas.microsoft.com/office/drawing/2014/main" id="{F1491269-FEB5-49DD-B80B-6C71D094A16B}"/>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F8617E77-6CA6-48E9-B4E3-858625EB18C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55DB04F9-905E-4049-B2C4-8FE123FAB33F}"/>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5BD73D2F-928D-453D-AFAB-B11DC26B358A}"/>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286CA523-7BD9-4BE7-A5E1-7EBF97150229}"/>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202</a:t>
            </a:r>
          </a:p>
        </p:txBody>
      </p:sp>
      <p:sp>
        <p:nvSpPr>
          <p:cNvPr id="7" name="">
            <a:extLst xmlns:a="http://schemas.openxmlformats.org/drawingml/2006/main">
              <a:ext uri="{FF2B5EF4-FFF2-40B4-BE49-F238E27FC236}">
                <a16:creationId xmlns:a16="http://schemas.microsoft.com/office/drawing/2014/main" id="{9BA2CDCC-055B-4BEA-A4A3-8002FA7DA9A0}"/>
              </a:ext>
            </a:extLst>
          </p:cNvPr>
          <p:cNvSpPr>
            <a:spLocks xmlns:a="http://schemas.openxmlformats.org/drawingml/2006/main" noGrp="1"/>
          </p:cNvSpPr>
          <p:nvPr/>
        </p:nvSpPr>
        <p:spPr>
          <a:xfrm xmlns:a="http://schemas.openxmlformats.org/drawingml/2006/main">
            <a:off x="685800" y="13716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Menlo"/>
                <a:ea typeface="Menlo"/>
                <a:cs typeface="Menlo"/>
              </a:defRPr>
            </a:pPr>
            <a:r>
              <a:rPr sz="975" b="1">
                <a:solidFill>
                  <a:srgbClr val="555555"/>
                </a:solidFill>
                <a:latin typeface="Menlo"/>
                <a:ea typeface="Menlo"/>
                <a:cs typeface="Menlo"/>
              </a:rPr>
              <a:t>materials/day2/day2_service_lab.ipynb · 7차시</a:t>
            </a:r>
          </a:p>
        </p:txBody>
      </p:sp>
      <p:sp>
        <p:nvSpPr>
          <p:cNvPr id="8" name="">
            <a:extLst xmlns:a="http://schemas.openxmlformats.org/drawingml/2006/main">
              <a:ext uri="{FF2B5EF4-FFF2-40B4-BE49-F238E27FC236}">
                <a16:creationId xmlns:a16="http://schemas.microsoft.com/office/drawing/2014/main" id="{0C259F52-7903-4B6B-8B9C-473DEEBFB027}"/>
              </a:ext>
            </a:extLst>
          </p:cNvPr>
          <p:cNvSpPr>
            <a:spLocks xmlns:a="http://schemas.openxmlformats.org/drawingml/2006/main" noGrp="1"/>
          </p:cNvSpPr>
          <p:nvPr/>
        </p:nvSpPr>
        <p:spPr>
          <a:xfrm xmlns:a="http://schemas.openxmlformats.org/drawingml/2006/main">
            <a:off x="685800" y="1733550"/>
            <a:ext cx="10820400" cy="39433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ECDF2F4-18EC-4995-9731-1501E7DB70E2}"/>
              </a:ext>
            </a:extLst>
          </p:cNvPr>
          <p:cNvSpPr>
            <a:spLocks xmlns:a="http://schemas.openxmlformats.org/drawingml/2006/main" noGrp="1"/>
          </p:cNvSpPr>
          <p:nvPr/>
        </p:nvSpPr>
        <p:spPr>
          <a:xfrm xmlns:a="http://schemas.openxmlformats.org/drawingml/2006/main">
            <a:off x="933450" y="1962150"/>
            <a:ext cx="10325100" cy="3486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from src.course_services.meeting_service import validate_action_evidence</a:t>
            </a:r>
          </a:p>
          <a:p xmlns:a="http://schemas.openxmlformats.org/drawingml/2006/main">
            <a:r>
              <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known_ids = {segment["id"] for segment in stt_segments}</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normal_errors = validate_action_evidence(chain_result["result"]["action_items"], known_segment_ids=known_ids)</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boundary_errors = validate_action_evidence(</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[{"task": "근거 없는 발행", "evidence_ids": ["s999"]}],</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    known_segment_ids=known_ids,</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evidence_result = {"normal_errors": normal_errors, "boundary_errors": boundary_errors}</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assert normal_errors == []</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assert boundary_errors == ["ACTION_1_UNKNOWN_EVIDENCE:s999"]</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save_json("07_evidence_validation.json", evidence_result)</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evidence_result</a:t>
            </a:r>
          </a:p>
        </p:txBody>
      </p:sp>
    </p:spTree>
    <p:extLst>
      <p:ext uri="{BB962C8B-B14F-4D97-AF65-F5344CB8AC3E}">
        <p14:creationId xmlns:p14="http://schemas.microsoft.com/office/powerpoint/2010/main" val="1386066429"/>
      </p:ext>
    </p:extLst>
  </p:cSld>
</p:sld>
</file>

<file path=ppt/slides/slide2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2308B11-9DBD-4981-A56F-6ED36AB4786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Terminal 실행</a:t>
            </a:r>
          </a:p>
        </p:txBody>
      </p:sp>
      <p:sp>
        <p:nvSpPr>
          <p:cNvPr id="2" name="">
            <a:extLst xmlns:a="http://schemas.openxmlformats.org/drawingml/2006/main">
              <a:ext uri="{FF2B5EF4-FFF2-40B4-BE49-F238E27FC236}">
                <a16:creationId xmlns:a16="http://schemas.microsoft.com/office/drawing/2014/main" id="{B3FF009D-0FEF-4068-BA06-2ECB36707CE6}"/>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A19C6189-85A2-4385-9624-AE30882E568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9B0F3042-ED0F-422E-94BB-1629BFEF43AC}"/>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96797360-6B88-4389-8A3F-FB67B6C38FBE}"/>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A833CDA6-75F1-4AE8-A247-20041DF9101E}"/>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203</a:t>
            </a:r>
          </a:p>
        </p:txBody>
      </p:sp>
      <p:sp>
        <p:nvSpPr>
          <p:cNvPr id="7" name="">
            <a:extLst xmlns:a="http://schemas.openxmlformats.org/drawingml/2006/main">
              <a:ext uri="{FF2B5EF4-FFF2-40B4-BE49-F238E27FC236}">
                <a16:creationId xmlns:a16="http://schemas.microsoft.com/office/drawing/2014/main" id="{D993611B-4351-4F98-B996-5034887D1F2C}"/>
              </a:ext>
            </a:extLst>
          </p:cNvPr>
          <p:cNvSpPr>
            <a:spLocks xmlns:a="http://schemas.openxmlformats.org/drawingml/2006/main" noGrp="1"/>
          </p:cNvSpPr>
          <p:nvPr/>
        </p:nvSpPr>
        <p:spPr>
          <a:xfrm xmlns:a="http://schemas.openxmlformats.org/drawingml/2006/main">
            <a:off x="685800" y="1657350"/>
            <a:ext cx="10820400" cy="26670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5950768-B1FB-42A9-9A0D-7AF3C7550A6B}"/>
              </a:ext>
            </a:extLst>
          </p:cNvPr>
          <p:cNvSpPr>
            <a:spLocks xmlns:a="http://schemas.openxmlformats.org/drawingml/2006/main" noGrp="1"/>
          </p:cNvSpPr>
          <p:nvPr/>
        </p:nvSpPr>
        <p:spPr>
          <a:xfrm xmlns:a="http://schemas.openxmlformats.org/drawingml/2006/main">
            <a:off x="952500" y="20193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FFFFFF"/>
                </a:solidFill>
                <a:latin typeface="Menlo"/>
                <a:ea typeface="Menlo"/>
                <a:cs typeface="Menlo"/>
              </a:defRPr>
            </a:pPr>
            <a:r>
              <a:rPr sz="1650" b="1">
                <a:solidFill>
                  <a:srgbClr val="FFFFFF"/>
                </a:solidFill>
                <a:latin typeface="Menlo"/>
                <a:ea typeface="Menlo"/>
                <a:cs typeface="Menlo"/>
              </a:rPr>
              <a:t>$ python -m src.meeting_agent_workflow --help</a:t>
            </a:r>
          </a:p>
        </p:txBody>
      </p:sp>
      <p:sp>
        <p:nvSpPr>
          <p:cNvPr id="9" name="">
            <a:extLst xmlns:a="http://schemas.openxmlformats.org/drawingml/2006/main">
              <a:ext uri="{FF2B5EF4-FFF2-40B4-BE49-F238E27FC236}">
                <a16:creationId xmlns:a16="http://schemas.microsoft.com/office/drawing/2014/main" id="{73315F55-E70C-4B45-8F01-2B49F8F55F66}"/>
              </a:ext>
            </a:extLst>
          </p:cNvPr>
          <p:cNvSpPr>
            <a:spLocks xmlns:a="http://schemas.openxmlformats.org/drawingml/2006/main" noGrp="1"/>
          </p:cNvSpPr>
          <p:nvPr/>
        </p:nvSpPr>
        <p:spPr>
          <a:xfrm xmlns:a="http://schemas.openxmlformats.org/drawingml/2006/main">
            <a:off x="952500" y="310515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1">
                <a:solidFill>
                  <a:srgbClr val="C7C7C7"/>
                </a:solidFill>
                <a:latin typeface="Menlo"/>
                <a:ea typeface="Menlo"/>
                <a:cs typeface="Menlo"/>
              </a:defRPr>
            </a:pPr>
            <a:r>
              <a:rPr sz="1275" b="1">
                <a:solidFill>
                  <a:srgbClr val="C7C7C7"/>
                </a:solidFill>
                <a:latin typeface="Menlo"/>
                <a:ea typeface="Menlo"/>
                <a:cs typeface="Menlo"/>
              </a:rPr>
              <a:t>저장 위치</a:t>
            </a:r>
          </a:p>
          <a:p xmlns:a="http://schemas.openxmlformats.org/drawingml/2006/main">
            <a:pPr algn="l">
              <a:lnSpc>
                <a:spcPct val="110000"/>
              </a:lnSpc>
              <a:buNone/>
              <a:defRPr sz="1275" b="1">
                <a:solidFill>
                  <a:srgbClr val="C7C7C7"/>
                </a:solidFill>
                <a:latin typeface="Menlo"/>
                <a:ea typeface="Menlo"/>
                <a:cs typeface="Menlo"/>
              </a:defRPr>
            </a:pPr>
            <a:r>
              <a:rPr sz="1275" b="1">
                <a:solidFill>
                  <a:srgbClr val="C7C7C7"/>
                </a:solidFill>
                <a:latin typeface="Menlo"/>
                <a:ea typeface="Menlo"/>
                <a:cs typeface="Menlo"/>
              </a:rPr>
              <a:t>output/course-labs/day2/07_evidence_validation.json</a:t>
            </a:r>
          </a:p>
        </p:txBody>
      </p:sp>
      <p:sp>
        <p:nvSpPr>
          <p:cNvPr id="10" name="">
            <a:extLst xmlns:a="http://schemas.openxmlformats.org/drawingml/2006/main">
              <a:ext uri="{FF2B5EF4-FFF2-40B4-BE49-F238E27FC236}">
                <a16:creationId xmlns:a16="http://schemas.microsoft.com/office/drawing/2014/main" id="{80D51A88-2274-43AA-B5EB-E84C5F8C0DE8}"/>
              </a:ext>
            </a:extLst>
          </p:cNvPr>
          <p:cNvSpPr>
            <a:spLocks xmlns:a="http://schemas.openxmlformats.org/drawingml/2006/main" noGrp="1"/>
          </p:cNvSpPr>
          <p:nvPr/>
        </p:nvSpPr>
        <p:spPr>
          <a:xfrm xmlns:a="http://schemas.openxmlformats.org/drawingml/2006/main">
            <a:off x="1066800" y="4838700"/>
            <a:ext cx="1005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모든 evidence ID가 known segment에 존재한다.</a:t>
            </a:r>
          </a:p>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실패 시 validated_meeting_brief.json의 status·error_code를 먼저 확인</a:t>
            </a:r>
          </a:p>
        </p:txBody>
      </p:sp>
    </p:spTree>
    <p:extLst>
      <p:ext uri="{BB962C8B-B14F-4D97-AF65-F5344CB8AC3E}">
        <p14:creationId xmlns:p14="http://schemas.microsoft.com/office/powerpoint/2010/main" val="143874699"/>
      </p:ext>
    </p:extLst>
  </p:cSld>
</p:sld>
</file>

<file path=ppt/slides/slide2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116DF91-7ACC-42D9-963A-87B3FB9259B9}"/>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실패 증거</a:t>
            </a:r>
          </a:p>
        </p:txBody>
      </p:sp>
      <p:sp>
        <p:nvSpPr>
          <p:cNvPr id="2" name="">
            <a:extLst xmlns:a="http://schemas.openxmlformats.org/drawingml/2006/main">
              <a:ext uri="{FF2B5EF4-FFF2-40B4-BE49-F238E27FC236}">
                <a16:creationId xmlns:a16="http://schemas.microsoft.com/office/drawing/2014/main" id="{FCACD8C2-0808-4F93-9FE1-D18EF4418DF3}"/>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Boundary Evidence</a:t>
            </a:r>
          </a:p>
        </p:txBody>
      </p:sp>
      <p:sp>
        <p:nvSpPr>
          <p:cNvPr id="3" name="">
            <a:extLst xmlns:a="http://schemas.openxmlformats.org/drawingml/2006/main">
              <a:ext uri="{FF2B5EF4-FFF2-40B4-BE49-F238E27FC236}">
                <a16:creationId xmlns:a16="http://schemas.microsoft.com/office/drawing/2014/main" id="{7EF2C1B4-6221-4626-9125-184CCE9FCD7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6148D4AC-F0D8-4755-9C74-BC111799243B}"/>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BF6B9D98-B27C-48A0-9C84-F91D86EA055D}"/>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3C22A0F7-7A8A-458B-B31A-CEF29DA0B09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204</a:t>
            </a:r>
          </a:p>
        </p:txBody>
      </p:sp>
      <p:sp>
        <p:nvSpPr>
          <p:cNvPr id="7" name="">
            <a:extLst xmlns:a="http://schemas.openxmlformats.org/drawingml/2006/main">
              <a:ext uri="{FF2B5EF4-FFF2-40B4-BE49-F238E27FC236}">
                <a16:creationId xmlns:a16="http://schemas.microsoft.com/office/drawing/2014/main" id="{5ACAD9A9-17E3-488A-A79A-83C55F5D954D}"/>
              </a:ext>
            </a:extLst>
          </p:cNvPr>
          <p:cNvSpPr>
            <a:spLocks xmlns:a="http://schemas.openxmlformats.org/drawingml/2006/main" noGrp="1"/>
          </p:cNvSpPr>
          <p:nvPr/>
        </p:nvSpPr>
        <p:spPr>
          <a:xfrm xmlns:a="http://schemas.openxmlformats.org/drawingml/2006/main">
            <a:off x="742950" y="1562100"/>
            <a:ext cx="1047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025" b="1">
                <a:solidFill>
                  <a:srgbClr val="191919"/>
                </a:solidFill>
                <a:latin typeface="NanumGothic"/>
                <a:ea typeface="NanumGothic"/>
                <a:cs typeface="NanumGothic"/>
              </a:defRPr>
            </a:pPr>
            <a:r>
              <a:rPr sz="2025" b="1">
                <a:solidFill>
                  <a:srgbClr val="191919"/>
                </a:solidFill>
                <a:latin typeface="NanumGothic"/>
                <a:ea typeface="NanumGothic"/>
                <a:cs typeface="NanumGothic"/>
              </a:rPr>
              <a:t>없는 s99를 가리키면 ACTION_n_UNKNOWN_EVIDENCE다.</a:t>
            </a:r>
          </a:p>
        </p:txBody>
      </p:sp>
      <p:sp>
        <p:nvSpPr>
          <p:cNvPr id="8" name="">
            <a:extLst xmlns:a="http://schemas.openxmlformats.org/drawingml/2006/main">
              <a:ext uri="{FF2B5EF4-FFF2-40B4-BE49-F238E27FC236}">
                <a16:creationId xmlns:a16="http://schemas.microsoft.com/office/drawing/2014/main" id="{3A0EC5B9-53B7-4317-BE5E-7BD05BF6E8FC}"/>
              </a:ext>
            </a:extLst>
          </p:cNvPr>
          <p:cNvSpPr>
            <a:spLocks xmlns:a="http://schemas.openxmlformats.org/drawingml/2006/main" noGrp="1"/>
          </p:cNvSpPr>
          <p:nvPr/>
        </p:nvSpPr>
        <p:spPr>
          <a:xfrm xmlns:a="http://schemas.openxmlformats.org/drawingml/2006/main">
            <a:off x="990600" y="2724150"/>
            <a:ext cx="10210800" cy="18097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E12EE27-1F24-4265-B385-DD03AF4F3B5D}"/>
              </a:ext>
            </a:extLst>
          </p:cNvPr>
          <p:cNvSpPr>
            <a:spLocks xmlns:a="http://schemas.openxmlformats.org/drawingml/2006/main" noGrp="1"/>
          </p:cNvSpPr>
          <p:nvPr/>
        </p:nvSpPr>
        <p:spPr>
          <a:xfrm xmlns:a="http://schemas.openxmlformats.org/drawingml/2006/main">
            <a:off x="1333500" y="3086100"/>
            <a:ext cx="952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result_file = "output/course-labs/day2/07_evidence_validation.json"</a:t>
            </a:r>
          </a:p>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expected = "HOLD | EXPECTED_FAILURE | BLOCKED"</a:t>
            </a:r>
          </a:p>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external_write = false</a:t>
            </a:r>
          </a:p>
        </p:txBody>
      </p:sp>
      <p:sp>
        <p:nvSpPr>
          <p:cNvPr id="10" name="">
            <a:extLst xmlns:a="http://schemas.openxmlformats.org/drawingml/2006/main">
              <a:ext uri="{FF2B5EF4-FFF2-40B4-BE49-F238E27FC236}">
                <a16:creationId xmlns:a16="http://schemas.microsoft.com/office/drawing/2014/main" id="{76EB747D-022C-4D4E-A446-37559E665F64}"/>
              </a:ext>
            </a:extLst>
          </p:cNvPr>
          <p:cNvSpPr>
            <a:spLocks xmlns:a="http://schemas.openxmlformats.org/drawingml/2006/main" noGrp="1"/>
          </p:cNvSpPr>
          <p:nvPr/>
        </p:nvSpPr>
        <p:spPr>
          <a:xfrm xmlns:a="http://schemas.openxmlformats.org/drawingml/2006/main">
            <a:off x="1238250" y="497205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validated_meeting_brief.json이 HOLD라면 외부 쓰기 없이 해당 차시 입력으로 돌아갑니다.</a:t>
            </a:r>
          </a:p>
        </p:txBody>
      </p:sp>
    </p:spTree>
    <p:extLst>
      <p:ext uri="{BB962C8B-B14F-4D97-AF65-F5344CB8AC3E}">
        <p14:creationId xmlns:p14="http://schemas.microsoft.com/office/powerpoint/2010/main" val="1711272319"/>
      </p:ext>
    </p:extLst>
  </p:cSld>
</p:sld>
</file>

<file path=ppt/slides/slide2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51FC04C-670F-4C60-9355-BA9B9A4D0195}"/>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정상 Case</a:t>
            </a:r>
          </a:p>
        </p:txBody>
      </p:sp>
      <p:sp>
        <p:nvSpPr>
          <p:cNvPr id="2" name="">
            <a:extLst xmlns:a="http://schemas.openxmlformats.org/drawingml/2006/main">
              <a:ext uri="{FF2B5EF4-FFF2-40B4-BE49-F238E27FC236}">
                <a16:creationId xmlns:a16="http://schemas.microsoft.com/office/drawing/2014/main" id="{80C5E591-01EC-4171-8E95-38F11D0C5E1B}"/>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실행 확인</a:t>
            </a:r>
          </a:p>
        </p:txBody>
      </p:sp>
      <p:sp>
        <p:nvSpPr>
          <p:cNvPr id="3" name="">
            <a:extLst xmlns:a="http://schemas.openxmlformats.org/drawingml/2006/main">
              <a:ext uri="{FF2B5EF4-FFF2-40B4-BE49-F238E27FC236}">
                <a16:creationId xmlns:a16="http://schemas.microsoft.com/office/drawing/2014/main" id="{DD9D40C2-F2F0-4FDA-95CA-04205125E3E3}"/>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AB932207-F5EF-404B-AA81-E013B2FCF636}"/>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252049E7-28EF-48AD-97CF-7699EA498ED5}"/>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5C838847-2B04-4823-BC47-63EBA49B065A}"/>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205</a:t>
            </a:r>
          </a:p>
        </p:txBody>
      </p:sp>
      <p:sp>
        <p:nvSpPr>
          <p:cNvPr id="7" name="">
            <a:extLst xmlns:a="http://schemas.openxmlformats.org/drawingml/2006/main">
              <a:ext uri="{FF2B5EF4-FFF2-40B4-BE49-F238E27FC236}">
                <a16:creationId xmlns:a16="http://schemas.microsoft.com/office/drawing/2014/main" id="{46174B82-F019-4515-A525-1FDB974E1EE7}"/>
              </a:ext>
            </a:extLst>
          </p:cNvPr>
          <p:cNvSpPr>
            <a:spLocks xmlns:a="http://schemas.openxmlformats.org/drawingml/2006/main" noGrp="1"/>
          </p:cNvSpPr>
          <p:nvPr/>
        </p:nvSpPr>
        <p:spPr>
          <a:xfrm xmlns:a="http://schemas.openxmlformats.org/drawingml/2006/main">
            <a:off x="685800" y="1562100"/>
            <a:ext cx="10820400" cy="12001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EFF7F09-9CB1-494F-9868-B039E5089711}"/>
              </a:ext>
            </a:extLst>
          </p:cNvPr>
          <p:cNvSpPr>
            <a:spLocks xmlns:a="http://schemas.openxmlformats.org/drawingml/2006/main" noGrp="1"/>
          </p:cNvSpPr>
          <p:nvPr/>
        </p:nvSpPr>
        <p:spPr>
          <a:xfrm xmlns:a="http://schemas.openxmlformats.org/drawingml/2006/main">
            <a:off x="990600" y="18478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C7C7C7"/>
                </a:solidFill>
                <a:latin typeface="NanumGothic"/>
                <a:ea typeface="NanumGothic"/>
                <a:cs typeface="NanumGothic"/>
              </a:defRPr>
            </a:pPr>
            <a:r>
              <a:rPr sz="975" b="1">
                <a:solidFill>
                  <a:srgbClr val="C7C7C7"/>
                </a:solidFill>
                <a:latin typeface="NanumGothic"/>
                <a:ea typeface="NanumGothic"/>
                <a:cs typeface="NanumGothic"/>
              </a:rPr>
              <a:t>NORMAL</a:t>
            </a:r>
          </a:p>
        </p:txBody>
      </p:sp>
      <p:sp>
        <p:nvSpPr>
          <p:cNvPr id="9" name="">
            <a:extLst xmlns:a="http://schemas.openxmlformats.org/drawingml/2006/main">
              <a:ext uri="{FF2B5EF4-FFF2-40B4-BE49-F238E27FC236}">
                <a16:creationId xmlns:a16="http://schemas.microsoft.com/office/drawing/2014/main" id="{B9826879-05E1-4350-B7EC-6F6005931261}"/>
              </a:ext>
            </a:extLst>
          </p:cNvPr>
          <p:cNvSpPr>
            <a:spLocks xmlns:a="http://schemas.openxmlformats.org/drawingml/2006/main" noGrp="1"/>
          </p:cNvSpPr>
          <p:nvPr/>
        </p:nvSpPr>
        <p:spPr>
          <a:xfrm xmlns:a="http://schemas.openxmlformats.org/drawingml/2006/main">
            <a:off x="2800350" y="1790700"/>
            <a:ext cx="809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FFFFFF"/>
                </a:solidFill>
                <a:latin typeface="NanumGothic"/>
                <a:ea typeface="NanumGothic"/>
                <a:cs typeface="NanumGothic"/>
              </a:defRPr>
            </a:pPr>
            <a:r>
              <a:rPr sz="1800" b="1">
                <a:solidFill>
                  <a:srgbClr val="FFFFFF"/>
                </a:solidFill>
                <a:latin typeface="NanumGothic"/>
                <a:ea typeface="NanumGothic"/>
                <a:cs typeface="NanumGothic"/>
              </a:rPr>
              <a:t>모든 evidence ID가 known segment에 존재한다.</a:t>
            </a:r>
          </a:p>
        </p:txBody>
      </p:sp>
      <p:sp>
        <p:nvSpPr>
          <p:cNvPr id="10" name="">
            <a:extLst xmlns:a="http://schemas.openxmlformats.org/drawingml/2006/main">
              <a:ext uri="{FF2B5EF4-FFF2-40B4-BE49-F238E27FC236}">
                <a16:creationId xmlns:a16="http://schemas.microsoft.com/office/drawing/2014/main" id="{387B55DB-84B3-4421-890B-DFCAEED5D3AC}"/>
              </a:ext>
            </a:extLst>
          </p:cNvPr>
          <p:cNvSpPr>
            <a:spLocks xmlns:a="http://schemas.openxmlformats.org/drawingml/2006/main" noGrp="1"/>
          </p:cNvSpPr>
          <p:nvPr/>
        </p:nvSpPr>
        <p:spPr>
          <a:xfrm xmlns:a="http://schemas.openxmlformats.org/drawingml/2006/main">
            <a:off x="91440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11" name="">
            <a:extLst xmlns:a="http://schemas.openxmlformats.org/drawingml/2006/main">
              <a:ext uri="{FF2B5EF4-FFF2-40B4-BE49-F238E27FC236}">
                <a16:creationId xmlns:a16="http://schemas.microsoft.com/office/drawing/2014/main" id="{1EC86BB3-38F4-43F6-8A88-0B62A353C57C}"/>
              </a:ext>
            </a:extLst>
          </p:cNvPr>
          <p:cNvSpPr>
            <a:spLocks xmlns:a="http://schemas.openxmlformats.org/drawingml/2006/main" noGrp="1"/>
          </p:cNvSpPr>
          <p:nvPr/>
        </p:nvSpPr>
        <p:spPr>
          <a:xfrm xmlns:a="http://schemas.openxmlformats.org/drawingml/2006/main">
            <a:off x="135255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4FB72FCF-509D-4E62-B631-A5494DD7AADA}"/>
              </a:ext>
            </a:extLst>
          </p:cNvPr>
          <p:cNvSpPr>
            <a:spLocks xmlns:a="http://schemas.openxmlformats.org/drawingml/2006/main" noGrp="1"/>
          </p:cNvSpPr>
          <p:nvPr/>
        </p:nvSpPr>
        <p:spPr>
          <a:xfrm xmlns:a="http://schemas.openxmlformats.org/drawingml/2006/main">
            <a:off x="1828800" y="32575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src/meeting_agent_workflow.py 입력과 command가 기록됐는가</a:t>
            </a:r>
          </a:p>
        </p:txBody>
      </p:sp>
      <p:sp>
        <p:nvSpPr>
          <p:cNvPr id="13" name="">
            <a:extLst xmlns:a="http://schemas.openxmlformats.org/drawingml/2006/main">
              <a:ext uri="{FF2B5EF4-FFF2-40B4-BE49-F238E27FC236}">
                <a16:creationId xmlns:a16="http://schemas.microsoft.com/office/drawing/2014/main" id="{D843EE6A-7AC1-4FAA-A4F4-CEA1B56C66C2}"/>
              </a:ext>
            </a:extLst>
          </p:cNvPr>
          <p:cNvSpPr>
            <a:spLocks xmlns:a="http://schemas.openxmlformats.org/drawingml/2006/main" noGrp="1"/>
          </p:cNvSpPr>
          <p:nvPr/>
        </p:nvSpPr>
        <p:spPr>
          <a:xfrm xmlns:a="http://schemas.openxmlformats.org/drawingml/2006/main">
            <a:off x="914400" y="40957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4" name="">
            <a:extLst xmlns:a="http://schemas.openxmlformats.org/drawingml/2006/main">
              <a:ext uri="{FF2B5EF4-FFF2-40B4-BE49-F238E27FC236}">
                <a16:creationId xmlns:a16="http://schemas.microsoft.com/office/drawing/2014/main" id="{99A4A8CD-75E7-4904-8022-B1AF5C69DEF9}"/>
              </a:ext>
            </a:extLst>
          </p:cNvPr>
          <p:cNvSpPr>
            <a:spLocks xmlns:a="http://schemas.openxmlformats.org/drawingml/2006/main" noGrp="1"/>
          </p:cNvSpPr>
          <p:nvPr/>
        </p:nvSpPr>
        <p:spPr>
          <a:xfrm xmlns:a="http://schemas.openxmlformats.org/drawingml/2006/main">
            <a:off x="1352550" y="42195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7CF57166-5F4F-421A-BB03-D7AF77C12374}"/>
              </a:ext>
            </a:extLst>
          </p:cNvPr>
          <p:cNvSpPr>
            <a:spLocks xmlns:a="http://schemas.openxmlformats.org/drawingml/2006/main" noGrp="1"/>
          </p:cNvSpPr>
          <p:nvPr/>
        </p:nvSpPr>
        <p:spPr>
          <a:xfrm xmlns:a="http://schemas.openxmlformats.org/drawingml/2006/main">
            <a:off x="1828800" y="40576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validated_meeting_brief.json schema가 validate되는가</a:t>
            </a:r>
          </a:p>
        </p:txBody>
      </p:sp>
      <p:sp>
        <p:nvSpPr>
          <p:cNvPr id="16" name="">
            <a:extLst xmlns:a="http://schemas.openxmlformats.org/drawingml/2006/main">
              <a:ext uri="{FF2B5EF4-FFF2-40B4-BE49-F238E27FC236}">
                <a16:creationId xmlns:a16="http://schemas.microsoft.com/office/drawing/2014/main" id="{92C643A2-86BB-42AF-BC67-8E08F567BECB}"/>
              </a:ext>
            </a:extLst>
          </p:cNvPr>
          <p:cNvSpPr>
            <a:spLocks xmlns:a="http://schemas.openxmlformats.org/drawingml/2006/main" noGrp="1"/>
          </p:cNvSpPr>
          <p:nvPr/>
        </p:nvSpPr>
        <p:spPr>
          <a:xfrm xmlns:a="http://schemas.openxmlformats.org/drawingml/2006/main">
            <a:off x="914400" y="4895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7" name="">
            <a:extLst xmlns:a="http://schemas.openxmlformats.org/drawingml/2006/main">
              <a:ext uri="{FF2B5EF4-FFF2-40B4-BE49-F238E27FC236}">
                <a16:creationId xmlns:a16="http://schemas.microsoft.com/office/drawing/2014/main" id="{8B62D430-076E-46F4-A867-E02CFB07AE9B}"/>
              </a:ext>
            </a:extLst>
          </p:cNvPr>
          <p:cNvSpPr>
            <a:spLocks xmlns:a="http://schemas.openxmlformats.org/drawingml/2006/main" noGrp="1"/>
          </p:cNvSpPr>
          <p:nvPr/>
        </p:nvSpPr>
        <p:spPr>
          <a:xfrm xmlns:a="http://schemas.openxmlformats.org/drawingml/2006/main">
            <a:off x="1352550" y="5019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2479EC17-F4E4-49E0-88CE-A997915FC1FC}"/>
              </a:ext>
            </a:extLst>
          </p:cNvPr>
          <p:cNvSpPr>
            <a:spLocks xmlns:a="http://schemas.openxmlformats.org/drawingml/2006/main" noGrp="1"/>
          </p:cNvSpPr>
          <p:nvPr/>
        </p:nvSpPr>
        <p:spPr>
          <a:xfrm xmlns:a="http://schemas.openxmlformats.org/drawingml/2006/main">
            <a:off x="1828800" y="48577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Action Item 근거 검증 focused test가 실제로 통과했는가</a:t>
            </a:r>
          </a:p>
        </p:txBody>
      </p:sp>
    </p:spTree>
    <p:extLst>
      <p:ext uri="{BB962C8B-B14F-4D97-AF65-F5344CB8AC3E}">
        <p14:creationId xmlns:p14="http://schemas.microsoft.com/office/powerpoint/2010/main" val="678924681"/>
      </p:ext>
    </p:extLst>
  </p:cSld>
</p:sld>
</file>

<file path=ppt/slides/slide2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6746629-E879-4880-9379-90CD56106737}"/>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경계 Case</a:t>
            </a:r>
          </a:p>
        </p:txBody>
      </p:sp>
      <p:sp>
        <p:nvSpPr>
          <p:cNvPr id="2" name="">
            <a:extLst xmlns:a="http://schemas.openxmlformats.org/drawingml/2006/main">
              <a:ext uri="{FF2B5EF4-FFF2-40B4-BE49-F238E27FC236}">
                <a16:creationId xmlns:a16="http://schemas.microsoft.com/office/drawing/2014/main" id="{1C44710B-88B2-4B6F-935F-AA05610943C9}"/>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실행 확인</a:t>
            </a:r>
          </a:p>
        </p:txBody>
      </p:sp>
      <p:sp>
        <p:nvSpPr>
          <p:cNvPr id="3" name="">
            <a:extLst xmlns:a="http://schemas.openxmlformats.org/drawingml/2006/main">
              <a:ext uri="{FF2B5EF4-FFF2-40B4-BE49-F238E27FC236}">
                <a16:creationId xmlns:a16="http://schemas.microsoft.com/office/drawing/2014/main" id="{6CE88BC0-CE89-40A0-9B16-81C46CF46998}"/>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DA365CCE-67F9-4FEE-8B5F-6B563968BDD7}"/>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6F17B4F7-4D0D-4CFD-A389-381537937D10}"/>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3D00F1BE-E998-43D7-869A-29313B061691}"/>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206</a:t>
            </a:r>
          </a:p>
        </p:txBody>
      </p:sp>
      <p:sp>
        <p:nvSpPr>
          <p:cNvPr id="7" name="">
            <a:extLst xmlns:a="http://schemas.openxmlformats.org/drawingml/2006/main">
              <a:ext uri="{FF2B5EF4-FFF2-40B4-BE49-F238E27FC236}">
                <a16:creationId xmlns:a16="http://schemas.microsoft.com/office/drawing/2014/main" id="{8AE9C47F-A0C9-4D1A-8B7C-A4C41ECF05EA}"/>
              </a:ext>
            </a:extLst>
          </p:cNvPr>
          <p:cNvSpPr>
            <a:spLocks xmlns:a="http://schemas.openxmlformats.org/drawingml/2006/main" noGrp="1"/>
          </p:cNvSpPr>
          <p:nvPr/>
        </p:nvSpPr>
        <p:spPr>
          <a:xfrm xmlns:a="http://schemas.openxmlformats.org/drawingml/2006/main">
            <a:off x="685800" y="1562100"/>
            <a:ext cx="10820400" cy="12001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E770369-F2DD-4585-BEAD-6593F4420BF8}"/>
              </a:ext>
            </a:extLst>
          </p:cNvPr>
          <p:cNvSpPr>
            <a:spLocks xmlns:a="http://schemas.openxmlformats.org/drawingml/2006/main" noGrp="1"/>
          </p:cNvSpPr>
          <p:nvPr/>
        </p:nvSpPr>
        <p:spPr>
          <a:xfrm xmlns:a="http://schemas.openxmlformats.org/drawingml/2006/main">
            <a:off x="990600" y="18478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C7C7C7"/>
                </a:solidFill>
                <a:latin typeface="NanumGothic"/>
                <a:ea typeface="NanumGothic"/>
                <a:cs typeface="NanumGothic"/>
              </a:defRPr>
            </a:pPr>
            <a:r>
              <a:rPr sz="975" b="1">
                <a:solidFill>
                  <a:srgbClr val="C7C7C7"/>
                </a:solidFill>
                <a:latin typeface="NanumGothic"/>
                <a:ea typeface="NanumGothic"/>
                <a:cs typeface="NanumGothic"/>
              </a:rPr>
              <a:t>BOUNDARY</a:t>
            </a:r>
          </a:p>
        </p:txBody>
      </p:sp>
      <p:sp>
        <p:nvSpPr>
          <p:cNvPr id="9" name="">
            <a:extLst xmlns:a="http://schemas.openxmlformats.org/drawingml/2006/main">
              <a:ext uri="{FF2B5EF4-FFF2-40B4-BE49-F238E27FC236}">
                <a16:creationId xmlns:a16="http://schemas.microsoft.com/office/drawing/2014/main" id="{FBFA3E2E-3DAC-4356-8627-8CCE60814FD8}"/>
              </a:ext>
            </a:extLst>
          </p:cNvPr>
          <p:cNvSpPr>
            <a:spLocks xmlns:a="http://schemas.openxmlformats.org/drawingml/2006/main" noGrp="1"/>
          </p:cNvSpPr>
          <p:nvPr/>
        </p:nvSpPr>
        <p:spPr>
          <a:xfrm xmlns:a="http://schemas.openxmlformats.org/drawingml/2006/main">
            <a:off x="2800350" y="1790700"/>
            <a:ext cx="809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FFFFFF"/>
                </a:solidFill>
                <a:latin typeface="NanumGothic"/>
                <a:ea typeface="NanumGothic"/>
                <a:cs typeface="NanumGothic"/>
              </a:defRPr>
            </a:pPr>
            <a:r>
              <a:rPr sz="1800" b="1">
                <a:solidFill>
                  <a:srgbClr val="FFFFFF"/>
                </a:solidFill>
                <a:latin typeface="NanumGothic"/>
                <a:ea typeface="NanumGothic"/>
                <a:cs typeface="NanumGothic"/>
              </a:rPr>
              <a:t>없는 s99를 가리키면 ACTION_n_UNKNOWN_EVIDENCE다.</a:t>
            </a:r>
          </a:p>
        </p:txBody>
      </p:sp>
      <p:sp>
        <p:nvSpPr>
          <p:cNvPr id="10" name="">
            <a:extLst xmlns:a="http://schemas.openxmlformats.org/drawingml/2006/main">
              <a:ext uri="{FF2B5EF4-FFF2-40B4-BE49-F238E27FC236}">
                <a16:creationId xmlns:a16="http://schemas.microsoft.com/office/drawing/2014/main" id="{6D7041D4-73AA-4ED9-89EF-B82C487EF21B}"/>
              </a:ext>
            </a:extLst>
          </p:cNvPr>
          <p:cNvSpPr>
            <a:spLocks xmlns:a="http://schemas.openxmlformats.org/drawingml/2006/main" noGrp="1"/>
          </p:cNvSpPr>
          <p:nvPr/>
        </p:nvSpPr>
        <p:spPr>
          <a:xfrm xmlns:a="http://schemas.openxmlformats.org/drawingml/2006/main">
            <a:off x="91440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11" name="">
            <a:extLst xmlns:a="http://schemas.openxmlformats.org/drawingml/2006/main">
              <a:ext uri="{FF2B5EF4-FFF2-40B4-BE49-F238E27FC236}">
                <a16:creationId xmlns:a16="http://schemas.microsoft.com/office/drawing/2014/main" id="{E8B09787-8C36-4488-B9D8-8B56540FF9DD}"/>
              </a:ext>
            </a:extLst>
          </p:cNvPr>
          <p:cNvSpPr>
            <a:spLocks xmlns:a="http://schemas.openxmlformats.org/drawingml/2006/main" noGrp="1"/>
          </p:cNvSpPr>
          <p:nvPr/>
        </p:nvSpPr>
        <p:spPr>
          <a:xfrm xmlns:a="http://schemas.openxmlformats.org/drawingml/2006/main">
            <a:off x="135255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69AC4FEA-2E8A-477D-AA0E-D5341A3AE75F}"/>
              </a:ext>
            </a:extLst>
          </p:cNvPr>
          <p:cNvSpPr>
            <a:spLocks xmlns:a="http://schemas.openxmlformats.org/drawingml/2006/main" noGrp="1"/>
          </p:cNvSpPr>
          <p:nvPr/>
        </p:nvSpPr>
        <p:spPr>
          <a:xfrm xmlns:a="http://schemas.openxmlformats.org/drawingml/2006/main">
            <a:off x="1828800" y="32575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Action Item 근거 검증: raw traceback 대신 stable error_code가 남는가</a:t>
            </a:r>
          </a:p>
        </p:txBody>
      </p:sp>
      <p:sp>
        <p:nvSpPr>
          <p:cNvPr id="13" name="">
            <a:extLst xmlns:a="http://schemas.openxmlformats.org/drawingml/2006/main">
              <a:ext uri="{FF2B5EF4-FFF2-40B4-BE49-F238E27FC236}">
                <a16:creationId xmlns:a16="http://schemas.microsoft.com/office/drawing/2014/main" id="{2A336666-9FAF-4ABC-9D16-ED54CD6DEEEA}"/>
              </a:ext>
            </a:extLst>
          </p:cNvPr>
          <p:cNvSpPr>
            <a:spLocks xmlns:a="http://schemas.openxmlformats.org/drawingml/2006/main" noGrp="1"/>
          </p:cNvSpPr>
          <p:nvPr/>
        </p:nvSpPr>
        <p:spPr>
          <a:xfrm xmlns:a="http://schemas.openxmlformats.org/drawingml/2006/main">
            <a:off x="914400" y="40957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4" name="">
            <a:extLst xmlns:a="http://schemas.openxmlformats.org/drawingml/2006/main">
              <a:ext uri="{FF2B5EF4-FFF2-40B4-BE49-F238E27FC236}">
                <a16:creationId xmlns:a16="http://schemas.microsoft.com/office/drawing/2014/main" id="{713AE8A2-B0BB-4865-9C1C-FE6C524130EE}"/>
              </a:ext>
            </a:extLst>
          </p:cNvPr>
          <p:cNvSpPr>
            <a:spLocks xmlns:a="http://schemas.openxmlformats.org/drawingml/2006/main" noGrp="1"/>
          </p:cNvSpPr>
          <p:nvPr/>
        </p:nvSpPr>
        <p:spPr>
          <a:xfrm xmlns:a="http://schemas.openxmlformats.org/drawingml/2006/main">
            <a:off x="1352550" y="42195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7ABD146A-8760-458B-B40B-8E81E0B2A922}"/>
              </a:ext>
            </a:extLst>
          </p:cNvPr>
          <p:cNvSpPr>
            <a:spLocks xmlns:a="http://schemas.openxmlformats.org/drawingml/2006/main" noGrp="1"/>
          </p:cNvSpPr>
          <p:nvPr/>
        </p:nvSpPr>
        <p:spPr>
          <a:xfrm xmlns:a="http://schemas.openxmlformats.org/drawingml/2006/main">
            <a:off x="1828800" y="40576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validated_meeting_brief.json: 외부 쓰기·자동 메일이 false인가</a:t>
            </a:r>
          </a:p>
        </p:txBody>
      </p:sp>
      <p:sp>
        <p:nvSpPr>
          <p:cNvPr id="16" name="">
            <a:extLst xmlns:a="http://schemas.openxmlformats.org/drawingml/2006/main">
              <a:ext uri="{FF2B5EF4-FFF2-40B4-BE49-F238E27FC236}">
                <a16:creationId xmlns:a16="http://schemas.microsoft.com/office/drawing/2014/main" id="{ABD4AE97-F374-444C-97EF-F1577FB28DA3}"/>
              </a:ext>
            </a:extLst>
          </p:cNvPr>
          <p:cNvSpPr>
            <a:spLocks xmlns:a="http://schemas.openxmlformats.org/drawingml/2006/main" noGrp="1"/>
          </p:cNvSpPr>
          <p:nvPr/>
        </p:nvSpPr>
        <p:spPr>
          <a:xfrm xmlns:a="http://schemas.openxmlformats.org/drawingml/2006/main">
            <a:off x="914400" y="4895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7" name="">
            <a:extLst xmlns:a="http://schemas.openxmlformats.org/drawingml/2006/main">
              <a:ext uri="{FF2B5EF4-FFF2-40B4-BE49-F238E27FC236}">
                <a16:creationId xmlns:a16="http://schemas.microsoft.com/office/drawing/2014/main" id="{E274E876-20EE-4DFF-8A21-3BCEF6EE80B4}"/>
              </a:ext>
            </a:extLst>
          </p:cNvPr>
          <p:cNvSpPr>
            <a:spLocks xmlns:a="http://schemas.openxmlformats.org/drawingml/2006/main" noGrp="1"/>
          </p:cNvSpPr>
          <p:nvPr/>
        </p:nvSpPr>
        <p:spPr>
          <a:xfrm xmlns:a="http://schemas.openxmlformats.org/drawingml/2006/main">
            <a:off x="1352550" y="5019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AB78BEAC-855B-4D6C-A4FB-C576BDE99F67}"/>
              </a:ext>
            </a:extLst>
          </p:cNvPr>
          <p:cNvSpPr>
            <a:spLocks xmlns:a="http://schemas.openxmlformats.org/drawingml/2006/main" noGrp="1"/>
          </p:cNvSpPr>
          <p:nvPr/>
        </p:nvSpPr>
        <p:spPr>
          <a:xfrm xmlns:a="http://schemas.openxmlformats.org/drawingml/2006/main">
            <a:off x="1828800" y="48577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없는 s99를 가리키면 ACTION_n_UNKNOWN_EVIDENCE다. 재현이 가능한가</a:t>
            </a:r>
          </a:p>
        </p:txBody>
      </p:sp>
    </p:spTree>
    <p:extLst>
      <p:ext uri="{BB962C8B-B14F-4D97-AF65-F5344CB8AC3E}">
        <p14:creationId xmlns:p14="http://schemas.microsoft.com/office/powerpoint/2010/main" val="1520296237"/>
      </p:ext>
    </p:extLst>
  </p:cSld>
</p:sld>
</file>

<file path=ppt/slides/slide2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D096942-3B20-4027-ADD7-DC8818462481}"/>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현업 적용</a:t>
            </a:r>
          </a:p>
        </p:txBody>
      </p:sp>
      <p:sp>
        <p:nvSpPr>
          <p:cNvPr id="2" name="">
            <a:extLst xmlns:a="http://schemas.openxmlformats.org/drawingml/2006/main">
              <a:ext uri="{FF2B5EF4-FFF2-40B4-BE49-F238E27FC236}">
                <a16:creationId xmlns:a16="http://schemas.microsoft.com/office/drawing/2014/main" id="{F6727F18-DCAD-4577-8291-E072EF520A4C}"/>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재직자</a:t>
            </a:r>
          </a:p>
        </p:txBody>
      </p:sp>
      <p:sp>
        <p:nvSpPr>
          <p:cNvPr id="3" name="">
            <a:extLst xmlns:a="http://schemas.openxmlformats.org/drawingml/2006/main">
              <a:ext uri="{FF2B5EF4-FFF2-40B4-BE49-F238E27FC236}">
                <a16:creationId xmlns:a16="http://schemas.microsoft.com/office/drawing/2014/main" id="{189CFA8D-0C5D-479A-B89D-8063B2DF6EA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B0DA1146-26B6-4C99-BA7A-7457782EEB1C}"/>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1984CE0F-3EEE-4208-A281-A9B96A1413F7}"/>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DFC47BEB-9CD7-4BC9-B4FF-BA3D2892DE0F}"/>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207</a:t>
            </a:r>
          </a:p>
        </p:txBody>
      </p:sp>
      <p:sp>
        <p:nvSpPr>
          <p:cNvPr id="7" name="">
            <a:extLst xmlns:a="http://schemas.openxmlformats.org/drawingml/2006/main">
              <a:ext uri="{FF2B5EF4-FFF2-40B4-BE49-F238E27FC236}">
                <a16:creationId xmlns:a16="http://schemas.microsoft.com/office/drawing/2014/main" id="{7CD051F3-9A35-4253-93A9-302FA4453074}"/>
              </a:ext>
            </a:extLst>
          </p:cNvPr>
          <p:cNvSpPr>
            <a:spLocks xmlns:a="http://schemas.openxmlformats.org/drawingml/2006/main" noGrp="1"/>
          </p:cNvSpPr>
          <p:nvPr/>
        </p:nvSpPr>
        <p:spPr>
          <a:xfrm xmlns:a="http://schemas.openxmlformats.org/drawingml/2006/main">
            <a:off x="857250" y="1619250"/>
            <a:ext cx="10477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325" b="1">
                <a:solidFill>
                  <a:srgbClr val="191919"/>
                </a:solidFill>
                <a:latin typeface="NanumGothic"/>
                <a:ea typeface="NanumGothic"/>
                <a:cs typeface="NanumGothic"/>
              </a:defRPr>
            </a:pPr>
            <a:r>
              <a:rPr sz="2325" b="1">
                <a:solidFill>
                  <a:srgbClr val="191919"/>
                </a:solidFill>
                <a:latin typeface="NanumGothic"/>
                <a:ea typeface="NanumGothic"/>
                <a:cs typeface="NanumGothic"/>
              </a:rPr>
              <a:t>회의 후 담당 업무를 자동 제안하되 게시 전 원문 근거를 확인</a:t>
            </a:r>
          </a:p>
        </p:txBody>
      </p:sp>
      <p:sp>
        <p:nvSpPr>
          <p:cNvPr id="8" name="">
            <a:extLst xmlns:a="http://schemas.openxmlformats.org/drawingml/2006/main">
              <a:ext uri="{FF2B5EF4-FFF2-40B4-BE49-F238E27FC236}">
                <a16:creationId xmlns:a16="http://schemas.microsoft.com/office/drawing/2014/main" id="{F5980A97-AFBE-4CD2-A9CF-BFAE9506BB9D}"/>
              </a:ext>
            </a:extLst>
          </p:cNvPr>
          <p:cNvSpPr>
            <a:spLocks xmlns:a="http://schemas.openxmlformats.org/drawingml/2006/main" noGrp="1"/>
          </p:cNvSpPr>
          <p:nvPr/>
        </p:nvSpPr>
        <p:spPr>
          <a:xfrm xmlns:a="http://schemas.openxmlformats.org/drawingml/2006/main">
            <a:off x="123825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9" name="">
            <a:extLst xmlns:a="http://schemas.openxmlformats.org/drawingml/2006/main">
              <a:ext uri="{FF2B5EF4-FFF2-40B4-BE49-F238E27FC236}">
                <a16:creationId xmlns:a16="http://schemas.microsoft.com/office/drawing/2014/main" id="{CE0F8068-F46F-41E2-8137-0DF30DD1C888}"/>
              </a:ext>
            </a:extLst>
          </p:cNvPr>
          <p:cNvSpPr>
            <a:spLocks xmlns:a="http://schemas.openxmlformats.org/drawingml/2006/main" noGrp="1"/>
          </p:cNvSpPr>
          <p:nvPr/>
        </p:nvSpPr>
        <p:spPr>
          <a:xfrm xmlns:a="http://schemas.openxmlformats.org/drawingml/2006/main">
            <a:off x="167640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6A4618A2-5786-4F9E-87A2-04796977016D}"/>
              </a:ext>
            </a:extLst>
          </p:cNvPr>
          <p:cNvSpPr>
            <a:spLocks xmlns:a="http://schemas.openxmlformats.org/drawingml/2006/main" noGrp="1"/>
          </p:cNvSpPr>
          <p:nvPr/>
        </p:nvSpPr>
        <p:spPr>
          <a:xfrm xmlns:a="http://schemas.openxmlformats.org/drawingml/2006/main">
            <a:off x="2152650" y="32575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Action Item 근거 검증은 합성·비식별 sample로 먼저 실행</a:t>
            </a:r>
          </a:p>
        </p:txBody>
      </p:sp>
      <p:sp>
        <p:nvSpPr>
          <p:cNvPr id="11" name="">
            <a:extLst xmlns:a="http://schemas.openxmlformats.org/drawingml/2006/main">
              <a:ext uri="{FF2B5EF4-FFF2-40B4-BE49-F238E27FC236}">
                <a16:creationId xmlns:a16="http://schemas.microsoft.com/office/drawing/2014/main" id="{4BAFF740-4346-4DD4-AB92-5113A3FBAF23}"/>
              </a:ext>
            </a:extLst>
          </p:cNvPr>
          <p:cNvSpPr>
            <a:spLocks xmlns:a="http://schemas.openxmlformats.org/drawingml/2006/main" noGrp="1"/>
          </p:cNvSpPr>
          <p:nvPr/>
        </p:nvSpPr>
        <p:spPr>
          <a:xfrm xmlns:a="http://schemas.openxmlformats.org/drawingml/2006/main">
            <a:off x="1238250" y="39624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D03AEEDE-B263-41F6-BF1B-D54AA5AC434E}"/>
              </a:ext>
            </a:extLst>
          </p:cNvPr>
          <p:cNvSpPr>
            <a:spLocks xmlns:a="http://schemas.openxmlformats.org/drawingml/2006/main" noGrp="1"/>
          </p:cNvSpPr>
          <p:nvPr/>
        </p:nvSpPr>
        <p:spPr>
          <a:xfrm xmlns:a="http://schemas.openxmlformats.org/drawingml/2006/main">
            <a:off x="1676400" y="40862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3" name="">
            <a:extLst xmlns:a="http://schemas.openxmlformats.org/drawingml/2006/main">
              <a:ext uri="{FF2B5EF4-FFF2-40B4-BE49-F238E27FC236}">
                <a16:creationId xmlns:a16="http://schemas.microsoft.com/office/drawing/2014/main" id="{D96E82B8-672E-4DFE-96AC-3E43DEC944E4}"/>
              </a:ext>
            </a:extLst>
          </p:cNvPr>
          <p:cNvSpPr>
            <a:spLocks xmlns:a="http://schemas.openxmlformats.org/drawingml/2006/main" noGrp="1"/>
          </p:cNvSpPr>
          <p:nvPr/>
        </p:nvSpPr>
        <p:spPr>
          <a:xfrm xmlns:a="http://schemas.openxmlformats.org/drawingml/2006/main">
            <a:off x="2152650" y="39243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회의 후 담당 업무를 자동 제안하되 게시 전 원문 근거를 확인의 현재 수작업 시간과 오류를 baseline으로 기록</a:t>
            </a:r>
          </a:p>
        </p:txBody>
      </p:sp>
      <p:sp>
        <p:nvSpPr>
          <p:cNvPr id="14" name="">
            <a:extLst xmlns:a="http://schemas.openxmlformats.org/drawingml/2006/main">
              <a:ext uri="{FF2B5EF4-FFF2-40B4-BE49-F238E27FC236}">
                <a16:creationId xmlns:a16="http://schemas.microsoft.com/office/drawing/2014/main" id="{C2EDFB18-ECB4-4992-992D-D6B78C2E72E8}"/>
              </a:ext>
            </a:extLst>
          </p:cNvPr>
          <p:cNvSpPr>
            <a:spLocks xmlns:a="http://schemas.openxmlformats.org/drawingml/2006/main" noGrp="1"/>
          </p:cNvSpPr>
          <p:nvPr/>
        </p:nvSpPr>
        <p:spPr>
          <a:xfrm xmlns:a="http://schemas.openxmlformats.org/drawingml/2006/main">
            <a:off x="1238250" y="46291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5" name="">
            <a:extLst xmlns:a="http://schemas.openxmlformats.org/drawingml/2006/main">
              <a:ext uri="{FF2B5EF4-FFF2-40B4-BE49-F238E27FC236}">
                <a16:creationId xmlns:a16="http://schemas.microsoft.com/office/drawing/2014/main" id="{0896B8B5-89F6-4C26-841D-4C550280222B}"/>
              </a:ext>
            </a:extLst>
          </p:cNvPr>
          <p:cNvSpPr>
            <a:spLocks xmlns:a="http://schemas.openxmlformats.org/drawingml/2006/main" noGrp="1"/>
          </p:cNvSpPr>
          <p:nvPr/>
        </p:nvSpPr>
        <p:spPr>
          <a:xfrm xmlns:a="http://schemas.openxmlformats.org/drawingml/2006/main">
            <a:off x="1676400" y="47529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6" name="">
            <a:extLst xmlns:a="http://schemas.openxmlformats.org/drawingml/2006/main">
              <a:ext uri="{FF2B5EF4-FFF2-40B4-BE49-F238E27FC236}">
                <a16:creationId xmlns:a16="http://schemas.microsoft.com/office/drawing/2014/main" id="{72E450A5-0968-4FC2-B688-0CC6FA4FC498}"/>
              </a:ext>
            </a:extLst>
          </p:cNvPr>
          <p:cNvSpPr>
            <a:spLocks xmlns:a="http://schemas.openxmlformats.org/drawingml/2006/main" noGrp="1"/>
          </p:cNvSpPr>
          <p:nvPr/>
        </p:nvSpPr>
        <p:spPr>
          <a:xfrm xmlns:a="http://schemas.openxmlformats.org/drawingml/2006/main">
            <a:off x="2152650" y="45910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validated_meeting_brief.json 사람 승인 전에는 외부 시스템을 바꾸지 않음</a:t>
            </a:r>
          </a:p>
        </p:txBody>
      </p:sp>
      <p:sp>
        <p:nvSpPr>
          <p:cNvPr id="17" name="">
            <a:extLst xmlns:a="http://schemas.openxmlformats.org/drawingml/2006/main">
              <a:ext uri="{FF2B5EF4-FFF2-40B4-BE49-F238E27FC236}">
                <a16:creationId xmlns:a16="http://schemas.microsoft.com/office/drawing/2014/main" id="{B2964763-C01C-4AFD-8C9D-AAEEE823BC8C}"/>
              </a:ext>
            </a:extLst>
          </p:cNvPr>
          <p:cNvSpPr>
            <a:spLocks xmlns:a="http://schemas.openxmlformats.org/drawingml/2006/main" noGrp="1"/>
          </p:cNvSpPr>
          <p:nvPr/>
        </p:nvSpPr>
        <p:spPr>
          <a:xfrm xmlns:a="http://schemas.openxmlformats.org/drawingml/2006/main">
            <a:off x="1238250" y="5295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8" name="">
            <a:extLst xmlns:a="http://schemas.openxmlformats.org/drawingml/2006/main">
              <a:ext uri="{FF2B5EF4-FFF2-40B4-BE49-F238E27FC236}">
                <a16:creationId xmlns:a16="http://schemas.microsoft.com/office/drawing/2014/main" id="{3948A687-1203-481C-8DB7-99DE9E2C4C0D}"/>
              </a:ext>
            </a:extLst>
          </p:cNvPr>
          <p:cNvSpPr>
            <a:spLocks xmlns:a="http://schemas.openxmlformats.org/drawingml/2006/main" noGrp="1"/>
          </p:cNvSpPr>
          <p:nvPr/>
        </p:nvSpPr>
        <p:spPr>
          <a:xfrm xmlns:a="http://schemas.openxmlformats.org/drawingml/2006/main">
            <a:off x="1676400" y="5419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9" name="">
            <a:extLst xmlns:a="http://schemas.openxmlformats.org/drawingml/2006/main">
              <a:ext uri="{FF2B5EF4-FFF2-40B4-BE49-F238E27FC236}">
                <a16:creationId xmlns:a16="http://schemas.microsoft.com/office/drawing/2014/main" id="{64CC9089-B98A-4A62-9D5A-241857F5A4CD}"/>
              </a:ext>
            </a:extLst>
          </p:cNvPr>
          <p:cNvSpPr>
            <a:spLocks xmlns:a="http://schemas.openxmlformats.org/drawingml/2006/main" noGrp="1"/>
          </p:cNvSpPr>
          <p:nvPr/>
        </p:nvSpPr>
        <p:spPr>
          <a:xfrm xmlns:a="http://schemas.openxmlformats.org/drawingml/2006/main">
            <a:off x="2152650" y="52578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validated_meeting_brief.json을 운영 검토 자료로 사용</a:t>
            </a:r>
          </a:p>
        </p:txBody>
      </p:sp>
    </p:spTree>
    <p:extLst>
      <p:ext uri="{BB962C8B-B14F-4D97-AF65-F5344CB8AC3E}">
        <p14:creationId xmlns:p14="http://schemas.microsoft.com/office/powerpoint/2010/main" val="294621126"/>
      </p:ext>
    </p:extLst>
  </p:cSld>
</p:sld>
</file>

<file path=ppt/slides/slide2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392DE36-ECBF-42B4-B222-4F395630FFDD}"/>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포트폴리오 적용</a:t>
            </a:r>
          </a:p>
        </p:txBody>
      </p:sp>
      <p:sp>
        <p:nvSpPr>
          <p:cNvPr id="2" name="">
            <a:extLst xmlns:a="http://schemas.openxmlformats.org/drawingml/2006/main">
              <a:ext uri="{FF2B5EF4-FFF2-40B4-BE49-F238E27FC236}">
                <a16:creationId xmlns:a16="http://schemas.microsoft.com/office/drawing/2014/main" id="{9E88BD09-6773-4A41-993F-2ED8812B92DD}"/>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구직자</a:t>
            </a:r>
          </a:p>
        </p:txBody>
      </p:sp>
      <p:sp>
        <p:nvSpPr>
          <p:cNvPr id="3" name="">
            <a:extLst xmlns:a="http://schemas.openxmlformats.org/drawingml/2006/main">
              <a:ext uri="{FF2B5EF4-FFF2-40B4-BE49-F238E27FC236}">
                <a16:creationId xmlns:a16="http://schemas.microsoft.com/office/drawing/2014/main" id="{71DC160A-EC23-4419-B7D0-34FFFE77DB5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1280F6D8-B430-49FD-99EB-FB274B9178E6}"/>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3D320B32-0578-469D-B8E6-C98DE917A844}"/>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6D7B4E8E-52CD-4BA8-99ED-F601891884B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208</a:t>
            </a:r>
          </a:p>
        </p:txBody>
      </p:sp>
      <p:sp>
        <p:nvSpPr>
          <p:cNvPr id="7" name="">
            <a:extLst xmlns:a="http://schemas.openxmlformats.org/drawingml/2006/main">
              <a:ext uri="{FF2B5EF4-FFF2-40B4-BE49-F238E27FC236}">
                <a16:creationId xmlns:a16="http://schemas.microsoft.com/office/drawing/2014/main" id="{011B153F-57DF-4762-A499-24CC9238964E}"/>
              </a:ext>
            </a:extLst>
          </p:cNvPr>
          <p:cNvSpPr>
            <a:spLocks xmlns:a="http://schemas.openxmlformats.org/drawingml/2006/main" noGrp="1"/>
          </p:cNvSpPr>
          <p:nvPr/>
        </p:nvSpPr>
        <p:spPr>
          <a:xfrm xmlns:a="http://schemas.openxmlformats.org/drawingml/2006/main">
            <a:off x="857250" y="1619250"/>
            <a:ext cx="10477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325" b="1">
                <a:solidFill>
                  <a:srgbClr val="191919"/>
                </a:solidFill>
                <a:latin typeface="NanumGothic"/>
                <a:ea typeface="NanumGothic"/>
                <a:cs typeface="NanumGothic"/>
              </a:defRPr>
            </a:pPr>
            <a:r>
              <a:rPr sz="2325" b="1">
                <a:solidFill>
                  <a:srgbClr val="191919"/>
                </a:solidFill>
                <a:latin typeface="NanumGothic"/>
                <a:ea typeface="NanumGothic"/>
                <a:cs typeface="NanumGothic"/>
              </a:rPr>
              <a:t>Action Item 근거 검증 · 문제·코드·실패·검증을 한 저장소로 제출</a:t>
            </a:r>
          </a:p>
        </p:txBody>
      </p:sp>
      <p:sp>
        <p:nvSpPr>
          <p:cNvPr id="8" name="">
            <a:extLst xmlns:a="http://schemas.openxmlformats.org/drawingml/2006/main">
              <a:ext uri="{FF2B5EF4-FFF2-40B4-BE49-F238E27FC236}">
                <a16:creationId xmlns:a16="http://schemas.microsoft.com/office/drawing/2014/main" id="{0FC93DCF-506A-4924-AFD0-4D1B34F852A6}"/>
              </a:ext>
            </a:extLst>
          </p:cNvPr>
          <p:cNvSpPr>
            <a:spLocks xmlns:a="http://schemas.openxmlformats.org/drawingml/2006/main" noGrp="1"/>
          </p:cNvSpPr>
          <p:nvPr/>
        </p:nvSpPr>
        <p:spPr>
          <a:xfrm xmlns:a="http://schemas.openxmlformats.org/drawingml/2006/main">
            <a:off x="123825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9" name="">
            <a:extLst xmlns:a="http://schemas.openxmlformats.org/drawingml/2006/main">
              <a:ext uri="{FF2B5EF4-FFF2-40B4-BE49-F238E27FC236}">
                <a16:creationId xmlns:a16="http://schemas.microsoft.com/office/drawing/2014/main" id="{2761558D-2420-4640-9763-02833AC33E84}"/>
              </a:ext>
            </a:extLst>
          </p:cNvPr>
          <p:cNvSpPr>
            <a:spLocks xmlns:a="http://schemas.openxmlformats.org/drawingml/2006/main" noGrp="1"/>
          </p:cNvSpPr>
          <p:nvPr/>
        </p:nvSpPr>
        <p:spPr>
          <a:xfrm xmlns:a="http://schemas.openxmlformats.org/drawingml/2006/main">
            <a:off x="167640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6F0F955E-930D-4A7B-B475-8725798F0DB1}"/>
              </a:ext>
            </a:extLst>
          </p:cNvPr>
          <p:cNvSpPr>
            <a:spLocks xmlns:a="http://schemas.openxmlformats.org/drawingml/2006/main" noGrp="1"/>
          </p:cNvSpPr>
          <p:nvPr/>
        </p:nvSpPr>
        <p:spPr>
          <a:xfrm xmlns:a="http://schemas.openxmlformats.org/drawingml/2006/main">
            <a:off x="2152650" y="32575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evidence ID가 존재하지만 실제 문장과 의미가 맞지 않는다.의 사용자 영향을 한 문장으로 설명</a:t>
            </a:r>
          </a:p>
        </p:txBody>
      </p:sp>
      <p:sp>
        <p:nvSpPr>
          <p:cNvPr id="11" name="">
            <a:extLst xmlns:a="http://schemas.openxmlformats.org/drawingml/2006/main">
              <a:ext uri="{FF2B5EF4-FFF2-40B4-BE49-F238E27FC236}">
                <a16:creationId xmlns:a16="http://schemas.microsoft.com/office/drawing/2014/main" id="{4D5F4748-B42A-40D3-A6A4-703F79319CC2}"/>
              </a:ext>
            </a:extLst>
          </p:cNvPr>
          <p:cNvSpPr>
            <a:spLocks xmlns:a="http://schemas.openxmlformats.org/drawingml/2006/main" noGrp="1"/>
          </p:cNvSpPr>
          <p:nvPr/>
        </p:nvSpPr>
        <p:spPr>
          <a:xfrm xmlns:a="http://schemas.openxmlformats.org/drawingml/2006/main">
            <a:off x="1238250" y="39624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C3C1B1F3-16E3-491F-AAEC-74C107F4BF1B}"/>
              </a:ext>
            </a:extLst>
          </p:cNvPr>
          <p:cNvSpPr>
            <a:spLocks xmlns:a="http://schemas.openxmlformats.org/drawingml/2006/main" noGrp="1"/>
          </p:cNvSpPr>
          <p:nvPr/>
        </p:nvSpPr>
        <p:spPr>
          <a:xfrm xmlns:a="http://schemas.openxmlformats.org/drawingml/2006/main">
            <a:off x="1676400" y="40862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3" name="">
            <a:extLst xmlns:a="http://schemas.openxmlformats.org/drawingml/2006/main">
              <a:ext uri="{FF2B5EF4-FFF2-40B4-BE49-F238E27FC236}">
                <a16:creationId xmlns:a16="http://schemas.microsoft.com/office/drawing/2014/main" id="{4FEE3ABD-C1D3-4E10-B02C-7FED09A9B936}"/>
              </a:ext>
            </a:extLst>
          </p:cNvPr>
          <p:cNvSpPr>
            <a:spLocks xmlns:a="http://schemas.openxmlformats.org/drawingml/2006/main" noGrp="1"/>
          </p:cNvSpPr>
          <p:nvPr/>
        </p:nvSpPr>
        <p:spPr>
          <a:xfrm xmlns:a="http://schemas.openxmlformats.org/drawingml/2006/main">
            <a:off x="2152650" y="39243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Action Item 근거 검증 정상 Demo와 대표 실패 Demo를 함께 준비</a:t>
            </a:r>
          </a:p>
        </p:txBody>
      </p:sp>
      <p:sp>
        <p:nvSpPr>
          <p:cNvPr id="14" name="">
            <a:extLst xmlns:a="http://schemas.openxmlformats.org/drawingml/2006/main">
              <a:ext uri="{FF2B5EF4-FFF2-40B4-BE49-F238E27FC236}">
                <a16:creationId xmlns:a16="http://schemas.microsoft.com/office/drawing/2014/main" id="{6FE54591-07FB-4871-AB50-20F60ECC6908}"/>
              </a:ext>
            </a:extLst>
          </p:cNvPr>
          <p:cNvSpPr>
            <a:spLocks xmlns:a="http://schemas.openxmlformats.org/drawingml/2006/main" noGrp="1"/>
          </p:cNvSpPr>
          <p:nvPr/>
        </p:nvSpPr>
        <p:spPr>
          <a:xfrm xmlns:a="http://schemas.openxmlformats.org/drawingml/2006/main">
            <a:off x="1238250" y="46291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5" name="">
            <a:extLst xmlns:a="http://schemas.openxmlformats.org/drawingml/2006/main">
              <a:ext uri="{FF2B5EF4-FFF2-40B4-BE49-F238E27FC236}">
                <a16:creationId xmlns:a16="http://schemas.microsoft.com/office/drawing/2014/main" id="{D035E1FE-D37B-4669-8813-358E39652345}"/>
              </a:ext>
            </a:extLst>
          </p:cNvPr>
          <p:cNvSpPr>
            <a:spLocks xmlns:a="http://schemas.openxmlformats.org/drawingml/2006/main" noGrp="1"/>
          </p:cNvSpPr>
          <p:nvPr/>
        </p:nvSpPr>
        <p:spPr>
          <a:xfrm xmlns:a="http://schemas.openxmlformats.org/drawingml/2006/main">
            <a:off x="1676400" y="47529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6" name="">
            <a:extLst xmlns:a="http://schemas.openxmlformats.org/drawingml/2006/main">
              <a:ext uri="{FF2B5EF4-FFF2-40B4-BE49-F238E27FC236}">
                <a16:creationId xmlns:a16="http://schemas.microsoft.com/office/drawing/2014/main" id="{6B08820A-4D35-4E9A-B9A7-EA0E7466F53A}"/>
              </a:ext>
            </a:extLst>
          </p:cNvPr>
          <p:cNvSpPr>
            <a:spLocks xmlns:a="http://schemas.openxmlformats.org/drawingml/2006/main" noGrp="1"/>
          </p:cNvSpPr>
          <p:nvPr/>
        </p:nvSpPr>
        <p:spPr>
          <a:xfrm xmlns:a="http://schemas.openxmlformats.org/drawingml/2006/main">
            <a:off x="2152650" y="45910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Action Item evidence 누락·unknown ID를 각각 재현하는 test를 추가한다.의 diff와 직접 검토한 test 증거를 구분</a:t>
            </a:r>
          </a:p>
        </p:txBody>
      </p:sp>
      <p:sp>
        <p:nvSpPr>
          <p:cNvPr id="17" name="">
            <a:extLst xmlns:a="http://schemas.openxmlformats.org/drawingml/2006/main">
              <a:ext uri="{FF2B5EF4-FFF2-40B4-BE49-F238E27FC236}">
                <a16:creationId xmlns:a16="http://schemas.microsoft.com/office/drawing/2014/main" id="{12A40AC0-EC81-40A5-835A-9D7BAE289804}"/>
              </a:ext>
            </a:extLst>
          </p:cNvPr>
          <p:cNvSpPr>
            <a:spLocks xmlns:a="http://schemas.openxmlformats.org/drawingml/2006/main" noGrp="1"/>
          </p:cNvSpPr>
          <p:nvPr/>
        </p:nvSpPr>
        <p:spPr>
          <a:xfrm xmlns:a="http://schemas.openxmlformats.org/drawingml/2006/main">
            <a:off x="1238250" y="5295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8" name="">
            <a:extLst xmlns:a="http://schemas.openxmlformats.org/drawingml/2006/main">
              <a:ext uri="{FF2B5EF4-FFF2-40B4-BE49-F238E27FC236}">
                <a16:creationId xmlns:a16="http://schemas.microsoft.com/office/drawing/2014/main" id="{1F1C2A6D-0848-4195-91CB-1D037CBA2CC2}"/>
              </a:ext>
            </a:extLst>
          </p:cNvPr>
          <p:cNvSpPr>
            <a:spLocks xmlns:a="http://schemas.openxmlformats.org/drawingml/2006/main" noGrp="1"/>
          </p:cNvSpPr>
          <p:nvPr/>
        </p:nvSpPr>
        <p:spPr>
          <a:xfrm xmlns:a="http://schemas.openxmlformats.org/drawingml/2006/main">
            <a:off x="1676400" y="5419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9" name="">
            <a:extLst xmlns:a="http://schemas.openxmlformats.org/drawingml/2006/main">
              <a:ext uri="{FF2B5EF4-FFF2-40B4-BE49-F238E27FC236}">
                <a16:creationId xmlns:a16="http://schemas.microsoft.com/office/drawing/2014/main" id="{97B7888C-22F3-4C57-A7FA-20A9BEF7AEF8}"/>
              </a:ext>
            </a:extLst>
          </p:cNvPr>
          <p:cNvSpPr>
            <a:spLocks xmlns:a="http://schemas.openxmlformats.org/drawingml/2006/main" noGrp="1"/>
          </p:cNvSpPr>
          <p:nvPr/>
        </p:nvSpPr>
        <p:spPr>
          <a:xfrm xmlns:a="http://schemas.openxmlformats.org/drawingml/2006/main">
            <a:off x="2152650" y="52578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validated_meeting_brief.json과 README 재현 절차를 제출</a:t>
            </a:r>
          </a:p>
        </p:txBody>
      </p:sp>
    </p:spTree>
    <p:extLst>
      <p:ext uri="{BB962C8B-B14F-4D97-AF65-F5344CB8AC3E}">
        <p14:creationId xmlns:p14="http://schemas.microsoft.com/office/powerpoint/2010/main" val="355785439"/>
      </p:ext>
    </p:extLst>
  </p:cSld>
</p:sld>
</file>

<file path=ppt/slides/slide2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9CFAAD4-7641-45ED-947A-606C4B19931D}"/>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Action Item 근거 검증 운영 점검</a:t>
            </a:r>
          </a:p>
        </p:txBody>
      </p:sp>
      <p:sp>
        <p:nvSpPr>
          <p:cNvPr id="2" name="">
            <a:extLst xmlns:a="http://schemas.openxmlformats.org/drawingml/2006/main">
              <a:ext uri="{FF2B5EF4-FFF2-40B4-BE49-F238E27FC236}">
                <a16:creationId xmlns:a16="http://schemas.microsoft.com/office/drawing/2014/main" id="{45A127B1-4EBB-405C-97F8-6DB13A57FC77}"/>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운영 기준</a:t>
            </a:r>
          </a:p>
        </p:txBody>
      </p:sp>
      <p:sp>
        <p:nvSpPr>
          <p:cNvPr id="3" name="">
            <a:extLst xmlns:a="http://schemas.openxmlformats.org/drawingml/2006/main">
              <a:ext uri="{FF2B5EF4-FFF2-40B4-BE49-F238E27FC236}">
                <a16:creationId xmlns:a16="http://schemas.microsoft.com/office/drawing/2014/main" id="{7DE1AB14-6E84-4A6E-AC3B-1DDFA95E9442}"/>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9422219B-B726-4888-A018-D74E520F1FAA}"/>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F4BD70DF-3A0B-4E7F-A9CA-9E635280C61C}"/>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37DB62FB-2086-4668-BDEB-700325D4DCD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209</a:t>
            </a:r>
          </a:p>
        </p:txBody>
      </p:sp>
      <p:sp>
        <p:nvSpPr>
          <p:cNvPr id="7" name="">
            <a:extLst xmlns:a="http://schemas.openxmlformats.org/drawingml/2006/main">
              <a:ext uri="{FF2B5EF4-FFF2-40B4-BE49-F238E27FC236}">
                <a16:creationId xmlns:a16="http://schemas.microsoft.com/office/drawing/2014/main" id="{AA4740CC-9D76-4BE1-BF3E-06594EF45288}"/>
              </a:ext>
            </a:extLst>
          </p:cNvPr>
          <p:cNvSpPr>
            <a:spLocks xmlns:a="http://schemas.openxmlformats.org/drawingml/2006/main" noGrp="1"/>
          </p:cNvSpPr>
          <p:nvPr/>
        </p:nvSpPr>
        <p:spPr>
          <a:xfrm xmlns:a="http://schemas.openxmlformats.org/drawingml/2006/main">
            <a:off x="685800" y="1524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품질</a:t>
            </a:r>
          </a:p>
        </p:txBody>
      </p:sp>
      <p:sp>
        <p:nvSpPr>
          <p:cNvPr id="8" name="">
            <a:extLst xmlns:a="http://schemas.openxmlformats.org/drawingml/2006/main">
              <a:ext uri="{FF2B5EF4-FFF2-40B4-BE49-F238E27FC236}">
                <a16:creationId xmlns:a16="http://schemas.microsoft.com/office/drawing/2014/main" id="{783190BF-7805-4AC7-AFDE-CCA0A353D661}"/>
              </a:ext>
            </a:extLst>
          </p:cNvPr>
          <p:cNvSpPr>
            <a:spLocks xmlns:a="http://schemas.openxmlformats.org/drawingml/2006/main" noGrp="1"/>
          </p:cNvSpPr>
          <p:nvPr/>
        </p:nvSpPr>
        <p:spPr>
          <a:xfrm xmlns:a="http://schemas.openxmlformats.org/drawingml/2006/main">
            <a:off x="685800" y="194310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10939265-3967-4467-AE20-67ED5ACDCD0B}"/>
              </a:ext>
            </a:extLst>
          </p:cNvPr>
          <p:cNvSpPr>
            <a:spLocks xmlns:a="http://schemas.openxmlformats.org/drawingml/2006/main" noGrp="1"/>
          </p:cNvSpPr>
          <p:nvPr/>
        </p:nvSpPr>
        <p:spPr>
          <a:xfrm xmlns:a="http://schemas.openxmlformats.org/drawingml/2006/main">
            <a:off x="685800" y="220980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무엇을 모든 evidence ID가 known segment에 존재한다.로 정의하는가</a:t>
            </a:r>
          </a:p>
        </p:txBody>
      </p:sp>
      <p:sp>
        <p:nvSpPr>
          <p:cNvPr id="10" name="">
            <a:extLst xmlns:a="http://schemas.openxmlformats.org/drawingml/2006/main">
              <a:ext uri="{FF2B5EF4-FFF2-40B4-BE49-F238E27FC236}">
                <a16:creationId xmlns:a16="http://schemas.microsoft.com/office/drawing/2014/main" id="{1A57A960-2F23-46CA-9BEE-28EB6281A5D0}"/>
              </a:ext>
            </a:extLst>
          </p:cNvPr>
          <p:cNvSpPr>
            <a:spLocks xmlns:a="http://schemas.openxmlformats.org/drawingml/2006/main" noGrp="1"/>
          </p:cNvSpPr>
          <p:nvPr/>
        </p:nvSpPr>
        <p:spPr>
          <a:xfrm xmlns:a="http://schemas.openxmlformats.org/drawingml/2006/main">
            <a:off x="6096000" y="1524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안전</a:t>
            </a:r>
          </a:p>
        </p:txBody>
      </p:sp>
      <p:sp>
        <p:nvSpPr>
          <p:cNvPr id="11" name="">
            <a:extLst xmlns:a="http://schemas.openxmlformats.org/drawingml/2006/main">
              <a:ext uri="{FF2B5EF4-FFF2-40B4-BE49-F238E27FC236}">
                <a16:creationId xmlns:a16="http://schemas.microsoft.com/office/drawing/2014/main" id="{24983920-FA4A-48FA-8764-F9B32DF9D6AB}"/>
              </a:ext>
            </a:extLst>
          </p:cNvPr>
          <p:cNvSpPr>
            <a:spLocks xmlns:a="http://schemas.openxmlformats.org/drawingml/2006/main" noGrp="1"/>
          </p:cNvSpPr>
          <p:nvPr/>
        </p:nvSpPr>
        <p:spPr>
          <a:xfrm xmlns:a="http://schemas.openxmlformats.org/drawingml/2006/main">
            <a:off x="6096000" y="194310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8127E3A5-0420-407B-BBC7-F79C041CE4C2}"/>
              </a:ext>
            </a:extLst>
          </p:cNvPr>
          <p:cNvSpPr>
            <a:spLocks xmlns:a="http://schemas.openxmlformats.org/drawingml/2006/main" noGrp="1"/>
          </p:cNvSpPr>
          <p:nvPr/>
        </p:nvSpPr>
        <p:spPr>
          <a:xfrm xmlns:a="http://schemas.openxmlformats.org/drawingml/2006/main">
            <a:off x="6096000" y="220980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Action Item 근거 검증의 사람 승인과 external_write=false 위치</a:t>
            </a:r>
          </a:p>
        </p:txBody>
      </p:sp>
      <p:sp>
        <p:nvSpPr>
          <p:cNvPr id="13" name="">
            <a:extLst xmlns:a="http://schemas.openxmlformats.org/drawingml/2006/main">
              <a:ext uri="{FF2B5EF4-FFF2-40B4-BE49-F238E27FC236}">
                <a16:creationId xmlns:a16="http://schemas.microsoft.com/office/drawing/2014/main" id="{34048BE1-A8DC-4FD1-8882-F1B0DD7A876F}"/>
              </a:ext>
            </a:extLst>
          </p:cNvPr>
          <p:cNvSpPr>
            <a:spLocks xmlns:a="http://schemas.openxmlformats.org/drawingml/2006/main" noGrp="1"/>
          </p:cNvSpPr>
          <p:nvPr/>
        </p:nvSpPr>
        <p:spPr>
          <a:xfrm xmlns:a="http://schemas.openxmlformats.org/drawingml/2006/main">
            <a:off x="685800" y="3600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복구</a:t>
            </a:r>
          </a:p>
        </p:txBody>
      </p:sp>
      <p:sp>
        <p:nvSpPr>
          <p:cNvPr id="14" name="">
            <a:extLst xmlns:a="http://schemas.openxmlformats.org/drawingml/2006/main">
              <a:ext uri="{FF2B5EF4-FFF2-40B4-BE49-F238E27FC236}">
                <a16:creationId xmlns:a16="http://schemas.microsoft.com/office/drawing/2014/main" id="{30D174CD-F233-4C3F-A158-636C23117C3F}"/>
              </a:ext>
            </a:extLst>
          </p:cNvPr>
          <p:cNvSpPr>
            <a:spLocks xmlns:a="http://schemas.openxmlformats.org/drawingml/2006/main" noGrp="1"/>
          </p:cNvSpPr>
          <p:nvPr/>
        </p:nvSpPr>
        <p:spPr>
          <a:xfrm xmlns:a="http://schemas.openxmlformats.org/drawingml/2006/main">
            <a:off x="685800" y="401955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26B0F718-2523-4605-AF5D-C08BF0D47CFE}"/>
              </a:ext>
            </a:extLst>
          </p:cNvPr>
          <p:cNvSpPr>
            <a:spLocks xmlns:a="http://schemas.openxmlformats.org/drawingml/2006/main" noGrp="1"/>
          </p:cNvSpPr>
          <p:nvPr/>
        </p:nvSpPr>
        <p:spPr>
          <a:xfrm xmlns:a="http://schemas.openxmlformats.org/drawingml/2006/main">
            <a:off x="685800" y="428625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evidence ID가 존재하지만 실제 문장과 의미가 맞지 않는다. 발생 시 validated_meeting_brief.json에서 원인 상태를 확인</a:t>
            </a:r>
          </a:p>
        </p:txBody>
      </p:sp>
      <p:sp>
        <p:nvSpPr>
          <p:cNvPr id="16" name="">
            <a:extLst xmlns:a="http://schemas.openxmlformats.org/drawingml/2006/main">
              <a:ext uri="{FF2B5EF4-FFF2-40B4-BE49-F238E27FC236}">
                <a16:creationId xmlns:a16="http://schemas.microsoft.com/office/drawing/2014/main" id="{8CD957C0-35A6-4667-A19A-58C07A64F7BF}"/>
              </a:ext>
            </a:extLst>
          </p:cNvPr>
          <p:cNvSpPr>
            <a:spLocks xmlns:a="http://schemas.openxmlformats.org/drawingml/2006/main" noGrp="1"/>
          </p:cNvSpPr>
          <p:nvPr/>
        </p:nvSpPr>
        <p:spPr>
          <a:xfrm xmlns:a="http://schemas.openxmlformats.org/drawingml/2006/main">
            <a:off x="6096000" y="3600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관측</a:t>
            </a:r>
          </a:p>
        </p:txBody>
      </p:sp>
      <p:sp>
        <p:nvSpPr>
          <p:cNvPr id="17" name="">
            <a:extLst xmlns:a="http://schemas.openxmlformats.org/drawingml/2006/main">
              <a:ext uri="{FF2B5EF4-FFF2-40B4-BE49-F238E27FC236}">
                <a16:creationId xmlns:a16="http://schemas.microsoft.com/office/drawing/2014/main" id="{ADCE9A16-F8FA-48D8-8A5B-6C803551DFAC}"/>
              </a:ext>
            </a:extLst>
          </p:cNvPr>
          <p:cNvSpPr>
            <a:spLocks xmlns:a="http://schemas.openxmlformats.org/drawingml/2006/main" noGrp="1"/>
          </p:cNvSpPr>
          <p:nvPr/>
        </p:nvSpPr>
        <p:spPr>
          <a:xfrm xmlns:a="http://schemas.openxmlformats.org/drawingml/2006/main">
            <a:off x="6096000" y="401955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60A879C0-53AA-42A1-BA27-25B017C8F57A}"/>
              </a:ext>
            </a:extLst>
          </p:cNvPr>
          <p:cNvSpPr>
            <a:spLocks xmlns:a="http://schemas.openxmlformats.org/drawingml/2006/main" noGrp="1"/>
          </p:cNvSpPr>
          <p:nvPr/>
        </p:nvSpPr>
        <p:spPr>
          <a:xfrm xmlns:a="http://schemas.openxmlformats.org/drawingml/2006/main">
            <a:off x="6096000" y="428625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validated_meeting_brief.json에서 어떤 status·error_code를 보는가</a:t>
            </a:r>
          </a:p>
        </p:txBody>
      </p:sp>
    </p:spTree>
    <p:extLst>
      <p:ext uri="{BB962C8B-B14F-4D97-AF65-F5344CB8AC3E}">
        <p14:creationId xmlns:p14="http://schemas.microsoft.com/office/powerpoint/2010/main" val="1994409957"/>
      </p:ext>
    </p:extLst>
  </p:cSld>
</p:sld>
</file>

<file path=ppt/slides/slide2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B03B7E1-8853-43E9-B487-C750B700A61E}"/>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validated_meeting_brief.json 실행 증거</a:t>
            </a:r>
          </a:p>
        </p:txBody>
      </p:sp>
      <p:sp>
        <p:nvSpPr>
          <p:cNvPr id="2" name="">
            <a:extLst xmlns:a="http://schemas.openxmlformats.org/drawingml/2006/main">
              <a:ext uri="{FF2B5EF4-FFF2-40B4-BE49-F238E27FC236}">
                <a16:creationId xmlns:a16="http://schemas.microsoft.com/office/drawing/2014/main" id="{1139290D-B760-4A53-9FF7-7289BBF6C978}"/>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차시 마무리</a:t>
            </a:r>
          </a:p>
        </p:txBody>
      </p:sp>
      <p:sp>
        <p:nvSpPr>
          <p:cNvPr id="3" name="">
            <a:extLst xmlns:a="http://schemas.openxmlformats.org/drawingml/2006/main">
              <a:ext uri="{FF2B5EF4-FFF2-40B4-BE49-F238E27FC236}">
                <a16:creationId xmlns:a16="http://schemas.microsoft.com/office/drawing/2014/main" id="{39B76228-4779-4CDC-A437-EB04C5903F4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FA78F88E-1031-4DCA-AB4F-8FBE5A0C2160}"/>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8A91FAE1-570C-4F0B-9A8B-2FEB442CC530}"/>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15:50-16:40 · 7차시</a:t>
            </a:r>
          </a:p>
        </p:txBody>
      </p:sp>
      <p:sp>
        <p:nvSpPr>
          <p:cNvPr id="6" name="">
            <a:extLst xmlns:a="http://schemas.openxmlformats.org/drawingml/2006/main">
              <a:ext uri="{FF2B5EF4-FFF2-40B4-BE49-F238E27FC236}">
                <a16:creationId xmlns:a16="http://schemas.microsoft.com/office/drawing/2014/main" id="{35B76956-2EBA-4B22-906D-A3084D963092}"/>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210</a:t>
            </a:r>
          </a:p>
        </p:txBody>
      </p:sp>
      <p:sp>
        <p:nvSpPr>
          <p:cNvPr id="7" name="">
            <a:extLst xmlns:a="http://schemas.openxmlformats.org/drawingml/2006/main">
              <a:ext uri="{FF2B5EF4-FFF2-40B4-BE49-F238E27FC236}">
                <a16:creationId xmlns:a16="http://schemas.microsoft.com/office/drawing/2014/main" id="{15D5898C-FA29-4C8D-AFD9-AAD7AE8CAD5F}"/>
              </a:ext>
            </a:extLst>
          </p:cNvPr>
          <p:cNvSpPr>
            <a:spLocks xmlns:a="http://schemas.openxmlformats.org/drawingml/2006/main" noGrp="1"/>
          </p:cNvSpPr>
          <p:nvPr/>
        </p:nvSpPr>
        <p:spPr>
          <a:xfrm xmlns:a="http://schemas.openxmlformats.org/drawingml/2006/main">
            <a:off x="914400" y="17335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28D90560-1517-410D-A4C2-3B93EEDED473}"/>
              </a:ext>
            </a:extLst>
          </p:cNvPr>
          <p:cNvSpPr>
            <a:spLocks xmlns:a="http://schemas.openxmlformats.org/drawingml/2006/main" noGrp="1"/>
          </p:cNvSpPr>
          <p:nvPr/>
        </p:nvSpPr>
        <p:spPr>
          <a:xfrm xmlns:a="http://schemas.openxmlformats.org/drawingml/2006/main">
            <a:off x="1352550" y="18573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24B54A12-5DA5-4E30-ACE6-984EB47A27E8}"/>
              </a:ext>
            </a:extLst>
          </p:cNvPr>
          <p:cNvSpPr>
            <a:spLocks xmlns:a="http://schemas.openxmlformats.org/drawingml/2006/main" noGrp="1"/>
          </p:cNvSpPr>
          <p:nvPr/>
        </p:nvSpPr>
        <p:spPr>
          <a:xfrm xmlns:a="http://schemas.openxmlformats.org/drawingml/2006/main">
            <a:off x="1828800" y="16954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설명: Action Item 근거 검증이 필요한 이유를 한 문장으로 말할 수 있다.</a:t>
            </a:r>
          </a:p>
        </p:txBody>
      </p:sp>
      <p:sp>
        <p:nvSpPr>
          <p:cNvPr id="10" name="">
            <a:extLst xmlns:a="http://schemas.openxmlformats.org/drawingml/2006/main">
              <a:ext uri="{FF2B5EF4-FFF2-40B4-BE49-F238E27FC236}">
                <a16:creationId xmlns:a16="http://schemas.microsoft.com/office/drawing/2014/main" id="{B5652AA4-6C8A-49F6-A01E-6847D2E558D2}"/>
              </a:ext>
            </a:extLst>
          </p:cNvPr>
          <p:cNvSpPr>
            <a:spLocks xmlns:a="http://schemas.openxmlformats.org/drawingml/2006/main" noGrp="1"/>
          </p:cNvSpPr>
          <p:nvPr/>
        </p:nvSpPr>
        <p:spPr>
          <a:xfrm xmlns:a="http://schemas.openxmlformats.org/drawingml/2006/main">
            <a:off x="914400" y="28956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F0898BC6-B597-44D6-B22C-5103E626E166}"/>
              </a:ext>
            </a:extLst>
          </p:cNvPr>
          <p:cNvSpPr>
            <a:spLocks xmlns:a="http://schemas.openxmlformats.org/drawingml/2006/main" noGrp="1"/>
          </p:cNvSpPr>
          <p:nvPr/>
        </p:nvSpPr>
        <p:spPr>
          <a:xfrm xmlns:a="http://schemas.openxmlformats.org/drawingml/2006/main">
            <a:off x="1352550" y="30194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BFC6CEDC-9395-4E46-9FDB-5F0432FBB2AF}"/>
              </a:ext>
            </a:extLst>
          </p:cNvPr>
          <p:cNvSpPr>
            <a:spLocks xmlns:a="http://schemas.openxmlformats.org/drawingml/2006/main" noGrp="1"/>
          </p:cNvSpPr>
          <p:nvPr/>
        </p:nvSpPr>
        <p:spPr>
          <a:xfrm xmlns:a="http://schemas.openxmlformats.org/drawingml/2006/main">
            <a:off x="1828800" y="285750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실행: python -m src.meeting_agent_workflow --help</a:t>
            </a:r>
          </a:p>
        </p:txBody>
      </p:sp>
      <p:sp>
        <p:nvSpPr>
          <p:cNvPr id="13" name="">
            <a:extLst xmlns:a="http://schemas.openxmlformats.org/drawingml/2006/main">
              <a:ext uri="{FF2B5EF4-FFF2-40B4-BE49-F238E27FC236}">
                <a16:creationId xmlns:a16="http://schemas.microsoft.com/office/drawing/2014/main" id="{37CD8ECF-423A-4526-97E9-DD6272181445}"/>
              </a:ext>
            </a:extLst>
          </p:cNvPr>
          <p:cNvSpPr>
            <a:spLocks xmlns:a="http://schemas.openxmlformats.org/drawingml/2006/main" noGrp="1"/>
          </p:cNvSpPr>
          <p:nvPr/>
        </p:nvSpPr>
        <p:spPr>
          <a:xfrm xmlns:a="http://schemas.openxmlformats.org/drawingml/2006/main">
            <a:off x="914400" y="4057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7A3FC031-C287-418B-8DE9-5CD548B9AB24}"/>
              </a:ext>
            </a:extLst>
          </p:cNvPr>
          <p:cNvSpPr>
            <a:spLocks xmlns:a="http://schemas.openxmlformats.org/drawingml/2006/main" noGrp="1"/>
          </p:cNvSpPr>
          <p:nvPr/>
        </p:nvSpPr>
        <p:spPr>
          <a:xfrm xmlns:a="http://schemas.openxmlformats.org/drawingml/2006/main">
            <a:off x="1352550" y="4181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31012449-403C-4E9D-8D6A-146C6F0FE97F}"/>
              </a:ext>
            </a:extLst>
          </p:cNvPr>
          <p:cNvSpPr>
            <a:spLocks xmlns:a="http://schemas.openxmlformats.org/drawingml/2006/main" noGrp="1"/>
          </p:cNvSpPr>
          <p:nvPr/>
        </p:nvSpPr>
        <p:spPr>
          <a:xfrm xmlns:a="http://schemas.openxmlformats.org/drawingml/2006/main">
            <a:off x="1828800" y="40195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증거: validated_meeting_brief.json과 정상·실패 test 결과가 남아 있다.</a:t>
            </a:r>
          </a:p>
        </p:txBody>
      </p:sp>
      <p:sp>
        <p:nvSpPr>
          <p:cNvPr id="16" name="">
            <a:extLst xmlns:a="http://schemas.openxmlformats.org/drawingml/2006/main">
              <a:ext uri="{FF2B5EF4-FFF2-40B4-BE49-F238E27FC236}">
                <a16:creationId xmlns:a16="http://schemas.microsoft.com/office/drawing/2014/main" id="{60BB084A-E4CA-4EAF-9EEE-CD9984BDBFDE}"/>
              </a:ext>
            </a:extLst>
          </p:cNvPr>
          <p:cNvSpPr>
            <a:spLocks xmlns:a="http://schemas.openxmlformats.org/drawingml/2006/main" noGrp="1"/>
          </p:cNvSpPr>
          <p:nvPr/>
        </p:nvSpPr>
        <p:spPr>
          <a:xfrm xmlns:a="http://schemas.openxmlformats.org/drawingml/2006/main">
            <a:off x="1524000" y="5391150"/>
            <a:ext cx="914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다음 차시: 도메인별 Golden Set</a:t>
            </a:r>
          </a:p>
        </p:txBody>
      </p:sp>
    </p:spTree>
    <p:extLst>
      <p:ext uri="{BB962C8B-B14F-4D97-AF65-F5344CB8AC3E}">
        <p14:creationId xmlns:p14="http://schemas.microsoft.com/office/powerpoint/2010/main" val="655341961"/>
      </p:ext>
    </p:extLst>
  </p:cSld>
</p:sld>
</file>

<file path=ppt/slides/slide2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4498373-8582-4536-B911-73C23CDA61E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1E83FE1-B58D-465E-81E8-735A256BE383}"/>
              </a:ext>
            </a:extLst>
          </p:cNvPr>
          <p:cNvSpPr>
            <a:spLocks xmlns:a="http://schemas.openxmlformats.org/drawingml/2006/main" noGrp="1"/>
          </p:cNvSpPr>
          <p:nvPr/>
        </p:nvSpPr>
        <p:spPr>
          <a:xfrm xmlns:a="http://schemas.openxmlformats.org/drawingml/2006/main">
            <a:off x="800100" y="1676400"/>
            <a:ext cx="10287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98000"/>
              </a:lnSpc>
              <a:buNone/>
              <a:defRPr sz="4050" b="1">
                <a:solidFill>
                  <a:srgbClr val="FFFFFF"/>
                </a:solidFill>
                <a:latin typeface="NanumGothic"/>
                <a:ea typeface="NanumGothic"/>
                <a:cs typeface="NanumGothic"/>
              </a:defRPr>
            </a:pPr>
            <a:r>
              <a:rPr sz="4050" b="1">
                <a:solidFill>
                  <a:srgbClr val="FFFFFF"/>
                </a:solidFill>
                <a:latin typeface="NanumGothic"/>
                <a:ea typeface="NanumGothic"/>
                <a:cs typeface="NanumGothic"/>
              </a:rPr>
              <a:t>도메인별 Golden Set</a:t>
            </a:r>
          </a:p>
        </p:txBody>
      </p:sp>
      <p:sp>
        <p:nvSpPr>
          <p:cNvPr id="3" name="">
            <a:extLst xmlns:a="http://schemas.openxmlformats.org/drawingml/2006/main">
              <a:ext uri="{FF2B5EF4-FFF2-40B4-BE49-F238E27FC236}">
                <a16:creationId xmlns:a16="http://schemas.microsoft.com/office/drawing/2014/main" id="{D8A202EA-3358-4B68-ABAD-84D49C56D5D9}"/>
              </a:ext>
            </a:extLst>
          </p:cNvPr>
          <p:cNvSpPr>
            <a:spLocks xmlns:a="http://schemas.openxmlformats.org/drawingml/2006/main" noGrp="1"/>
          </p:cNvSpPr>
          <p:nvPr/>
        </p:nvSpPr>
        <p:spPr>
          <a:xfrm xmlns:a="http://schemas.openxmlformats.org/drawingml/2006/main">
            <a:off x="800100" y="5905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DAY 2 · 8차시</a:t>
            </a:r>
          </a:p>
        </p:txBody>
      </p:sp>
      <p:sp>
        <p:nvSpPr>
          <p:cNvPr id="4" name="">
            <a:extLst xmlns:a="http://schemas.openxmlformats.org/drawingml/2006/main">
              <a:ext uri="{FF2B5EF4-FFF2-40B4-BE49-F238E27FC236}">
                <a16:creationId xmlns:a16="http://schemas.microsoft.com/office/drawing/2014/main" id="{C6246F41-49F1-4646-91A8-6BA6F38D800C}"/>
              </a:ext>
            </a:extLst>
          </p:cNvPr>
          <p:cNvSpPr>
            <a:spLocks xmlns:a="http://schemas.openxmlformats.org/drawingml/2006/main" noGrp="1"/>
          </p:cNvSpPr>
          <p:nvPr/>
        </p:nvSpPr>
        <p:spPr>
          <a:xfrm xmlns:a="http://schemas.openxmlformats.org/drawingml/2006/main">
            <a:off x="800100" y="102870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1">
                <a:solidFill>
                  <a:srgbClr val="2563EB"/>
                </a:solidFill>
                <a:latin typeface="NanumGothic"/>
                <a:ea typeface="NanumGothic"/>
                <a:cs typeface="NanumGothic"/>
              </a:defRPr>
            </a:pPr>
            <a:r>
              <a:rPr sz="1500" b="1">
                <a:solidFill>
                  <a:srgbClr val="2563EB"/>
                </a:solidFill>
                <a:latin typeface="NanumGothic"/>
                <a:ea typeface="NanumGothic"/>
                <a:cs typeface="NanumGothic"/>
              </a:rPr>
              <a:t>16:40-17:30  (쉬는 시간 17:30-18:00)</a:t>
            </a:r>
          </a:p>
        </p:txBody>
      </p:sp>
      <p:sp>
        <p:nvSpPr>
          <p:cNvPr id="5" name="">
            <a:extLst xmlns:a="http://schemas.openxmlformats.org/drawingml/2006/main">
              <a:ext uri="{FF2B5EF4-FFF2-40B4-BE49-F238E27FC236}">
                <a16:creationId xmlns:a16="http://schemas.microsoft.com/office/drawing/2014/main" id="{B52889F3-0DF3-4731-BE18-7F7D748E5CEC}"/>
              </a:ext>
            </a:extLst>
          </p:cNvPr>
          <p:cNvSpPr>
            <a:spLocks xmlns:a="http://schemas.openxmlformats.org/drawingml/2006/main" noGrp="1"/>
          </p:cNvSpPr>
          <p:nvPr/>
        </p:nvSpPr>
        <p:spPr>
          <a:xfrm xmlns:a="http://schemas.openxmlformats.org/drawingml/2006/main">
            <a:off x="838200" y="323850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1">
                <a:solidFill>
                  <a:srgbClr val="E0E0E0"/>
                </a:solidFill>
                <a:latin typeface="NanumGothic"/>
                <a:ea typeface="NanumGothic"/>
                <a:cs typeface="NanumGothic"/>
              </a:defRPr>
            </a:pPr>
            <a:r>
              <a:rPr sz="1875" b="1">
                <a:solidFill>
                  <a:srgbClr val="E0E0E0"/>
                </a:solidFill>
                <a:latin typeface="NanumGothic"/>
                <a:ea typeface="NanumGothic"/>
                <a:cs typeface="NanumGothic"/>
              </a:rPr>
              <a:t>Golden case · Evaluator · day2_eval_cases.json</a:t>
            </a:r>
          </a:p>
        </p:txBody>
      </p:sp>
      <p:sp>
        <p:nvSpPr>
          <p:cNvPr id="6" name="">
            <a:extLst xmlns:a="http://schemas.openxmlformats.org/drawingml/2006/main">
              <a:ext uri="{FF2B5EF4-FFF2-40B4-BE49-F238E27FC236}">
                <a16:creationId xmlns:a16="http://schemas.microsoft.com/office/drawing/2014/main" id="{0AA53A05-EE3F-4747-BAF0-2949C8FE8071}"/>
              </a:ext>
            </a:extLst>
          </p:cNvPr>
          <p:cNvSpPr>
            <a:spLocks xmlns:a="http://schemas.openxmlformats.org/drawingml/2006/main" noGrp="1"/>
          </p:cNvSpPr>
          <p:nvPr/>
        </p:nvSpPr>
        <p:spPr>
          <a:xfrm xmlns:a="http://schemas.openxmlformats.org/drawingml/2006/main">
            <a:off x="800100" y="4267200"/>
            <a:ext cx="10401300" cy="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7" name="">
            <a:extLst xmlns:a="http://schemas.openxmlformats.org/drawingml/2006/main">
              <a:ext uri="{FF2B5EF4-FFF2-40B4-BE49-F238E27FC236}">
                <a16:creationId xmlns:a16="http://schemas.microsoft.com/office/drawing/2014/main" id="{5567DF31-40FC-4A95-B28A-F810F2849502}"/>
              </a:ext>
            </a:extLst>
          </p:cNvPr>
          <p:cNvSpPr>
            <a:spLocks xmlns:a="http://schemas.openxmlformats.org/drawingml/2006/main" noGrp="1"/>
          </p:cNvSpPr>
          <p:nvPr/>
        </p:nvSpPr>
        <p:spPr>
          <a:xfrm xmlns:a="http://schemas.openxmlformats.org/drawingml/2006/main">
            <a:off x="8001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진행</a:t>
            </a:r>
          </a:p>
        </p:txBody>
      </p:sp>
      <p:sp>
        <p:nvSpPr>
          <p:cNvPr id="8" name="">
            <a:extLst xmlns:a="http://schemas.openxmlformats.org/drawingml/2006/main">
              <a:ext uri="{FF2B5EF4-FFF2-40B4-BE49-F238E27FC236}">
                <a16:creationId xmlns:a16="http://schemas.microsoft.com/office/drawing/2014/main" id="{3DC1333A-19F1-4B89-8C0D-F106EB6B7A0F}"/>
              </a:ext>
            </a:extLst>
          </p:cNvPr>
          <p:cNvSpPr>
            <a:spLocks xmlns:a="http://schemas.openxmlformats.org/drawingml/2006/main" noGrp="1"/>
          </p:cNvSpPr>
          <p:nvPr/>
        </p:nvSpPr>
        <p:spPr>
          <a:xfrm xmlns:a="http://schemas.openxmlformats.org/drawingml/2006/main">
            <a:off x="8001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도메인별 Golden Set</a:t>
            </a:r>
          </a:p>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강의 12분 · 강사 시연 10분 · Codex 소프트웨어 제작 23분 · 실행 확인 5분</a:t>
            </a:r>
          </a:p>
        </p:txBody>
      </p:sp>
      <p:sp>
        <p:nvSpPr>
          <p:cNvPr id="9" name="">
            <a:extLst xmlns:a="http://schemas.openxmlformats.org/drawingml/2006/main">
              <a:ext uri="{FF2B5EF4-FFF2-40B4-BE49-F238E27FC236}">
                <a16:creationId xmlns:a16="http://schemas.microsoft.com/office/drawing/2014/main" id="{D6243275-916B-4C67-8C7D-9134A962E1F7}"/>
              </a:ext>
            </a:extLst>
          </p:cNvPr>
          <p:cNvSpPr>
            <a:spLocks xmlns:a="http://schemas.openxmlformats.org/drawingml/2006/main" noGrp="1"/>
          </p:cNvSpPr>
          <p:nvPr/>
        </p:nvSpPr>
        <p:spPr>
          <a:xfrm xmlns:a="http://schemas.openxmlformats.org/drawingml/2006/main">
            <a:off x="42672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사용 파일</a:t>
            </a:r>
          </a:p>
        </p:txBody>
      </p:sp>
      <p:sp>
        <p:nvSpPr>
          <p:cNvPr id="10" name="">
            <a:extLst xmlns:a="http://schemas.openxmlformats.org/drawingml/2006/main">
              <a:ext uri="{FF2B5EF4-FFF2-40B4-BE49-F238E27FC236}">
                <a16:creationId xmlns:a16="http://schemas.microsoft.com/office/drawing/2014/main" id="{FA8079B0-F18C-48F8-8CC0-4021E6D6B0A0}"/>
              </a:ext>
            </a:extLst>
          </p:cNvPr>
          <p:cNvSpPr>
            <a:spLocks xmlns:a="http://schemas.openxmlformats.org/drawingml/2006/main" noGrp="1"/>
          </p:cNvSpPr>
          <p:nvPr/>
        </p:nvSpPr>
        <p:spPr>
          <a:xfrm xmlns:a="http://schemas.openxmlformats.org/drawingml/2006/main">
            <a:off x="42672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data/meeting_sample_ko_12min_expected.json</a:t>
            </a:r>
          </a:p>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src/observability_lab.py</a:t>
            </a:r>
          </a:p>
        </p:txBody>
      </p:sp>
      <p:sp>
        <p:nvSpPr>
          <p:cNvPr id="11" name="">
            <a:extLst xmlns:a="http://schemas.openxmlformats.org/drawingml/2006/main">
              <a:ext uri="{FF2B5EF4-FFF2-40B4-BE49-F238E27FC236}">
                <a16:creationId xmlns:a16="http://schemas.microsoft.com/office/drawing/2014/main" id="{1903E506-B113-42CC-B280-2F4D986C56D8}"/>
              </a:ext>
            </a:extLst>
          </p:cNvPr>
          <p:cNvSpPr>
            <a:spLocks xmlns:a="http://schemas.openxmlformats.org/drawingml/2006/main" noGrp="1"/>
          </p:cNvSpPr>
          <p:nvPr/>
        </p:nvSpPr>
        <p:spPr>
          <a:xfrm xmlns:a="http://schemas.openxmlformats.org/drawingml/2006/main">
            <a:off x="7734300" y="45339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C7C7C7"/>
                </a:solidFill>
                <a:latin typeface="NanumGothic"/>
                <a:ea typeface="NanumGothic"/>
                <a:cs typeface="NanumGothic"/>
              </a:defRPr>
            </a:pPr>
            <a:r>
              <a:rPr sz="900" b="1">
                <a:solidFill>
                  <a:srgbClr val="C7C7C7"/>
                </a:solidFill>
                <a:latin typeface="NanumGothic"/>
                <a:ea typeface="NanumGothic"/>
                <a:cs typeface="NanumGothic"/>
              </a:rPr>
              <a:t>확인할 결과</a:t>
            </a:r>
          </a:p>
        </p:txBody>
      </p:sp>
      <p:sp>
        <p:nvSpPr>
          <p:cNvPr id="12" name="">
            <a:extLst xmlns:a="http://schemas.openxmlformats.org/drawingml/2006/main">
              <a:ext uri="{FF2B5EF4-FFF2-40B4-BE49-F238E27FC236}">
                <a16:creationId xmlns:a16="http://schemas.microsoft.com/office/drawing/2014/main" id="{E05BD0C1-2A13-422A-ADFC-8EB3A8985D69}"/>
              </a:ext>
            </a:extLst>
          </p:cNvPr>
          <p:cNvSpPr>
            <a:spLocks xmlns:a="http://schemas.openxmlformats.org/drawingml/2006/main" noGrp="1"/>
          </p:cNvSpPr>
          <p:nvPr/>
        </p:nvSpPr>
        <p:spPr>
          <a:xfrm xmlns:a="http://schemas.openxmlformats.org/drawingml/2006/main">
            <a:off x="7734300" y="485775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day2_eval_cases.json</a:t>
            </a:r>
          </a:p>
        </p:txBody>
      </p:sp>
      <p:sp>
        <p:nvSpPr>
          <p:cNvPr id="13" name="">
            <a:extLst xmlns:a="http://schemas.openxmlformats.org/drawingml/2006/main">
              <a:ext uri="{FF2B5EF4-FFF2-40B4-BE49-F238E27FC236}">
                <a16:creationId xmlns:a16="http://schemas.microsoft.com/office/drawing/2014/main" id="{D596E4EC-9F32-4B75-953C-4EF27DB1386F}"/>
              </a:ext>
            </a:extLst>
          </p:cNvPr>
          <p:cNvSpPr>
            <a:spLocks xmlns:a="http://schemas.openxmlformats.org/drawingml/2006/main" noGrp="1"/>
          </p:cNvSpPr>
          <p:nvPr/>
        </p:nvSpPr>
        <p:spPr>
          <a:xfrm xmlns:a="http://schemas.openxmlformats.org/drawingml/2006/main">
            <a:off x="800100" y="6096000"/>
            <a:ext cx="10401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825" b="1">
                <a:solidFill>
                  <a:srgbClr val="C7C7C7"/>
                </a:solidFill>
                <a:latin typeface="NanumGothic"/>
                <a:ea typeface="NanumGothic"/>
                <a:cs typeface="NanumGothic"/>
              </a:defRPr>
            </a:pPr>
            <a:r>
              <a:rPr sz="825" b="1">
                <a:solidFill>
                  <a:srgbClr val="C7C7C7"/>
                </a:solidFill>
                <a:latin typeface="NanumGothic"/>
                <a:ea typeface="NanumGothic"/>
                <a:cs typeface="NanumGothic"/>
              </a:rPr>
              <a:t>Day 2 · 한국어 회의 Agent · 8차시</a:t>
            </a:r>
          </a:p>
        </p:txBody>
      </p:sp>
    </p:spTree>
    <p:extLst>
      <p:ext uri="{BB962C8B-B14F-4D97-AF65-F5344CB8AC3E}">
        <p14:creationId xmlns:p14="http://schemas.microsoft.com/office/powerpoint/2010/main" val="789967357"/>
      </p:ext>
    </p:extLst>
  </p:cSld>
</p:sld>
</file>

<file path=ppt/slides/slide2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2898793-EC63-4D98-93E0-8ECA73288B47}"/>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8차시 입력과 결과</a:t>
            </a:r>
          </a:p>
        </p:txBody>
      </p:sp>
      <p:sp>
        <p:nvSpPr>
          <p:cNvPr id="2" name="">
            <a:extLst xmlns:a="http://schemas.openxmlformats.org/drawingml/2006/main">
              <a:ext uri="{FF2B5EF4-FFF2-40B4-BE49-F238E27FC236}">
                <a16:creationId xmlns:a16="http://schemas.microsoft.com/office/drawing/2014/main" id="{EE826B70-4FF6-48EE-916E-1D8E1AAD3665}"/>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현재 위치</a:t>
            </a:r>
          </a:p>
        </p:txBody>
      </p:sp>
      <p:sp>
        <p:nvSpPr>
          <p:cNvPr id="3" name="">
            <a:extLst xmlns:a="http://schemas.openxmlformats.org/drawingml/2006/main">
              <a:ext uri="{FF2B5EF4-FFF2-40B4-BE49-F238E27FC236}">
                <a16:creationId xmlns:a16="http://schemas.microsoft.com/office/drawing/2014/main" id="{F500ED86-143E-42D0-B1EA-E5CFD762E6E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C0444068-804D-436D-9B64-DD06B93DA34B}"/>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01F3238C-1388-44DA-8E0F-659399231FC3}"/>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F088362F-E0EB-4E77-83E4-0FF51DD33B8C}"/>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212</a:t>
            </a:r>
          </a:p>
        </p:txBody>
      </p:sp>
      <p:sp>
        <p:nvSpPr>
          <p:cNvPr id="7" name="">
            <a:extLst xmlns:a="http://schemas.openxmlformats.org/drawingml/2006/main">
              <a:ext uri="{FF2B5EF4-FFF2-40B4-BE49-F238E27FC236}">
                <a16:creationId xmlns:a16="http://schemas.microsoft.com/office/drawing/2014/main" id="{753F4C96-F811-4A50-87A2-33691EBA201F}"/>
              </a:ext>
            </a:extLst>
          </p:cNvPr>
          <p:cNvSpPr>
            <a:spLocks xmlns:a="http://schemas.openxmlformats.org/drawingml/2006/main" noGrp="1"/>
          </p:cNvSpPr>
          <p:nvPr/>
        </p:nvSpPr>
        <p:spPr>
          <a:xfrm xmlns:a="http://schemas.openxmlformats.org/drawingml/2006/main">
            <a:off x="685800" y="17335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입력</a:t>
            </a:r>
          </a:p>
        </p:txBody>
      </p:sp>
      <p:sp>
        <p:nvSpPr>
          <p:cNvPr id="8" name="">
            <a:extLst xmlns:a="http://schemas.openxmlformats.org/drawingml/2006/main">
              <a:ext uri="{FF2B5EF4-FFF2-40B4-BE49-F238E27FC236}">
                <a16:creationId xmlns:a16="http://schemas.microsoft.com/office/drawing/2014/main" id="{BB8AEE38-2F1C-480E-906C-EB8CB4898AA0}"/>
              </a:ext>
            </a:extLst>
          </p:cNvPr>
          <p:cNvSpPr>
            <a:spLocks xmlns:a="http://schemas.openxmlformats.org/drawingml/2006/main" noGrp="1"/>
          </p:cNvSpPr>
          <p:nvPr/>
        </p:nvSpPr>
        <p:spPr>
          <a:xfrm xmlns:a="http://schemas.openxmlformats.org/drawingml/2006/main">
            <a:off x="1962150" y="1857375"/>
            <a:ext cx="762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5CDF77B9-FD66-4130-A09A-D7A71A89FA34}"/>
              </a:ext>
            </a:extLst>
          </p:cNvPr>
          <p:cNvSpPr>
            <a:spLocks xmlns:a="http://schemas.openxmlformats.org/drawingml/2006/main" noGrp="1"/>
          </p:cNvSpPr>
          <p:nvPr/>
        </p:nvSpPr>
        <p:spPr>
          <a:xfrm xmlns:a="http://schemas.openxmlformats.org/drawingml/2006/main">
            <a:off x="3009900" y="15621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0">
                <a:solidFill>
                  <a:srgbClr val="191919"/>
                </a:solidFill>
                <a:latin typeface="NanumGothic"/>
                <a:ea typeface="NanumGothic"/>
                <a:cs typeface="NanumGothic"/>
              </a:defRPr>
            </a:pPr>
            <a:r>
              <a:rPr sz="1875" b="0">
                <a:solidFill>
                  <a:srgbClr val="191919"/>
                </a:solidFill>
                <a:latin typeface="NanumGothic"/>
                <a:ea typeface="NanumGothic"/>
                <a:cs typeface="NanumGothic"/>
              </a:rPr>
              <a:t>validated_meeting_brief.json</a:t>
            </a:r>
          </a:p>
        </p:txBody>
      </p:sp>
      <p:sp>
        <p:nvSpPr>
          <p:cNvPr id="10" name="">
            <a:extLst xmlns:a="http://schemas.openxmlformats.org/drawingml/2006/main">
              <a:ext uri="{FF2B5EF4-FFF2-40B4-BE49-F238E27FC236}">
                <a16:creationId xmlns:a16="http://schemas.microsoft.com/office/drawing/2014/main" id="{3632CFE7-296B-4092-99C0-3BA1524BDDE3}"/>
              </a:ext>
            </a:extLst>
          </p:cNvPr>
          <p:cNvSpPr>
            <a:spLocks xmlns:a="http://schemas.openxmlformats.org/drawingml/2006/main" noGrp="1"/>
          </p:cNvSpPr>
          <p:nvPr/>
        </p:nvSpPr>
        <p:spPr>
          <a:xfrm xmlns:a="http://schemas.openxmlformats.org/drawingml/2006/main">
            <a:off x="685800" y="28003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이번 차시</a:t>
            </a:r>
          </a:p>
        </p:txBody>
      </p:sp>
      <p:sp>
        <p:nvSpPr>
          <p:cNvPr id="11" name="">
            <a:extLst xmlns:a="http://schemas.openxmlformats.org/drawingml/2006/main">
              <a:ext uri="{FF2B5EF4-FFF2-40B4-BE49-F238E27FC236}">
                <a16:creationId xmlns:a16="http://schemas.microsoft.com/office/drawing/2014/main" id="{15DEE609-185E-4A48-98C7-1D968B18C52D}"/>
              </a:ext>
            </a:extLst>
          </p:cNvPr>
          <p:cNvSpPr>
            <a:spLocks xmlns:a="http://schemas.openxmlformats.org/drawingml/2006/main" noGrp="1"/>
          </p:cNvSpPr>
          <p:nvPr/>
        </p:nvSpPr>
        <p:spPr>
          <a:xfrm xmlns:a="http://schemas.openxmlformats.org/drawingml/2006/main">
            <a:off x="1962150" y="2924175"/>
            <a:ext cx="76200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2" name="">
            <a:extLst xmlns:a="http://schemas.openxmlformats.org/drawingml/2006/main">
              <a:ext uri="{FF2B5EF4-FFF2-40B4-BE49-F238E27FC236}">
                <a16:creationId xmlns:a16="http://schemas.microsoft.com/office/drawing/2014/main" id="{A6DDD4EE-2E18-4571-BF9E-48A40A5A7E4D}"/>
              </a:ext>
            </a:extLst>
          </p:cNvPr>
          <p:cNvSpPr>
            <a:spLocks xmlns:a="http://schemas.openxmlformats.org/drawingml/2006/main" noGrp="1"/>
          </p:cNvSpPr>
          <p:nvPr/>
        </p:nvSpPr>
        <p:spPr>
          <a:xfrm xmlns:a="http://schemas.openxmlformats.org/drawingml/2006/main">
            <a:off x="3009900" y="26289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1">
                <a:solidFill>
                  <a:srgbClr val="191919"/>
                </a:solidFill>
                <a:latin typeface="NanumGothic"/>
                <a:ea typeface="NanumGothic"/>
                <a:cs typeface="NanumGothic"/>
              </a:defRPr>
            </a:pPr>
            <a:r>
              <a:rPr sz="1875" b="1">
                <a:solidFill>
                  <a:srgbClr val="191919"/>
                </a:solidFill>
                <a:latin typeface="NanumGothic"/>
                <a:ea typeface="NanumGothic"/>
                <a:cs typeface="NanumGothic"/>
              </a:rPr>
              <a:t>도메인별 Golden Set</a:t>
            </a:r>
          </a:p>
        </p:txBody>
      </p:sp>
      <p:sp>
        <p:nvSpPr>
          <p:cNvPr id="13" name="">
            <a:extLst xmlns:a="http://schemas.openxmlformats.org/drawingml/2006/main">
              <a:ext uri="{FF2B5EF4-FFF2-40B4-BE49-F238E27FC236}">
                <a16:creationId xmlns:a16="http://schemas.microsoft.com/office/drawing/2014/main" id="{920EE19D-9F7F-409E-9435-DAB28E0D280A}"/>
              </a:ext>
            </a:extLst>
          </p:cNvPr>
          <p:cNvSpPr>
            <a:spLocks xmlns:a="http://schemas.openxmlformats.org/drawingml/2006/main" noGrp="1"/>
          </p:cNvSpPr>
          <p:nvPr/>
        </p:nvSpPr>
        <p:spPr>
          <a:xfrm xmlns:a="http://schemas.openxmlformats.org/drawingml/2006/main">
            <a:off x="685800" y="38671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결과</a:t>
            </a:r>
          </a:p>
        </p:txBody>
      </p:sp>
      <p:sp>
        <p:nvSpPr>
          <p:cNvPr id="14" name="">
            <a:extLst xmlns:a="http://schemas.openxmlformats.org/drawingml/2006/main">
              <a:ext uri="{FF2B5EF4-FFF2-40B4-BE49-F238E27FC236}">
                <a16:creationId xmlns:a16="http://schemas.microsoft.com/office/drawing/2014/main" id="{85D1F8FA-F4D7-4698-A07D-0BA1920C86F2}"/>
              </a:ext>
            </a:extLst>
          </p:cNvPr>
          <p:cNvSpPr>
            <a:spLocks xmlns:a="http://schemas.openxmlformats.org/drawingml/2006/main" noGrp="1"/>
          </p:cNvSpPr>
          <p:nvPr/>
        </p:nvSpPr>
        <p:spPr>
          <a:xfrm xmlns:a="http://schemas.openxmlformats.org/drawingml/2006/main">
            <a:off x="1962150" y="3990975"/>
            <a:ext cx="762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10F7BFC0-4F56-4555-BE7A-51EF28E56AB7}"/>
              </a:ext>
            </a:extLst>
          </p:cNvPr>
          <p:cNvSpPr>
            <a:spLocks xmlns:a="http://schemas.openxmlformats.org/drawingml/2006/main" noGrp="1"/>
          </p:cNvSpPr>
          <p:nvPr/>
        </p:nvSpPr>
        <p:spPr>
          <a:xfrm xmlns:a="http://schemas.openxmlformats.org/drawingml/2006/main">
            <a:off x="3009900" y="36957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0">
                <a:solidFill>
                  <a:srgbClr val="191919"/>
                </a:solidFill>
                <a:latin typeface="NanumGothic"/>
                <a:ea typeface="NanumGothic"/>
                <a:cs typeface="NanumGothic"/>
              </a:defRPr>
            </a:pPr>
            <a:r>
              <a:rPr sz="1875" b="0">
                <a:solidFill>
                  <a:srgbClr val="191919"/>
                </a:solidFill>
                <a:latin typeface="NanumGothic"/>
                <a:ea typeface="NanumGothic"/>
                <a:cs typeface="NanumGothic"/>
              </a:rPr>
              <a:t>day2_eval_cases.json</a:t>
            </a:r>
          </a:p>
        </p:txBody>
      </p:sp>
      <p:sp>
        <p:nvSpPr>
          <p:cNvPr id="16" name="">
            <a:extLst xmlns:a="http://schemas.openxmlformats.org/drawingml/2006/main">
              <a:ext uri="{FF2B5EF4-FFF2-40B4-BE49-F238E27FC236}">
                <a16:creationId xmlns:a16="http://schemas.microsoft.com/office/drawing/2014/main" id="{76CDF182-303C-4769-A3EB-426C8BF6AA88}"/>
              </a:ext>
            </a:extLst>
          </p:cNvPr>
          <p:cNvSpPr>
            <a:spLocks xmlns:a="http://schemas.openxmlformats.org/drawingml/2006/main" noGrp="1"/>
          </p:cNvSpPr>
          <p:nvPr/>
        </p:nvSpPr>
        <p:spPr>
          <a:xfrm xmlns:a="http://schemas.openxmlformats.org/drawingml/2006/main">
            <a:off x="685800" y="4933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다음 연결</a:t>
            </a:r>
          </a:p>
        </p:txBody>
      </p:sp>
      <p:sp>
        <p:nvSpPr>
          <p:cNvPr id="17" name="">
            <a:extLst xmlns:a="http://schemas.openxmlformats.org/drawingml/2006/main">
              <a:ext uri="{FF2B5EF4-FFF2-40B4-BE49-F238E27FC236}">
                <a16:creationId xmlns:a16="http://schemas.microsoft.com/office/drawing/2014/main" id="{B7178B3A-63F3-4C63-A1A2-0D486974AA9A}"/>
              </a:ext>
            </a:extLst>
          </p:cNvPr>
          <p:cNvSpPr>
            <a:spLocks xmlns:a="http://schemas.openxmlformats.org/drawingml/2006/main" noGrp="1"/>
          </p:cNvSpPr>
          <p:nvPr/>
        </p:nvSpPr>
        <p:spPr>
          <a:xfrm xmlns:a="http://schemas.openxmlformats.org/drawingml/2006/main">
            <a:off x="1962150" y="5057775"/>
            <a:ext cx="762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2C0748F5-BD0E-4BF3-B5C0-E9601BC2C27B}"/>
              </a:ext>
            </a:extLst>
          </p:cNvPr>
          <p:cNvSpPr>
            <a:spLocks xmlns:a="http://schemas.openxmlformats.org/drawingml/2006/main" noGrp="1"/>
          </p:cNvSpPr>
          <p:nvPr/>
        </p:nvSpPr>
        <p:spPr>
          <a:xfrm xmlns:a="http://schemas.openxmlformats.org/drawingml/2006/main">
            <a:off x="3009900" y="47625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0">
                <a:solidFill>
                  <a:srgbClr val="191919"/>
                </a:solidFill>
                <a:latin typeface="NanumGothic"/>
                <a:ea typeface="NanumGothic"/>
                <a:cs typeface="NanumGothic"/>
              </a:defRPr>
            </a:pPr>
            <a:r>
              <a:rPr sz="1875" b="0">
                <a:solidFill>
                  <a:srgbClr val="191919"/>
                </a:solidFill>
                <a:latin typeface="NanumGothic"/>
                <a:ea typeface="NanumGothic"/>
                <a:cs typeface="NanumGothic"/>
              </a:rPr>
              <a:t>17:30-18:00 쉬는 시간</a:t>
            </a:r>
          </a:p>
        </p:txBody>
      </p:sp>
    </p:spTree>
    <p:extLst>
      <p:ext uri="{BB962C8B-B14F-4D97-AF65-F5344CB8AC3E}">
        <p14:creationId xmlns:p14="http://schemas.microsoft.com/office/powerpoint/2010/main" val="1867398349"/>
      </p:ext>
    </p:extLst>
  </p:cSld>
</p:sld>
</file>

<file path=ppt/slides/slide2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03CCD3F-E4BC-4B6B-9007-EDA029AE2170}"/>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필요성</a:t>
            </a:r>
          </a:p>
        </p:txBody>
      </p:sp>
      <p:sp>
        <p:nvSpPr>
          <p:cNvPr id="2" name="">
            <a:extLst xmlns:a="http://schemas.openxmlformats.org/drawingml/2006/main">
              <a:ext uri="{FF2B5EF4-FFF2-40B4-BE49-F238E27FC236}">
                <a16:creationId xmlns:a16="http://schemas.microsoft.com/office/drawing/2014/main" id="{AF815D4E-7F80-47C9-985B-FDB5C212F13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9C24D340-1997-49B2-94A7-8A9CDFC02921}"/>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AB2E79CF-4727-4AD7-8BD1-5CFDA64E6F97}"/>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5" name="">
            <a:extLst xmlns:a="http://schemas.openxmlformats.org/drawingml/2006/main">
              <a:ext uri="{FF2B5EF4-FFF2-40B4-BE49-F238E27FC236}">
                <a16:creationId xmlns:a16="http://schemas.microsoft.com/office/drawing/2014/main" id="{2F60B161-B984-4CA2-9BE5-2ADB0B062346}"/>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213</a:t>
            </a:r>
          </a:p>
        </p:txBody>
      </p:sp>
      <p:sp>
        <p:nvSpPr>
          <p:cNvPr id="6" name="">
            <a:extLst xmlns:a="http://schemas.openxmlformats.org/drawingml/2006/main">
              <a:ext uri="{FF2B5EF4-FFF2-40B4-BE49-F238E27FC236}">
                <a16:creationId xmlns:a16="http://schemas.microsoft.com/office/drawing/2014/main" id="{F42166E0-0E0B-4DB4-8D14-2076C83057C9}"/>
              </a:ext>
            </a:extLst>
          </p:cNvPr>
          <p:cNvSpPr>
            <a:spLocks xmlns:a="http://schemas.openxmlformats.org/drawingml/2006/main" noGrp="1"/>
          </p:cNvSpPr>
          <p:nvPr/>
        </p:nvSpPr>
        <p:spPr>
          <a:xfrm xmlns:a="http://schemas.openxmlformats.org/drawingml/2006/main">
            <a:off x="762000" y="1733550"/>
            <a:ext cx="9906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325" b="1">
                <a:solidFill>
                  <a:srgbClr val="191919"/>
                </a:solidFill>
                <a:latin typeface="NanumGothic"/>
                <a:ea typeface="NanumGothic"/>
                <a:cs typeface="NanumGothic"/>
              </a:defRPr>
            </a:pPr>
            <a:r>
              <a:rPr sz="2325" b="1">
                <a:solidFill>
                  <a:srgbClr val="191919"/>
                </a:solidFill>
                <a:latin typeface="NanumGothic"/>
                <a:ea typeface="NanumGothic"/>
                <a:cs typeface="NanumGothic"/>
              </a:rPr>
              <a:t>범용 요약 점수만으로는 금액·날짜·상품명 같은 도메인 오류를 잡지 못한다.</a:t>
            </a:r>
          </a:p>
        </p:txBody>
      </p:sp>
      <p:sp>
        <p:nvSpPr>
          <p:cNvPr id="7" name="">
            <a:extLst xmlns:a="http://schemas.openxmlformats.org/drawingml/2006/main">
              <a:ext uri="{FF2B5EF4-FFF2-40B4-BE49-F238E27FC236}">
                <a16:creationId xmlns:a16="http://schemas.microsoft.com/office/drawing/2014/main" id="{C0AEBD0C-C590-44E0-BD41-1AC45861BD34}"/>
              </a:ext>
            </a:extLst>
          </p:cNvPr>
          <p:cNvSpPr>
            <a:spLocks xmlns:a="http://schemas.openxmlformats.org/drawingml/2006/main" noGrp="1"/>
          </p:cNvSpPr>
          <p:nvPr/>
        </p:nvSpPr>
        <p:spPr>
          <a:xfrm xmlns:a="http://schemas.openxmlformats.org/drawingml/2006/main">
            <a:off x="1143000" y="2857500"/>
            <a:ext cx="914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1650" b="0">
                <a:solidFill>
                  <a:srgbClr val="555555"/>
                </a:solidFill>
                <a:latin typeface="NanumGothic"/>
                <a:ea typeface="NanumGothic"/>
                <a:cs typeface="NanumGothic"/>
              </a:defRPr>
            </a:pPr>
            <a:r>
              <a:rPr sz="1650" b="0">
                <a:solidFill>
                  <a:srgbClr val="555555"/>
                </a:solidFill>
                <a:latin typeface="NanumGothic"/>
                <a:ea typeface="NanumGothic"/>
                <a:cs typeface="NanumGothic"/>
              </a:rPr>
              <a:t>실패 사례 수집에서 day2_eval_cases.json까지, 가장 먼저 고정할 판단은 무엇인가</a:t>
            </a:r>
          </a:p>
        </p:txBody>
      </p:sp>
      <p:sp>
        <p:nvSpPr>
          <p:cNvPr id="8" name="">
            <a:extLst xmlns:a="http://schemas.openxmlformats.org/drawingml/2006/main">
              <a:ext uri="{FF2B5EF4-FFF2-40B4-BE49-F238E27FC236}">
                <a16:creationId xmlns:a16="http://schemas.microsoft.com/office/drawing/2014/main" id="{039D32B6-F1D9-4082-AE13-98BEC6D83959}"/>
              </a:ext>
            </a:extLst>
          </p:cNvPr>
          <p:cNvSpPr>
            <a:spLocks xmlns:a="http://schemas.openxmlformats.org/drawingml/2006/main" noGrp="1"/>
          </p:cNvSpPr>
          <p:nvPr/>
        </p:nvSpPr>
        <p:spPr>
          <a:xfrm xmlns:a="http://schemas.openxmlformats.org/drawingml/2006/main">
            <a:off x="3657600" y="3581400"/>
            <a:ext cx="487680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9" name="">
            <a:extLst xmlns:a="http://schemas.openxmlformats.org/drawingml/2006/main">
              <a:ext uri="{FF2B5EF4-FFF2-40B4-BE49-F238E27FC236}">
                <a16:creationId xmlns:a16="http://schemas.microsoft.com/office/drawing/2014/main" id="{47F1E489-3CB8-475A-AC03-6D689539AE2E}"/>
              </a:ext>
            </a:extLst>
          </p:cNvPr>
          <p:cNvSpPr>
            <a:spLocks xmlns:a="http://schemas.openxmlformats.org/drawingml/2006/main" noGrp="1"/>
          </p:cNvSpPr>
          <p:nvPr/>
        </p:nvSpPr>
        <p:spPr>
          <a:xfrm xmlns:a="http://schemas.openxmlformats.org/drawingml/2006/main">
            <a:off x="1714500" y="3981450"/>
            <a:ext cx="876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425" b="1">
                <a:solidFill>
                  <a:srgbClr val="555555"/>
                </a:solidFill>
                <a:latin typeface="NanumGothic"/>
                <a:ea typeface="NanumGothic"/>
                <a:cs typeface="NanumGothic"/>
              </a:defRPr>
            </a:pPr>
            <a:r>
              <a:rPr sz="1425" b="1">
                <a:solidFill>
                  <a:srgbClr val="555555"/>
                </a:solidFill>
                <a:latin typeface="NanumGothic"/>
                <a:ea typeface="NanumGothic"/>
                <a:cs typeface="NanumGothic"/>
              </a:rPr>
              <a:t>이번 차시의 확인 결과: day2_eval_cases.json</a:t>
            </a:r>
          </a:p>
        </p:txBody>
      </p:sp>
    </p:spTree>
    <p:extLst>
      <p:ext uri="{BB962C8B-B14F-4D97-AF65-F5344CB8AC3E}">
        <p14:creationId xmlns:p14="http://schemas.microsoft.com/office/powerpoint/2010/main" val="1228504082"/>
      </p:ext>
    </p:extLst>
  </p:cSld>
</p:sld>
</file>

<file path=ppt/slides/slide2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044FAC7-25C2-4946-8F59-4F121A4ACBA8}"/>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학습 결과</a:t>
            </a:r>
          </a:p>
        </p:txBody>
      </p:sp>
      <p:sp>
        <p:nvSpPr>
          <p:cNvPr id="2" name="">
            <a:extLst xmlns:a="http://schemas.openxmlformats.org/drawingml/2006/main">
              <a:ext uri="{FF2B5EF4-FFF2-40B4-BE49-F238E27FC236}">
                <a16:creationId xmlns:a16="http://schemas.microsoft.com/office/drawing/2014/main" id="{F1277064-65BA-4C92-9F6B-D379983268E8}"/>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734D2257-79D0-4064-BE79-71CB9EFC9F9C}"/>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C1B61A0C-0BA4-448F-9E79-6BDA465AFF49}"/>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5" name="">
            <a:extLst xmlns:a="http://schemas.openxmlformats.org/drawingml/2006/main">
              <a:ext uri="{FF2B5EF4-FFF2-40B4-BE49-F238E27FC236}">
                <a16:creationId xmlns:a16="http://schemas.microsoft.com/office/drawing/2014/main" id="{ADCD3CC3-4373-42E4-8406-C7E1FE8ECCE0}"/>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214</a:t>
            </a:r>
          </a:p>
        </p:txBody>
      </p:sp>
      <p:sp>
        <p:nvSpPr>
          <p:cNvPr id="6" name="">
            <a:extLst xmlns:a="http://schemas.openxmlformats.org/drawingml/2006/main">
              <a:ext uri="{FF2B5EF4-FFF2-40B4-BE49-F238E27FC236}">
                <a16:creationId xmlns:a16="http://schemas.microsoft.com/office/drawing/2014/main" id="{64669868-A2D0-4F79-A6E1-D0A872123337}"/>
              </a:ext>
            </a:extLst>
          </p:cNvPr>
          <p:cNvSpPr>
            <a:spLocks xmlns:a="http://schemas.openxmlformats.org/drawingml/2006/main" noGrp="1"/>
          </p:cNvSpPr>
          <p:nvPr/>
        </p:nvSpPr>
        <p:spPr>
          <a:xfrm xmlns:a="http://schemas.openxmlformats.org/drawingml/2006/main">
            <a:off x="914400" y="1847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EC9138F0-6E1D-4766-850B-8297125CF1C0}"/>
              </a:ext>
            </a:extLst>
          </p:cNvPr>
          <p:cNvSpPr>
            <a:spLocks xmlns:a="http://schemas.openxmlformats.org/drawingml/2006/main" noGrp="1"/>
          </p:cNvSpPr>
          <p:nvPr/>
        </p:nvSpPr>
        <p:spPr>
          <a:xfrm xmlns:a="http://schemas.openxmlformats.org/drawingml/2006/main">
            <a:off x="1352550" y="1971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F0B516CA-FB17-4E88-9246-B1B4D3981035}"/>
              </a:ext>
            </a:extLst>
          </p:cNvPr>
          <p:cNvSpPr>
            <a:spLocks xmlns:a="http://schemas.openxmlformats.org/drawingml/2006/main" noGrp="1"/>
          </p:cNvSpPr>
          <p:nvPr/>
        </p:nvSpPr>
        <p:spPr>
          <a:xfrm xmlns:a="http://schemas.openxmlformats.org/drawingml/2006/main">
            <a:off x="1828800" y="18097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이커머스·교육·금융 사례에 맞는 평가 case를 만든다.</a:t>
            </a:r>
          </a:p>
        </p:txBody>
      </p:sp>
      <p:sp>
        <p:nvSpPr>
          <p:cNvPr id="9" name="">
            <a:extLst xmlns:a="http://schemas.openxmlformats.org/drawingml/2006/main">
              <a:ext uri="{FF2B5EF4-FFF2-40B4-BE49-F238E27FC236}">
                <a16:creationId xmlns:a16="http://schemas.microsoft.com/office/drawing/2014/main" id="{F95FA87E-D3AE-483F-8082-397591955938}"/>
              </a:ext>
            </a:extLst>
          </p:cNvPr>
          <p:cNvSpPr>
            <a:spLocks xmlns:a="http://schemas.openxmlformats.org/drawingml/2006/main" noGrp="1"/>
          </p:cNvSpPr>
          <p:nvPr/>
        </p:nvSpPr>
        <p:spPr>
          <a:xfrm xmlns:a="http://schemas.openxmlformats.org/drawingml/2006/main">
            <a:off x="914400" y="3009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0" name="">
            <a:extLst xmlns:a="http://schemas.openxmlformats.org/drawingml/2006/main">
              <a:ext uri="{FF2B5EF4-FFF2-40B4-BE49-F238E27FC236}">
                <a16:creationId xmlns:a16="http://schemas.microsoft.com/office/drawing/2014/main" id="{093E4A06-A93A-47EB-83A8-2EDFD40C3E5D}"/>
              </a:ext>
            </a:extLst>
          </p:cNvPr>
          <p:cNvSpPr>
            <a:spLocks xmlns:a="http://schemas.openxmlformats.org/drawingml/2006/main" noGrp="1"/>
          </p:cNvSpPr>
          <p:nvPr/>
        </p:nvSpPr>
        <p:spPr>
          <a:xfrm xmlns:a="http://schemas.openxmlformats.org/drawingml/2006/main">
            <a:off x="1352550" y="3133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C68E10EB-70C1-4F8B-8F8A-C673EF0AC45B}"/>
              </a:ext>
            </a:extLst>
          </p:cNvPr>
          <p:cNvSpPr>
            <a:spLocks xmlns:a="http://schemas.openxmlformats.org/drawingml/2006/main" noGrp="1"/>
          </p:cNvSpPr>
          <p:nvPr/>
        </p:nvSpPr>
        <p:spPr>
          <a:xfrm xmlns:a="http://schemas.openxmlformats.org/drawingml/2006/main">
            <a:off x="1828800" y="297180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데모 한 건 성공을 서비스 전체 품질로 일반화한다. 왜 위험한지 설명한다.</a:t>
            </a:r>
          </a:p>
        </p:txBody>
      </p:sp>
      <p:sp>
        <p:nvSpPr>
          <p:cNvPr id="12" name="">
            <a:extLst xmlns:a="http://schemas.openxmlformats.org/drawingml/2006/main">
              <a:ext uri="{FF2B5EF4-FFF2-40B4-BE49-F238E27FC236}">
                <a16:creationId xmlns:a16="http://schemas.microsoft.com/office/drawing/2014/main" id="{3646D4BD-4A28-4DEE-898F-0CA3CFA0F81E}"/>
              </a:ext>
            </a:extLst>
          </p:cNvPr>
          <p:cNvSpPr>
            <a:spLocks xmlns:a="http://schemas.openxmlformats.org/drawingml/2006/main" noGrp="1"/>
          </p:cNvSpPr>
          <p:nvPr/>
        </p:nvSpPr>
        <p:spPr>
          <a:xfrm xmlns:a="http://schemas.openxmlformats.org/drawingml/2006/main">
            <a:off x="914400" y="41719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3" name="">
            <a:extLst xmlns:a="http://schemas.openxmlformats.org/drawingml/2006/main">
              <a:ext uri="{FF2B5EF4-FFF2-40B4-BE49-F238E27FC236}">
                <a16:creationId xmlns:a16="http://schemas.microsoft.com/office/drawing/2014/main" id="{FF2EB2A0-0F0D-4FD8-9D38-12AE43BA5A84}"/>
              </a:ext>
            </a:extLst>
          </p:cNvPr>
          <p:cNvSpPr>
            <a:spLocks xmlns:a="http://schemas.openxmlformats.org/drawingml/2006/main" noGrp="1"/>
          </p:cNvSpPr>
          <p:nvPr/>
        </p:nvSpPr>
        <p:spPr>
          <a:xfrm xmlns:a="http://schemas.openxmlformats.org/drawingml/2006/main">
            <a:off x="1352550" y="42957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19648D2C-DEED-4CD2-A404-25634A9B08BA}"/>
              </a:ext>
            </a:extLst>
          </p:cNvPr>
          <p:cNvSpPr>
            <a:spLocks xmlns:a="http://schemas.openxmlformats.org/drawingml/2006/main" noGrp="1"/>
          </p:cNvSpPr>
          <p:nvPr/>
        </p:nvSpPr>
        <p:spPr>
          <a:xfrm xmlns:a="http://schemas.openxmlformats.org/drawingml/2006/main">
            <a:off x="1828800" y="41338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191919"/>
                </a:solidFill>
                <a:latin typeface="NanumGothic"/>
                <a:ea typeface="NanumGothic"/>
                <a:cs typeface="NanumGothic"/>
              </a:defRPr>
            </a:pPr>
            <a:r>
              <a:rPr sz="1800" b="0">
                <a:solidFill>
                  <a:srgbClr val="191919"/>
                </a:solidFill>
                <a:latin typeface="NanumGothic"/>
                <a:ea typeface="NanumGothic"/>
                <a:cs typeface="NanumGothic"/>
              </a:rPr>
              <a:t>day2_eval_cases.json에서 정상과 실패 상태를 직접 확인한다.</a:t>
            </a:r>
          </a:p>
        </p:txBody>
      </p:sp>
    </p:spTree>
    <p:extLst>
      <p:ext uri="{BB962C8B-B14F-4D97-AF65-F5344CB8AC3E}">
        <p14:creationId xmlns:p14="http://schemas.microsoft.com/office/powerpoint/2010/main" val="2030583998"/>
      </p:ext>
    </p:extLst>
  </p:cSld>
</p:sld>
</file>

<file path=ppt/slides/slide2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51E68B8-0B39-4AD0-94FF-344D8D902AC6}"/>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용어</a:t>
            </a:r>
          </a:p>
        </p:txBody>
      </p:sp>
      <p:sp>
        <p:nvSpPr>
          <p:cNvPr id="2" name="">
            <a:extLst xmlns:a="http://schemas.openxmlformats.org/drawingml/2006/main">
              <a:ext uri="{FF2B5EF4-FFF2-40B4-BE49-F238E27FC236}">
                <a16:creationId xmlns:a16="http://schemas.microsoft.com/office/drawing/2014/main" id="{8CF43FCD-450D-4351-9C20-A37F098CC936}"/>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용어 풀이</a:t>
            </a:r>
          </a:p>
        </p:txBody>
      </p:sp>
      <p:sp>
        <p:nvSpPr>
          <p:cNvPr id="3" name="">
            <a:extLst xmlns:a="http://schemas.openxmlformats.org/drawingml/2006/main">
              <a:ext uri="{FF2B5EF4-FFF2-40B4-BE49-F238E27FC236}">
                <a16:creationId xmlns:a16="http://schemas.microsoft.com/office/drawing/2014/main" id="{8B1B4DF6-A3AF-4DAE-B3CC-3E5DC3576862}"/>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475241BF-C30C-4156-97CC-35CAFB3B2FF3}"/>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B9397F8F-53F1-4F41-91AB-53FEA2879EC3}"/>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BE48FEC2-A7A8-4886-8875-8FA4BEF7E934}"/>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215</a:t>
            </a:r>
          </a:p>
        </p:txBody>
      </p:sp>
      <p:sp>
        <p:nvSpPr>
          <p:cNvPr id="7" name="">
            <a:extLst xmlns:a="http://schemas.openxmlformats.org/drawingml/2006/main">
              <a:ext uri="{FF2B5EF4-FFF2-40B4-BE49-F238E27FC236}">
                <a16:creationId xmlns:a16="http://schemas.microsoft.com/office/drawing/2014/main" id="{C4AEE836-9AA8-4627-907C-9FE15BA80B22}"/>
              </a:ext>
            </a:extLst>
          </p:cNvPr>
          <p:cNvSpPr>
            <a:spLocks xmlns:a="http://schemas.openxmlformats.org/drawingml/2006/main" noGrp="1"/>
          </p:cNvSpPr>
          <p:nvPr/>
        </p:nvSpPr>
        <p:spPr>
          <a:xfrm xmlns:a="http://schemas.openxmlformats.org/drawingml/2006/main">
            <a:off x="762000" y="1504950"/>
            <a:ext cx="2476500" cy="8572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8" name="">
            <a:extLst xmlns:a="http://schemas.openxmlformats.org/drawingml/2006/main">
              <a:ext uri="{FF2B5EF4-FFF2-40B4-BE49-F238E27FC236}">
                <a16:creationId xmlns:a16="http://schemas.microsoft.com/office/drawing/2014/main" id="{F3BB8FD9-B0D1-4355-81C6-D75DD961DC7A}"/>
              </a:ext>
            </a:extLst>
          </p:cNvPr>
          <p:cNvSpPr>
            <a:spLocks xmlns:a="http://schemas.openxmlformats.org/drawingml/2006/main" noGrp="1"/>
          </p:cNvSpPr>
          <p:nvPr/>
        </p:nvSpPr>
        <p:spPr>
          <a:xfrm xmlns:a="http://schemas.openxmlformats.org/drawingml/2006/main">
            <a:off x="933450" y="16764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용어</a:t>
            </a:r>
          </a:p>
        </p:txBody>
      </p:sp>
      <p:sp>
        <p:nvSpPr>
          <p:cNvPr id="9" name="">
            <a:extLst xmlns:a="http://schemas.openxmlformats.org/drawingml/2006/main">
              <a:ext uri="{FF2B5EF4-FFF2-40B4-BE49-F238E27FC236}">
                <a16:creationId xmlns:a16="http://schemas.microsoft.com/office/drawing/2014/main" id="{76604649-41FE-4DCC-A007-96258D3C3630}"/>
              </a:ext>
            </a:extLst>
          </p:cNvPr>
          <p:cNvSpPr>
            <a:spLocks xmlns:a="http://schemas.openxmlformats.org/drawingml/2006/main" noGrp="1"/>
          </p:cNvSpPr>
          <p:nvPr/>
        </p:nvSpPr>
        <p:spPr>
          <a:xfrm xmlns:a="http://schemas.openxmlformats.org/drawingml/2006/main">
            <a:off x="3238500" y="1504950"/>
            <a:ext cx="7810500" cy="8572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0" name="">
            <a:extLst xmlns:a="http://schemas.openxmlformats.org/drawingml/2006/main">
              <a:ext uri="{FF2B5EF4-FFF2-40B4-BE49-F238E27FC236}">
                <a16:creationId xmlns:a16="http://schemas.microsoft.com/office/drawing/2014/main" id="{6A7DC0BD-212A-48EC-BC02-82A09115C553}"/>
              </a:ext>
            </a:extLst>
          </p:cNvPr>
          <p:cNvSpPr>
            <a:spLocks xmlns:a="http://schemas.openxmlformats.org/drawingml/2006/main" noGrp="1"/>
          </p:cNvSpPr>
          <p:nvPr/>
        </p:nvSpPr>
        <p:spPr>
          <a:xfrm xmlns:a="http://schemas.openxmlformats.org/drawingml/2006/main">
            <a:off x="3409950" y="16764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이 수업에서 쓰는 뜻</a:t>
            </a:r>
          </a:p>
        </p:txBody>
      </p:sp>
      <p:sp>
        <p:nvSpPr>
          <p:cNvPr id="11" name="">
            <a:extLst xmlns:a="http://schemas.openxmlformats.org/drawingml/2006/main">
              <a:ext uri="{FF2B5EF4-FFF2-40B4-BE49-F238E27FC236}">
                <a16:creationId xmlns:a16="http://schemas.microsoft.com/office/drawing/2014/main" id="{3850AE6B-6717-42C4-B58D-7E751A19F863}"/>
              </a:ext>
            </a:extLst>
          </p:cNvPr>
          <p:cNvSpPr>
            <a:spLocks xmlns:a="http://schemas.openxmlformats.org/drawingml/2006/main" noGrp="1"/>
          </p:cNvSpPr>
          <p:nvPr/>
        </p:nvSpPr>
        <p:spPr>
          <a:xfrm xmlns:a="http://schemas.openxmlformats.org/drawingml/2006/main">
            <a:off x="762000" y="2362200"/>
            <a:ext cx="2476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80E6F2E1-2DD0-44DE-B3B5-C086B4DCD9F7}"/>
              </a:ext>
            </a:extLst>
          </p:cNvPr>
          <p:cNvSpPr>
            <a:spLocks xmlns:a="http://schemas.openxmlformats.org/drawingml/2006/main" noGrp="1"/>
          </p:cNvSpPr>
          <p:nvPr/>
        </p:nvSpPr>
        <p:spPr>
          <a:xfrm xmlns:a="http://schemas.openxmlformats.org/drawingml/2006/main">
            <a:off x="933450" y="253365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Golden case</a:t>
            </a:r>
          </a:p>
        </p:txBody>
      </p:sp>
      <p:sp>
        <p:nvSpPr>
          <p:cNvPr id="13" name="">
            <a:extLst xmlns:a="http://schemas.openxmlformats.org/drawingml/2006/main">
              <a:ext uri="{FF2B5EF4-FFF2-40B4-BE49-F238E27FC236}">
                <a16:creationId xmlns:a16="http://schemas.microsoft.com/office/drawing/2014/main" id="{18AEA595-8108-44E6-85A8-38F208D43B62}"/>
              </a:ext>
            </a:extLst>
          </p:cNvPr>
          <p:cNvSpPr>
            <a:spLocks xmlns:a="http://schemas.openxmlformats.org/drawingml/2006/main" noGrp="1"/>
          </p:cNvSpPr>
          <p:nvPr/>
        </p:nvSpPr>
        <p:spPr>
          <a:xfrm xmlns:a="http://schemas.openxmlformats.org/drawingml/2006/main">
            <a:off x="3238500" y="2362200"/>
            <a:ext cx="7810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39FC4557-048D-4C5D-9532-554864B71542}"/>
              </a:ext>
            </a:extLst>
          </p:cNvPr>
          <p:cNvSpPr>
            <a:spLocks xmlns:a="http://schemas.openxmlformats.org/drawingml/2006/main" noGrp="1"/>
          </p:cNvSpPr>
          <p:nvPr/>
        </p:nvSpPr>
        <p:spPr>
          <a:xfrm xmlns:a="http://schemas.openxmlformats.org/drawingml/2006/main">
            <a:off x="3409950" y="253365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팀이 합의한 대표 입력과 기대 결과</a:t>
            </a:r>
          </a:p>
        </p:txBody>
      </p:sp>
      <p:sp>
        <p:nvSpPr>
          <p:cNvPr id="15" name="">
            <a:extLst xmlns:a="http://schemas.openxmlformats.org/drawingml/2006/main">
              <a:ext uri="{FF2B5EF4-FFF2-40B4-BE49-F238E27FC236}">
                <a16:creationId xmlns:a16="http://schemas.microsoft.com/office/drawing/2014/main" id="{C516B50E-C78D-4D26-8D82-800ED2E7C7B0}"/>
              </a:ext>
            </a:extLst>
          </p:cNvPr>
          <p:cNvSpPr>
            <a:spLocks xmlns:a="http://schemas.openxmlformats.org/drawingml/2006/main" noGrp="1"/>
          </p:cNvSpPr>
          <p:nvPr/>
        </p:nvSpPr>
        <p:spPr>
          <a:xfrm xmlns:a="http://schemas.openxmlformats.org/drawingml/2006/main">
            <a:off x="762000" y="3219450"/>
            <a:ext cx="2476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6" name="">
            <a:extLst xmlns:a="http://schemas.openxmlformats.org/drawingml/2006/main">
              <a:ext uri="{FF2B5EF4-FFF2-40B4-BE49-F238E27FC236}">
                <a16:creationId xmlns:a16="http://schemas.microsoft.com/office/drawing/2014/main" id="{D0D5A05C-49B2-4318-B2F2-B0A8FB083DC2}"/>
              </a:ext>
            </a:extLst>
          </p:cNvPr>
          <p:cNvSpPr>
            <a:spLocks xmlns:a="http://schemas.openxmlformats.org/drawingml/2006/main" noGrp="1"/>
          </p:cNvSpPr>
          <p:nvPr/>
        </p:nvSpPr>
        <p:spPr>
          <a:xfrm xmlns:a="http://schemas.openxmlformats.org/drawingml/2006/main">
            <a:off x="933450" y="33909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Evaluator</a:t>
            </a:r>
          </a:p>
        </p:txBody>
      </p:sp>
      <p:sp>
        <p:nvSpPr>
          <p:cNvPr id="17" name="">
            <a:extLst xmlns:a="http://schemas.openxmlformats.org/drawingml/2006/main">
              <a:ext uri="{FF2B5EF4-FFF2-40B4-BE49-F238E27FC236}">
                <a16:creationId xmlns:a16="http://schemas.microsoft.com/office/drawing/2014/main" id="{E52105F1-CC1E-42CB-A0EA-A9ACAF5E717E}"/>
              </a:ext>
            </a:extLst>
          </p:cNvPr>
          <p:cNvSpPr>
            <a:spLocks xmlns:a="http://schemas.openxmlformats.org/drawingml/2006/main" noGrp="1"/>
          </p:cNvSpPr>
          <p:nvPr/>
        </p:nvSpPr>
        <p:spPr>
          <a:xfrm xmlns:a="http://schemas.openxmlformats.org/drawingml/2006/main">
            <a:off x="3238500" y="3219450"/>
            <a:ext cx="7810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0AC1CC08-DE2E-4310-8FC9-53E43FDE9B3A}"/>
              </a:ext>
            </a:extLst>
          </p:cNvPr>
          <p:cNvSpPr>
            <a:spLocks xmlns:a="http://schemas.openxmlformats.org/drawingml/2006/main" noGrp="1"/>
          </p:cNvSpPr>
          <p:nvPr/>
        </p:nvSpPr>
        <p:spPr>
          <a:xfrm xmlns:a="http://schemas.openxmlformats.org/drawingml/2006/main">
            <a:off x="3409950" y="33909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결과를 검사하는 함수</a:t>
            </a:r>
          </a:p>
        </p:txBody>
      </p:sp>
      <p:sp>
        <p:nvSpPr>
          <p:cNvPr id="19" name="">
            <a:extLst xmlns:a="http://schemas.openxmlformats.org/drawingml/2006/main">
              <a:ext uri="{FF2B5EF4-FFF2-40B4-BE49-F238E27FC236}">
                <a16:creationId xmlns:a16="http://schemas.microsoft.com/office/drawing/2014/main" id="{42CF8562-599F-4F24-9DD6-13D31810DDEF}"/>
              </a:ext>
            </a:extLst>
          </p:cNvPr>
          <p:cNvSpPr>
            <a:spLocks xmlns:a="http://schemas.openxmlformats.org/drawingml/2006/main" noGrp="1"/>
          </p:cNvSpPr>
          <p:nvPr/>
        </p:nvSpPr>
        <p:spPr>
          <a:xfrm xmlns:a="http://schemas.openxmlformats.org/drawingml/2006/main">
            <a:off x="762000" y="4076700"/>
            <a:ext cx="2476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0" name="">
            <a:extLst xmlns:a="http://schemas.openxmlformats.org/drawingml/2006/main">
              <a:ext uri="{FF2B5EF4-FFF2-40B4-BE49-F238E27FC236}">
                <a16:creationId xmlns:a16="http://schemas.microsoft.com/office/drawing/2014/main" id="{3B304035-9758-4D57-A4CB-E00A75306F73}"/>
              </a:ext>
            </a:extLst>
          </p:cNvPr>
          <p:cNvSpPr>
            <a:spLocks xmlns:a="http://schemas.openxmlformats.org/drawingml/2006/main" noGrp="1"/>
          </p:cNvSpPr>
          <p:nvPr/>
        </p:nvSpPr>
        <p:spPr>
          <a:xfrm xmlns:a="http://schemas.openxmlformats.org/drawingml/2006/main">
            <a:off x="933450" y="424815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Regression</a:t>
            </a:r>
          </a:p>
        </p:txBody>
      </p:sp>
      <p:sp>
        <p:nvSpPr>
          <p:cNvPr id="21" name="">
            <a:extLst xmlns:a="http://schemas.openxmlformats.org/drawingml/2006/main">
              <a:ext uri="{FF2B5EF4-FFF2-40B4-BE49-F238E27FC236}">
                <a16:creationId xmlns:a16="http://schemas.microsoft.com/office/drawing/2014/main" id="{C6953E80-D775-4677-844B-1036D6726C03}"/>
              </a:ext>
            </a:extLst>
          </p:cNvPr>
          <p:cNvSpPr>
            <a:spLocks xmlns:a="http://schemas.openxmlformats.org/drawingml/2006/main" noGrp="1"/>
          </p:cNvSpPr>
          <p:nvPr/>
        </p:nvSpPr>
        <p:spPr>
          <a:xfrm xmlns:a="http://schemas.openxmlformats.org/drawingml/2006/main">
            <a:off x="3238500" y="4076700"/>
            <a:ext cx="7810500" cy="85725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D1514639-CAC5-4041-9058-E7F34F41DF4C}"/>
              </a:ext>
            </a:extLst>
          </p:cNvPr>
          <p:cNvSpPr>
            <a:spLocks xmlns:a="http://schemas.openxmlformats.org/drawingml/2006/main" noGrp="1"/>
          </p:cNvSpPr>
          <p:nvPr/>
        </p:nvSpPr>
        <p:spPr>
          <a:xfrm xmlns:a="http://schemas.openxmlformats.org/drawingml/2006/main">
            <a:off x="3409950" y="424815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변경 후 이전 동작이 깨진 상태</a:t>
            </a:r>
          </a:p>
        </p:txBody>
      </p:sp>
      <p:sp>
        <p:nvSpPr>
          <p:cNvPr id="23" name="">
            <a:extLst xmlns:a="http://schemas.openxmlformats.org/drawingml/2006/main">
              <a:ext uri="{FF2B5EF4-FFF2-40B4-BE49-F238E27FC236}">
                <a16:creationId xmlns:a16="http://schemas.microsoft.com/office/drawing/2014/main" id="{E3CAAAA6-B113-40E5-9F61-509155722C45}"/>
              </a:ext>
            </a:extLst>
          </p:cNvPr>
          <p:cNvSpPr>
            <a:spLocks xmlns:a="http://schemas.openxmlformats.org/drawingml/2006/main" noGrp="1"/>
          </p:cNvSpPr>
          <p:nvPr/>
        </p:nvSpPr>
        <p:spPr>
          <a:xfrm xmlns:a="http://schemas.openxmlformats.org/drawingml/2006/main">
            <a:off x="762000" y="4933950"/>
            <a:ext cx="2476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4" name="">
            <a:extLst xmlns:a="http://schemas.openxmlformats.org/drawingml/2006/main">
              <a:ext uri="{FF2B5EF4-FFF2-40B4-BE49-F238E27FC236}">
                <a16:creationId xmlns:a16="http://schemas.microsoft.com/office/drawing/2014/main" id="{E86728F9-2D45-406D-9F61-B8069061E9AB}"/>
              </a:ext>
            </a:extLst>
          </p:cNvPr>
          <p:cNvSpPr>
            <a:spLocks xmlns:a="http://schemas.openxmlformats.org/drawingml/2006/main" noGrp="1"/>
          </p:cNvSpPr>
          <p:nvPr/>
        </p:nvSpPr>
        <p:spPr>
          <a:xfrm xmlns:a="http://schemas.openxmlformats.org/drawingml/2006/main">
            <a:off x="933450" y="510540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Release gate</a:t>
            </a:r>
          </a:p>
        </p:txBody>
      </p:sp>
      <p:sp>
        <p:nvSpPr>
          <p:cNvPr id="25" name="">
            <a:extLst xmlns:a="http://schemas.openxmlformats.org/drawingml/2006/main">
              <a:ext uri="{FF2B5EF4-FFF2-40B4-BE49-F238E27FC236}">
                <a16:creationId xmlns:a16="http://schemas.microsoft.com/office/drawing/2014/main" id="{0E7F2890-814F-451D-B6C3-5D48ED135EB4}"/>
              </a:ext>
            </a:extLst>
          </p:cNvPr>
          <p:cNvSpPr>
            <a:spLocks xmlns:a="http://schemas.openxmlformats.org/drawingml/2006/main" noGrp="1"/>
          </p:cNvSpPr>
          <p:nvPr/>
        </p:nvSpPr>
        <p:spPr>
          <a:xfrm xmlns:a="http://schemas.openxmlformats.org/drawingml/2006/main">
            <a:off x="3238500" y="4933950"/>
            <a:ext cx="7810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6" name="">
            <a:extLst xmlns:a="http://schemas.openxmlformats.org/drawingml/2006/main">
              <a:ext uri="{FF2B5EF4-FFF2-40B4-BE49-F238E27FC236}">
                <a16:creationId xmlns:a16="http://schemas.microsoft.com/office/drawing/2014/main" id="{F8EA7513-5064-49F7-AFED-BE23D7BD5169}"/>
              </a:ext>
            </a:extLst>
          </p:cNvPr>
          <p:cNvSpPr>
            <a:spLocks xmlns:a="http://schemas.openxmlformats.org/drawingml/2006/main" noGrp="1"/>
          </p:cNvSpPr>
          <p:nvPr/>
        </p:nvSpPr>
        <p:spPr>
          <a:xfrm xmlns:a="http://schemas.openxmlformats.org/drawingml/2006/main">
            <a:off x="3409950" y="51054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배포 여부를 가르는 기준</a:t>
            </a:r>
          </a:p>
        </p:txBody>
      </p:sp>
    </p:spTree>
    <p:extLst>
      <p:ext uri="{BB962C8B-B14F-4D97-AF65-F5344CB8AC3E}">
        <p14:creationId xmlns:p14="http://schemas.microsoft.com/office/powerpoint/2010/main" val="497493082"/>
      </p:ext>
    </p:extLst>
  </p:cSld>
</p:sld>
</file>

<file path=ppt/slides/slide2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6B1D530-9136-479C-B5EC-0B1339B65304}"/>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day2_eval_cases.json 입출력</a:t>
            </a:r>
          </a:p>
        </p:txBody>
      </p:sp>
      <p:sp>
        <p:nvSpPr>
          <p:cNvPr id="2" name="">
            <a:extLst xmlns:a="http://schemas.openxmlformats.org/drawingml/2006/main">
              <a:ext uri="{FF2B5EF4-FFF2-40B4-BE49-F238E27FC236}">
                <a16:creationId xmlns:a16="http://schemas.microsoft.com/office/drawing/2014/main" id="{D5108B51-E2D5-4C45-85DB-600B44296AE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01A00020-8827-4AC9-8FA6-C5A7A4288CD3}"/>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0447111B-8677-4C5F-BFBE-D98E07A4A337}"/>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5" name="">
            <a:extLst xmlns:a="http://schemas.openxmlformats.org/drawingml/2006/main">
              <a:ext uri="{FF2B5EF4-FFF2-40B4-BE49-F238E27FC236}">
                <a16:creationId xmlns:a16="http://schemas.microsoft.com/office/drawing/2014/main" id="{308E4980-8812-4C8C-8170-272D3C0ECCF7}"/>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216</a:t>
            </a:r>
          </a:p>
        </p:txBody>
      </p:sp>
      <p:sp>
        <p:nvSpPr>
          <p:cNvPr id="6" name="">
            <a:extLst xmlns:a="http://schemas.openxmlformats.org/drawingml/2006/main">
              <a:ext uri="{FF2B5EF4-FFF2-40B4-BE49-F238E27FC236}">
                <a16:creationId xmlns:a16="http://schemas.microsoft.com/office/drawing/2014/main" id="{1449ACFA-D4B5-43BE-B0A9-C641F575408A}"/>
              </a:ext>
            </a:extLst>
          </p:cNvPr>
          <p:cNvSpPr>
            <a:spLocks xmlns:a="http://schemas.openxmlformats.org/drawingml/2006/main" noGrp="1"/>
          </p:cNvSpPr>
          <p:nvPr/>
        </p:nvSpPr>
        <p:spPr>
          <a:xfrm xmlns:a="http://schemas.openxmlformats.org/drawingml/2006/main">
            <a:off x="685800" y="1581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INPUT</a:t>
            </a:r>
          </a:p>
        </p:txBody>
      </p:sp>
      <p:sp>
        <p:nvSpPr>
          <p:cNvPr id="7" name="">
            <a:extLst xmlns:a="http://schemas.openxmlformats.org/drawingml/2006/main">
              <a:ext uri="{FF2B5EF4-FFF2-40B4-BE49-F238E27FC236}">
                <a16:creationId xmlns:a16="http://schemas.microsoft.com/office/drawing/2014/main" id="{533F4000-D3F2-46B0-AD8B-0F2F41D90563}"/>
              </a:ext>
            </a:extLst>
          </p:cNvPr>
          <p:cNvSpPr>
            <a:spLocks xmlns:a="http://schemas.openxmlformats.org/drawingml/2006/main" noGrp="1"/>
          </p:cNvSpPr>
          <p:nvPr/>
        </p:nvSpPr>
        <p:spPr>
          <a:xfrm xmlns:a="http://schemas.openxmlformats.org/drawingml/2006/main">
            <a:off x="685800" y="196215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681EAEC6-6D1B-4C76-B0BC-DD8190A32458}"/>
              </a:ext>
            </a:extLst>
          </p:cNvPr>
          <p:cNvSpPr>
            <a:spLocks xmlns:a="http://schemas.openxmlformats.org/drawingml/2006/main" noGrp="1"/>
          </p:cNvSpPr>
          <p:nvPr/>
        </p:nvSpPr>
        <p:spPr>
          <a:xfrm xmlns:a="http://schemas.openxmlformats.org/drawingml/2006/main">
            <a:off x="685800" y="21717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data/meeting_sample_ko_12min_expected.json</a:t>
            </a:r>
          </a:p>
        </p:txBody>
      </p:sp>
      <p:sp>
        <p:nvSpPr>
          <p:cNvPr id="9" name="">
            <a:extLst xmlns:a="http://schemas.openxmlformats.org/drawingml/2006/main">
              <a:ext uri="{FF2B5EF4-FFF2-40B4-BE49-F238E27FC236}">
                <a16:creationId xmlns:a16="http://schemas.microsoft.com/office/drawing/2014/main" id="{C11B19F1-33B2-440F-81E5-A079A1CCA421}"/>
              </a:ext>
            </a:extLst>
          </p:cNvPr>
          <p:cNvSpPr>
            <a:spLocks xmlns:a="http://schemas.openxmlformats.org/drawingml/2006/main" noGrp="1"/>
          </p:cNvSpPr>
          <p:nvPr/>
        </p:nvSpPr>
        <p:spPr>
          <a:xfrm xmlns:a="http://schemas.openxmlformats.org/drawingml/2006/main">
            <a:off x="6096000" y="1581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PROCESS</a:t>
            </a:r>
          </a:p>
        </p:txBody>
      </p:sp>
      <p:sp>
        <p:nvSpPr>
          <p:cNvPr id="10" name="">
            <a:extLst xmlns:a="http://schemas.openxmlformats.org/drawingml/2006/main">
              <a:ext uri="{FF2B5EF4-FFF2-40B4-BE49-F238E27FC236}">
                <a16:creationId xmlns:a16="http://schemas.microsoft.com/office/drawing/2014/main" id="{F4F80328-BA2D-4A20-85FF-659B0076B858}"/>
              </a:ext>
            </a:extLst>
          </p:cNvPr>
          <p:cNvSpPr>
            <a:spLocks xmlns:a="http://schemas.openxmlformats.org/drawingml/2006/main" noGrp="1"/>
          </p:cNvSpPr>
          <p:nvPr/>
        </p:nvSpPr>
        <p:spPr>
          <a:xfrm xmlns:a="http://schemas.openxmlformats.org/drawingml/2006/main">
            <a:off x="6096000" y="196215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A10FBF38-C7A0-48BF-AEE6-A53E2C1F7F8C}"/>
              </a:ext>
            </a:extLst>
          </p:cNvPr>
          <p:cNvSpPr>
            <a:spLocks xmlns:a="http://schemas.openxmlformats.org/drawingml/2006/main" noGrp="1"/>
          </p:cNvSpPr>
          <p:nvPr/>
        </p:nvSpPr>
        <p:spPr>
          <a:xfrm xmlns:a="http://schemas.openxmlformats.org/drawingml/2006/main">
            <a:off x="6096000" y="21717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실패 사례 수집 → 비식별 → expected field 작성</a:t>
            </a:r>
          </a:p>
        </p:txBody>
      </p:sp>
      <p:sp>
        <p:nvSpPr>
          <p:cNvPr id="12" name="">
            <a:extLst xmlns:a="http://schemas.openxmlformats.org/drawingml/2006/main">
              <a:ext uri="{FF2B5EF4-FFF2-40B4-BE49-F238E27FC236}">
                <a16:creationId xmlns:a16="http://schemas.microsoft.com/office/drawing/2014/main" id="{B61C544A-CDFB-4EE1-9837-4BEF3760EAE2}"/>
              </a:ext>
            </a:extLst>
          </p:cNvPr>
          <p:cNvSpPr>
            <a:spLocks xmlns:a="http://schemas.openxmlformats.org/drawingml/2006/main" noGrp="1"/>
          </p:cNvSpPr>
          <p:nvPr/>
        </p:nvSpPr>
        <p:spPr>
          <a:xfrm xmlns:a="http://schemas.openxmlformats.org/drawingml/2006/main">
            <a:off x="685800" y="3619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OUTPUT</a:t>
            </a:r>
          </a:p>
        </p:txBody>
      </p:sp>
      <p:sp>
        <p:nvSpPr>
          <p:cNvPr id="13" name="">
            <a:extLst xmlns:a="http://schemas.openxmlformats.org/drawingml/2006/main">
              <a:ext uri="{FF2B5EF4-FFF2-40B4-BE49-F238E27FC236}">
                <a16:creationId xmlns:a16="http://schemas.microsoft.com/office/drawing/2014/main" id="{D1BF1C4E-012C-43B1-9405-9EB5BED7307D}"/>
              </a:ext>
            </a:extLst>
          </p:cNvPr>
          <p:cNvSpPr>
            <a:spLocks xmlns:a="http://schemas.openxmlformats.org/drawingml/2006/main" noGrp="1"/>
          </p:cNvSpPr>
          <p:nvPr/>
        </p:nvSpPr>
        <p:spPr>
          <a:xfrm xmlns:a="http://schemas.openxmlformats.org/drawingml/2006/main">
            <a:off x="685800" y="400050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F94E0237-0ECA-408A-8F7C-5FD36E25A3BB}"/>
              </a:ext>
            </a:extLst>
          </p:cNvPr>
          <p:cNvSpPr>
            <a:spLocks xmlns:a="http://schemas.openxmlformats.org/drawingml/2006/main" noGrp="1"/>
          </p:cNvSpPr>
          <p:nvPr/>
        </p:nvSpPr>
        <p:spPr>
          <a:xfrm xmlns:a="http://schemas.openxmlformats.org/drawingml/2006/main">
            <a:off x="685800" y="42100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day2_eval_cases.json</a:t>
            </a:r>
          </a:p>
        </p:txBody>
      </p:sp>
      <p:sp>
        <p:nvSpPr>
          <p:cNvPr id="15" name="">
            <a:extLst xmlns:a="http://schemas.openxmlformats.org/drawingml/2006/main">
              <a:ext uri="{FF2B5EF4-FFF2-40B4-BE49-F238E27FC236}">
                <a16:creationId xmlns:a16="http://schemas.microsoft.com/office/drawing/2014/main" id="{ECE82F7B-0AB2-407A-8EA1-C51D40BE87BA}"/>
              </a:ext>
            </a:extLst>
          </p:cNvPr>
          <p:cNvSpPr>
            <a:spLocks xmlns:a="http://schemas.openxmlformats.org/drawingml/2006/main" noGrp="1"/>
          </p:cNvSpPr>
          <p:nvPr/>
        </p:nvSpPr>
        <p:spPr>
          <a:xfrm xmlns:a="http://schemas.openxmlformats.org/drawingml/2006/main">
            <a:off x="6096000" y="3619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a:solidFill>
                  <a:srgbClr val="555555"/>
                </a:solidFill>
                <a:latin typeface="NanumGothic"/>
                <a:ea typeface="NanumGothic"/>
                <a:cs typeface="NanumGothic"/>
              </a:defRPr>
            </a:pPr>
            <a:r>
              <a:rPr sz="900" b="1">
                <a:solidFill>
                  <a:srgbClr val="555555"/>
                </a:solidFill>
                <a:latin typeface="NanumGothic"/>
                <a:ea typeface="NanumGothic"/>
                <a:cs typeface="NanumGothic"/>
              </a:rPr>
              <a:t>VERIFY</a:t>
            </a:r>
          </a:p>
        </p:txBody>
      </p:sp>
      <p:sp>
        <p:nvSpPr>
          <p:cNvPr id="16" name="">
            <a:extLst xmlns:a="http://schemas.openxmlformats.org/drawingml/2006/main">
              <a:ext uri="{FF2B5EF4-FFF2-40B4-BE49-F238E27FC236}">
                <a16:creationId xmlns:a16="http://schemas.microsoft.com/office/drawing/2014/main" id="{9A17BA96-7DFA-4436-8E06-DF494D51A9AD}"/>
              </a:ext>
            </a:extLst>
          </p:cNvPr>
          <p:cNvSpPr>
            <a:spLocks xmlns:a="http://schemas.openxmlformats.org/drawingml/2006/main" noGrp="1"/>
          </p:cNvSpPr>
          <p:nvPr/>
        </p:nvSpPr>
        <p:spPr>
          <a:xfrm xmlns:a="http://schemas.openxmlformats.org/drawingml/2006/main">
            <a:off x="6096000" y="4000500"/>
            <a:ext cx="49530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7" name="">
            <a:extLst xmlns:a="http://schemas.openxmlformats.org/drawingml/2006/main">
              <a:ext uri="{FF2B5EF4-FFF2-40B4-BE49-F238E27FC236}">
                <a16:creationId xmlns:a16="http://schemas.microsoft.com/office/drawing/2014/main" id="{90DC763B-E371-4548-982B-00A00EE5F5AD}"/>
              </a:ext>
            </a:extLst>
          </p:cNvPr>
          <p:cNvSpPr>
            <a:spLocks xmlns:a="http://schemas.openxmlformats.org/drawingml/2006/main" noGrp="1"/>
          </p:cNvSpPr>
          <p:nvPr/>
        </p:nvSpPr>
        <p:spPr>
          <a:xfrm xmlns:a="http://schemas.openxmlformats.org/drawingml/2006/main">
            <a:off x="6096000" y="42100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합성 회의 정상 case가 READY_FOR_EXPORT다.</a:t>
            </a:r>
          </a:p>
          <a:p xmlns:a="http://schemas.openxmlformats.org/drawingml/2006/main">
            <a:pPr algn="l">
              <a:lnSpc>
                <a:spcPct val="110000"/>
              </a:lnSpc>
              <a:buNone/>
              <a:defRPr sz="1575" b="0">
                <a:solidFill>
                  <a:srgbClr val="191919"/>
                </a:solidFill>
                <a:latin typeface="NanumGothic"/>
                <a:ea typeface="NanumGothic"/>
                <a:cs typeface="NanumGothic"/>
              </a:defRPr>
            </a:pPr>
            <a:r>
              <a:rPr sz="1575" b="0">
                <a:solidFill>
                  <a:srgbClr val="191919"/>
                </a:solidFill>
                <a:latin typeface="NanumGothic"/>
                <a:ea typeface="NanumGothic"/>
                <a:cs typeface="NanumGothic"/>
              </a:rPr>
              <a:t>STT HOLD나 사람 거절은 최종 READY가 될 수 없다.</a:t>
            </a:r>
          </a:p>
        </p:txBody>
      </p:sp>
    </p:spTree>
    <p:extLst>
      <p:ext uri="{BB962C8B-B14F-4D97-AF65-F5344CB8AC3E}">
        <p14:creationId xmlns:p14="http://schemas.microsoft.com/office/powerpoint/2010/main" val="81448128"/>
      </p:ext>
    </p:extLst>
  </p:cSld>
</p:sld>
</file>

<file path=ppt/slides/slide2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09FA9BB-D6F0-403F-BCAE-A5AEC3D75DB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실행 흐름</a:t>
            </a:r>
          </a:p>
        </p:txBody>
      </p:sp>
      <p:sp>
        <p:nvSpPr>
          <p:cNvPr id="2" name="">
            <a:extLst xmlns:a="http://schemas.openxmlformats.org/drawingml/2006/main">
              <a:ext uri="{FF2B5EF4-FFF2-40B4-BE49-F238E27FC236}">
                <a16:creationId xmlns:a16="http://schemas.microsoft.com/office/drawing/2014/main" id="{3DB0D96D-5A25-4F5B-95AC-35C8D61D625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업무 흐름</a:t>
            </a:r>
          </a:p>
        </p:txBody>
      </p:sp>
      <p:sp>
        <p:nvSpPr>
          <p:cNvPr id="3" name="">
            <a:extLst xmlns:a="http://schemas.openxmlformats.org/drawingml/2006/main">
              <a:ext uri="{FF2B5EF4-FFF2-40B4-BE49-F238E27FC236}">
                <a16:creationId xmlns:a16="http://schemas.microsoft.com/office/drawing/2014/main" id="{D17537DC-8EF9-41CC-9C36-0459D45DBCC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061C4D6D-9496-40D6-A3B2-EE3CB436B894}"/>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66F923E5-A257-47BD-AC1A-BFA58A66A067}"/>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20898B61-7C19-4F68-ABDD-EBB2CEAFAB2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217</a:t>
            </a:r>
          </a:p>
        </p:txBody>
      </p:sp>
      <p:sp>
        <p:nvSpPr>
          <p:cNvPr id="7" name="">
            <a:extLst xmlns:a="http://schemas.openxmlformats.org/drawingml/2006/main">
              <a:ext uri="{FF2B5EF4-FFF2-40B4-BE49-F238E27FC236}">
                <a16:creationId xmlns:a16="http://schemas.microsoft.com/office/drawing/2014/main" id="{8F216792-6914-4037-8BE3-690EEF4CB77B}"/>
              </a:ext>
            </a:extLst>
          </p:cNvPr>
          <p:cNvSpPr>
            <a:spLocks xmlns:a="http://schemas.openxmlformats.org/drawingml/2006/main" noGrp="1"/>
          </p:cNvSpPr>
          <p:nvPr/>
        </p:nvSpPr>
        <p:spPr>
          <a:xfrm xmlns:a="http://schemas.openxmlformats.org/drawingml/2006/main">
            <a:off x="6858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2563EB"/>
                </a:solidFill>
                <a:latin typeface="NanumGothic"/>
                <a:ea typeface="NanumGothic"/>
                <a:cs typeface="NanumGothic"/>
              </a:defRPr>
            </a:pPr>
            <a:r>
              <a:rPr sz="2625" b="1">
                <a:solidFill>
                  <a:srgbClr val="2563EB"/>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B3FD13CE-7034-43CA-8EF6-D49FD514484D}"/>
              </a:ext>
            </a:extLst>
          </p:cNvPr>
          <p:cNvSpPr>
            <a:spLocks xmlns:a="http://schemas.openxmlformats.org/drawingml/2006/main" noGrp="1"/>
          </p:cNvSpPr>
          <p:nvPr/>
        </p:nvSpPr>
        <p:spPr>
          <a:xfrm xmlns:a="http://schemas.openxmlformats.org/drawingml/2006/main">
            <a:off x="6858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2E4449A3-3F8C-4E86-9BAF-2B2D4AC1151A}"/>
              </a:ext>
            </a:extLst>
          </p:cNvPr>
          <p:cNvSpPr>
            <a:spLocks xmlns:a="http://schemas.openxmlformats.org/drawingml/2006/main" noGrp="1"/>
          </p:cNvSpPr>
          <p:nvPr/>
        </p:nvSpPr>
        <p:spPr>
          <a:xfrm xmlns:a="http://schemas.openxmlformats.org/drawingml/2006/main">
            <a:off x="6858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실패 사례 수집</a:t>
            </a:r>
          </a:p>
        </p:txBody>
      </p:sp>
      <p:sp>
        <p:nvSpPr>
          <p:cNvPr id="10" name="">
            <a:extLst xmlns:a="http://schemas.openxmlformats.org/drawingml/2006/main">
              <a:ext uri="{FF2B5EF4-FFF2-40B4-BE49-F238E27FC236}">
                <a16:creationId xmlns:a16="http://schemas.microsoft.com/office/drawing/2014/main" id="{472F045F-C70F-4BC1-8C74-5C06746B793A}"/>
              </a:ext>
            </a:extLst>
          </p:cNvPr>
          <p:cNvSpPr>
            <a:spLocks xmlns:a="http://schemas.openxmlformats.org/drawingml/2006/main" noGrp="1"/>
          </p:cNvSpPr>
          <p:nvPr/>
        </p:nvSpPr>
        <p:spPr>
          <a:xfrm xmlns:a="http://schemas.openxmlformats.org/drawingml/2006/main">
            <a:off x="283845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1A31E7C6-73AD-494E-9AC2-F3B03AB550D2}"/>
              </a:ext>
            </a:extLst>
          </p:cNvPr>
          <p:cNvSpPr>
            <a:spLocks xmlns:a="http://schemas.openxmlformats.org/drawingml/2006/main" noGrp="1"/>
          </p:cNvSpPr>
          <p:nvPr/>
        </p:nvSpPr>
        <p:spPr>
          <a:xfrm xmlns:a="http://schemas.openxmlformats.org/drawingml/2006/main">
            <a:off x="283845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0B7819AF-652D-4696-8325-FBA7E017EFBB}"/>
              </a:ext>
            </a:extLst>
          </p:cNvPr>
          <p:cNvSpPr>
            <a:spLocks xmlns:a="http://schemas.openxmlformats.org/drawingml/2006/main" noGrp="1"/>
          </p:cNvSpPr>
          <p:nvPr/>
        </p:nvSpPr>
        <p:spPr>
          <a:xfrm xmlns:a="http://schemas.openxmlformats.org/drawingml/2006/main">
            <a:off x="283845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비식별</a:t>
            </a:r>
          </a:p>
        </p:txBody>
      </p:sp>
      <p:sp>
        <p:nvSpPr>
          <p:cNvPr id="13" name="">
            <a:extLst xmlns:a="http://schemas.openxmlformats.org/drawingml/2006/main">
              <a:ext uri="{FF2B5EF4-FFF2-40B4-BE49-F238E27FC236}">
                <a16:creationId xmlns:a16="http://schemas.microsoft.com/office/drawing/2014/main" id="{66EDEAF0-47EF-4B95-8C19-5DC6C3503F5F}"/>
              </a:ext>
            </a:extLst>
          </p:cNvPr>
          <p:cNvSpPr>
            <a:spLocks xmlns:a="http://schemas.openxmlformats.org/drawingml/2006/main" noGrp="1"/>
          </p:cNvSpPr>
          <p:nvPr/>
        </p:nvSpPr>
        <p:spPr>
          <a:xfrm xmlns:a="http://schemas.openxmlformats.org/drawingml/2006/main">
            <a:off x="49911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E7E7550E-5E48-48DF-9EC6-E1444E5EAA5A}"/>
              </a:ext>
            </a:extLst>
          </p:cNvPr>
          <p:cNvSpPr>
            <a:spLocks xmlns:a="http://schemas.openxmlformats.org/drawingml/2006/main" noGrp="1"/>
          </p:cNvSpPr>
          <p:nvPr/>
        </p:nvSpPr>
        <p:spPr>
          <a:xfrm xmlns:a="http://schemas.openxmlformats.org/drawingml/2006/main">
            <a:off x="49911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1E2E976B-AE18-4CB5-94B3-567D0288EB74}"/>
              </a:ext>
            </a:extLst>
          </p:cNvPr>
          <p:cNvSpPr>
            <a:spLocks xmlns:a="http://schemas.openxmlformats.org/drawingml/2006/main" noGrp="1"/>
          </p:cNvSpPr>
          <p:nvPr/>
        </p:nvSpPr>
        <p:spPr>
          <a:xfrm xmlns:a="http://schemas.openxmlformats.org/drawingml/2006/main">
            <a:off x="49911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expected field 작성</a:t>
            </a:r>
          </a:p>
        </p:txBody>
      </p:sp>
      <p:sp>
        <p:nvSpPr>
          <p:cNvPr id="16" name="">
            <a:extLst xmlns:a="http://schemas.openxmlformats.org/drawingml/2006/main">
              <a:ext uri="{FF2B5EF4-FFF2-40B4-BE49-F238E27FC236}">
                <a16:creationId xmlns:a16="http://schemas.microsoft.com/office/drawing/2014/main" id="{EA594275-BDCF-4D8D-B92F-4BBA585EA2E8}"/>
              </a:ext>
            </a:extLst>
          </p:cNvPr>
          <p:cNvSpPr>
            <a:spLocks xmlns:a="http://schemas.openxmlformats.org/drawingml/2006/main" noGrp="1"/>
          </p:cNvSpPr>
          <p:nvPr/>
        </p:nvSpPr>
        <p:spPr>
          <a:xfrm xmlns:a="http://schemas.openxmlformats.org/drawingml/2006/main">
            <a:off x="714375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1043FB5C-5898-424B-AE57-0A173F72E6C5}"/>
              </a:ext>
            </a:extLst>
          </p:cNvPr>
          <p:cNvSpPr>
            <a:spLocks xmlns:a="http://schemas.openxmlformats.org/drawingml/2006/main" noGrp="1"/>
          </p:cNvSpPr>
          <p:nvPr/>
        </p:nvSpPr>
        <p:spPr>
          <a:xfrm xmlns:a="http://schemas.openxmlformats.org/drawingml/2006/main">
            <a:off x="714375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2D081330-EA06-43A2-ADDE-406F7561A3E5}"/>
              </a:ext>
            </a:extLst>
          </p:cNvPr>
          <p:cNvSpPr>
            <a:spLocks xmlns:a="http://schemas.openxmlformats.org/drawingml/2006/main" noGrp="1"/>
          </p:cNvSpPr>
          <p:nvPr/>
        </p:nvSpPr>
        <p:spPr>
          <a:xfrm xmlns:a="http://schemas.openxmlformats.org/drawingml/2006/main">
            <a:off x="714375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baseline 실행</a:t>
            </a:r>
          </a:p>
        </p:txBody>
      </p:sp>
      <p:sp>
        <p:nvSpPr>
          <p:cNvPr id="19" name="">
            <a:extLst xmlns:a="http://schemas.openxmlformats.org/drawingml/2006/main">
              <a:ext uri="{FF2B5EF4-FFF2-40B4-BE49-F238E27FC236}">
                <a16:creationId xmlns:a16="http://schemas.microsoft.com/office/drawing/2014/main" id="{7B0EA630-68BD-4E5C-AFB6-534217554477}"/>
              </a:ext>
            </a:extLst>
          </p:cNvPr>
          <p:cNvSpPr>
            <a:spLocks xmlns:a="http://schemas.openxmlformats.org/drawingml/2006/main" noGrp="1"/>
          </p:cNvSpPr>
          <p:nvPr/>
        </p:nvSpPr>
        <p:spPr>
          <a:xfrm xmlns:a="http://schemas.openxmlformats.org/drawingml/2006/main">
            <a:off x="9296400" y="1809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625" b="1">
                <a:solidFill>
                  <a:srgbClr val="191919"/>
                </a:solidFill>
                <a:latin typeface="NanumGothic"/>
                <a:ea typeface="NanumGothic"/>
                <a:cs typeface="NanumGothic"/>
              </a:defRPr>
            </a:pPr>
            <a:r>
              <a:rPr sz="2625" b="1">
                <a:solidFill>
                  <a:srgbClr val="191919"/>
                </a:solidFill>
                <a:latin typeface="NanumGothic"/>
                <a:ea typeface="NanumGothic"/>
                <a:cs typeface="NanumGothic"/>
              </a:rPr>
              <a:t>05</a:t>
            </a:r>
          </a:p>
        </p:txBody>
      </p:sp>
      <p:sp>
        <p:nvSpPr>
          <p:cNvPr id="20" name="">
            <a:extLst xmlns:a="http://schemas.openxmlformats.org/drawingml/2006/main">
              <a:ext uri="{FF2B5EF4-FFF2-40B4-BE49-F238E27FC236}">
                <a16:creationId xmlns:a16="http://schemas.microsoft.com/office/drawing/2014/main" id="{1E6C7A3B-78F1-4B46-A3D0-84917726AE08}"/>
              </a:ext>
            </a:extLst>
          </p:cNvPr>
          <p:cNvSpPr>
            <a:spLocks xmlns:a="http://schemas.openxmlformats.org/drawingml/2006/main" noGrp="1"/>
          </p:cNvSpPr>
          <p:nvPr/>
        </p:nvSpPr>
        <p:spPr>
          <a:xfrm xmlns:a="http://schemas.openxmlformats.org/drawingml/2006/main">
            <a:off x="9296400" y="2514600"/>
            <a:ext cx="18097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21" name="">
            <a:extLst xmlns:a="http://schemas.openxmlformats.org/drawingml/2006/main">
              <a:ext uri="{FF2B5EF4-FFF2-40B4-BE49-F238E27FC236}">
                <a16:creationId xmlns:a16="http://schemas.microsoft.com/office/drawing/2014/main" id="{F8013E71-EC43-4C81-A428-6ED02A7DE90A}"/>
              </a:ext>
            </a:extLst>
          </p:cNvPr>
          <p:cNvSpPr>
            <a:spLocks xmlns:a="http://schemas.openxmlformats.org/drawingml/2006/main" noGrp="1"/>
          </p:cNvSpPr>
          <p:nvPr/>
        </p:nvSpPr>
        <p:spPr>
          <a:xfrm xmlns:a="http://schemas.openxmlformats.org/drawingml/2006/main">
            <a:off x="9296400" y="2781300"/>
            <a:ext cx="180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Day 2 tag</a:t>
            </a:r>
          </a:p>
        </p:txBody>
      </p:sp>
      <p:sp>
        <p:nvSpPr>
          <p:cNvPr id="22" name="">
            <a:extLst xmlns:a="http://schemas.openxmlformats.org/drawingml/2006/main">
              <a:ext uri="{FF2B5EF4-FFF2-40B4-BE49-F238E27FC236}">
                <a16:creationId xmlns:a16="http://schemas.microsoft.com/office/drawing/2014/main" id="{F84497B0-A7DB-4222-93C6-934415D42D4C}"/>
              </a:ext>
            </a:extLst>
          </p:cNvPr>
          <p:cNvSpPr>
            <a:spLocks xmlns:a="http://schemas.openxmlformats.org/drawingml/2006/main" noGrp="1"/>
          </p:cNvSpPr>
          <p:nvPr/>
        </p:nvSpPr>
        <p:spPr>
          <a:xfrm xmlns:a="http://schemas.openxmlformats.org/drawingml/2006/main">
            <a:off x="1524000" y="46291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마지막 판단은 day2_eval_cases.json에서 사람이 확인합니다.</a:t>
            </a:r>
          </a:p>
        </p:txBody>
      </p:sp>
    </p:spTree>
    <p:extLst>
      <p:ext uri="{BB962C8B-B14F-4D97-AF65-F5344CB8AC3E}">
        <p14:creationId xmlns:p14="http://schemas.microsoft.com/office/powerpoint/2010/main" val="85880376"/>
      </p:ext>
    </p:extLst>
  </p:cSld>
</p:sld>
</file>

<file path=ppt/slides/slide2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EDC1740-93D2-42CA-B806-169558B6D467}"/>
              </a:ext>
            </a:extLst>
          </p:cNvPr>
          <p:cNvSpPr>
            <a:spLocks xmlns:a="http://schemas.openxmlformats.org/drawingml/2006/main" noGrp="1"/>
          </p:cNvSpPr>
          <p:nvPr/>
        </p:nvSpPr>
        <p:spPr>
          <a:xfrm xmlns:a="http://schemas.openxmlformats.org/drawingml/2006/main">
            <a:off x="609600" y="5143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day2_eval_cases.json 정상·실패 계약</a:t>
            </a:r>
          </a:p>
        </p:txBody>
      </p:sp>
      <p:sp>
        <p:nvSpPr>
          <p:cNvPr id="2" name="">
            <a:extLst xmlns:a="http://schemas.openxmlformats.org/drawingml/2006/main">
              <a:ext uri="{FF2B5EF4-FFF2-40B4-BE49-F238E27FC236}">
                <a16:creationId xmlns:a16="http://schemas.microsoft.com/office/drawing/2014/main" id="{7F5F79C0-8217-4EF9-8788-1C3DAB518050}"/>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3" name="">
            <a:extLst xmlns:a="http://schemas.openxmlformats.org/drawingml/2006/main">
              <a:ext uri="{FF2B5EF4-FFF2-40B4-BE49-F238E27FC236}">
                <a16:creationId xmlns:a16="http://schemas.microsoft.com/office/drawing/2014/main" id="{E58D8488-2F75-4651-A0B0-66827B5B9C0D}"/>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4" name="">
            <a:extLst xmlns:a="http://schemas.openxmlformats.org/drawingml/2006/main">
              <a:ext uri="{FF2B5EF4-FFF2-40B4-BE49-F238E27FC236}">
                <a16:creationId xmlns:a16="http://schemas.microsoft.com/office/drawing/2014/main" id="{3074630D-F9D6-4920-9757-6DC790C487DD}"/>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5" name="">
            <a:extLst xmlns:a="http://schemas.openxmlformats.org/drawingml/2006/main">
              <a:ext uri="{FF2B5EF4-FFF2-40B4-BE49-F238E27FC236}">
                <a16:creationId xmlns:a16="http://schemas.microsoft.com/office/drawing/2014/main" id="{EB4A1529-944A-4BF8-8CD2-6156A05E70B1}"/>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218</a:t>
            </a:r>
          </a:p>
        </p:txBody>
      </p:sp>
      <p:sp>
        <p:nvSpPr>
          <p:cNvPr id="6" name="">
            <a:extLst xmlns:a="http://schemas.openxmlformats.org/drawingml/2006/main">
              <a:ext uri="{FF2B5EF4-FFF2-40B4-BE49-F238E27FC236}">
                <a16:creationId xmlns:a16="http://schemas.microsoft.com/office/drawing/2014/main" id="{08050699-F1B8-480B-BFD5-B48E871D24CD}"/>
              </a:ext>
            </a:extLst>
          </p:cNvPr>
          <p:cNvSpPr>
            <a:spLocks xmlns:a="http://schemas.openxmlformats.org/drawingml/2006/main" noGrp="1"/>
          </p:cNvSpPr>
          <p:nvPr/>
        </p:nvSpPr>
        <p:spPr>
          <a:xfrm xmlns:a="http://schemas.openxmlformats.org/drawingml/2006/main">
            <a:off x="762000" y="17145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정상</a:t>
            </a:r>
          </a:p>
        </p:txBody>
      </p:sp>
      <p:sp>
        <p:nvSpPr>
          <p:cNvPr id="7" name="">
            <a:extLst xmlns:a="http://schemas.openxmlformats.org/drawingml/2006/main">
              <a:ext uri="{FF2B5EF4-FFF2-40B4-BE49-F238E27FC236}">
                <a16:creationId xmlns:a16="http://schemas.microsoft.com/office/drawing/2014/main" id="{E98D4665-11AF-4346-B748-C2F1C7AAE196}"/>
              </a:ext>
            </a:extLst>
          </p:cNvPr>
          <p:cNvSpPr>
            <a:spLocks xmlns:a="http://schemas.openxmlformats.org/drawingml/2006/main" noGrp="1"/>
          </p:cNvSpPr>
          <p:nvPr/>
        </p:nvSpPr>
        <p:spPr>
          <a:xfrm xmlns:a="http://schemas.openxmlformats.org/drawingml/2006/main">
            <a:off x="2343150" y="18478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
            <a:extLst xmlns:a="http://schemas.openxmlformats.org/drawingml/2006/main">
              <a:ext uri="{FF2B5EF4-FFF2-40B4-BE49-F238E27FC236}">
                <a16:creationId xmlns:a16="http://schemas.microsoft.com/office/drawing/2014/main" id="{36178B3F-4864-4E05-BF1A-B05097DFEBEF}"/>
              </a:ext>
            </a:extLst>
          </p:cNvPr>
          <p:cNvSpPr>
            <a:spLocks xmlns:a="http://schemas.openxmlformats.org/drawingml/2006/main" noGrp="1"/>
          </p:cNvSpPr>
          <p:nvPr/>
        </p:nvSpPr>
        <p:spPr>
          <a:xfrm xmlns:a="http://schemas.openxmlformats.org/drawingml/2006/main">
            <a:off x="3238500" y="15240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합성 회의 정상 case가 READY_FOR_EXPORT다.</a:t>
            </a:r>
          </a:p>
        </p:txBody>
      </p:sp>
      <p:sp>
        <p:nvSpPr>
          <p:cNvPr id="9" name="">
            <a:extLst xmlns:a="http://schemas.openxmlformats.org/drawingml/2006/main">
              <a:ext uri="{FF2B5EF4-FFF2-40B4-BE49-F238E27FC236}">
                <a16:creationId xmlns:a16="http://schemas.microsoft.com/office/drawing/2014/main" id="{72C2BDA6-D653-442E-9707-E0EF03714843}"/>
              </a:ext>
            </a:extLst>
          </p:cNvPr>
          <p:cNvSpPr>
            <a:spLocks xmlns:a="http://schemas.openxmlformats.org/drawingml/2006/main" noGrp="1"/>
          </p:cNvSpPr>
          <p:nvPr/>
        </p:nvSpPr>
        <p:spPr>
          <a:xfrm xmlns:a="http://schemas.openxmlformats.org/drawingml/2006/main">
            <a:off x="762000" y="27813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경계</a:t>
            </a:r>
          </a:p>
        </p:txBody>
      </p:sp>
      <p:sp>
        <p:nvSpPr>
          <p:cNvPr id="10" name="">
            <a:extLst xmlns:a="http://schemas.openxmlformats.org/drawingml/2006/main">
              <a:ext uri="{FF2B5EF4-FFF2-40B4-BE49-F238E27FC236}">
                <a16:creationId xmlns:a16="http://schemas.microsoft.com/office/drawing/2014/main" id="{95E0C70B-E347-4D79-94AE-D023037CA852}"/>
              </a:ext>
            </a:extLst>
          </p:cNvPr>
          <p:cNvSpPr>
            <a:spLocks xmlns:a="http://schemas.openxmlformats.org/drawingml/2006/main" noGrp="1"/>
          </p:cNvSpPr>
          <p:nvPr/>
        </p:nvSpPr>
        <p:spPr>
          <a:xfrm xmlns:a="http://schemas.openxmlformats.org/drawingml/2006/main">
            <a:off x="2343150" y="29146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1" name="">
            <a:extLst xmlns:a="http://schemas.openxmlformats.org/drawingml/2006/main">
              <a:ext uri="{FF2B5EF4-FFF2-40B4-BE49-F238E27FC236}">
                <a16:creationId xmlns:a16="http://schemas.microsoft.com/office/drawing/2014/main" id="{BB762FFC-064A-483E-87CC-B539B44F0A6A}"/>
              </a:ext>
            </a:extLst>
          </p:cNvPr>
          <p:cNvSpPr>
            <a:spLocks xmlns:a="http://schemas.openxmlformats.org/drawingml/2006/main" noGrp="1"/>
          </p:cNvSpPr>
          <p:nvPr/>
        </p:nvSpPr>
        <p:spPr>
          <a:xfrm xmlns:a="http://schemas.openxmlformats.org/drawingml/2006/main">
            <a:off x="3238500" y="25908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STT HOLD나 사람 거절은 최종 READY가 될 수 없다.</a:t>
            </a:r>
          </a:p>
        </p:txBody>
      </p:sp>
      <p:sp>
        <p:nvSpPr>
          <p:cNvPr id="12" name="">
            <a:extLst xmlns:a="http://schemas.openxmlformats.org/drawingml/2006/main">
              <a:ext uri="{FF2B5EF4-FFF2-40B4-BE49-F238E27FC236}">
                <a16:creationId xmlns:a16="http://schemas.microsoft.com/office/drawing/2014/main" id="{FF1F5F20-E7C8-49D0-984A-DC81DF30CDF9}"/>
              </a:ext>
            </a:extLst>
          </p:cNvPr>
          <p:cNvSpPr>
            <a:spLocks xmlns:a="http://schemas.openxmlformats.org/drawingml/2006/main" noGrp="1"/>
          </p:cNvSpPr>
          <p:nvPr/>
        </p:nvSpPr>
        <p:spPr>
          <a:xfrm xmlns:a="http://schemas.openxmlformats.org/drawingml/2006/main">
            <a:off x="762000" y="38481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외부 쓰기</a:t>
            </a:r>
          </a:p>
        </p:txBody>
      </p:sp>
      <p:sp>
        <p:nvSpPr>
          <p:cNvPr id="13" name="">
            <a:extLst xmlns:a="http://schemas.openxmlformats.org/drawingml/2006/main">
              <a:ext uri="{FF2B5EF4-FFF2-40B4-BE49-F238E27FC236}">
                <a16:creationId xmlns:a16="http://schemas.microsoft.com/office/drawing/2014/main" id="{6EBBE551-F663-4EC8-A259-7DFB811DBDAA}"/>
              </a:ext>
            </a:extLst>
          </p:cNvPr>
          <p:cNvSpPr>
            <a:spLocks xmlns:a="http://schemas.openxmlformats.org/drawingml/2006/main" noGrp="1"/>
          </p:cNvSpPr>
          <p:nvPr/>
        </p:nvSpPr>
        <p:spPr>
          <a:xfrm xmlns:a="http://schemas.openxmlformats.org/drawingml/2006/main">
            <a:off x="2343150" y="39814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8B59FF89-D339-4437-8DB5-5F51236D65C7}"/>
              </a:ext>
            </a:extLst>
          </p:cNvPr>
          <p:cNvSpPr>
            <a:spLocks xmlns:a="http://schemas.openxmlformats.org/drawingml/2006/main" noGrp="1"/>
          </p:cNvSpPr>
          <p:nvPr/>
        </p:nvSpPr>
        <p:spPr>
          <a:xfrm xmlns:a="http://schemas.openxmlformats.org/drawingml/2006/main">
            <a:off x="3238500" y="36576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도메인별 Golden Set: 기본값 false · dry-run과 사람 승인 뒤 별도 adapter 호출</a:t>
            </a:r>
          </a:p>
        </p:txBody>
      </p:sp>
      <p:sp>
        <p:nvSpPr>
          <p:cNvPr id="15" name="">
            <a:extLst xmlns:a="http://schemas.openxmlformats.org/drawingml/2006/main">
              <a:ext uri="{FF2B5EF4-FFF2-40B4-BE49-F238E27FC236}">
                <a16:creationId xmlns:a16="http://schemas.microsoft.com/office/drawing/2014/main" id="{B16C29BB-5C5F-4496-95A5-E70506CCE8AC}"/>
              </a:ext>
            </a:extLst>
          </p:cNvPr>
          <p:cNvSpPr>
            <a:spLocks xmlns:a="http://schemas.openxmlformats.org/drawingml/2006/main" noGrp="1"/>
          </p:cNvSpPr>
          <p:nvPr/>
        </p:nvSpPr>
        <p:spPr>
          <a:xfrm xmlns:a="http://schemas.openxmlformats.org/drawingml/2006/main">
            <a:off x="762000" y="49149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1">
                <a:solidFill>
                  <a:srgbClr val="555555"/>
                </a:solidFill>
                <a:latin typeface="NanumGothic"/>
                <a:ea typeface="NanumGothic"/>
                <a:cs typeface="NanumGothic"/>
              </a:defRPr>
            </a:pPr>
            <a:r>
              <a:rPr sz="1125" b="1">
                <a:solidFill>
                  <a:srgbClr val="555555"/>
                </a:solidFill>
                <a:latin typeface="NanumGothic"/>
                <a:ea typeface="NanumGothic"/>
                <a:cs typeface="NanumGothic"/>
              </a:rPr>
              <a:t>기록</a:t>
            </a:r>
          </a:p>
        </p:txBody>
      </p:sp>
      <p:sp>
        <p:nvSpPr>
          <p:cNvPr id="16" name="">
            <a:extLst xmlns:a="http://schemas.openxmlformats.org/drawingml/2006/main">
              <a:ext uri="{FF2B5EF4-FFF2-40B4-BE49-F238E27FC236}">
                <a16:creationId xmlns:a16="http://schemas.microsoft.com/office/drawing/2014/main" id="{22CE0370-92AC-42AB-AD83-BC694BD70D58}"/>
              </a:ext>
            </a:extLst>
          </p:cNvPr>
          <p:cNvSpPr>
            <a:spLocks xmlns:a="http://schemas.openxmlformats.org/drawingml/2006/main" noGrp="1"/>
          </p:cNvSpPr>
          <p:nvPr/>
        </p:nvSpPr>
        <p:spPr>
          <a:xfrm xmlns:a="http://schemas.openxmlformats.org/drawingml/2006/main">
            <a:off x="2343150" y="5048250"/>
            <a:ext cx="5905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7" name="">
            <a:extLst xmlns:a="http://schemas.openxmlformats.org/drawingml/2006/main">
              <a:ext uri="{FF2B5EF4-FFF2-40B4-BE49-F238E27FC236}">
                <a16:creationId xmlns:a16="http://schemas.microsoft.com/office/drawing/2014/main" id="{8E345D41-06E0-4DB6-AB92-D3E1DC927090}"/>
              </a:ext>
            </a:extLst>
          </p:cNvPr>
          <p:cNvSpPr>
            <a:spLocks xmlns:a="http://schemas.openxmlformats.org/drawingml/2006/main" noGrp="1"/>
          </p:cNvSpPr>
          <p:nvPr/>
        </p:nvSpPr>
        <p:spPr>
          <a:xfrm xmlns:a="http://schemas.openxmlformats.org/drawingml/2006/main">
            <a:off x="3238500" y="472440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status·error_code·입력 식별자·day2_eval_cases.json</a:t>
            </a:r>
          </a:p>
        </p:txBody>
      </p:sp>
    </p:spTree>
    <p:extLst>
      <p:ext uri="{BB962C8B-B14F-4D97-AF65-F5344CB8AC3E}">
        <p14:creationId xmlns:p14="http://schemas.microsoft.com/office/powerpoint/2010/main" val="1008523643"/>
      </p:ext>
    </p:extLst>
  </p:cSld>
</p:sld>
</file>

<file path=ppt/slides/slide2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ADF8F6F-0AA5-459A-AF5F-7F5BBC7DF9B4}"/>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파일 지도</a:t>
            </a:r>
          </a:p>
        </p:txBody>
      </p:sp>
      <p:sp>
        <p:nvSpPr>
          <p:cNvPr id="2" name="">
            <a:extLst xmlns:a="http://schemas.openxmlformats.org/drawingml/2006/main">
              <a:ext uri="{FF2B5EF4-FFF2-40B4-BE49-F238E27FC236}">
                <a16:creationId xmlns:a16="http://schemas.microsoft.com/office/drawing/2014/main" id="{7B2F69EF-98BC-4E75-A4E2-62B92390F457}"/>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저장소 구조</a:t>
            </a:r>
          </a:p>
        </p:txBody>
      </p:sp>
      <p:sp>
        <p:nvSpPr>
          <p:cNvPr id="3" name="">
            <a:extLst xmlns:a="http://schemas.openxmlformats.org/drawingml/2006/main">
              <a:ext uri="{FF2B5EF4-FFF2-40B4-BE49-F238E27FC236}">
                <a16:creationId xmlns:a16="http://schemas.microsoft.com/office/drawing/2014/main" id="{602562B2-B159-4895-B947-D48B26F81CB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6B1E49AC-65CA-4CD4-A174-20C3E8A25FBC}"/>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A0D043DC-7040-441F-BB63-95F36DB0BBF2}"/>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B4026E51-F33C-4ABB-8327-CC69D8075C3D}"/>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219</a:t>
            </a:r>
          </a:p>
        </p:txBody>
      </p:sp>
      <p:sp>
        <p:nvSpPr>
          <p:cNvPr id="7" name="">
            <a:extLst xmlns:a="http://schemas.openxmlformats.org/drawingml/2006/main">
              <a:ext uri="{FF2B5EF4-FFF2-40B4-BE49-F238E27FC236}">
                <a16:creationId xmlns:a16="http://schemas.microsoft.com/office/drawing/2014/main" id="{80FF0DA7-B9D2-4683-A245-7E4BBEDEFE8D}"/>
              </a:ext>
            </a:extLst>
          </p:cNvPr>
          <p:cNvSpPr>
            <a:spLocks xmlns:a="http://schemas.openxmlformats.org/drawingml/2006/main" noGrp="1"/>
          </p:cNvSpPr>
          <p:nvPr/>
        </p:nvSpPr>
        <p:spPr>
          <a:xfrm xmlns:a="http://schemas.openxmlformats.org/drawingml/2006/main">
            <a:off x="685800" y="1676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입력·fixture</a:t>
            </a:r>
          </a:p>
        </p:txBody>
      </p:sp>
      <p:sp>
        <p:nvSpPr>
          <p:cNvPr id="8" name="">
            <a:extLst xmlns:a="http://schemas.openxmlformats.org/drawingml/2006/main">
              <a:ext uri="{FF2B5EF4-FFF2-40B4-BE49-F238E27FC236}">
                <a16:creationId xmlns:a16="http://schemas.microsoft.com/office/drawing/2014/main" id="{DC208CA8-911C-4EE5-81FE-9D169A295961}"/>
              </a:ext>
            </a:extLst>
          </p:cNvPr>
          <p:cNvSpPr>
            <a:spLocks xmlns:a="http://schemas.openxmlformats.org/drawingml/2006/main" noGrp="1"/>
          </p:cNvSpPr>
          <p:nvPr/>
        </p:nvSpPr>
        <p:spPr>
          <a:xfrm xmlns:a="http://schemas.openxmlformats.org/drawingml/2006/main">
            <a:off x="2724150" y="1504950"/>
            <a:ext cx="8191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9" name="">
            <a:extLst xmlns:a="http://schemas.openxmlformats.org/drawingml/2006/main">
              <a:ext uri="{FF2B5EF4-FFF2-40B4-BE49-F238E27FC236}">
                <a16:creationId xmlns:a16="http://schemas.microsoft.com/office/drawing/2014/main" id="{9378DB2A-BA91-427E-B16B-F2284E73A4BA}"/>
              </a:ext>
            </a:extLst>
          </p:cNvPr>
          <p:cNvSpPr>
            <a:spLocks xmlns:a="http://schemas.openxmlformats.org/drawingml/2006/main" noGrp="1"/>
          </p:cNvSpPr>
          <p:nvPr/>
        </p:nvSpPr>
        <p:spPr>
          <a:xfrm xmlns:a="http://schemas.openxmlformats.org/drawingml/2006/main">
            <a:off x="2952750" y="16764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data/meeting_sample_ko_12min_expected.json</a:t>
            </a:r>
          </a:p>
        </p:txBody>
      </p:sp>
      <p:sp>
        <p:nvSpPr>
          <p:cNvPr id="10" name="">
            <a:extLst xmlns:a="http://schemas.openxmlformats.org/drawingml/2006/main">
              <a:ext uri="{FF2B5EF4-FFF2-40B4-BE49-F238E27FC236}">
                <a16:creationId xmlns:a16="http://schemas.microsoft.com/office/drawing/2014/main" id="{764F7EC2-1C6E-4AF7-AF63-59850A886AE6}"/>
              </a:ext>
            </a:extLst>
          </p:cNvPr>
          <p:cNvSpPr>
            <a:spLocks xmlns:a="http://schemas.openxmlformats.org/drawingml/2006/main" noGrp="1"/>
          </p:cNvSpPr>
          <p:nvPr/>
        </p:nvSpPr>
        <p:spPr>
          <a:xfrm xmlns:a="http://schemas.openxmlformats.org/drawingml/2006/main">
            <a:off x="685800" y="27432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구현 코드</a:t>
            </a:r>
          </a:p>
        </p:txBody>
      </p:sp>
      <p:sp>
        <p:nvSpPr>
          <p:cNvPr id="11" name="">
            <a:extLst xmlns:a="http://schemas.openxmlformats.org/drawingml/2006/main">
              <a:ext uri="{FF2B5EF4-FFF2-40B4-BE49-F238E27FC236}">
                <a16:creationId xmlns:a16="http://schemas.microsoft.com/office/drawing/2014/main" id="{359EF2F6-9B23-4496-8947-5EC9F3BE606A}"/>
              </a:ext>
            </a:extLst>
          </p:cNvPr>
          <p:cNvSpPr>
            <a:spLocks xmlns:a="http://schemas.openxmlformats.org/drawingml/2006/main" noGrp="1"/>
          </p:cNvSpPr>
          <p:nvPr/>
        </p:nvSpPr>
        <p:spPr>
          <a:xfrm xmlns:a="http://schemas.openxmlformats.org/drawingml/2006/main">
            <a:off x="2724150" y="2571750"/>
            <a:ext cx="8191500" cy="6858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39D7DE3F-E7D1-4616-8950-65199156AA44}"/>
              </a:ext>
            </a:extLst>
          </p:cNvPr>
          <p:cNvSpPr>
            <a:spLocks xmlns:a="http://schemas.openxmlformats.org/drawingml/2006/main" noGrp="1"/>
          </p:cNvSpPr>
          <p:nvPr/>
        </p:nvSpPr>
        <p:spPr>
          <a:xfrm xmlns:a="http://schemas.openxmlformats.org/drawingml/2006/main">
            <a:off x="2952750" y="27432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src/observability_lab.py</a:t>
            </a:r>
          </a:p>
        </p:txBody>
      </p:sp>
      <p:sp>
        <p:nvSpPr>
          <p:cNvPr id="13" name="">
            <a:extLst xmlns:a="http://schemas.openxmlformats.org/drawingml/2006/main">
              <a:ext uri="{FF2B5EF4-FFF2-40B4-BE49-F238E27FC236}">
                <a16:creationId xmlns:a16="http://schemas.microsoft.com/office/drawing/2014/main" id="{3F18A99A-6C6A-4E5F-A47F-E43028319EC9}"/>
              </a:ext>
            </a:extLst>
          </p:cNvPr>
          <p:cNvSpPr>
            <a:spLocks xmlns:a="http://schemas.openxmlformats.org/drawingml/2006/main" noGrp="1"/>
          </p:cNvSpPr>
          <p:nvPr/>
        </p:nvSpPr>
        <p:spPr>
          <a:xfrm xmlns:a="http://schemas.openxmlformats.org/drawingml/2006/main">
            <a:off x="685800" y="38100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검증·test</a:t>
            </a:r>
          </a:p>
        </p:txBody>
      </p:sp>
      <p:sp>
        <p:nvSpPr>
          <p:cNvPr id="14" name="">
            <a:extLst xmlns:a="http://schemas.openxmlformats.org/drawingml/2006/main">
              <a:ext uri="{FF2B5EF4-FFF2-40B4-BE49-F238E27FC236}">
                <a16:creationId xmlns:a16="http://schemas.microsoft.com/office/drawing/2014/main" id="{46E4F427-0439-4B2D-A534-EB0C436E0999}"/>
              </a:ext>
            </a:extLst>
          </p:cNvPr>
          <p:cNvSpPr>
            <a:spLocks xmlns:a="http://schemas.openxmlformats.org/drawingml/2006/main" noGrp="1"/>
          </p:cNvSpPr>
          <p:nvPr/>
        </p:nvSpPr>
        <p:spPr>
          <a:xfrm xmlns:a="http://schemas.openxmlformats.org/drawingml/2006/main">
            <a:off x="2724150" y="3638550"/>
            <a:ext cx="8191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5" name="">
            <a:extLst xmlns:a="http://schemas.openxmlformats.org/drawingml/2006/main">
              <a:ext uri="{FF2B5EF4-FFF2-40B4-BE49-F238E27FC236}">
                <a16:creationId xmlns:a16="http://schemas.microsoft.com/office/drawing/2014/main" id="{CCFD8307-D690-47B3-AB2F-26C596A2FC94}"/>
              </a:ext>
            </a:extLst>
          </p:cNvPr>
          <p:cNvSpPr>
            <a:spLocks xmlns:a="http://schemas.openxmlformats.org/drawingml/2006/main" noGrp="1"/>
          </p:cNvSpPr>
          <p:nvPr/>
        </p:nvSpPr>
        <p:spPr>
          <a:xfrm xmlns:a="http://schemas.openxmlformats.org/drawingml/2006/main">
            <a:off x="2952750" y="38100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tests/test_observability_workflow.py</a:t>
            </a:r>
          </a:p>
        </p:txBody>
      </p:sp>
      <p:sp>
        <p:nvSpPr>
          <p:cNvPr id="16" name="">
            <a:extLst xmlns:a="http://schemas.openxmlformats.org/drawingml/2006/main">
              <a:ext uri="{FF2B5EF4-FFF2-40B4-BE49-F238E27FC236}">
                <a16:creationId xmlns:a16="http://schemas.microsoft.com/office/drawing/2014/main" id="{849C975B-34D5-4222-9FE3-8B23DA4C82C2}"/>
              </a:ext>
            </a:extLst>
          </p:cNvPr>
          <p:cNvSpPr>
            <a:spLocks xmlns:a="http://schemas.openxmlformats.org/drawingml/2006/main" noGrp="1"/>
          </p:cNvSpPr>
          <p:nvPr/>
        </p:nvSpPr>
        <p:spPr>
          <a:xfrm xmlns:a="http://schemas.openxmlformats.org/drawingml/2006/main">
            <a:off x="685800" y="48768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따라하기 notebook</a:t>
            </a:r>
          </a:p>
        </p:txBody>
      </p:sp>
      <p:sp>
        <p:nvSpPr>
          <p:cNvPr id="17" name="">
            <a:extLst xmlns:a="http://schemas.openxmlformats.org/drawingml/2006/main">
              <a:ext uri="{FF2B5EF4-FFF2-40B4-BE49-F238E27FC236}">
                <a16:creationId xmlns:a16="http://schemas.microsoft.com/office/drawing/2014/main" id="{1D26FB44-B054-43C3-8A80-DED9AF5C5654}"/>
              </a:ext>
            </a:extLst>
          </p:cNvPr>
          <p:cNvSpPr>
            <a:spLocks xmlns:a="http://schemas.openxmlformats.org/drawingml/2006/main" noGrp="1"/>
          </p:cNvSpPr>
          <p:nvPr/>
        </p:nvSpPr>
        <p:spPr>
          <a:xfrm xmlns:a="http://schemas.openxmlformats.org/drawingml/2006/main">
            <a:off x="2724150" y="4705350"/>
            <a:ext cx="8191500" cy="6858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6BF53F78-8F91-4D8B-A43D-4B685AD14EF5}"/>
              </a:ext>
            </a:extLst>
          </p:cNvPr>
          <p:cNvSpPr>
            <a:spLocks xmlns:a="http://schemas.openxmlformats.org/drawingml/2006/main" noGrp="1"/>
          </p:cNvSpPr>
          <p:nvPr/>
        </p:nvSpPr>
        <p:spPr>
          <a:xfrm xmlns:a="http://schemas.openxmlformats.org/drawingml/2006/main">
            <a:off x="2952750" y="487680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materials/day2/day2_service_lab.ipynb</a:t>
            </a:r>
          </a:p>
        </p:txBody>
      </p:sp>
    </p:spTree>
    <p:extLst>
      <p:ext uri="{BB962C8B-B14F-4D97-AF65-F5344CB8AC3E}">
        <p14:creationId xmlns:p14="http://schemas.microsoft.com/office/powerpoint/2010/main" val="1386877654"/>
      </p:ext>
    </p:extLst>
  </p:cSld>
</p:sld>
</file>

<file path=ppt/slides/slide2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97F98FD-CF2F-4BBE-A08B-FD9CE123CBE2}"/>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개념·코드</a:t>
            </a:r>
          </a:p>
        </p:txBody>
      </p:sp>
      <p:sp>
        <p:nvSpPr>
          <p:cNvPr id="2" name="">
            <a:extLst xmlns:a="http://schemas.openxmlformats.org/drawingml/2006/main">
              <a:ext uri="{FF2B5EF4-FFF2-40B4-BE49-F238E27FC236}">
                <a16:creationId xmlns:a16="http://schemas.microsoft.com/office/drawing/2014/main" id="{0BEFAC07-A3AC-4403-9D80-100833ED79A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개념 연결</a:t>
            </a:r>
          </a:p>
        </p:txBody>
      </p:sp>
      <p:sp>
        <p:nvSpPr>
          <p:cNvPr id="3" name="">
            <a:extLst xmlns:a="http://schemas.openxmlformats.org/drawingml/2006/main">
              <a:ext uri="{FF2B5EF4-FFF2-40B4-BE49-F238E27FC236}">
                <a16:creationId xmlns:a16="http://schemas.microsoft.com/office/drawing/2014/main" id="{1F70DB6F-282C-461C-80E2-BEB5C41C285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F0F3D459-3737-4E3E-8CAA-359DEDE6403C}"/>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105B5A43-0671-43F6-A9EA-60AF41A527CB}"/>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138BBFA3-45E1-4A61-89D7-7710B501BB09}"/>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220</a:t>
            </a:r>
          </a:p>
        </p:txBody>
      </p:sp>
      <p:sp>
        <p:nvSpPr>
          <p:cNvPr id="7" name="">
            <a:extLst xmlns:a="http://schemas.openxmlformats.org/drawingml/2006/main">
              <a:ext uri="{FF2B5EF4-FFF2-40B4-BE49-F238E27FC236}">
                <a16:creationId xmlns:a16="http://schemas.microsoft.com/office/drawing/2014/main" id="{8254F416-758B-40F8-9CC3-CC8D92F69233}"/>
              </a:ext>
            </a:extLst>
          </p:cNvPr>
          <p:cNvSpPr>
            <a:spLocks xmlns:a="http://schemas.openxmlformats.org/drawingml/2006/main" noGrp="1"/>
          </p:cNvSpPr>
          <p:nvPr/>
        </p:nvSpPr>
        <p:spPr>
          <a:xfrm xmlns:a="http://schemas.openxmlformats.org/drawingml/2006/main">
            <a:off x="685800" y="1504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Golden case</a:t>
            </a:r>
          </a:p>
        </p:txBody>
      </p:sp>
      <p:sp>
        <p:nvSpPr>
          <p:cNvPr id="8" name="">
            <a:extLst xmlns:a="http://schemas.openxmlformats.org/drawingml/2006/main">
              <a:ext uri="{FF2B5EF4-FFF2-40B4-BE49-F238E27FC236}">
                <a16:creationId xmlns:a16="http://schemas.microsoft.com/office/drawing/2014/main" id="{33AC5E66-4020-4638-BA79-F26F2F614EE1}"/>
              </a:ext>
            </a:extLst>
          </p:cNvPr>
          <p:cNvSpPr>
            <a:spLocks xmlns:a="http://schemas.openxmlformats.org/drawingml/2006/main" noGrp="1"/>
          </p:cNvSpPr>
          <p:nvPr/>
        </p:nvSpPr>
        <p:spPr>
          <a:xfrm xmlns:a="http://schemas.openxmlformats.org/drawingml/2006/main">
            <a:off x="685800" y="19621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팀이 합의한 대표 입력과 기대 결과</a:t>
            </a:r>
          </a:p>
        </p:txBody>
      </p:sp>
      <p:sp>
        <p:nvSpPr>
          <p:cNvPr id="9" name="">
            <a:extLst xmlns:a="http://schemas.openxmlformats.org/drawingml/2006/main">
              <a:ext uri="{FF2B5EF4-FFF2-40B4-BE49-F238E27FC236}">
                <a16:creationId xmlns:a16="http://schemas.microsoft.com/office/drawing/2014/main" id="{F0DAC73A-8287-40FC-B983-FCF062EFB7E1}"/>
              </a:ext>
            </a:extLst>
          </p:cNvPr>
          <p:cNvSpPr>
            <a:spLocks xmlns:a="http://schemas.openxmlformats.org/drawingml/2006/main" noGrp="1"/>
          </p:cNvSpPr>
          <p:nvPr/>
        </p:nvSpPr>
        <p:spPr>
          <a:xfrm xmlns:a="http://schemas.openxmlformats.org/drawingml/2006/main">
            <a:off x="685800" y="26670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0" name="">
            <a:extLst xmlns:a="http://schemas.openxmlformats.org/drawingml/2006/main">
              <a:ext uri="{FF2B5EF4-FFF2-40B4-BE49-F238E27FC236}">
                <a16:creationId xmlns:a16="http://schemas.microsoft.com/office/drawing/2014/main" id="{D2E8321B-4368-4655-91C4-968D119D0EEF}"/>
              </a:ext>
            </a:extLst>
          </p:cNvPr>
          <p:cNvSpPr>
            <a:spLocks xmlns:a="http://schemas.openxmlformats.org/drawingml/2006/main" noGrp="1"/>
          </p:cNvSpPr>
          <p:nvPr/>
        </p:nvSpPr>
        <p:spPr>
          <a:xfrm xmlns:a="http://schemas.openxmlformats.org/drawingml/2006/main">
            <a:off x="819150" y="27813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data/meeting_sample_ko_12min_expected.json</a:t>
            </a:r>
          </a:p>
        </p:txBody>
      </p:sp>
      <p:sp>
        <p:nvSpPr>
          <p:cNvPr id="11" name="">
            <a:extLst xmlns:a="http://schemas.openxmlformats.org/drawingml/2006/main">
              <a:ext uri="{FF2B5EF4-FFF2-40B4-BE49-F238E27FC236}">
                <a16:creationId xmlns:a16="http://schemas.microsoft.com/office/drawing/2014/main" id="{18970755-92BF-4D9F-B84A-D5FB764C8740}"/>
              </a:ext>
            </a:extLst>
          </p:cNvPr>
          <p:cNvSpPr>
            <a:spLocks xmlns:a="http://schemas.openxmlformats.org/drawingml/2006/main" noGrp="1"/>
          </p:cNvSpPr>
          <p:nvPr/>
        </p:nvSpPr>
        <p:spPr>
          <a:xfrm xmlns:a="http://schemas.openxmlformats.org/drawingml/2006/main">
            <a:off x="6096000" y="1504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Evaluator</a:t>
            </a:r>
          </a:p>
        </p:txBody>
      </p:sp>
      <p:sp>
        <p:nvSpPr>
          <p:cNvPr id="12" name="">
            <a:extLst xmlns:a="http://schemas.openxmlformats.org/drawingml/2006/main">
              <a:ext uri="{FF2B5EF4-FFF2-40B4-BE49-F238E27FC236}">
                <a16:creationId xmlns:a16="http://schemas.microsoft.com/office/drawing/2014/main" id="{2A3B4E6E-2F67-4BD1-AC9F-9DA5906D9268}"/>
              </a:ext>
            </a:extLst>
          </p:cNvPr>
          <p:cNvSpPr>
            <a:spLocks xmlns:a="http://schemas.openxmlformats.org/drawingml/2006/main" noGrp="1"/>
          </p:cNvSpPr>
          <p:nvPr/>
        </p:nvSpPr>
        <p:spPr>
          <a:xfrm xmlns:a="http://schemas.openxmlformats.org/drawingml/2006/main">
            <a:off x="6096000" y="19621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결과를 검사하는 함수</a:t>
            </a:r>
          </a:p>
        </p:txBody>
      </p:sp>
      <p:sp>
        <p:nvSpPr>
          <p:cNvPr id="13" name="">
            <a:extLst xmlns:a="http://schemas.openxmlformats.org/drawingml/2006/main">
              <a:ext uri="{FF2B5EF4-FFF2-40B4-BE49-F238E27FC236}">
                <a16:creationId xmlns:a16="http://schemas.microsoft.com/office/drawing/2014/main" id="{52A693A9-1449-4750-8470-D6F382FE3721}"/>
              </a:ext>
            </a:extLst>
          </p:cNvPr>
          <p:cNvSpPr>
            <a:spLocks xmlns:a="http://schemas.openxmlformats.org/drawingml/2006/main" noGrp="1"/>
          </p:cNvSpPr>
          <p:nvPr/>
        </p:nvSpPr>
        <p:spPr>
          <a:xfrm xmlns:a="http://schemas.openxmlformats.org/drawingml/2006/main">
            <a:off x="6096000" y="26670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5BF8E257-C90C-4D41-8CCF-DDA7C688BF05}"/>
              </a:ext>
            </a:extLst>
          </p:cNvPr>
          <p:cNvSpPr>
            <a:spLocks xmlns:a="http://schemas.openxmlformats.org/drawingml/2006/main" noGrp="1"/>
          </p:cNvSpPr>
          <p:nvPr/>
        </p:nvSpPr>
        <p:spPr>
          <a:xfrm xmlns:a="http://schemas.openxmlformats.org/drawingml/2006/main">
            <a:off x="6229350" y="27813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src/observability_lab.py</a:t>
            </a:r>
          </a:p>
        </p:txBody>
      </p:sp>
      <p:sp>
        <p:nvSpPr>
          <p:cNvPr id="15" name="">
            <a:extLst xmlns:a="http://schemas.openxmlformats.org/drawingml/2006/main">
              <a:ext uri="{FF2B5EF4-FFF2-40B4-BE49-F238E27FC236}">
                <a16:creationId xmlns:a16="http://schemas.microsoft.com/office/drawing/2014/main" id="{1E7F0B60-C316-403F-BB6E-D4035FE7CFE8}"/>
              </a:ext>
            </a:extLst>
          </p:cNvPr>
          <p:cNvSpPr>
            <a:spLocks xmlns:a="http://schemas.openxmlformats.org/drawingml/2006/main" noGrp="1"/>
          </p:cNvSpPr>
          <p:nvPr/>
        </p:nvSpPr>
        <p:spPr>
          <a:xfrm xmlns:a="http://schemas.openxmlformats.org/drawingml/2006/main">
            <a:off x="685800" y="3486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Regression</a:t>
            </a:r>
          </a:p>
        </p:txBody>
      </p:sp>
      <p:sp>
        <p:nvSpPr>
          <p:cNvPr id="16" name="">
            <a:extLst xmlns:a="http://schemas.openxmlformats.org/drawingml/2006/main">
              <a:ext uri="{FF2B5EF4-FFF2-40B4-BE49-F238E27FC236}">
                <a16:creationId xmlns:a16="http://schemas.microsoft.com/office/drawing/2014/main" id="{E6B120DC-6575-4BC3-8289-2772472418F5}"/>
              </a:ext>
            </a:extLst>
          </p:cNvPr>
          <p:cNvSpPr>
            <a:spLocks xmlns:a="http://schemas.openxmlformats.org/drawingml/2006/main" noGrp="1"/>
          </p:cNvSpPr>
          <p:nvPr/>
        </p:nvSpPr>
        <p:spPr>
          <a:xfrm xmlns:a="http://schemas.openxmlformats.org/drawingml/2006/main">
            <a:off x="685800" y="39433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변경 후 이전 동작이 깨진 상태</a:t>
            </a:r>
          </a:p>
        </p:txBody>
      </p:sp>
      <p:sp>
        <p:nvSpPr>
          <p:cNvPr id="17" name="">
            <a:extLst xmlns:a="http://schemas.openxmlformats.org/drawingml/2006/main">
              <a:ext uri="{FF2B5EF4-FFF2-40B4-BE49-F238E27FC236}">
                <a16:creationId xmlns:a16="http://schemas.microsoft.com/office/drawing/2014/main" id="{00BC6893-C62B-4263-A7F2-808231CADB0F}"/>
              </a:ext>
            </a:extLst>
          </p:cNvPr>
          <p:cNvSpPr>
            <a:spLocks xmlns:a="http://schemas.openxmlformats.org/drawingml/2006/main" noGrp="1"/>
          </p:cNvSpPr>
          <p:nvPr/>
        </p:nvSpPr>
        <p:spPr>
          <a:xfrm xmlns:a="http://schemas.openxmlformats.org/drawingml/2006/main">
            <a:off x="685800" y="46482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465BA0E8-AF08-4C8F-8A74-59252AFE121D}"/>
              </a:ext>
            </a:extLst>
          </p:cNvPr>
          <p:cNvSpPr>
            <a:spLocks xmlns:a="http://schemas.openxmlformats.org/drawingml/2006/main" noGrp="1"/>
          </p:cNvSpPr>
          <p:nvPr/>
        </p:nvSpPr>
        <p:spPr>
          <a:xfrm xmlns:a="http://schemas.openxmlformats.org/drawingml/2006/main">
            <a:off x="819150" y="47625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tests/test_observability_workflow.py</a:t>
            </a:r>
          </a:p>
        </p:txBody>
      </p:sp>
      <p:sp>
        <p:nvSpPr>
          <p:cNvPr id="19" name="">
            <a:extLst xmlns:a="http://schemas.openxmlformats.org/drawingml/2006/main">
              <a:ext uri="{FF2B5EF4-FFF2-40B4-BE49-F238E27FC236}">
                <a16:creationId xmlns:a16="http://schemas.microsoft.com/office/drawing/2014/main" id="{AFC8D262-A778-4E24-9F38-A535738839B7}"/>
              </a:ext>
            </a:extLst>
          </p:cNvPr>
          <p:cNvSpPr>
            <a:spLocks xmlns:a="http://schemas.openxmlformats.org/drawingml/2006/main" noGrp="1"/>
          </p:cNvSpPr>
          <p:nvPr/>
        </p:nvSpPr>
        <p:spPr>
          <a:xfrm xmlns:a="http://schemas.openxmlformats.org/drawingml/2006/main">
            <a:off x="6096000" y="3486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Release gate</a:t>
            </a:r>
          </a:p>
        </p:txBody>
      </p:sp>
      <p:sp>
        <p:nvSpPr>
          <p:cNvPr id="20" name="">
            <a:extLst xmlns:a="http://schemas.openxmlformats.org/drawingml/2006/main">
              <a:ext uri="{FF2B5EF4-FFF2-40B4-BE49-F238E27FC236}">
                <a16:creationId xmlns:a16="http://schemas.microsoft.com/office/drawing/2014/main" id="{5522E537-BA5B-4BDB-B7A4-4F824D9D1E19}"/>
              </a:ext>
            </a:extLst>
          </p:cNvPr>
          <p:cNvSpPr>
            <a:spLocks xmlns:a="http://schemas.openxmlformats.org/drawingml/2006/main" noGrp="1"/>
          </p:cNvSpPr>
          <p:nvPr/>
        </p:nvSpPr>
        <p:spPr>
          <a:xfrm xmlns:a="http://schemas.openxmlformats.org/drawingml/2006/main">
            <a:off x="6096000" y="39433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55555"/>
                </a:solidFill>
                <a:latin typeface="NanumGothic"/>
                <a:ea typeface="NanumGothic"/>
                <a:cs typeface="NanumGothic"/>
              </a:defRPr>
            </a:pPr>
            <a:r>
              <a:rPr sz="1350" b="0">
                <a:solidFill>
                  <a:srgbClr val="555555"/>
                </a:solidFill>
                <a:latin typeface="NanumGothic"/>
                <a:ea typeface="NanumGothic"/>
                <a:cs typeface="NanumGothic"/>
              </a:rPr>
              <a:t>배포 여부를 가르는 기준</a:t>
            </a:r>
          </a:p>
        </p:txBody>
      </p:sp>
      <p:sp>
        <p:nvSpPr>
          <p:cNvPr id="21" name="">
            <a:extLst xmlns:a="http://schemas.openxmlformats.org/drawingml/2006/main">
              <a:ext uri="{FF2B5EF4-FFF2-40B4-BE49-F238E27FC236}">
                <a16:creationId xmlns:a16="http://schemas.microsoft.com/office/drawing/2014/main" id="{A214833B-3C39-4A22-AA09-BBB309F09BCC}"/>
              </a:ext>
            </a:extLst>
          </p:cNvPr>
          <p:cNvSpPr>
            <a:spLocks xmlns:a="http://schemas.openxmlformats.org/drawingml/2006/main" noGrp="1"/>
          </p:cNvSpPr>
          <p:nvPr/>
        </p:nvSpPr>
        <p:spPr>
          <a:xfrm xmlns:a="http://schemas.openxmlformats.org/drawingml/2006/main">
            <a:off x="6096000" y="4648200"/>
            <a:ext cx="4762500" cy="419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DD1FB57F-8CBA-4389-832F-069D45011530}"/>
              </a:ext>
            </a:extLst>
          </p:cNvPr>
          <p:cNvSpPr>
            <a:spLocks xmlns:a="http://schemas.openxmlformats.org/drawingml/2006/main" noGrp="1"/>
          </p:cNvSpPr>
          <p:nvPr/>
        </p:nvSpPr>
        <p:spPr>
          <a:xfrm xmlns:a="http://schemas.openxmlformats.org/drawingml/2006/main">
            <a:off x="6229350" y="47625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191919"/>
                </a:solidFill>
                <a:latin typeface="Menlo"/>
                <a:ea typeface="Menlo"/>
                <a:cs typeface="Menlo"/>
              </a:defRPr>
            </a:pPr>
            <a:r>
              <a:rPr sz="975" b="1">
                <a:solidFill>
                  <a:srgbClr val="191919"/>
                </a:solidFill>
                <a:latin typeface="Menlo"/>
                <a:ea typeface="Menlo"/>
                <a:cs typeface="Menlo"/>
              </a:rPr>
              <a:t>materials/day2/day2_service_lab.ipynb</a:t>
            </a:r>
          </a:p>
        </p:txBody>
      </p:sp>
    </p:spTree>
    <p:extLst>
      <p:ext uri="{BB962C8B-B14F-4D97-AF65-F5344CB8AC3E}">
        <p14:creationId xmlns:p14="http://schemas.microsoft.com/office/powerpoint/2010/main" val="1770546189"/>
      </p:ext>
    </p:extLst>
  </p:cSld>
</p:sld>
</file>

<file path=ppt/slides/slide2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6E1AED73-310F-4F8A-A455-250396261D35}"/>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선택 기준</a:t>
            </a:r>
          </a:p>
        </p:txBody>
      </p:sp>
      <p:sp>
        <p:nvSpPr>
          <p:cNvPr id="2" name="">
            <a:extLst xmlns:a="http://schemas.openxmlformats.org/drawingml/2006/main">
              <a:ext uri="{FF2B5EF4-FFF2-40B4-BE49-F238E27FC236}">
                <a16:creationId xmlns:a16="http://schemas.microsoft.com/office/drawing/2014/main" id="{20F3684E-EBF6-4540-AC0D-EFA94E1C0126}"/>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비교</a:t>
            </a:r>
          </a:p>
        </p:txBody>
      </p:sp>
      <p:sp>
        <p:nvSpPr>
          <p:cNvPr id="3" name="">
            <a:extLst xmlns:a="http://schemas.openxmlformats.org/drawingml/2006/main">
              <a:ext uri="{FF2B5EF4-FFF2-40B4-BE49-F238E27FC236}">
                <a16:creationId xmlns:a16="http://schemas.microsoft.com/office/drawing/2014/main" id="{A44740CB-4C32-4E46-AB58-F8493E0799C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31A401CE-BA1D-4AB5-9AFF-FCD4CD890D4E}"/>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C6E2ED23-A1E1-4B26-AB6D-F2CC79818544}"/>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0A6A56D3-3049-476E-A012-E975C7C2A47C}"/>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221</a:t>
            </a:r>
          </a:p>
        </p:txBody>
      </p:sp>
      <p:sp>
        <p:nvSpPr>
          <p:cNvPr id="7" name="">
            <a:extLst xmlns:a="http://schemas.openxmlformats.org/drawingml/2006/main">
              <a:ext uri="{FF2B5EF4-FFF2-40B4-BE49-F238E27FC236}">
                <a16:creationId xmlns:a16="http://schemas.microsoft.com/office/drawing/2014/main" id="{8364AEF6-9AC7-4581-A101-511D7F97D101}"/>
              </a:ext>
            </a:extLst>
          </p:cNvPr>
          <p:cNvSpPr>
            <a:spLocks xmlns:a="http://schemas.openxmlformats.org/drawingml/2006/main" noGrp="1"/>
          </p:cNvSpPr>
          <p:nvPr/>
        </p:nvSpPr>
        <p:spPr>
          <a:xfrm xmlns:a="http://schemas.openxmlformats.org/drawingml/2006/main">
            <a:off x="666750" y="1504950"/>
            <a:ext cx="238125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8" name="">
            <a:extLst xmlns:a="http://schemas.openxmlformats.org/drawingml/2006/main">
              <a:ext uri="{FF2B5EF4-FFF2-40B4-BE49-F238E27FC236}">
                <a16:creationId xmlns:a16="http://schemas.microsoft.com/office/drawing/2014/main" id="{1AB8FDCD-5548-4FDA-A624-6A95FF7E46D9}"/>
              </a:ext>
            </a:extLst>
          </p:cNvPr>
          <p:cNvSpPr>
            <a:spLocks xmlns:a="http://schemas.openxmlformats.org/drawingml/2006/main" noGrp="1"/>
          </p:cNvSpPr>
          <p:nvPr/>
        </p:nvSpPr>
        <p:spPr>
          <a:xfrm xmlns:a="http://schemas.openxmlformats.org/drawingml/2006/main">
            <a:off x="819150" y="16573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구분</a:t>
            </a:r>
          </a:p>
        </p:txBody>
      </p:sp>
      <p:sp>
        <p:nvSpPr>
          <p:cNvPr id="9" name="">
            <a:extLst xmlns:a="http://schemas.openxmlformats.org/drawingml/2006/main">
              <a:ext uri="{FF2B5EF4-FFF2-40B4-BE49-F238E27FC236}">
                <a16:creationId xmlns:a16="http://schemas.microsoft.com/office/drawing/2014/main" id="{222B51D5-203D-44B5-8DE4-7F5E5E5B4C30}"/>
              </a:ext>
            </a:extLst>
          </p:cNvPr>
          <p:cNvSpPr>
            <a:spLocks xmlns:a="http://schemas.openxmlformats.org/drawingml/2006/main" noGrp="1"/>
          </p:cNvSpPr>
          <p:nvPr/>
        </p:nvSpPr>
        <p:spPr>
          <a:xfrm xmlns:a="http://schemas.openxmlformats.org/drawingml/2006/main">
            <a:off x="3048000" y="1504950"/>
            <a:ext cx="457200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0" name="">
            <a:extLst xmlns:a="http://schemas.openxmlformats.org/drawingml/2006/main">
              <a:ext uri="{FF2B5EF4-FFF2-40B4-BE49-F238E27FC236}">
                <a16:creationId xmlns:a16="http://schemas.microsoft.com/office/drawing/2014/main" id="{63A33A6D-AF15-4AFF-BAA7-A9CF576C46B4}"/>
              </a:ext>
            </a:extLst>
          </p:cNvPr>
          <p:cNvSpPr>
            <a:spLocks xmlns:a="http://schemas.openxmlformats.org/drawingml/2006/main" noGrp="1"/>
          </p:cNvSpPr>
          <p:nvPr/>
        </p:nvSpPr>
        <p:spPr>
          <a:xfrm xmlns:a="http://schemas.openxmlformats.org/drawingml/2006/main">
            <a:off x="3200400" y="16573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역할</a:t>
            </a:r>
          </a:p>
        </p:txBody>
      </p:sp>
      <p:sp>
        <p:nvSpPr>
          <p:cNvPr id="11" name="">
            <a:extLst xmlns:a="http://schemas.openxmlformats.org/drawingml/2006/main">
              <a:ext uri="{FF2B5EF4-FFF2-40B4-BE49-F238E27FC236}">
                <a16:creationId xmlns:a16="http://schemas.microsoft.com/office/drawing/2014/main" id="{05D11FE7-C4E9-4E92-B5E0-F8974C366789}"/>
              </a:ext>
            </a:extLst>
          </p:cNvPr>
          <p:cNvSpPr>
            <a:spLocks xmlns:a="http://schemas.openxmlformats.org/drawingml/2006/main" noGrp="1"/>
          </p:cNvSpPr>
          <p:nvPr/>
        </p:nvSpPr>
        <p:spPr>
          <a:xfrm xmlns:a="http://schemas.openxmlformats.org/drawingml/2006/main">
            <a:off x="7620000" y="1504950"/>
            <a:ext cx="3905250" cy="8763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2" name="">
            <a:extLst xmlns:a="http://schemas.openxmlformats.org/drawingml/2006/main">
              <a:ext uri="{FF2B5EF4-FFF2-40B4-BE49-F238E27FC236}">
                <a16:creationId xmlns:a16="http://schemas.microsoft.com/office/drawing/2014/main" id="{7BC5FE43-AFC2-4D70-BA4B-2C3CDB59AD6D}"/>
              </a:ext>
            </a:extLst>
          </p:cNvPr>
          <p:cNvSpPr>
            <a:spLocks xmlns:a="http://schemas.openxmlformats.org/drawingml/2006/main" noGrp="1"/>
          </p:cNvSpPr>
          <p:nvPr/>
        </p:nvSpPr>
        <p:spPr>
          <a:xfrm xmlns:a="http://schemas.openxmlformats.org/drawingml/2006/main">
            <a:off x="7772400" y="16573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975" b="1">
                <a:solidFill>
                  <a:srgbClr val="FFFFFF"/>
                </a:solidFill>
                <a:latin typeface="NanumGothic"/>
                <a:ea typeface="NanumGothic"/>
                <a:cs typeface="NanumGothic"/>
              </a:defRPr>
            </a:pPr>
            <a:r>
              <a:rPr sz="975" b="1">
                <a:solidFill>
                  <a:srgbClr val="FFFFFF"/>
                </a:solidFill>
                <a:latin typeface="NanumGothic"/>
                <a:ea typeface="NanumGothic"/>
                <a:cs typeface="NanumGothic"/>
              </a:rPr>
              <a:t>이번 차시의 판단 기준</a:t>
            </a:r>
          </a:p>
        </p:txBody>
      </p:sp>
      <p:sp>
        <p:nvSpPr>
          <p:cNvPr id="13" name="">
            <a:extLst xmlns:a="http://schemas.openxmlformats.org/drawingml/2006/main">
              <a:ext uri="{FF2B5EF4-FFF2-40B4-BE49-F238E27FC236}">
                <a16:creationId xmlns:a16="http://schemas.microsoft.com/office/drawing/2014/main" id="{9D6A679F-A2FD-48AC-90AB-785877276770}"/>
              </a:ext>
            </a:extLst>
          </p:cNvPr>
          <p:cNvSpPr>
            <a:spLocks xmlns:a="http://schemas.openxmlformats.org/drawingml/2006/main" noGrp="1"/>
          </p:cNvSpPr>
          <p:nvPr/>
        </p:nvSpPr>
        <p:spPr>
          <a:xfrm xmlns:a="http://schemas.openxmlformats.org/drawingml/2006/main">
            <a:off x="666750" y="2381250"/>
            <a:ext cx="2381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4" name="">
            <a:extLst xmlns:a="http://schemas.openxmlformats.org/drawingml/2006/main">
              <a:ext uri="{FF2B5EF4-FFF2-40B4-BE49-F238E27FC236}">
                <a16:creationId xmlns:a16="http://schemas.microsoft.com/office/drawing/2014/main" id="{128CDD97-7B7F-4B8E-95AF-9BEF54C1DDB2}"/>
              </a:ext>
            </a:extLst>
          </p:cNvPr>
          <p:cNvSpPr>
            <a:spLocks xmlns:a="http://schemas.openxmlformats.org/drawingml/2006/main" noGrp="1"/>
          </p:cNvSpPr>
          <p:nvPr/>
        </p:nvSpPr>
        <p:spPr>
          <a:xfrm xmlns:a="http://schemas.openxmlformats.org/drawingml/2006/main">
            <a:off x="819150" y="25336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Golden case</a:t>
            </a:r>
          </a:p>
        </p:txBody>
      </p:sp>
      <p:sp>
        <p:nvSpPr>
          <p:cNvPr id="15" name="">
            <a:extLst xmlns:a="http://schemas.openxmlformats.org/drawingml/2006/main">
              <a:ext uri="{FF2B5EF4-FFF2-40B4-BE49-F238E27FC236}">
                <a16:creationId xmlns:a16="http://schemas.microsoft.com/office/drawing/2014/main" id="{C16DE935-3561-4C4D-8DEF-62972DD175E2}"/>
              </a:ext>
            </a:extLst>
          </p:cNvPr>
          <p:cNvSpPr>
            <a:spLocks xmlns:a="http://schemas.openxmlformats.org/drawingml/2006/main" noGrp="1"/>
          </p:cNvSpPr>
          <p:nvPr/>
        </p:nvSpPr>
        <p:spPr>
          <a:xfrm xmlns:a="http://schemas.openxmlformats.org/drawingml/2006/main">
            <a:off x="3048000" y="2381250"/>
            <a:ext cx="457200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6" name="">
            <a:extLst xmlns:a="http://schemas.openxmlformats.org/drawingml/2006/main">
              <a:ext uri="{FF2B5EF4-FFF2-40B4-BE49-F238E27FC236}">
                <a16:creationId xmlns:a16="http://schemas.microsoft.com/office/drawing/2014/main" id="{7FD1A5F1-DFFE-450E-ABAF-1B6D5189ED5C}"/>
              </a:ext>
            </a:extLst>
          </p:cNvPr>
          <p:cNvSpPr>
            <a:spLocks xmlns:a="http://schemas.openxmlformats.org/drawingml/2006/main" noGrp="1"/>
          </p:cNvSpPr>
          <p:nvPr/>
        </p:nvSpPr>
        <p:spPr>
          <a:xfrm xmlns:a="http://schemas.openxmlformats.org/drawingml/2006/main">
            <a:off x="3200400" y="25336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실패 사례 수집 단계의 입력 기준</a:t>
            </a:r>
          </a:p>
        </p:txBody>
      </p:sp>
      <p:sp>
        <p:nvSpPr>
          <p:cNvPr id="17" name="">
            <a:extLst xmlns:a="http://schemas.openxmlformats.org/drawingml/2006/main">
              <a:ext uri="{FF2B5EF4-FFF2-40B4-BE49-F238E27FC236}">
                <a16:creationId xmlns:a16="http://schemas.microsoft.com/office/drawing/2014/main" id="{7005C72C-FB6E-48C7-B894-B62005E632DC}"/>
              </a:ext>
            </a:extLst>
          </p:cNvPr>
          <p:cNvSpPr>
            <a:spLocks xmlns:a="http://schemas.openxmlformats.org/drawingml/2006/main" noGrp="1"/>
          </p:cNvSpPr>
          <p:nvPr/>
        </p:nvSpPr>
        <p:spPr>
          <a:xfrm xmlns:a="http://schemas.openxmlformats.org/drawingml/2006/main">
            <a:off x="7620000" y="2381250"/>
            <a:ext cx="3905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B95DE2A7-E77D-4451-A501-07DB8754C39D}"/>
              </a:ext>
            </a:extLst>
          </p:cNvPr>
          <p:cNvSpPr>
            <a:spLocks xmlns:a="http://schemas.openxmlformats.org/drawingml/2006/main" noGrp="1"/>
          </p:cNvSpPr>
          <p:nvPr/>
        </p:nvSpPr>
        <p:spPr>
          <a:xfrm xmlns:a="http://schemas.openxmlformats.org/drawingml/2006/main">
            <a:off x="7772400" y="25336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결정론 test로 먼저 확인</a:t>
            </a:r>
          </a:p>
        </p:txBody>
      </p:sp>
      <p:sp>
        <p:nvSpPr>
          <p:cNvPr id="19" name="">
            <a:extLst xmlns:a="http://schemas.openxmlformats.org/drawingml/2006/main">
              <a:ext uri="{FF2B5EF4-FFF2-40B4-BE49-F238E27FC236}">
                <a16:creationId xmlns:a16="http://schemas.microsoft.com/office/drawing/2014/main" id="{C1B63D98-BA4C-477F-863C-E72B72D862DE}"/>
              </a:ext>
            </a:extLst>
          </p:cNvPr>
          <p:cNvSpPr>
            <a:spLocks xmlns:a="http://schemas.openxmlformats.org/drawingml/2006/main" noGrp="1"/>
          </p:cNvSpPr>
          <p:nvPr/>
        </p:nvSpPr>
        <p:spPr>
          <a:xfrm xmlns:a="http://schemas.openxmlformats.org/drawingml/2006/main">
            <a:off x="666750" y="3257550"/>
            <a:ext cx="2381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0" name="">
            <a:extLst xmlns:a="http://schemas.openxmlformats.org/drawingml/2006/main">
              <a:ext uri="{FF2B5EF4-FFF2-40B4-BE49-F238E27FC236}">
                <a16:creationId xmlns:a16="http://schemas.microsoft.com/office/drawing/2014/main" id="{0E6E70B3-C4E8-4A73-9FA4-FEEFC2A73D5B}"/>
              </a:ext>
            </a:extLst>
          </p:cNvPr>
          <p:cNvSpPr>
            <a:spLocks xmlns:a="http://schemas.openxmlformats.org/drawingml/2006/main" noGrp="1"/>
          </p:cNvSpPr>
          <p:nvPr/>
        </p:nvSpPr>
        <p:spPr>
          <a:xfrm xmlns:a="http://schemas.openxmlformats.org/drawingml/2006/main">
            <a:off x="819150" y="34099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Evaluator</a:t>
            </a:r>
          </a:p>
        </p:txBody>
      </p:sp>
      <p:sp>
        <p:nvSpPr>
          <p:cNvPr id="21" name="">
            <a:extLst xmlns:a="http://schemas.openxmlformats.org/drawingml/2006/main">
              <a:ext uri="{FF2B5EF4-FFF2-40B4-BE49-F238E27FC236}">
                <a16:creationId xmlns:a16="http://schemas.microsoft.com/office/drawing/2014/main" id="{0BE0DCAE-CECF-449B-9296-EE1AA8A85FFC}"/>
              </a:ext>
            </a:extLst>
          </p:cNvPr>
          <p:cNvSpPr>
            <a:spLocks xmlns:a="http://schemas.openxmlformats.org/drawingml/2006/main" noGrp="1"/>
          </p:cNvSpPr>
          <p:nvPr/>
        </p:nvSpPr>
        <p:spPr>
          <a:xfrm xmlns:a="http://schemas.openxmlformats.org/drawingml/2006/main">
            <a:off x="3048000" y="3257550"/>
            <a:ext cx="45720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2" name="">
            <a:extLst xmlns:a="http://schemas.openxmlformats.org/drawingml/2006/main">
              <a:ext uri="{FF2B5EF4-FFF2-40B4-BE49-F238E27FC236}">
                <a16:creationId xmlns:a16="http://schemas.microsoft.com/office/drawing/2014/main" id="{6885126A-6A3F-45A6-BB5B-3EBBC6935E73}"/>
              </a:ext>
            </a:extLst>
          </p:cNvPr>
          <p:cNvSpPr>
            <a:spLocks xmlns:a="http://schemas.openxmlformats.org/drawingml/2006/main" noGrp="1"/>
          </p:cNvSpPr>
          <p:nvPr/>
        </p:nvSpPr>
        <p:spPr>
          <a:xfrm xmlns:a="http://schemas.openxmlformats.org/drawingml/2006/main">
            <a:off x="3200400" y="34099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비식별 단계의 교체 경계</a:t>
            </a:r>
          </a:p>
        </p:txBody>
      </p:sp>
      <p:sp>
        <p:nvSpPr>
          <p:cNvPr id="23" name="">
            <a:extLst xmlns:a="http://schemas.openxmlformats.org/drawingml/2006/main">
              <a:ext uri="{FF2B5EF4-FFF2-40B4-BE49-F238E27FC236}">
                <a16:creationId xmlns:a16="http://schemas.microsoft.com/office/drawing/2014/main" id="{50A2054D-CBB3-4269-92E8-7B81D88E82A8}"/>
              </a:ext>
            </a:extLst>
          </p:cNvPr>
          <p:cNvSpPr>
            <a:spLocks xmlns:a="http://schemas.openxmlformats.org/drawingml/2006/main" noGrp="1"/>
          </p:cNvSpPr>
          <p:nvPr/>
        </p:nvSpPr>
        <p:spPr>
          <a:xfrm xmlns:a="http://schemas.openxmlformats.org/drawingml/2006/main">
            <a:off x="7620000" y="3257550"/>
            <a:ext cx="3905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4" name="">
            <a:extLst xmlns:a="http://schemas.openxmlformats.org/drawingml/2006/main">
              <a:ext uri="{FF2B5EF4-FFF2-40B4-BE49-F238E27FC236}">
                <a16:creationId xmlns:a16="http://schemas.microsoft.com/office/drawing/2014/main" id="{3B0DD039-1E79-441F-B5D8-5CB8E8991171}"/>
              </a:ext>
            </a:extLst>
          </p:cNvPr>
          <p:cNvSpPr>
            <a:spLocks xmlns:a="http://schemas.openxmlformats.org/drawingml/2006/main" noGrp="1"/>
          </p:cNvSpPr>
          <p:nvPr/>
        </p:nvSpPr>
        <p:spPr>
          <a:xfrm xmlns:a="http://schemas.openxmlformats.org/drawingml/2006/main">
            <a:off x="7772400" y="34099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adapter 경계를 확인</a:t>
            </a:r>
          </a:p>
        </p:txBody>
      </p:sp>
      <p:sp>
        <p:nvSpPr>
          <p:cNvPr id="25" name="">
            <a:extLst xmlns:a="http://schemas.openxmlformats.org/drawingml/2006/main">
              <a:ext uri="{FF2B5EF4-FFF2-40B4-BE49-F238E27FC236}">
                <a16:creationId xmlns:a16="http://schemas.microsoft.com/office/drawing/2014/main" id="{E5632015-A194-4125-97B7-5B32B1BCE3CF}"/>
              </a:ext>
            </a:extLst>
          </p:cNvPr>
          <p:cNvSpPr>
            <a:spLocks xmlns:a="http://schemas.openxmlformats.org/drawingml/2006/main" noGrp="1"/>
          </p:cNvSpPr>
          <p:nvPr/>
        </p:nvSpPr>
        <p:spPr>
          <a:xfrm xmlns:a="http://schemas.openxmlformats.org/drawingml/2006/main">
            <a:off x="666750" y="4133850"/>
            <a:ext cx="2381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6" name="">
            <a:extLst xmlns:a="http://schemas.openxmlformats.org/drawingml/2006/main">
              <a:ext uri="{FF2B5EF4-FFF2-40B4-BE49-F238E27FC236}">
                <a16:creationId xmlns:a16="http://schemas.microsoft.com/office/drawing/2014/main" id="{50E88C84-9CEF-4A8B-8D67-13B3DE8D4CE3}"/>
              </a:ext>
            </a:extLst>
          </p:cNvPr>
          <p:cNvSpPr>
            <a:spLocks xmlns:a="http://schemas.openxmlformats.org/drawingml/2006/main" noGrp="1"/>
          </p:cNvSpPr>
          <p:nvPr/>
        </p:nvSpPr>
        <p:spPr>
          <a:xfrm xmlns:a="http://schemas.openxmlformats.org/drawingml/2006/main">
            <a:off x="819150" y="42862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Regression</a:t>
            </a:r>
          </a:p>
        </p:txBody>
      </p:sp>
      <p:sp>
        <p:nvSpPr>
          <p:cNvPr id="27" name="">
            <a:extLst xmlns:a="http://schemas.openxmlformats.org/drawingml/2006/main">
              <a:ext uri="{FF2B5EF4-FFF2-40B4-BE49-F238E27FC236}">
                <a16:creationId xmlns:a16="http://schemas.microsoft.com/office/drawing/2014/main" id="{E1FE71BF-C8D6-4477-87F8-1FB73111589A}"/>
              </a:ext>
            </a:extLst>
          </p:cNvPr>
          <p:cNvSpPr>
            <a:spLocks xmlns:a="http://schemas.openxmlformats.org/drawingml/2006/main" noGrp="1"/>
          </p:cNvSpPr>
          <p:nvPr/>
        </p:nvSpPr>
        <p:spPr>
          <a:xfrm xmlns:a="http://schemas.openxmlformats.org/drawingml/2006/main">
            <a:off x="3048000" y="4133850"/>
            <a:ext cx="457200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28" name="">
            <a:extLst xmlns:a="http://schemas.openxmlformats.org/drawingml/2006/main">
              <a:ext uri="{FF2B5EF4-FFF2-40B4-BE49-F238E27FC236}">
                <a16:creationId xmlns:a16="http://schemas.microsoft.com/office/drawing/2014/main" id="{C77B6F24-102B-443F-BCF3-5A40D54457EA}"/>
              </a:ext>
            </a:extLst>
          </p:cNvPr>
          <p:cNvSpPr>
            <a:spLocks xmlns:a="http://schemas.openxmlformats.org/drawingml/2006/main" noGrp="1"/>
          </p:cNvSpPr>
          <p:nvPr/>
        </p:nvSpPr>
        <p:spPr>
          <a:xfrm xmlns:a="http://schemas.openxmlformats.org/drawingml/2006/main">
            <a:off x="3200400" y="42862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expected field 작성 단계의 운영 조건</a:t>
            </a:r>
          </a:p>
        </p:txBody>
      </p:sp>
      <p:sp>
        <p:nvSpPr>
          <p:cNvPr id="29" name="">
            <a:extLst xmlns:a="http://schemas.openxmlformats.org/drawingml/2006/main">
              <a:ext uri="{FF2B5EF4-FFF2-40B4-BE49-F238E27FC236}">
                <a16:creationId xmlns:a16="http://schemas.microsoft.com/office/drawing/2014/main" id="{FB5A35D8-76BF-4C38-B8C0-DF2ED5E9823D}"/>
              </a:ext>
            </a:extLst>
          </p:cNvPr>
          <p:cNvSpPr>
            <a:spLocks xmlns:a="http://schemas.openxmlformats.org/drawingml/2006/main" noGrp="1"/>
          </p:cNvSpPr>
          <p:nvPr/>
        </p:nvSpPr>
        <p:spPr>
          <a:xfrm xmlns:a="http://schemas.openxmlformats.org/drawingml/2006/main">
            <a:off x="7620000" y="4133850"/>
            <a:ext cx="3905250" cy="8763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30" name="">
            <a:extLst xmlns:a="http://schemas.openxmlformats.org/drawingml/2006/main">
              <a:ext uri="{FF2B5EF4-FFF2-40B4-BE49-F238E27FC236}">
                <a16:creationId xmlns:a16="http://schemas.microsoft.com/office/drawing/2014/main" id="{99EF54A2-6076-4A86-80E6-DFD79CFC2677}"/>
              </a:ext>
            </a:extLst>
          </p:cNvPr>
          <p:cNvSpPr>
            <a:spLocks xmlns:a="http://schemas.openxmlformats.org/drawingml/2006/main" noGrp="1"/>
          </p:cNvSpPr>
          <p:nvPr/>
        </p:nvSpPr>
        <p:spPr>
          <a:xfrm xmlns:a="http://schemas.openxmlformats.org/drawingml/2006/main">
            <a:off x="7772400" y="42862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비용·지연·권한을 확인</a:t>
            </a:r>
          </a:p>
        </p:txBody>
      </p:sp>
      <p:sp>
        <p:nvSpPr>
          <p:cNvPr id="31" name="">
            <a:extLst xmlns:a="http://schemas.openxmlformats.org/drawingml/2006/main">
              <a:ext uri="{FF2B5EF4-FFF2-40B4-BE49-F238E27FC236}">
                <a16:creationId xmlns:a16="http://schemas.microsoft.com/office/drawing/2014/main" id="{56EAE843-607D-4E61-86EC-5809814E903A}"/>
              </a:ext>
            </a:extLst>
          </p:cNvPr>
          <p:cNvSpPr>
            <a:spLocks xmlns:a="http://schemas.openxmlformats.org/drawingml/2006/main" noGrp="1"/>
          </p:cNvSpPr>
          <p:nvPr/>
        </p:nvSpPr>
        <p:spPr>
          <a:xfrm xmlns:a="http://schemas.openxmlformats.org/drawingml/2006/main">
            <a:off x="666750" y="5010150"/>
            <a:ext cx="2381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2" name="">
            <a:extLst xmlns:a="http://schemas.openxmlformats.org/drawingml/2006/main">
              <a:ext uri="{FF2B5EF4-FFF2-40B4-BE49-F238E27FC236}">
                <a16:creationId xmlns:a16="http://schemas.microsoft.com/office/drawing/2014/main" id="{F29B14F1-B10B-4402-AA82-9C543D95EB47}"/>
              </a:ext>
            </a:extLst>
          </p:cNvPr>
          <p:cNvSpPr>
            <a:spLocks xmlns:a="http://schemas.openxmlformats.org/drawingml/2006/main" noGrp="1"/>
          </p:cNvSpPr>
          <p:nvPr/>
        </p:nvSpPr>
        <p:spPr>
          <a:xfrm xmlns:a="http://schemas.openxmlformats.org/drawingml/2006/main">
            <a:off x="819150" y="516255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Release gate</a:t>
            </a:r>
          </a:p>
        </p:txBody>
      </p:sp>
      <p:sp>
        <p:nvSpPr>
          <p:cNvPr id="33" name="">
            <a:extLst xmlns:a="http://schemas.openxmlformats.org/drawingml/2006/main">
              <a:ext uri="{FF2B5EF4-FFF2-40B4-BE49-F238E27FC236}">
                <a16:creationId xmlns:a16="http://schemas.microsoft.com/office/drawing/2014/main" id="{80D4365F-F74C-44AF-9E67-C9BB6EE2482E}"/>
              </a:ext>
            </a:extLst>
          </p:cNvPr>
          <p:cNvSpPr>
            <a:spLocks xmlns:a="http://schemas.openxmlformats.org/drawingml/2006/main" noGrp="1"/>
          </p:cNvSpPr>
          <p:nvPr/>
        </p:nvSpPr>
        <p:spPr>
          <a:xfrm xmlns:a="http://schemas.openxmlformats.org/drawingml/2006/main">
            <a:off x="3048000" y="5010150"/>
            <a:ext cx="45720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4" name="">
            <a:extLst xmlns:a="http://schemas.openxmlformats.org/drawingml/2006/main">
              <a:ext uri="{FF2B5EF4-FFF2-40B4-BE49-F238E27FC236}">
                <a16:creationId xmlns:a16="http://schemas.microsoft.com/office/drawing/2014/main" id="{E37892CE-5E3D-4BC0-B1DD-8A9B61837912}"/>
              </a:ext>
            </a:extLst>
          </p:cNvPr>
          <p:cNvSpPr>
            <a:spLocks xmlns:a="http://schemas.openxmlformats.org/drawingml/2006/main" noGrp="1"/>
          </p:cNvSpPr>
          <p:nvPr/>
        </p:nvSpPr>
        <p:spPr>
          <a:xfrm xmlns:a="http://schemas.openxmlformats.org/drawingml/2006/main">
            <a:off x="3200400" y="51625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baseline 실행 단계의 판단 기록</a:t>
            </a:r>
          </a:p>
        </p:txBody>
      </p:sp>
      <p:sp>
        <p:nvSpPr>
          <p:cNvPr id="35" name="">
            <a:extLst xmlns:a="http://schemas.openxmlformats.org/drawingml/2006/main">
              <a:ext uri="{FF2B5EF4-FFF2-40B4-BE49-F238E27FC236}">
                <a16:creationId xmlns:a16="http://schemas.microsoft.com/office/drawing/2014/main" id="{21851065-682A-4877-B5E4-A6A347A5D09B}"/>
              </a:ext>
            </a:extLst>
          </p:cNvPr>
          <p:cNvSpPr>
            <a:spLocks xmlns:a="http://schemas.openxmlformats.org/drawingml/2006/main" noGrp="1"/>
          </p:cNvSpPr>
          <p:nvPr/>
        </p:nvSpPr>
        <p:spPr>
          <a:xfrm xmlns:a="http://schemas.openxmlformats.org/drawingml/2006/main">
            <a:off x="7620000" y="5010150"/>
            <a:ext cx="3905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36" name="">
            <a:extLst xmlns:a="http://schemas.openxmlformats.org/drawingml/2006/main">
              <a:ext uri="{FF2B5EF4-FFF2-40B4-BE49-F238E27FC236}">
                <a16:creationId xmlns:a16="http://schemas.microsoft.com/office/drawing/2014/main" id="{F400B932-8579-4CC7-9E3F-4C83BDBFEB90}"/>
              </a:ext>
            </a:extLst>
          </p:cNvPr>
          <p:cNvSpPr>
            <a:spLocks xmlns:a="http://schemas.openxmlformats.org/drawingml/2006/main" noGrp="1"/>
          </p:cNvSpPr>
          <p:nvPr/>
        </p:nvSpPr>
        <p:spPr>
          <a:xfrm xmlns:a="http://schemas.openxmlformats.org/drawingml/2006/main">
            <a:off x="7772400" y="5162550"/>
            <a:ext cx="3600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0">
                <a:solidFill>
                  <a:srgbClr val="191919"/>
                </a:solidFill>
                <a:latin typeface="NanumGothic"/>
                <a:ea typeface="NanumGothic"/>
                <a:cs typeface="NanumGothic"/>
              </a:defRPr>
            </a:pPr>
            <a:r>
              <a:rPr sz="1350" b="0">
                <a:solidFill>
                  <a:srgbClr val="191919"/>
                </a:solidFill>
                <a:latin typeface="NanumGothic"/>
                <a:ea typeface="NanumGothic"/>
                <a:cs typeface="NanumGothic"/>
              </a:rPr>
              <a:t>사람 판단과 운영 기록을 확인</a:t>
            </a:r>
          </a:p>
        </p:txBody>
      </p:sp>
    </p:spTree>
    <p:extLst>
      <p:ext uri="{BB962C8B-B14F-4D97-AF65-F5344CB8AC3E}">
        <p14:creationId xmlns:p14="http://schemas.microsoft.com/office/powerpoint/2010/main" val="1712861881"/>
      </p:ext>
    </p:extLst>
  </p:cSld>
</p:sld>
</file>

<file path=ppt/slides/slide2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C64D01F-DC33-4709-9DE6-3167E0E2E72C}"/>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대표 실패</a:t>
            </a:r>
          </a:p>
        </p:txBody>
      </p:sp>
      <p:sp>
        <p:nvSpPr>
          <p:cNvPr id="2" name="">
            <a:extLst xmlns:a="http://schemas.openxmlformats.org/drawingml/2006/main">
              <a:ext uri="{FF2B5EF4-FFF2-40B4-BE49-F238E27FC236}">
                <a16:creationId xmlns:a16="http://schemas.microsoft.com/office/drawing/2014/main" id="{226E67AE-2D95-4880-A411-9C3273E53166}"/>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실패 사례</a:t>
            </a:r>
          </a:p>
        </p:txBody>
      </p:sp>
      <p:sp>
        <p:nvSpPr>
          <p:cNvPr id="3" name="">
            <a:extLst xmlns:a="http://schemas.openxmlformats.org/drawingml/2006/main">
              <a:ext uri="{FF2B5EF4-FFF2-40B4-BE49-F238E27FC236}">
                <a16:creationId xmlns:a16="http://schemas.microsoft.com/office/drawing/2014/main" id="{F663BB25-29AF-4F19-B5D8-04259493A53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2DE08B2F-4839-460E-A413-D8212C073433}"/>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A08DD72F-7626-4A92-831C-C3CBB63F6F20}"/>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8924F904-4BD3-4771-A989-A8A6DA8A3103}"/>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222</a:t>
            </a:r>
          </a:p>
        </p:txBody>
      </p:sp>
      <p:sp>
        <p:nvSpPr>
          <p:cNvPr id="7" name="">
            <a:extLst xmlns:a="http://schemas.openxmlformats.org/drawingml/2006/main">
              <a:ext uri="{FF2B5EF4-FFF2-40B4-BE49-F238E27FC236}">
                <a16:creationId xmlns:a16="http://schemas.microsoft.com/office/drawing/2014/main" id="{4AA6C811-0C7F-4DD2-8A2F-1F0673ACE708}"/>
              </a:ext>
            </a:extLst>
          </p:cNvPr>
          <p:cNvSpPr>
            <a:spLocks xmlns:a="http://schemas.openxmlformats.org/drawingml/2006/main" noGrp="1"/>
          </p:cNvSpPr>
          <p:nvPr/>
        </p:nvSpPr>
        <p:spPr>
          <a:xfrm xmlns:a="http://schemas.openxmlformats.org/drawingml/2006/main">
            <a:off x="685800" y="1619250"/>
            <a:ext cx="4724400" cy="33147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1E48D36-25CC-438C-BEC4-8D2C1368DA71}"/>
              </a:ext>
            </a:extLst>
          </p:cNvPr>
          <p:cNvSpPr>
            <a:spLocks xmlns:a="http://schemas.openxmlformats.org/drawingml/2006/main" noGrp="1"/>
          </p:cNvSpPr>
          <p:nvPr/>
        </p:nvSpPr>
        <p:spPr>
          <a:xfrm xmlns:a="http://schemas.openxmlformats.org/drawingml/2006/main">
            <a:off x="990600" y="19240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C7C7C7"/>
                </a:solidFill>
                <a:latin typeface="NanumGothic"/>
                <a:ea typeface="NanumGothic"/>
                <a:cs typeface="NanumGothic"/>
              </a:defRPr>
            </a:pPr>
            <a:r>
              <a:rPr sz="1050" b="1">
                <a:solidFill>
                  <a:srgbClr val="C7C7C7"/>
                </a:solidFill>
                <a:latin typeface="NanumGothic"/>
                <a:ea typeface="NanumGothic"/>
                <a:cs typeface="NanumGothic"/>
              </a:rPr>
              <a:t>실패</a:t>
            </a:r>
          </a:p>
        </p:txBody>
      </p:sp>
      <p:sp>
        <p:nvSpPr>
          <p:cNvPr id="9" name="">
            <a:extLst xmlns:a="http://schemas.openxmlformats.org/drawingml/2006/main">
              <a:ext uri="{FF2B5EF4-FFF2-40B4-BE49-F238E27FC236}">
                <a16:creationId xmlns:a16="http://schemas.microsoft.com/office/drawing/2014/main" id="{4CD8B048-464F-4699-9529-C2CA0DA14CE5}"/>
              </a:ext>
            </a:extLst>
          </p:cNvPr>
          <p:cNvSpPr>
            <a:spLocks xmlns:a="http://schemas.openxmlformats.org/drawingml/2006/main" noGrp="1"/>
          </p:cNvSpPr>
          <p:nvPr/>
        </p:nvSpPr>
        <p:spPr>
          <a:xfrm xmlns:a="http://schemas.openxmlformats.org/drawingml/2006/main">
            <a:off x="990600" y="2476500"/>
            <a:ext cx="41148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데모 한 건 성공을 서비스 전체 품질로 일반화한다.</a:t>
            </a:r>
          </a:p>
        </p:txBody>
      </p:sp>
      <p:sp>
        <p:nvSpPr>
          <p:cNvPr id="10" name="">
            <a:extLst xmlns:a="http://schemas.openxmlformats.org/drawingml/2006/main">
              <a:ext uri="{FF2B5EF4-FFF2-40B4-BE49-F238E27FC236}">
                <a16:creationId xmlns:a16="http://schemas.microsoft.com/office/drawing/2014/main" id="{01E2FA11-A2D7-490A-88DB-24ED9E915677}"/>
              </a:ext>
            </a:extLst>
          </p:cNvPr>
          <p:cNvSpPr>
            <a:spLocks xmlns:a="http://schemas.openxmlformats.org/drawingml/2006/main" noGrp="1"/>
          </p:cNvSpPr>
          <p:nvPr/>
        </p:nvSpPr>
        <p:spPr>
          <a:xfrm xmlns:a="http://schemas.openxmlformats.org/drawingml/2006/main">
            <a:off x="5981700" y="19240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사용자 영향</a:t>
            </a:r>
          </a:p>
        </p:txBody>
      </p:sp>
      <p:sp>
        <p:nvSpPr>
          <p:cNvPr id="11" name="">
            <a:extLst xmlns:a="http://schemas.openxmlformats.org/drawingml/2006/main">
              <a:ext uri="{FF2B5EF4-FFF2-40B4-BE49-F238E27FC236}">
                <a16:creationId xmlns:a16="http://schemas.microsoft.com/office/drawing/2014/main" id="{90FA610D-E02B-467F-896E-53F54CD1B8E3}"/>
              </a:ext>
            </a:extLst>
          </p:cNvPr>
          <p:cNvSpPr>
            <a:spLocks xmlns:a="http://schemas.openxmlformats.org/drawingml/2006/main" noGrp="1"/>
          </p:cNvSpPr>
          <p:nvPr/>
        </p:nvSpPr>
        <p:spPr>
          <a:xfrm xmlns:a="http://schemas.openxmlformats.org/drawingml/2006/main">
            <a:off x="5981700" y="2476500"/>
            <a:ext cx="48196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75" b="1">
                <a:solidFill>
                  <a:srgbClr val="191919"/>
                </a:solidFill>
                <a:latin typeface="NanumGothic"/>
                <a:ea typeface="NanumGothic"/>
                <a:cs typeface="NanumGothic"/>
              </a:defRPr>
            </a:pPr>
            <a:r>
              <a:rPr sz="1875" b="1">
                <a:solidFill>
                  <a:srgbClr val="191919"/>
                </a:solidFill>
                <a:latin typeface="NanumGothic"/>
                <a:ea typeface="NanumGothic"/>
                <a:cs typeface="NanumGothic"/>
              </a:rPr>
              <a:t>데모 한 건 성공을 서비스 전체 품질로 일반화한다. 상태에서는 day2_eval_cases.json을 운영 판단에 사용할 수 없다.</a:t>
            </a:r>
          </a:p>
        </p:txBody>
      </p:sp>
      <p:sp>
        <p:nvSpPr>
          <p:cNvPr id="12" name="">
            <a:extLst xmlns:a="http://schemas.openxmlformats.org/drawingml/2006/main">
              <a:ext uri="{FF2B5EF4-FFF2-40B4-BE49-F238E27FC236}">
                <a16:creationId xmlns:a16="http://schemas.microsoft.com/office/drawing/2014/main" id="{E457F42C-C83F-4546-822E-7DCCB4D8FE69}"/>
              </a:ext>
            </a:extLst>
          </p:cNvPr>
          <p:cNvSpPr>
            <a:spLocks xmlns:a="http://schemas.openxmlformats.org/drawingml/2006/main" noGrp="1"/>
          </p:cNvSpPr>
          <p:nvPr/>
        </p:nvSpPr>
        <p:spPr>
          <a:xfrm xmlns:a="http://schemas.openxmlformats.org/drawingml/2006/main">
            <a:off x="1524000" y="5410200"/>
            <a:ext cx="914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도메인별 Golden Set 실패가 재현돼야 복구 코드와 회귀 test를 만들 수 있습니다.</a:t>
            </a:r>
          </a:p>
        </p:txBody>
      </p:sp>
    </p:spTree>
    <p:extLst>
      <p:ext uri="{BB962C8B-B14F-4D97-AF65-F5344CB8AC3E}">
        <p14:creationId xmlns:p14="http://schemas.microsoft.com/office/powerpoint/2010/main" val="547393374"/>
      </p:ext>
    </p:extLst>
  </p:cSld>
</p:sld>
</file>

<file path=ppt/slides/slide2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E697622-BED2-4D70-8EAC-C4B3E27ACC74}"/>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복구 경로</a:t>
            </a:r>
          </a:p>
        </p:txBody>
      </p:sp>
      <p:sp>
        <p:nvSpPr>
          <p:cNvPr id="2" name="">
            <a:extLst xmlns:a="http://schemas.openxmlformats.org/drawingml/2006/main">
              <a:ext uri="{FF2B5EF4-FFF2-40B4-BE49-F238E27FC236}">
                <a16:creationId xmlns:a16="http://schemas.microsoft.com/office/drawing/2014/main" id="{3CC5E5A2-C2BD-49EE-AA85-56AE117BD6EA}"/>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오류 처리</a:t>
            </a:r>
          </a:p>
        </p:txBody>
      </p:sp>
      <p:sp>
        <p:nvSpPr>
          <p:cNvPr id="3" name="">
            <a:extLst xmlns:a="http://schemas.openxmlformats.org/drawingml/2006/main">
              <a:ext uri="{FF2B5EF4-FFF2-40B4-BE49-F238E27FC236}">
                <a16:creationId xmlns:a16="http://schemas.microsoft.com/office/drawing/2014/main" id="{C276E5FF-D293-44A9-9D55-E6ADDB752A6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DE5269F9-057B-40BB-A638-9253663425E0}"/>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BA4F4AC1-5111-4C13-91F3-8FDF5007C682}"/>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E6C1AD5A-7183-4D5A-8400-0E052653C969}"/>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223</a:t>
            </a:r>
          </a:p>
        </p:txBody>
      </p:sp>
      <p:sp>
        <p:nvSpPr>
          <p:cNvPr id="7" name="">
            <a:extLst xmlns:a="http://schemas.openxmlformats.org/drawingml/2006/main">
              <a:ext uri="{FF2B5EF4-FFF2-40B4-BE49-F238E27FC236}">
                <a16:creationId xmlns:a16="http://schemas.microsoft.com/office/drawing/2014/main" id="{19DE8EAB-D769-4923-831C-EE79BA34DB42}"/>
              </a:ext>
            </a:extLst>
          </p:cNvPr>
          <p:cNvSpPr>
            <a:spLocks xmlns:a="http://schemas.openxmlformats.org/drawingml/2006/main" noGrp="1"/>
          </p:cNvSpPr>
          <p:nvPr/>
        </p:nvSpPr>
        <p:spPr>
          <a:xfrm xmlns:a="http://schemas.openxmlformats.org/drawingml/2006/main">
            <a:off x="838200" y="15430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3D308CB1-41E8-40B6-8E62-8C41D1173D7C}"/>
              </a:ext>
            </a:extLst>
          </p:cNvPr>
          <p:cNvSpPr>
            <a:spLocks xmlns:a="http://schemas.openxmlformats.org/drawingml/2006/main" noGrp="1"/>
          </p:cNvSpPr>
          <p:nvPr/>
        </p:nvSpPr>
        <p:spPr>
          <a:xfrm xmlns:a="http://schemas.openxmlformats.org/drawingml/2006/main">
            <a:off x="1276350" y="16668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C459FED1-0D5F-450E-BD15-DA40DB9EFF76}"/>
              </a:ext>
            </a:extLst>
          </p:cNvPr>
          <p:cNvSpPr>
            <a:spLocks xmlns:a="http://schemas.openxmlformats.org/drawingml/2006/main" noGrp="1"/>
          </p:cNvSpPr>
          <p:nvPr/>
        </p:nvSpPr>
        <p:spPr>
          <a:xfrm xmlns:a="http://schemas.openxmlformats.org/drawingml/2006/main">
            <a:off x="1752600" y="1504950"/>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탐지: STT HOLD나 사람 거절은 최종 READY가 될 수 없다.</a:t>
            </a:r>
          </a:p>
        </p:txBody>
      </p:sp>
      <p:sp>
        <p:nvSpPr>
          <p:cNvPr id="10" name="">
            <a:extLst xmlns:a="http://schemas.openxmlformats.org/drawingml/2006/main">
              <a:ext uri="{FF2B5EF4-FFF2-40B4-BE49-F238E27FC236}">
                <a16:creationId xmlns:a16="http://schemas.microsoft.com/office/drawing/2014/main" id="{D1BE1A1A-D8F1-4FD7-9897-D57E0F7C6432}"/>
              </a:ext>
            </a:extLst>
          </p:cNvPr>
          <p:cNvSpPr>
            <a:spLocks xmlns:a="http://schemas.openxmlformats.org/drawingml/2006/main" noGrp="1"/>
          </p:cNvSpPr>
          <p:nvPr/>
        </p:nvSpPr>
        <p:spPr>
          <a:xfrm xmlns:a="http://schemas.openxmlformats.org/drawingml/2006/main">
            <a:off x="838200" y="254317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ECF05778-EBE0-4639-B1A4-5B7F809C5C43}"/>
              </a:ext>
            </a:extLst>
          </p:cNvPr>
          <p:cNvSpPr>
            <a:spLocks xmlns:a="http://schemas.openxmlformats.org/drawingml/2006/main" noGrp="1"/>
          </p:cNvSpPr>
          <p:nvPr/>
        </p:nvSpPr>
        <p:spPr>
          <a:xfrm xmlns:a="http://schemas.openxmlformats.org/drawingml/2006/main">
            <a:off x="1276350" y="2667000"/>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279ACB70-5791-4FEA-8F45-DFC3C4798FA2}"/>
              </a:ext>
            </a:extLst>
          </p:cNvPr>
          <p:cNvSpPr>
            <a:spLocks xmlns:a="http://schemas.openxmlformats.org/drawingml/2006/main" noGrp="1"/>
          </p:cNvSpPr>
          <p:nvPr/>
        </p:nvSpPr>
        <p:spPr>
          <a:xfrm xmlns:a="http://schemas.openxmlformats.org/drawingml/2006/main">
            <a:off x="1752600" y="2505075"/>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중단: 데모 한 건 성공을 서비스 전체 품질로 일반화한다.</a:t>
            </a:r>
          </a:p>
        </p:txBody>
      </p:sp>
      <p:sp>
        <p:nvSpPr>
          <p:cNvPr id="13" name="">
            <a:extLst xmlns:a="http://schemas.openxmlformats.org/drawingml/2006/main">
              <a:ext uri="{FF2B5EF4-FFF2-40B4-BE49-F238E27FC236}">
                <a16:creationId xmlns:a16="http://schemas.microsoft.com/office/drawing/2014/main" id="{64704FB9-9A7B-4F8E-9E58-333237766933}"/>
              </a:ext>
            </a:extLst>
          </p:cNvPr>
          <p:cNvSpPr>
            <a:spLocks xmlns:a="http://schemas.openxmlformats.org/drawingml/2006/main" noGrp="1"/>
          </p:cNvSpPr>
          <p:nvPr/>
        </p:nvSpPr>
        <p:spPr>
          <a:xfrm xmlns:a="http://schemas.openxmlformats.org/drawingml/2006/main">
            <a:off x="838200" y="35433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389F6A65-75CE-4A7A-8C07-7C97E29900F9}"/>
              </a:ext>
            </a:extLst>
          </p:cNvPr>
          <p:cNvSpPr>
            <a:spLocks xmlns:a="http://schemas.openxmlformats.org/drawingml/2006/main" noGrp="1"/>
          </p:cNvSpPr>
          <p:nvPr/>
        </p:nvSpPr>
        <p:spPr>
          <a:xfrm xmlns:a="http://schemas.openxmlformats.org/drawingml/2006/main">
            <a:off x="1276350" y="36671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C1F2E472-1B3A-4FF7-B45A-AC4A6E99D09F}"/>
              </a:ext>
            </a:extLst>
          </p:cNvPr>
          <p:cNvSpPr>
            <a:spLocks xmlns:a="http://schemas.openxmlformats.org/drawingml/2006/main" noGrp="1"/>
          </p:cNvSpPr>
          <p:nvPr/>
        </p:nvSpPr>
        <p:spPr>
          <a:xfrm xmlns:a="http://schemas.openxmlformats.org/drawingml/2006/main">
            <a:off x="1752600" y="3505200"/>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복구: 숫자·이름·기한·무음·반복을 포함한 작은 golden set부터 운영한다.</a:t>
            </a:r>
          </a:p>
        </p:txBody>
      </p:sp>
      <p:sp>
        <p:nvSpPr>
          <p:cNvPr id="16" name="">
            <a:extLst xmlns:a="http://schemas.openxmlformats.org/drawingml/2006/main">
              <a:ext uri="{FF2B5EF4-FFF2-40B4-BE49-F238E27FC236}">
                <a16:creationId xmlns:a16="http://schemas.microsoft.com/office/drawing/2014/main" id="{0B119F12-BE07-4E75-9721-51511DC39DF6}"/>
              </a:ext>
            </a:extLst>
          </p:cNvPr>
          <p:cNvSpPr>
            <a:spLocks xmlns:a="http://schemas.openxmlformats.org/drawingml/2006/main" noGrp="1"/>
          </p:cNvSpPr>
          <p:nvPr/>
        </p:nvSpPr>
        <p:spPr>
          <a:xfrm xmlns:a="http://schemas.openxmlformats.org/drawingml/2006/main">
            <a:off x="838200" y="454342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BDAAF2A9-4F67-4891-8EF1-EB54BAF5B16E}"/>
              </a:ext>
            </a:extLst>
          </p:cNvPr>
          <p:cNvSpPr>
            <a:spLocks xmlns:a="http://schemas.openxmlformats.org/drawingml/2006/main" noGrp="1"/>
          </p:cNvSpPr>
          <p:nvPr/>
        </p:nvSpPr>
        <p:spPr>
          <a:xfrm xmlns:a="http://schemas.openxmlformats.org/drawingml/2006/main">
            <a:off x="1276350" y="4667250"/>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86B08005-F9D6-49E9-A80E-82ABCC5E08A8}"/>
              </a:ext>
            </a:extLst>
          </p:cNvPr>
          <p:cNvSpPr>
            <a:spLocks xmlns:a="http://schemas.openxmlformats.org/drawingml/2006/main" noGrp="1"/>
          </p:cNvSpPr>
          <p:nvPr/>
        </p:nvSpPr>
        <p:spPr>
          <a:xfrm xmlns:a="http://schemas.openxmlformats.org/drawingml/2006/main">
            <a:off x="1752600" y="4505325"/>
            <a:ext cx="9372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증거: day2_eval_cases.json과 test 결과를 함께 남긴다.</a:t>
            </a:r>
          </a:p>
        </p:txBody>
      </p:sp>
    </p:spTree>
    <p:extLst>
      <p:ext uri="{BB962C8B-B14F-4D97-AF65-F5344CB8AC3E}">
        <p14:creationId xmlns:p14="http://schemas.microsoft.com/office/powerpoint/2010/main" val="214811796"/>
      </p:ext>
    </p:extLst>
  </p:cSld>
</p:sld>
</file>

<file path=ppt/slides/slide2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A10DEA8-526F-4D43-8C21-C82879D65CC7}"/>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Codex 검증 루프</a:t>
            </a:r>
          </a:p>
        </p:txBody>
      </p:sp>
      <p:sp>
        <p:nvSpPr>
          <p:cNvPr id="2" name="">
            <a:extLst xmlns:a="http://schemas.openxmlformats.org/drawingml/2006/main">
              <a:ext uri="{FF2B5EF4-FFF2-40B4-BE49-F238E27FC236}">
                <a16:creationId xmlns:a16="http://schemas.microsoft.com/office/drawing/2014/main" id="{FB59687E-DF92-4AC8-80CF-22CF45F8D3F4}"/>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공식·로컬 참고 화면</a:t>
            </a:r>
          </a:p>
        </p:txBody>
      </p:sp>
      <p:sp>
        <p:nvSpPr>
          <p:cNvPr id="3" name="">
            <a:extLst xmlns:a="http://schemas.openxmlformats.org/drawingml/2006/main">
              <a:ext uri="{FF2B5EF4-FFF2-40B4-BE49-F238E27FC236}">
                <a16:creationId xmlns:a16="http://schemas.microsoft.com/office/drawing/2014/main" id="{6E06F54E-1FE6-409E-BD31-10DED48CD1C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43F2DC7B-D376-411A-807A-FC55F104AFB9}"/>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C8BD4223-3AED-4955-A2C0-F307F118E9AA}"/>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F1CCD0FC-6C1D-421E-B844-71BC6E01B11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b39a9b0bf4248ea"/>
          <a:stretch xmlns:a="http://schemas.openxmlformats.org/drawingml/2006/main"/>
        </p:blipFill>
        <p:spPr>
          <a:xfrm xmlns:a="http://schemas.openxmlformats.org/drawingml/2006/main">
            <a:off x="5010150" y="1829515"/>
            <a:ext cx="6191250" cy="3484719"/>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8975D91-59EC-4829-87C8-A6F4F6315BCD}"/>
              </a:ext>
            </a:extLst>
          </p:cNvPr>
          <p:cNvSpPr>
            <a:spLocks xmlns:a="http://schemas.openxmlformats.org/drawingml/2006/main" noGrp="1"/>
          </p:cNvSpPr>
          <p:nvPr/>
        </p:nvSpPr>
        <p:spPr>
          <a:xfrm xmlns:a="http://schemas.openxmlformats.org/drawingml/2006/main">
            <a:off x="685800" y="1714500"/>
            <a:ext cx="382905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025" b="1">
                <a:solidFill>
                  <a:srgbClr val="191919"/>
                </a:solidFill>
                <a:latin typeface="NanumGothic"/>
                <a:ea typeface="NanumGothic"/>
                <a:cs typeface="NanumGothic"/>
              </a:defRPr>
            </a:pPr>
            <a:r>
              <a:rPr sz="2025" b="1">
                <a:solidFill>
                  <a:srgbClr val="191919"/>
                </a:solidFill>
                <a:latin typeface="NanumGothic"/>
                <a:ea typeface="NanumGothic"/>
                <a:cs typeface="NanumGothic"/>
              </a:rPr>
              <a:t>src/observability_lab.py의 책임을 찾고 day2_eval_cases.json 계약을 focused test로 고정합니다.</a:t>
            </a:r>
          </a:p>
        </p:txBody>
      </p:sp>
      <p:sp>
        <p:nvSpPr>
          <p:cNvPr id="9" name="">
            <a:extLst xmlns:a="http://schemas.openxmlformats.org/drawingml/2006/main">
              <a:ext uri="{FF2B5EF4-FFF2-40B4-BE49-F238E27FC236}">
                <a16:creationId xmlns:a16="http://schemas.microsoft.com/office/drawing/2014/main" id="{7BBC449B-83B7-4120-AE83-AD49F714380A}"/>
              </a:ext>
            </a:extLst>
          </p:cNvPr>
          <p:cNvSpPr>
            <a:spLocks xmlns:a="http://schemas.openxmlformats.org/drawingml/2006/main" noGrp="1"/>
          </p:cNvSpPr>
          <p:nvPr/>
        </p:nvSpPr>
        <p:spPr>
          <a:xfrm xmlns:a="http://schemas.openxmlformats.org/drawingml/2006/main">
            <a:off x="685800" y="3867150"/>
            <a:ext cx="38290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도메인별 Golden Set</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저장소 이해 → 허용 범위 변경</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 focused test → diff 리뷰</a:t>
            </a:r>
          </a:p>
          <a:p xmlns:a="http://schemas.openxmlformats.org/drawingml/2006/main">
            <a:pPr algn="l">
              <a:lnSpc>
                <a:spcPct val="124000"/>
              </a:lnSpc>
              <a:buNone/>
              <a:defRPr sz="1500" b="1">
                <a:solidFill>
                  <a:srgbClr val="555555"/>
                </a:solidFill>
                <a:latin typeface="NanumGothic"/>
                <a:ea typeface="NanumGothic"/>
                <a:cs typeface="NanumGothic"/>
              </a:defRPr>
            </a:pPr>
            <a:r>
              <a:rPr sz="1500" b="1">
                <a:solidFill>
                  <a:srgbClr val="555555"/>
                </a:solidFill>
                <a:latin typeface="NanumGothic"/>
                <a:ea typeface="NanumGothic"/>
                <a:cs typeface="NanumGothic"/>
              </a:rPr>
              <a:t>→ 사람 merge</a:t>
            </a:r>
          </a:p>
        </p:txBody>
      </p:sp>
    </p:spTree>
    <p:extLst>
      <p:ext uri="{BB962C8B-B14F-4D97-AF65-F5344CB8AC3E}">
        <p14:creationId xmlns:p14="http://schemas.microsoft.com/office/powerpoint/2010/main" val="2010603190"/>
      </p:ext>
    </p:extLst>
  </p:cSld>
</p:sld>
</file>

<file path=ppt/slides/slide2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D94AC48-CE3A-445A-804B-6C671A85F90C}"/>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Codex 작업 명세</a:t>
            </a:r>
          </a:p>
        </p:txBody>
      </p:sp>
      <p:sp>
        <p:nvSpPr>
          <p:cNvPr id="2" name="">
            <a:extLst xmlns:a="http://schemas.openxmlformats.org/drawingml/2006/main">
              <a:ext uri="{FF2B5EF4-FFF2-40B4-BE49-F238E27FC236}">
                <a16:creationId xmlns:a16="http://schemas.microsoft.com/office/drawing/2014/main" id="{75F98ADC-6FA9-4754-AC56-0B34D241A007}"/>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작업 요청 예시</a:t>
            </a:r>
          </a:p>
        </p:txBody>
      </p:sp>
      <p:sp>
        <p:nvSpPr>
          <p:cNvPr id="3" name="">
            <a:extLst xmlns:a="http://schemas.openxmlformats.org/drawingml/2006/main">
              <a:ext uri="{FF2B5EF4-FFF2-40B4-BE49-F238E27FC236}">
                <a16:creationId xmlns:a16="http://schemas.microsoft.com/office/drawing/2014/main" id="{ECDC3D6E-0B8B-4837-825E-42098366957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78ADB2A9-B87B-4573-90EA-BA4EB87394F0}"/>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669BC286-E624-4F2E-832B-6B9FAE93CD1A}"/>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7A4A64AD-1D7F-48DF-8571-BE90E8C50B0E}"/>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225</a:t>
            </a:r>
          </a:p>
        </p:txBody>
      </p:sp>
      <p:sp>
        <p:nvSpPr>
          <p:cNvPr id="7" name="">
            <a:extLst xmlns:a="http://schemas.openxmlformats.org/drawingml/2006/main">
              <a:ext uri="{FF2B5EF4-FFF2-40B4-BE49-F238E27FC236}">
                <a16:creationId xmlns:a16="http://schemas.microsoft.com/office/drawing/2014/main" id="{2F6E0194-EAF3-4EA3-8AF4-CFC7E199CC77}"/>
              </a:ext>
            </a:extLst>
          </p:cNvPr>
          <p:cNvSpPr>
            <a:spLocks xmlns:a="http://schemas.openxmlformats.org/drawingml/2006/main" noGrp="1"/>
          </p:cNvSpPr>
          <p:nvPr/>
        </p:nvSpPr>
        <p:spPr>
          <a:xfrm xmlns:a="http://schemas.openxmlformats.org/drawingml/2006/main">
            <a:off x="685800" y="15811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목표</a:t>
            </a:r>
          </a:p>
        </p:txBody>
      </p:sp>
      <p:sp>
        <p:nvSpPr>
          <p:cNvPr id="8" name="">
            <a:extLst xmlns:a="http://schemas.openxmlformats.org/drawingml/2006/main">
              <a:ext uri="{FF2B5EF4-FFF2-40B4-BE49-F238E27FC236}">
                <a16:creationId xmlns:a16="http://schemas.microsoft.com/office/drawing/2014/main" id="{9AC2B26E-E998-4F12-9DE1-6A2D04F29A6A}"/>
              </a:ext>
            </a:extLst>
          </p:cNvPr>
          <p:cNvSpPr>
            <a:spLocks xmlns:a="http://schemas.openxmlformats.org/drawingml/2006/main" noGrp="1"/>
          </p:cNvSpPr>
          <p:nvPr/>
        </p:nvSpPr>
        <p:spPr>
          <a:xfrm xmlns:a="http://schemas.openxmlformats.org/drawingml/2006/main">
            <a:off x="2286000" y="142875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9" name="">
            <a:extLst xmlns:a="http://schemas.openxmlformats.org/drawingml/2006/main">
              <a:ext uri="{FF2B5EF4-FFF2-40B4-BE49-F238E27FC236}">
                <a16:creationId xmlns:a16="http://schemas.microsoft.com/office/drawing/2014/main" id="{E7EB5D5B-9550-49FE-86E5-532E4B06AFB2}"/>
              </a:ext>
            </a:extLst>
          </p:cNvPr>
          <p:cNvSpPr>
            <a:spLocks xmlns:a="http://schemas.openxmlformats.org/drawingml/2006/main" noGrp="1"/>
          </p:cNvSpPr>
          <p:nvPr/>
        </p:nvSpPr>
        <p:spPr>
          <a:xfrm xmlns:a="http://schemas.openxmlformats.org/drawingml/2006/main">
            <a:off x="2533650" y="158115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1">
                <a:solidFill>
                  <a:srgbClr val="191919"/>
                </a:solidFill>
                <a:latin typeface="NanumGothic"/>
                <a:ea typeface="NanumGothic"/>
                <a:cs typeface="NanumGothic"/>
              </a:defRPr>
            </a:pPr>
            <a:r>
              <a:rPr sz="1425" b="1">
                <a:solidFill>
                  <a:srgbClr val="191919"/>
                </a:solidFill>
                <a:latin typeface="NanumGothic"/>
                <a:ea typeface="NanumGothic"/>
                <a:cs typeface="NanumGothic"/>
              </a:rPr>
              <a:t>대표 실패를 재현하는 test를 먼저 쓰고 최소 변경으로 통과시킨다.</a:t>
            </a:r>
          </a:p>
        </p:txBody>
      </p:sp>
      <p:sp>
        <p:nvSpPr>
          <p:cNvPr id="10" name="">
            <a:extLst xmlns:a="http://schemas.openxmlformats.org/drawingml/2006/main">
              <a:ext uri="{FF2B5EF4-FFF2-40B4-BE49-F238E27FC236}">
                <a16:creationId xmlns:a16="http://schemas.microsoft.com/office/drawing/2014/main" id="{1C7B47C4-7397-41EE-8568-88AA1AE772BE}"/>
              </a:ext>
            </a:extLst>
          </p:cNvPr>
          <p:cNvSpPr>
            <a:spLocks xmlns:a="http://schemas.openxmlformats.org/drawingml/2006/main" noGrp="1"/>
          </p:cNvSpPr>
          <p:nvPr/>
        </p:nvSpPr>
        <p:spPr>
          <a:xfrm xmlns:a="http://schemas.openxmlformats.org/drawingml/2006/main">
            <a:off x="685800" y="27051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허용 경로</a:t>
            </a:r>
          </a:p>
        </p:txBody>
      </p:sp>
      <p:sp>
        <p:nvSpPr>
          <p:cNvPr id="11" name="">
            <a:extLst xmlns:a="http://schemas.openxmlformats.org/drawingml/2006/main">
              <a:ext uri="{FF2B5EF4-FFF2-40B4-BE49-F238E27FC236}">
                <a16:creationId xmlns:a16="http://schemas.microsoft.com/office/drawing/2014/main" id="{D57B98BC-6B97-499F-901C-81BCA643B24E}"/>
              </a:ext>
            </a:extLst>
          </p:cNvPr>
          <p:cNvSpPr>
            <a:spLocks xmlns:a="http://schemas.openxmlformats.org/drawingml/2006/main" noGrp="1"/>
          </p:cNvSpPr>
          <p:nvPr/>
        </p:nvSpPr>
        <p:spPr>
          <a:xfrm xmlns:a="http://schemas.openxmlformats.org/drawingml/2006/main">
            <a:off x="2286000" y="255270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2" name="">
            <a:extLst xmlns:a="http://schemas.openxmlformats.org/drawingml/2006/main">
              <a:ext uri="{FF2B5EF4-FFF2-40B4-BE49-F238E27FC236}">
                <a16:creationId xmlns:a16="http://schemas.microsoft.com/office/drawing/2014/main" id="{5D2AF573-0E52-47A9-9165-4AE84FE260F1}"/>
              </a:ext>
            </a:extLst>
          </p:cNvPr>
          <p:cNvSpPr>
            <a:spLocks xmlns:a="http://schemas.openxmlformats.org/drawingml/2006/main" noGrp="1"/>
          </p:cNvSpPr>
          <p:nvPr/>
        </p:nvSpPr>
        <p:spPr>
          <a:xfrm xmlns:a="http://schemas.openxmlformats.org/drawingml/2006/main">
            <a:off x="2533650" y="270510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src/observability_lab.py</a:t>
            </a:r>
          </a:p>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tests/test_observability_workflow.py</a:t>
            </a:r>
          </a:p>
        </p:txBody>
      </p:sp>
      <p:sp>
        <p:nvSpPr>
          <p:cNvPr id="13" name="">
            <a:extLst xmlns:a="http://schemas.openxmlformats.org/drawingml/2006/main">
              <a:ext uri="{FF2B5EF4-FFF2-40B4-BE49-F238E27FC236}">
                <a16:creationId xmlns:a16="http://schemas.microsoft.com/office/drawing/2014/main" id="{BB039063-168F-40D5-BAB8-FC7F56BFAC3E}"/>
              </a:ext>
            </a:extLst>
          </p:cNvPr>
          <p:cNvSpPr>
            <a:spLocks xmlns:a="http://schemas.openxmlformats.org/drawingml/2006/main" noGrp="1"/>
          </p:cNvSpPr>
          <p:nvPr/>
        </p:nvSpPr>
        <p:spPr>
          <a:xfrm xmlns:a="http://schemas.openxmlformats.org/drawingml/2006/main">
            <a:off x="685800" y="38290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완료 조건</a:t>
            </a:r>
          </a:p>
        </p:txBody>
      </p:sp>
      <p:sp>
        <p:nvSpPr>
          <p:cNvPr id="14" name="">
            <a:extLst xmlns:a="http://schemas.openxmlformats.org/drawingml/2006/main">
              <a:ext uri="{FF2B5EF4-FFF2-40B4-BE49-F238E27FC236}">
                <a16:creationId xmlns:a16="http://schemas.microsoft.com/office/drawing/2014/main" id="{074B7659-64D2-4738-9C1D-4A86DADFB5ED}"/>
              </a:ext>
            </a:extLst>
          </p:cNvPr>
          <p:cNvSpPr>
            <a:spLocks xmlns:a="http://schemas.openxmlformats.org/drawingml/2006/main" noGrp="1"/>
          </p:cNvSpPr>
          <p:nvPr/>
        </p:nvSpPr>
        <p:spPr>
          <a:xfrm xmlns:a="http://schemas.openxmlformats.org/drawingml/2006/main">
            <a:off x="2286000" y="3676650"/>
            <a:ext cx="8763000" cy="800100"/>
          </a:xfrm>
          <a:prstGeom xmlns:a="http://schemas.openxmlformats.org/drawingml/2006/main" prst="rect">
            <a:avLst/>
          </a:prstGeom>
          <a:noFill xmlns:a="http://schemas.openxmlformats.org/drawingml/2006/main"/>
          <a:ln xmlns:a="http://schemas.openxmlformats.org/drawingml/2006/main" w="9525">
            <a:solidFill>
              <a:srgbClr val="E0E0E0"/>
            </a:solidFill>
            <a:prstDash val="solid"/>
          </a:ln>
        </p:spPr>
      </p:sp>
      <p:sp>
        <p:nvSpPr>
          <p:cNvPr id="15" name="">
            <a:extLst xmlns:a="http://schemas.openxmlformats.org/drawingml/2006/main">
              <a:ext uri="{FF2B5EF4-FFF2-40B4-BE49-F238E27FC236}">
                <a16:creationId xmlns:a16="http://schemas.microsoft.com/office/drawing/2014/main" id="{D29BB8C2-D11A-4927-A7DA-1E323D16CCED}"/>
              </a:ext>
            </a:extLst>
          </p:cNvPr>
          <p:cNvSpPr>
            <a:spLocks xmlns:a="http://schemas.openxmlformats.org/drawingml/2006/main" noGrp="1"/>
          </p:cNvSpPr>
          <p:nvPr/>
        </p:nvSpPr>
        <p:spPr>
          <a:xfrm xmlns:a="http://schemas.openxmlformats.org/drawingml/2006/main">
            <a:off x="2533650" y="382905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합성 회의 정상 case가 READY_FOR_EXPORT다.</a:t>
            </a:r>
          </a:p>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STT HOLD나 사람 거절은 최종 READY가 될 수 없다.</a:t>
            </a:r>
          </a:p>
        </p:txBody>
      </p:sp>
      <p:sp>
        <p:nvSpPr>
          <p:cNvPr id="16" name="">
            <a:extLst xmlns:a="http://schemas.openxmlformats.org/drawingml/2006/main">
              <a:ext uri="{FF2B5EF4-FFF2-40B4-BE49-F238E27FC236}">
                <a16:creationId xmlns:a16="http://schemas.microsoft.com/office/drawing/2014/main" id="{32C2F7F8-4AB6-413C-8234-1ABC63B393AE}"/>
              </a:ext>
            </a:extLst>
          </p:cNvPr>
          <p:cNvSpPr>
            <a:spLocks xmlns:a="http://schemas.openxmlformats.org/drawingml/2006/main" noGrp="1"/>
          </p:cNvSpPr>
          <p:nvPr/>
        </p:nvSpPr>
        <p:spPr>
          <a:xfrm xmlns:a="http://schemas.openxmlformats.org/drawingml/2006/main">
            <a:off x="685800" y="49530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금지</a:t>
            </a:r>
          </a:p>
        </p:txBody>
      </p:sp>
      <p:sp>
        <p:nvSpPr>
          <p:cNvPr id="17" name="">
            <a:extLst xmlns:a="http://schemas.openxmlformats.org/drawingml/2006/main">
              <a:ext uri="{FF2B5EF4-FFF2-40B4-BE49-F238E27FC236}">
                <a16:creationId xmlns:a16="http://schemas.microsoft.com/office/drawing/2014/main" id="{315F5916-C70B-4134-BCCB-5432B406E49D}"/>
              </a:ext>
            </a:extLst>
          </p:cNvPr>
          <p:cNvSpPr>
            <a:spLocks xmlns:a="http://schemas.openxmlformats.org/drawingml/2006/main" noGrp="1"/>
          </p:cNvSpPr>
          <p:nvPr/>
        </p:nvSpPr>
        <p:spPr>
          <a:xfrm xmlns:a="http://schemas.openxmlformats.org/drawingml/2006/main">
            <a:off x="2286000" y="4800600"/>
            <a:ext cx="8763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8" name="">
            <a:extLst xmlns:a="http://schemas.openxmlformats.org/drawingml/2006/main">
              <a:ext uri="{FF2B5EF4-FFF2-40B4-BE49-F238E27FC236}">
                <a16:creationId xmlns:a16="http://schemas.microsoft.com/office/drawing/2014/main" id="{E4721AF7-0FA5-4AE3-910B-D6F14E681BEF}"/>
              </a:ext>
            </a:extLst>
          </p:cNvPr>
          <p:cNvSpPr>
            <a:spLocks xmlns:a="http://schemas.openxmlformats.org/drawingml/2006/main" noGrp="1"/>
          </p:cNvSpPr>
          <p:nvPr/>
        </p:nvSpPr>
        <p:spPr>
          <a:xfrm xmlns:a="http://schemas.openxmlformats.org/drawingml/2006/main">
            <a:off x="2533650" y="495300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도메인별 Golden Set: secret 출력 · workspace 밖 변경 · test 약화 · 승인 없는 외부 쓰기</a:t>
            </a:r>
          </a:p>
        </p:txBody>
      </p:sp>
    </p:spTree>
    <p:extLst>
      <p:ext uri="{BB962C8B-B14F-4D97-AF65-F5344CB8AC3E}">
        <p14:creationId xmlns:p14="http://schemas.microsoft.com/office/powerpoint/2010/main" val="412817862"/>
      </p:ext>
    </p:extLst>
  </p:cSld>
</p:sld>
</file>

<file path=ppt/slides/slide2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5D6A167-6894-4A9C-AAE0-4AF5BB54DD73}"/>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독립 리뷰</a:t>
            </a:r>
          </a:p>
        </p:txBody>
      </p:sp>
      <p:sp>
        <p:nvSpPr>
          <p:cNvPr id="2" name="">
            <a:extLst xmlns:a="http://schemas.openxmlformats.org/drawingml/2006/main">
              <a:ext uri="{FF2B5EF4-FFF2-40B4-BE49-F238E27FC236}">
                <a16:creationId xmlns:a16="http://schemas.microsoft.com/office/drawing/2014/main" id="{B306C380-93AB-4188-A79C-9FBF8BFF6DDD}"/>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Codex·Claude Code</a:t>
            </a:r>
          </a:p>
        </p:txBody>
      </p:sp>
      <p:sp>
        <p:nvSpPr>
          <p:cNvPr id="3" name="">
            <a:extLst xmlns:a="http://schemas.openxmlformats.org/drawingml/2006/main">
              <a:ext uri="{FF2B5EF4-FFF2-40B4-BE49-F238E27FC236}">
                <a16:creationId xmlns:a16="http://schemas.microsoft.com/office/drawing/2014/main" id="{24D09A32-0093-4A41-BEEA-9A026D3E0FA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DA5993EB-4979-48C8-9C1D-4F20C0764683}"/>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8FC1CD09-E1DE-4162-9F40-16805DC24119}"/>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8E1B2609-15C4-43A5-A699-35F130909047}"/>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226</a:t>
            </a:r>
          </a:p>
        </p:txBody>
      </p:sp>
      <p:sp>
        <p:nvSpPr>
          <p:cNvPr id="7" name="">
            <a:extLst xmlns:a="http://schemas.openxmlformats.org/drawingml/2006/main">
              <a:ext uri="{FF2B5EF4-FFF2-40B4-BE49-F238E27FC236}">
                <a16:creationId xmlns:a16="http://schemas.microsoft.com/office/drawing/2014/main" id="{D4398BAA-2D14-4A51-83FD-52A67579617A}"/>
              </a:ext>
            </a:extLst>
          </p:cNvPr>
          <p:cNvSpPr>
            <a:spLocks xmlns:a="http://schemas.openxmlformats.org/drawingml/2006/main" noGrp="1"/>
          </p:cNvSpPr>
          <p:nvPr/>
        </p:nvSpPr>
        <p:spPr>
          <a:xfrm xmlns:a="http://schemas.openxmlformats.org/drawingml/2006/main">
            <a:off x="723900" y="16192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05113BFA-38C9-4F97-BBBC-14351FD8C81A}"/>
              </a:ext>
            </a:extLst>
          </p:cNvPr>
          <p:cNvSpPr>
            <a:spLocks xmlns:a="http://schemas.openxmlformats.org/drawingml/2006/main" noGrp="1"/>
          </p:cNvSpPr>
          <p:nvPr/>
        </p:nvSpPr>
        <p:spPr>
          <a:xfrm xmlns:a="http://schemas.openxmlformats.org/drawingml/2006/main">
            <a:off x="1428750" y="15049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Codex diff</a:t>
            </a:r>
          </a:p>
        </p:txBody>
      </p:sp>
      <p:sp>
        <p:nvSpPr>
          <p:cNvPr id="9" name="">
            <a:extLst xmlns:a="http://schemas.openxmlformats.org/drawingml/2006/main">
              <a:ext uri="{FF2B5EF4-FFF2-40B4-BE49-F238E27FC236}">
                <a16:creationId xmlns:a16="http://schemas.microsoft.com/office/drawing/2014/main" id="{BCF704A5-762A-4803-B184-F08FBF9F6565}"/>
              </a:ext>
            </a:extLst>
          </p:cNvPr>
          <p:cNvSpPr>
            <a:spLocks xmlns:a="http://schemas.openxmlformats.org/drawingml/2006/main" noGrp="1"/>
          </p:cNvSpPr>
          <p:nvPr/>
        </p:nvSpPr>
        <p:spPr>
          <a:xfrm xmlns:a="http://schemas.openxmlformats.org/drawingml/2006/main">
            <a:off x="3733800" y="17716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09DC6BC7-002B-4222-B2B8-147EF0FEB143}"/>
              </a:ext>
            </a:extLst>
          </p:cNvPr>
          <p:cNvSpPr>
            <a:spLocks xmlns:a="http://schemas.openxmlformats.org/drawingml/2006/main" noGrp="1"/>
          </p:cNvSpPr>
          <p:nvPr/>
        </p:nvSpPr>
        <p:spPr>
          <a:xfrm xmlns:a="http://schemas.openxmlformats.org/drawingml/2006/main">
            <a:off x="4629150" y="15049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도메인별 Golden Set 허용 경로 밖 파일이 바뀌지 않았는가</a:t>
            </a:r>
          </a:p>
        </p:txBody>
      </p:sp>
      <p:sp>
        <p:nvSpPr>
          <p:cNvPr id="11" name="">
            <a:extLst xmlns:a="http://schemas.openxmlformats.org/drawingml/2006/main">
              <a:ext uri="{FF2B5EF4-FFF2-40B4-BE49-F238E27FC236}">
                <a16:creationId xmlns:a16="http://schemas.microsoft.com/office/drawing/2014/main" id="{27AF6F1A-468C-4B6F-87F7-C738D729DC3C}"/>
              </a:ext>
            </a:extLst>
          </p:cNvPr>
          <p:cNvSpPr>
            <a:spLocks xmlns:a="http://schemas.openxmlformats.org/drawingml/2006/main" noGrp="1"/>
          </p:cNvSpPr>
          <p:nvPr/>
        </p:nvSpPr>
        <p:spPr>
          <a:xfrm xmlns:a="http://schemas.openxmlformats.org/drawingml/2006/main">
            <a:off x="723900" y="26860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64A2AB04-CBCF-4B3F-9E07-7C70EC96ACA5}"/>
              </a:ext>
            </a:extLst>
          </p:cNvPr>
          <p:cNvSpPr>
            <a:spLocks xmlns:a="http://schemas.openxmlformats.org/drawingml/2006/main" noGrp="1"/>
          </p:cNvSpPr>
          <p:nvPr/>
        </p:nvSpPr>
        <p:spPr>
          <a:xfrm xmlns:a="http://schemas.openxmlformats.org/drawingml/2006/main">
            <a:off x="1428750" y="25717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Focused test</a:t>
            </a:r>
          </a:p>
        </p:txBody>
      </p:sp>
      <p:sp>
        <p:nvSpPr>
          <p:cNvPr id="13" name="">
            <a:extLst xmlns:a="http://schemas.openxmlformats.org/drawingml/2006/main">
              <a:ext uri="{FF2B5EF4-FFF2-40B4-BE49-F238E27FC236}">
                <a16:creationId xmlns:a16="http://schemas.microsoft.com/office/drawing/2014/main" id="{C652F4ED-47A5-4D25-A573-927FF34B5089}"/>
              </a:ext>
            </a:extLst>
          </p:cNvPr>
          <p:cNvSpPr>
            <a:spLocks xmlns:a="http://schemas.openxmlformats.org/drawingml/2006/main" noGrp="1"/>
          </p:cNvSpPr>
          <p:nvPr/>
        </p:nvSpPr>
        <p:spPr>
          <a:xfrm xmlns:a="http://schemas.openxmlformats.org/drawingml/2006/main">
            <a:off x="3733800" y="28384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7942387A-043B-4886-8CB9-7EB33D0EB0A9}"/>
              </a:ext>
            </a:extLst>
          </p:cNvPr>
          <p:cNvSpPr>
            <a:spLocks xmlns:a="http://schemas.openxmlformats.org/drawingml/2006/main" noGrp="1"/>
          </p:cNvSpPr>
          <p:nvPr/>
        </p:nvSpPr>
        <p:spPr>
          <a:xfrm xmlns:a="http://schemas.openxmlformats.org/drawingml/2006/main">
            <a:off x="4629150" y="25717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합성 회의 정상 case가 READY_FOR_EXPORT다.</a:t>
            </a:r>
          </a:p>
        </p:txBody>
      </p:sp>
      <p:sp>
        <p:nvSpPr>
          <p:cNvPr id="15" name="">
            <a:extLst xmlns:a="http://schemas.openxmlformats.org/drawingml/2006/main">
              <a:ext uri="{FF2B5EF4-FFF2-40B4-BE49-F238E27FC236}">
                <a16:creationId xmlns:a16="http://schemas.microsoft.com/office/drawing/2014/main" id="{60E4DD07-119A-4978-AFAB-9A38B26C4D8E}"/>
              </a:ext>
            </a:extLst>
          </p:cNvPr>
          <p:cNvSpPr>
            <a:spLocks xmlns:a="http://schemas.openxmlformats.org/drawingml/2006/main" noGrp="1"/>
          </p:cNvSpPr>
          <p:nvPr/>
        </p:nvSpPr>
        <p:spPr>
          <a:xfrm xmlns:a="http://schemas.openxmlformats.org/drawingml/2006/main">
            <a:off x="723900" y="37528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03</a:t>
            </a:r>
          </a:p>
        </p:txBody>
      </p:sp>
      <p:sp>
        <p:nvSpPr>
          <p:cNvPr id="16" name="">
            <a:extLst xmlns:a="http://schemas.openxmlformats.org/drawingml/2006/main">
              <a:ext uri="{FF2B5EF4-FFF2-40B4-BE49-F238E27FC236}">
                <a16:creationId xmlns:a16="http://schemas.microsoft.com/office/drawing/2014/main" id="{CEA6E9E9-50D8-4F1E-B942-725CB92A0860}"/>
              </a:ext>
            </a:extLst>
          </p:cNvPr>
          <p:cNvSpPr>
            <a:spLocks xmlns:a="http://schemas.openxmlformats.org/drawingml/2006/main" noGrp="1"/>
          </p:cNvSpPr>
          <p:nvPr/>
        </p:nvSpPr>
        <p:spPr>
          <a:xfrm xmlns:a="http://schemas.openxmlformats.org/drawingml/2006/main">
            <a:off x="1428750" y="36385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Claude review</a:t>
            </a:r>
          </a:p>
        </p:txBody>
      </p:sp>
      <p:sp>
        <p:nvSpPr>
          <p:cNvPr id="17" name="">
            <a:extLst xmlns:a="http://schemas.openxmlformats.org/drawingml/2006/main">
              <a:ext uri="{FF2B5EF4-FFF2-40B4-BE49-F238E27FC236}">
                <a16:creationId xmlns:a16="http://schemas.microsoft.com/office/drawing/2014/main" id="{B0FD837D-6F61-4DD7-8C70-A41F0CF6BB01}"/>
              </a:ext>
            </a:extLst>
          </p:cNvPr>
          <p:cNvSpPr>
            <a:spLocks xmlns:a="http://schemas.openxmlformats.org/drawingml/2006/main" noGrp="1"/>
          </p:cNvSpPr>
          <p:nvPr/>
        </p:nvSpPr>
        <p:spPr>
          <a:xfrm xmlns:a="http://schemas.openxmlformats.org/drawingml/2006/main">
            <a:off x="3733800" y="39052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B601776E-60E9-4FF6-A595-154CFB0B1AC1}"/>
              </a:ext>
            </a:extLst>
          </p:cNvPr>
          <p:cNvSpPr>
            <a:spLocks xmlns:a="http://schemas.openxmlformats.org/drawingml/2006/main" noGrp="1"/>
          </p:cNvSpPr>
          <p:nvPr/>
        </p:nvSpPr>
        <p:spPr>
          <a:xfrm xmlns:a="http://schemas.openxmlformats.org/drawingml/2006/main">
            <a:off x="4629150" y="36385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day2_eval_cases.json 변경 라인·누락 경계를 별도 session에서 검토</a:t>
            </a:r>
          </a:p>
        </p:txBody>
      </p:sp>
      <p:sp>
        <p:nvSpPr>
          <p:cNvPr id="19" name="">
            <a:extLst xmlns:a="http://schemas.openxmlformats.org/drawingml/2006/main">
              <a:ext uri="{FF2B5EF4-FFF2-40B4-BE49-F238E27FC236}">
                <a16:creationId xmlns:a16="http://schemas.microsoft.com/office/drawing/2014/main" id="{87B9F00F-DD43-4D40-9CCA-07D4D8535313}"/>
              </a:ext>
            </a:extLst>
          </p:cNvPr>
          <p:cNvSpPr>
            <a:spLocks xmlns:a="http://schemas.openxmlformats.org/drawingml/2006/main" noGrp="1"/>
          </p:cNvSpPr>
          <p:nvPr/>
        </p:nvSpPr>
        <p:spPr>
          <a:xfrm xmlns:a="http://schemas.openxmlformats.org/drawingml/2006/main">
            <a:off x="723900" y="48196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04</a:t>
            </a:r>
          </a:p>
        </p:txBody>
      </p:sp>
      <p:sp>
        <p:nvSpPr>
          <p:cNvPr id="20" name="">
            <a:extLst xmlns:a="http://schemas.openxmlformats.org/drawingml/2006/main">
              <a:ext uri="{FF2B5EF4-FFF2-40B4-BE49-F238E27FC236}">
                <a16:creationId xmlns:a16="http://schemas.microsoft.com/office/drawing/2014/main" id="{81652E58-24B2-46A3-90D8-4AA2DAA7FD46}"/>
              </a:ext>
            </a:extLst>
          </p:cNvPr>
          <p:cNvSpPr>
            <a:spLocks xmlns:a="http://schemas.openxmlformats.org/drawingml/2006/main" noGrp="1"/>
          </p:cNvSpPr>
          <p:nvPr/>
        </p:nvSpPr>
        <p:spPr>
          <a:xfrm xmlns:a="http://schemas.openxmlformats.org/drawingml/2006/main">
            <a:off x="1428750" y="47053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191919"/>
                </a:solidFill>
                <a:latin typeface="NanumGothic"/>
                <a:ea typeface="NanumGothic"/>
                <a:cs typeface="NanumGothic"/>
              </a:defRPr>
            </a:pPr>
            <a:r>
              <a:rPr sz="1800" b="1">
                <a:solidFill>
                  <a:srgbClr val="191919"/>
                </a:solidFill>
                <a:latin typeface="NanumGothic"/>
                <a:ea typeface="NanumGothic"/>
                <a:cs typeface="NanumGothic"/>
              </a:rPr>
              <a:t>Human merge</a:t>
            </a:r>
          </a:p>
        </p:txBody>
      </p:sp>
      <p:sp>
        <p:nvSpPr>
          <p:cNvPr id="21" name="">
            <a:extLst xmlns:a="http://schemas.openxmlformats.org/drawingml/2006/main">
              <a:ext uri="{FF2B5EF4-FFF2-40B4-BE49-F238E27FC236}">
                <a16:creationId xmlns:a16="http://schemas.microsoft.com/office/drawing/2014/main" id="{4A416FF9-EA1D-48DF-A164-878D61992BA6}"/>
              </a:ext>
            </a:extLst>
          </p:cNvPr>
          <p:cNvSpPr>
            <a:spLocks xmlns:a="http://schemas.openxmlformats.org/drawingml/2006/main" noGrp="1"/>
          </p:cNvSpPr>
          <p:nvPr/>
        </p:nvSpPr>
        <p:spPr>
          <a:xfrm xmlns:a="http://schemas.openxmlformats.org/drawingml/2006/main">
            <a:off x="3733800" y="4972050"/>
            <a:ext cx="571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22" name="">
            <a:extLst xmlns:a="http://schemas.openxmlformats.org/drawingml/2006/main">
              <a:ext uri="{FF2B5EF4-FFF2-40B4-BE49-F238E27FC236}">
                <a16:creationId xmlns:a16="http://schemas.microsoft.com/office/drawing/2014/main" id="{B89B63B7-12A7-4704-BAFB-954243FA67C3}"/>
              </a:ext>
            </a:extLst>
          </p:cNvPr>
          <p:cNvSpPr>
            <a:spLocks xmlns:a="http://schemas.openxmlformats.org/drawingml/2006/main" noGrp="1"/>
          </p:cNvSpPr>
          <p:nvPr/>
        </p:nvSpPr>
        <p:spPr>
          <a:xfrm xmlns:a="http://schemas.openxmlformats.org/drawingml/2006/main">
            <a:off x="4629150" y="4705350"/>
            <a:ext cx="6400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도메인별 Golden Set의 두 LLM 의견과 test는 자동 승인이 아니다</a:t>
            </a:r>
          </a:p>
        </p:txBody>
      </p:sp>
    </p:spTree>
    <p:extLst>
      <p:ext uri="{BB962C8B-B14F-4D97-AF65-F5344CB8AC3E}">
        <p14:creationId xmlns:p14="http://schemas.microsoft.com/office/powerpoint/2010/main" val="136223438"/>
      </p:ext>
    </p:extLst>
  </p:cSld>
</p:sld>
</file>

<file path=ppt/slides/slide2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B20C08D-307C-459C-A116-463848B89D95}"/>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정상 시연</a:t>
            </a:r>
          </a:p>
        </p:txBody>
      </p:sp>
      <p:sp>
        <p:nvSpPr>
          <p:cNvPr id="2" name="">
            <a:extLst xmlns:a="http://schemas.openxmlformats.org/drawingml/2006/main">
              <a:ext uri="{FF2B5EF4-FFF2-40B4-BE49-F238E27FC236}">
                <a16:creationId xmlns:a16="http://schemas.microsoft.com/office/drawing/2014/main" id="{168773ED-1FF9-4BCF-A271-DB96D0CF45AB}"/>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강사 시연</a:t>
            </a:r>
          </a:p>
        </p:txBody>
      </p:sp>
      <p:sp>
        <p:nvSpPr>
          <p:cNvPr id="3" name="">
            <a:extLst xmlns:a="http://schemas.openxmlformats.org/drawingml/2006/main">
              <a:ext uri="{FF2B5EF4-FFF2-40B4-BE49-F238E27FC236}">
                <a16:creationId xmlns:a16="http://schemas.microsoft.com/office/drawing/2014/main" id="{BA4DC31D-4C43-4CC9-AB43-290D9FE11FE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BA283B6A-4F05-45F6-A063-1D27C735192E}"/>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F44B44A2-0A22-4372-84F6-9CE9E490D649}"/>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A904EC24-BA5C-469E-896F-CAC70941377E}"/>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227</a:t>
            </a:r>
          </a:p>
        </p:txBody>
      </p:sp>
      <p:sp>
        <p:nvSpPr>
          <p:cNvPr id="7" name="">
            <a:extLst xmlns:a="http://schemas.openxmlformats.org/drawingml/2006/main">
              <a:ext uri="{FF2B5EF4-FFF2-40B4-BE49-F238E27FC236}">
                <a16:creationId xmlns:a16="http://schemas.microsoft.com/office/drawing/2014/main" id="{9E99CCC3-0F40-41C7-9B12-073832225467}"/>
              </a:ext>
            </a:extLst>
          </p:cNvPr>
          <p:cNvSpPr>
            <a:spLocks xmlns:a="http://schemas.openxmlformats.org/drawingml/2006/main" noGrp="1"/>
          </p:cNvSpPr>
          <p:nvPr/>
        </p:nvSpPr>
        <p:spPr>
          <a:xfrm xmlns:a="http://schemas.openxmlformats.org/drawingml/2006/main">
            <a:off x="876300" y="15621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21EC948F-E430-434C-8C45-D1C0C8471CAB}"/>
              </a:ext>
            </a:extLst>
          </p:cNvPr>
          <p:cNvSpPr>
            <a:spLocks xmlns:a="http://schemas.openxmlformats.org/drawingml/2006/main" noGrp="1"/>
          </p:cNvSpPr>
          <p:nvPr/>
        </p:nvSpPr>
        <p:spPr>
          <a:xfrm xmlns:a="http://schemas.openxmlformats.org/drawingml/2006/main">
            <a:off x="1314450" y="16859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E3ABEE65-E81C-4BD8-85EC-00AB94C4B90C}"/>
              </a:ext>
            </a:extLst>
          </p:cNvPr>
          <p:cNvSpPr>
            <a:spLocks xmlns:a="http://schemas.openxmlformats.org/drawingml/2006/main" noGrp="1"/>
          </p:cNvSpPr>
          <p:nvPr/>
        </p:nvSpPr>
        <p:spPr>
          <a:xfrm xmlns:a="http://schemas.openxmlformats.org/drawingml/2006/main">
            <a:off x="1790700" y="15240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열기: data/meeting_sample_ko_12min_expected.json</a:t>
            </a:r>
          </a:p>
        </p:txBody>
      </p:sp>
      <p:sp>
        <p:nvSpPr>
          <p:cNvPr id="10" name="">
            <a:extLst xmlns:a="http://schemas.openxmlformats.org/drawingml/2006/main">
              <a:ext uri="{FF2B5EF4-FFF2-40B4-BE49-F238E27FC236}">
                <a16:creationId xmlns:a16="http://schemas.microsoft.com/office/drawing/2014/main" id="{24383E2F-7DA9-44BA-BC7B-6BA058F7A370}"/>
              </a:ext>
            </a:extLst>
          </p:cNvPr>
          <p:cNvSpPr>
            <a:spLocks xmlns:a="http://schemas.openxmlformats.org/drawingml/2006/main" noGrp="1"/>
          </p:cNvSpPr>
          <p:nvPr/>
        </p:nvSpPr>
        <p:spPr>
          <a:xfrm xmlns:a="http://schemas.openxmlformats.org/drawingml/2006/main">
            <a:off x="876300" y="25527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86D9703C-071D-4933-AA9D-9E0D645EA871}"/>
              </a:ext>
            </a:extLst>
          </p:cNvPr>
          <p:cNvSpPr>
            <a:spLocks xmlns:a="http://schemas.openxmlformats.org/drawingml/2006/main" noGrp="1"/>
          </p:cNvSpPr>
          <p:nvPr/>
        </p:nvSpPr>
        <p:spPr>
          <a:xfrm xmlns:a="http://schemas.openxmlformats.org/drawingml/2006/main">
            <a:off x="1314450" y="26765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EA9DAF98-5500-415C-A0D1-C1F60F79E9E9}"/>
              </a:ext>
            </a:extLst>
          </p:cNvPr>
          <p:cNvSpPr>
            <a:spLocks xmlns:a="http://schemas.openxmlformats.org/drawingml/2006/main" noGrp="1"/>
          </p:cNvSpPr>
          <p:nvPr/>
        </p:nvSpPr>
        <p:spPr>
          <a:xfrm xmlns:a="http://schemas.openxmlformats.org/drawingml/2006/main">
            <a:off x="1790700" y="25146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구현 확인: src/observability_lab.py</a:t>
            </a:r>
          </a:p>
        </p:txBody>
      </p:sp>
      <p:sp>
        <p:nvSpPr>
          <p:cNvPr id="13" name="">
            <a:extLst xmlns:a="http://schemas.openxmlformats.org/drawingml/2006/main">
              <a:ext uri="{FF2B5EF4-FFF2-40B4-BE49-F238E27FC236}">
                <a16:creationId xmlns:a16="http://schemas.microsoft.com/office/drawing/2014/main" id="{0754ECA2-6510-4F67-9F8E-8E48A57D10FD}"/>
              </a:ext>
            </a:extLst>
          </p:cNvPr>
          <p:cNvSpPr>
            <a:spLocks xmlns:a="http://schemas.openxmlformats.org/drawingml/2006/main" noGrp="1"/>
          </p:cNvSpPr>
          <p:nvPr/>
        </p:nvSpPr>
        <p:spPr>
          <a:xfrm xmlns:a="http://schemas.openxmlformats.org/drawingml/2006/main">
            <a:off x="876300" y="35433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E17140F1-D338-411C-BD69-56AD6D8DE771}"/>
              </a:ext>
            </a:extLst>
          </p:cNvPr>
          <p:cNvSpPr>
            <a:spLocks xmlns:a="http://schemas.openxmlformats.org/drawingml/2006/main" noGrp="1"/>
          </p:cNvSpPr>
          <p:nvPr/>
        </p:nvSpPr>
        <p:spPr>
          <a:xfrm xmlns:a="http://schemas.openxmlformats.org/drawingml/2006/main">
            <a:off x="1314450" y="36671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2ED1FA0C-9FB6-4920-B672-9B1CF220B5F7}"/>
              </a:ext>
            </a:extLst>
          </p:cNvPr>
          <p:cNvSpPr>
            <a:spLocks xmlns:a="http://schemas.openxmlformats.org/drawingml/2006/main" noGrp="1"/>
          </p:cNvSpPr>
          <p:nvPr/>
        </p:nvSpPr>
        <p:spPr>
          <a:xfrm xmlns:a="http://schemas.openxmlformats.org/drawingml/2006/main">
            <a:off x="1790700" y="35052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실행: python -m pytest -q tests/test_meeting_agent_workflow.py tests/test_observability_workflow.py</a:t>
            </a:r>
          </a:p>
        </p:txBody>
      </p:sp>
      <p:sp>
        <p:nvSpPr>
          <p:cNvPr id="16" name="">
            <a:extLst xmlns:a="http://schemas.openxmlformats.org/drawingml/2006/main">
              <a:ext uri="{FF2B5EF4-FFF2-40B4-BE49-F238E27FC236}">
                <a16:creationId xmlns:a16="http://schemas.microsoft.com/office/drawing/2014/main" id="{159441F3-F0C3-4D99-9930-5A6B79A22088}"/>
              </a:ext>
            </a:extLst>
          </p:cNvPr>
          <p:cNvSpPr>
            <a:spLocks xmlns:a="http://schemas.openxmlformats.org/drawingml/2006/main" noGrp="1"/>
          </p:cNvSpPr>
          <p:nvPr/>
        </p:nvSpPr>
        <p:spPr>
          <a:xfrm xmlns:a="http://schemas.openxmlformats.org/drawingml/2006/main">
            <a:off x="876300" y="4533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E9486A30-D383-4FB5-80D2-176D81E1B32F}"/>
              </a:ext>
            </a:extLst>
          </p:cNvPr>
          <p:cNvSpPr>
            <a:spLocks xmlns:a="http://schemas.openxmlformats.org/drawingml/2006/main" noGrp="1"/>
          </p:cNvSpPr>
          <p:nvPr/>
        </p:nvSpPr>
        <p:spPr>
          <a:xfrm xmlns:a="http://schemas.openxmlformats.org/drawingml/2006/main">
            <a:off x="1314450" y="4657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D5505E12-0E29-4352-B471-3A2F0A613146}"/>
              </a:ext>
            </a:extLst>
          </p:cNvPr>
          <p:cNvSpPr>
            <a:spLocks xmlns:a="http://schemas.openxmlformats.org/drawingml/2006/main" noGrp="1"/>
          </p:cNvSpPr>
          <p:nvPr/>
        </p:nvSpPr>
        <p:spPr>
          <a:xfrm xmlns:a="http://schemas.openxmlformats.org/drawingml/2006/main">
            <a:off x="1790700" y="4495800"/>
            <a:ext cx="918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191919"/>
                </a:solidFill>
                <a:latin typeface="NanumGothic"/>
                <a:ea typeface="NanumGothic"/>
                <a:cs typeface="NanumGothic"/>
              </a:defRPr>
            </a:pPr>
            <a:r>
              <a:rPr sz="1650" b="0">
                <a:solidFill>
                  <a:srgbClr val="191919"/>
                </a:solidFill>
                <a:latin typeface="NanumGothic"/>
                <a:ea typeface="NanumGothic"/>
                <a:cs typeface="NanumGothic"/>
              </a:rPr>
              <a:t>성공 신호: 합성 회의 정상 case가 READY_FOR_EXPORT다.</a:t>
            </a:r>
          </a:p>
        </p:txBody>
      </p:sp>
    </p:spTree>
    <p:extLst>
      <p:ext uri="{BB962C8B-B14F-4D97-AF65-F5344CB8AC3E}">
        <p14:creationId xmlns:p14="http://schemas.microsoft.com/office/powerpoint/2010/main" val="20135459"/>
      </p:ext>
    </p:extLst>
  </p:cSld>
</p:sld>
</file>

<file path=ppt/slides/slide2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8336A7D-DC6D-425A-8D02-F88BFB3E1CFF}"/>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실행 명령</a:t>
            </a:r>
          </a:p>
        </p:txBody>
      </p:sp>
      <p:sp>
        <p:nvSpPr>
          <p:cNvPr id="2" name="">
            <a:extLst xmlns:a="http://schemas.openxmlformats.org/drawingml/2006/main">
              <a:ext uri="{FF2B5EF4-FFF2-40B4-BE49-F238E27FC236}">
                <a16:creationId xmlns:a16="http://schemas.microsoft.com/office/drawing/2014/main" id="{FFF2EA5F-EF22-4118-A3B1-1D5BBEF74D2F}"/>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Terminal</a:t>
            </a:r>
          </a:p>
        </p:txBody>
      </p:sp>
      <p:sp>
        <p:nvSpPr>
          <p:cNvPr id="3" name="">
            <a:extLst xmlns:a="http://schemas.openxmlformats.org/drawingml/2006/main">
              <a:ext uri="{FF2B5EF4-FFF2-40B4-BE49-F238E27FC236}">
                <a16:creationId xmlns:a16="http://schemas.microsoft.com/office/drawing/2014/main" id="{695E2DB0-277C-459D-BE67-E123D44D1F3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4F73DD5D-2CAC-48B4-B6A1-D1111323CB7F}"/>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A72CB0FB-61E0-4BA6-9A72-B306BA973DE1}"/>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8BA3594B-86B7-42D4-B7CE-469D9EF817C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228</a:t>
            </a:r>
          </a:p>
        </p:txBody>
      </p:sp>
      <p:sp>
        <p:nvSpPr>
          <p:cNvPr id="7" name="">
            <a:extLst xmlns:a="http://schemas.openxmlformats.org/drawingml/2006/main">
              <a:ext uri="{FF2B5EF4-FFF2-40B4-BE49-F238E27FC236}">
                <a16:creationId xmlns:a16="http://schemas.microsoft.com/office/drawing/2014/main" id="{F1C0E2EC-DAB6-4E5D-9C22-1DD42EAA3E57}"/>
              </a:ext>
            </a:extLst>
          </p:cNvPr>
          <p:cNvSpPr>
            <a:spLocks xmlns:a="http://schemas.openxmlformats.org/drawingml/2006/main" noGrp="1"/>
          </p:cNvSpPr>
          <p:nvPr/>
        </p:nvSpPr>
        <p:spPr>
          <a:xfrm xmlns:a="http://schemas.openxmlformats.org/drawingml/2006/main">
            <a:off x="685800" y="1809750"/>
            <a:ext cx="10820400" cy="2305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D11B7EB-B0D1-4CA5-A9AE-F5C08B574714}"/>
              </a:ext>
            </a:extLst>
          </p:cNvPr>
          <p:cNvSpPr>
            <a:spLocks xmlns:a="http://schemas.openxmlformats.org/drawingml/2006/main" noGrp="1"/>
          </p:cNvSpPr>
          <p:nvPr/>
        </p:nvSpPr>
        <p:spPr>
          <a:xfrm xmlns:a="http://schemas.openxmlformats.org/drawingml/2006/main">
            <a:off x="1066800" y="2381250"/>
            <a:ext cx="342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025" b="1">
                <a:solidFill>
                  <a:srgbClr val="2563EB"/>
                </a:solidFill>
                <a:latin typeface="NanumGothic"/>
                <a:ea typeface="NanumGothic"/>
                <a:cs typeface="NanumGothic"/>
              </a:defRPr>
            </a:pPr>
            <a:r>
              <a:rPr sz="2025" b="1">
                <a:solidFill>
                  <a:srgbClr val="2563EB"/>
                </a:solidFill>
                <a:latin typeface="NanumGothic"/>
                <a:ea typeface="NanumGothic"/>
                <a:cs typeface="NanumGothic"/>
              </a:rPr>
              <a:t>$</a:t>
            </a:r>
          </a:p>
        </p:txBody>
      </p:sp>
      <p:sp>
        <p:nvSpPr>
          <p:cNvPr id="9" name="">
            <a:extLst xmlns:a="http://schemas.openxmlformats.org/drawingml/2006/main">
              <a:ext uri="{FF2B5EF4-FFF2-40B4-BE49-F238E27FC236}">
                <a16:creationId xmlns:a16="http://schemas.microsoft.com/office/drawing/2014/main" id="{BFAA1A0F-99DD-4877-9F9E-D7EFE615FECE}"/>
              </a:ext>
            </a:extLst>
          </p:cNvPr>
          <p:cNvSpPr>
            <a:spLocks xmlns:a="http://schemas.openxmlformats.org/drawingml/2006/main" noGrp="1"/>
          </p:cNvSpPr>
          <p:nvPr/>
        </p:nvSpPr>
        <p:spPr>
          <a:xfrm xmlns:a="http://schemas.openxmlformats.org/drawingml/2006/main">
            <a:off x="1581150" y="22479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python -m pytest -q tests/test_meeting_agent_workflow.py tests/test_observability_workflow.py</a:t>
            </a:r>
          </a:p>
        </p:txBody>
      </p:sp>
      <p:sp>
        <p:nvSpPr>
          <p:cNvPr id="10" name="">
            <a:extLst xmlns:a="http://schemas.openxmlformats.org/drawingml/2006/main">
              <a:ext uri="{FF2B5EF4-FFF2-40B4-BE49-F238E27FC236}">
                <a16:creationId xmlns:a16="http://schemas.microsoft.com/office/drawing/2014/main" id="{D0EB1742-6FA8-4224-97E9-3B91A7EF17BF}"/>
              </a:ext>
            </a:extLst>
          </p:cNvPr>
          <p:cNvSpPr>
            <a:spLocks xmlns:a="http://schemas.openxmlformats.org/drawingml/2006/main" noGrp="1"/>
          </p:cNvSpPr>
          <p:nvPr/>
        </p:nvSpPr>
        <p:spPr>
          <a:xfrm xmlns:a="http://schemas.openxmlformats.org/drawingml/2006/main">
            <a:off x="819150" y="4648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실행 전 확인</a:t>
            </a:r>
          </a:p>
        </p:txBody>
      </p:sp>
      <p:sp>
        <p:nvSpPr>
          <p:cNvPr id="11" name="">
            <a:extLst xmlns:a="http://schemas.openxmlformats.org/drawingml/2006/main">
              <a:ext uri="{FF2B5EF4-FFF2-40B4-BE49-F238E27FC236}">
                <a16:creationId xmlns:a16="http://schemas.microsoft.com/office/drawing/2014/main" id="{8152AE1F-6F0A-4FF7-8920-4A1624F65DB6}"/>
              </a:ext>
            </a:extLst>
          </p:cNvPr>
          <p:cNvSpPr>
            <a:spLocks xmlns:a="http://schemas.openxmlformats.org/drawingml/2006/main" noGrp="1"/>
          </p:cNvSpPr>
          <p:nvPr/>
        </p:nvSpPr>
        <p:spPr>
          <a:xfrm xmlns:a="http://schemas.openxmlformats.org/drawingml/2006/main">
            <a:off x="2857500" y="4552950"/>
            <a:ext cx="800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도메인별 Golden Set: repository root · Python 3.12 · .env 미출력</a:t>
            </a:r>
          </a:p>
        </p:txBody>
      </p:sp>
    </p:spTree>
    <p:extLst>
      <p:ext uri="{BB962C8B-B14F-4D97-AF65-F5344CB8AC3E}">
        <p14:creationId xmlns:p14="http://schemas.microsoft.com/office/powerpoint/2010/main" val="106571294"/>
      </p:ext>
    </p:extLst>
  </p:cSld>
</p:sld>
</file>

<file path=ppt/slides/slide2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B20BFA0-106F-4E77-BC84-07027613DD66}"/>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08_day2_scorecard.json 실행 결과</a:t>
            </a:r>
          </a:p>
        </p:txBody>
      </p:sp>
      <p:sp>
        <p:nvSpPr>
          <p:cNvPr id="2" name="">
            <a:extLst xmlns:a="http://schemas.openxmlformats.org/drawingml/2006/main">
              <a:ext uri="{FF2B5EF4-FFF2-40B4-BE49-F238E27FC236}">
                <a16:creationId xmlns:a16="http://schemas.microsoft.com/office/drawing/2014/main" id="{93E9DD87-4F07-4C38-B39F-1794F4B09C4B}"/>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Actual Output</a:t>
            </a:r>
          </a:p>
        </p:txBody>
      </p:sp>
      <p:sp>
        <p:nvSpPr>
          <p:cNvPr id="3" name="">
            <a:extLst xmlns:a="http://schemas.openxmlformats.org/drawingml/2006/main">
              <a:ext uri="{FF2B5EF4-FFF2-40B4-BE49-F238E27FC236}">
                <a16:creationId xmlns:a16="http://schemas.microsoft.com/office/drawing/2014/main" id="{0DF6E219-45C7-4F28-B516-637D6C55ADC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4800BF95-AB49-4AF0-8558-61B5E27B6C24}"/>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F3A35C3E-1A55-4191-8590-FEFA5C0D34C7}"/>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DF5AE449-57C0-4791-817C-2D51B173BA3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229</a:t>
            </a:r>
          </a:p>
        </p:txBody>
      </p:sp>
      <p:sp>
        <p:nvSpPr>
          <p:cNvPr id="7" name="">
            <a:extLst xmlns:a="http://schemas.openxmlformats.org/drawingml/2006/main">
              <a:ext uri="{FF2B5EF4-FFF2-40B4-BE49-F238E27FC236}">
                <a16:creationId xmlns:a16="http://schemas.microsoft.com/office/drawing/2014/main" id="{663AE623-434A-4F51-AF25-1C1900EB194B}"/>
              </a:ext>
            </a:extLst>
          </p:cNvPr>
          <p:cNvSpPr>
            <a:spLocks xmlns:a="http://schemas.openxmlformats.org/drawingml/2006/main" noGrp="1"/>
          </p:cNvSpPr>
          <p:nvPr/>
        </p:nvSpPr>
        <p:spPr>
          <a:xfrm xmlns:a="http://schemas.openxmlformats.org/drawingml/2006/main">
            <a:off x="685800" y="1466850"/>
            <a:ext cx="10820400" cy="44005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748993B-E3A6-4846-ACE1-A8AD887DA04B}"/>
              </a:ext>
            </a:extLst>
          </p:cNvPr>
          <p:cNvSpPr>
            <a:spLocks xmlns:a="http://schemas.openxmlformats.org/drawingml/2006/main" noGrp="1"/>
          </p:cNvSpPr>
          <p:nvPr/>
        </p:nvSpPr>
        <p:spPr>
          <a:xfrm xmlns:a="http://schemas.openxmlformats.org/drawingml/2006/main">
            <a:off x="933450" y="1695450"/>
            <a:ext cx="10325100" cy="394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625"/>
          </a:bodyPr>
          <a:lstStyle xmlns:a="http://schemas.openxmlformats.org/drawingml/2006/main"/>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"day": 2,</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"service": "Meeting Intelligence Service",</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"status": "SUCCESS",</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"decision": "READY",</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"input":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"audio": "data/meeting_sample_ko_12min.wav",</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"transcript": "data/meeting_sample_ko_12min.txt",</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"synthetic": true</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"stages":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"name": "audio_contract",</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"status": "READY",</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"artifact": "audio_metadata.json"</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"name": "transcript_segments",</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"status": "SUCCESS",</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"artifact": "transcript.json"</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"name": "evidence_chunks",</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"status": "SUCCESS",</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      "artifact": "meeting_chunks.json"</a:t>
            </a:r>
          </a:p>
          <a:p xmlns:a="http://schemas.openxmlformats.org/drawingml/2006/main">
            <a:pPr algn="l">
              <a:lnSpc>
                <a:spcPct val="112000"/>
              </a:lnSpc>
              <a:buNone/>
              <a:defRPr sz="1050" b="0">
                <a:solidFill>
                  <a:srgbClr val="FFFFFF"/>
                </a:solidFill>
                <a:latin typeface="Menlo"/>
                <a:ea typeface="Menlo"/>
                <a:cs typeface="Menlo"/>
              </a:defRPr>
            </a:pPr>
            <a:r>
              <a:rPr sz="1050" b="0">
                <a:solidFill>
                  <a:srgbClr val="FFFFFF"/>
                </a:solidFill>
                <a:latin typeface="Menlo"/>
                <a:ea typeface="Menlo"/>
                <a:cs typeface="Menlo"/>
              </a:rPr>
              <a:t>...</a:t>
            </a:r>
          </a:p>
        </p:txBody>
      </p:sp>
    </p:spTree>
    <p:extLst>
      <p:ext uri="{BB962C8B-B14F-4D97-AF65-F5344CB8AC3E}">
        <p14:creationId xmlns:p14="http://schemas.microsoft.com/office/powerpoint/2010/main" val="909594210"/>
      </p:ext>
    </p:extLst>
  </p:cSld>
</p:sld>
</file>

<file path=ppt/slides/slide2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9AB33E0-83A8-4180-86A6-321578BD100F}"/>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실패·복구 시연</a:t>
            </a:r>
          </a:p>
        </p:txBody>
      </p:sp>
      <p:sp>
        <p:nvSpPr>
          <p:cNvPr id="2" name="">
            <a:extLst xmlns:a="http://schemas.openxmlformats.org/drawingml/2006/main">
              <a:ext uri="{FF2B5EF4-FFF2-40B4-BE49-F238E27FC236}">
                <a16:creationId xmlns:a16="http://schemas.microsoft.com/office/drawing/2014/main" id="{F60F5B31-FBAA-4E72-AB32-409CE64FD357}"/>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실패 시연</a:t>
            </a:r>
          </a:p>
        </p:txBody>
      </p:sp>
      <p:sp>
        <p:nvSpPr>
          <p:cNvPr id="3" name="">
            <a:extLst xmlns:a="http://schemas.openxmlformats.org/drawingml/2006/main">
              <a:ext uri="{FF2B5EF4-FFF2-40B4-BE49-F238E27FC236}">
                <a16:creationId xmlns:a16="http://schemas.microsoft.com/office/drawing/2014/main" id="{F129DC93-1729-430D-97A7-A7394417B063}"/>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6AC0D596-F1A7-424B-A92E-852F50EDC28C}"/>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4D410F32-937E-410B-8ACE-5B02891F221C}"/>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B1FE6391-B7A7-406E-9B5B-4F4193ACBA1F}"/>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230</a:t>
            </a:r>
          </a:p>
        </p:txBody>
      </p:sp>
      <p:sp>
        <p:nvSpPr>
          <p:cNvPr id="7" name="">
            <a:extLst xmlns:a="http://schemas.openxmlformats.org/drawingml/2006/main">
              <a:ext uri="{FF2B5EF4-FFF2-40B4-BE49-F238E27FC236}">
                <a16:creationId xmlns:a16="http://schemas.microsoft.com/office/drawing/2014/main" id="{2E2BAD26-348D-487D-97F5-A19DB073D97F}"/>
              </a:ext>
            </a:extLst>
          </p:cNvPr>
          <p:cNvSpPr>
            <a:spLocks xmlns:a="http://schemas.openxmlformats.org/drawingml/2006/main" noGrp="1"/>
          </p:cNvSpPr>
          <p:nvPr/>
        </p:nvSpPr>
        <p:spPr>
          <a:xfrm xmlns:a="http://schemas.openxmlformats.org/drawingml/2006/main">
            <a:off x="762000" y="1619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재현</a:t>
            </a:r>
          </a:p>
        </p:txBody>
      </p:sp>
      <p:sp>
        <p:nvSpPr>
          <p:cNvPr id="8" name="">
            <a:extLst xmlns:a="http://schemas.openxmlformats.org/drawingml/2006/main">
              <a:ext uri="{FF2B5EF4-FFF2-40B4-BE49-F238E27FC236}">
                <a16:creationId xmlns:a16="http://schemas.microsoft.com/office/drawing/2014/main" id="{6B979F31-5485-49D5-97D0-C7B91D5FB345}"/>
              </a:ext>
            </a:extLst>
          </p:cNvPr>
          <p:cNvSpPr>
            <a:spLocks xmlns:a="http://schemas.openxmlformats.org/drawingml/2006/main" noGrp="1"/>
          </p:cNvSpPr>
          <p:nvPr/>
        </p:nvSpPr>
        <p:spPr>
          <a:xfrm xmlns:a="http://schemas.openxmlformats.org/drawingml/2006/main">
            <a:off x="762000" y="2133600"/>
            <a:ext cx="4762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100" b="1">
                <a:solidFill>
                  <a:srgbClr val="191919"/>
                </a:solidFill>
                <a:latin typeface="NanumGothic"/>
                <a:ea typeface="NanumGothic"/>
                <a:cs typeface="NanumGothic"/>
              </a:defRPr>
            </a:pPr>
            <a:r>
              <a:rPr sz="2100" b="1">
                <a:solidFill>
                  <a:srgbClr val="191919"/>
                </a:solidFill>
                <a:latin typeface="NanumGothic"/>
                <a:ea typeface="NanumGothic"/>
                <a:cs typeface="NanumGothic"/>
              </a:rPr>
              <a:t>STT HOLD나 사람 거절은 최종 READY가 될 수 없다.</a:t>
            </a:r>
          </a:p>
        </p:txBody>
      </p:sp>
      <p:sp>
        <p:nvSpPr>
          <p:cNvPr id="9" name="">
            <a:extLst xmlns:a="http://schemas.openxmlformats.org/drawingml/2006/main">
              <a:ext uri="{FF2B5EF4-FFF2-40B4-BE49-F238E27FC236}">
                <a16:creationId xmlns:a16="http://schemas.microsoft.com/office/drawing/2014/main" id="{F7ED3274-5727-49E0-A26F-2A831014D602}"/>
              </a:ext>
            </a:extLst>
          </p:cNvPr>
          <p:cNvSpPr>
            <a:spLocks xmlns:a="http://schemas.openxmlformats.org/drawingml/2006/main" noGrp="1"/>
          </p:cNvSpPr>
          <p:nvPr/>
        </p:nvSpPr>
        <p:spPr>
          <a:xfrm xmlns:a="http://schemas.openxmlformats.org/drawingml/2006/main">
            <a:off x="6000750" y="1657350"/>
            <a:ext cx="0" cy="342900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10" name="">
            <a:extLst xmlns:a="http://schemas.openxmlformats.org/drawingml/2006/main">
              <a:ext uri="{FF2B5EF4-FFF2-40B4-BE49-F238E27FC236}">
                <a16:creationId xmlns:a16="http://schemas.microsoft.com/office/drawing/2014/main" id="{FA53A219-F1D0-4E11-94BE-FBA3A68A6042}"/>
              </a:ext>
            </a:extLst>
          </p:cNvPr>
          <p:cNvSpPr>
            <a:spLocks xmlns:a="http://schemas.openxmlformats.org/drawingml/2006/main" noGrp="1"/>
          </p:cNvSpPr>
          <p:nvPr/>
        </p:nvSpPr>
        <p:spPr>
          <a:xfrm xmlns:a="http://schemas.openxmlformats.org/drawingml/2006/main">
            <a:off x="6553200" y="1619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복구</a:t>
            </a:r>
          </a:p>
        </p:txBody>
      </p:sp>
      <p:sp>
        <p:nvSpPr>
          <p:cNvPr id="11" name="">
            <a:extLst xmlns:a="http://schemas.openxmlformats.org/drawingml/2006/main">
              <a:ext uri="{FF2B5EF4-FFF2-40B4-BE49-F238E27FC236}">
                <a16:creationId xmlns:a16="http://schemas.microsoft.com/office/drawing/2014/main" id="{CAA27736-734E-4F28-917F-A5EC7039D560}"/>
              </a:ext>
            </a:extLst>
          </p:cNvPr>
          <p:cNvSpPr>
            <a:spLocks xmlns:a="http://schemas.openxmlformats.org/drawingml/2006/main" noGrp="1"/>
          </p:cNvSpPr>
          <p:nvPr/>
        </p:nvSpPr>
        <p:spPr>
          <a:xfrm xmlns:a="http://schemas.openxmlformats.org/drawingml/2006/main">
            <a:off x="6553200" y="2133600"/>
            <a:ext cx="45529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100" b="1">
                <a:solidFill>
                  <a:srgbClr val="191919"/>
                </a:solidFill>
                <a:latin typeface="NanumGothic"/>
                <a:ea typeface="NanumGothic"/>
                <a:cs typeface="NanumGothic"/>
              </a:defRPr>
            </a:pPr>
            <a:r>
              <a:rPr sz="2100" b="1">
                <a:solidFill>
                  <a:srgbClr val="191919"/>
                </a:solidFill>
                <a:latin typeface="NanumGothic"/>
                <a:ea typeface="NanumGothic"/>
                <a:cs typeface="NanumGothic"/>
              </a:rPr>
              <a:t>숫자·이름·기한·무음·반복을 포함한 작은 golden set부터 운영한다.</a:t>
            </a:r>
          </a:p>
        </p:txBody>
      </p:sp>
      <p:sp>
        <p:nvSpPr>
          <p:cNvPr id="12" name="">
            <a:extLst xmlns:a="http://schemas.openxmlformats.org/drawingml/2006/main">
              <a:ext uri="{FF2B5EF4-FFF2-40B4-BE49-F238E27FC236}">
                <a16:creationId xmlns:a16="http://schemas.microsoft.com/office/drawing/2014/main" id="{386AD9D1-7A8C-4142-A7A8-F67C4F57369F}"/>
              </a:ext>
            </a:extLst>
          </p:cNvPr>
          <p:cNvSpPr>
            <a:spLocks xmlns:a="http://schemas.openxmlformats.org/drawingml/2006/main" noGrp="1"/>
          </p:cNvSpPr>
          <p:nvPr/>
        </p:nvSpPr>
        <p:spPr>
          <a:xfrm xmlns:a="http://schemas.openxmlformats.org/drawingml/2006/main">
            <a:off x="1524000" y="4686300"/>
            <a:ext cx="914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75" b="1">
                <a:solidFill>
                  <a:srgbClr val="191919"/>
                </a:solidFill>
                <a:latin typeface="NanumGothic"/>
                <a:ea typeface="NanumGothic"/>
                <a:cs typeface="NanumGothic"/>
              </a:defRPr>
            </a:pPr>
            <a:r>
              <a:rPr sz="1575" b="1">
                <a:solidFill>
                  <a:srgbClr val="191919"/>
                </a:solidFill>
                <a:latin typeface="NanumGothic"/>
                <a:ea typeface="NanumGothic"/>
                <a:cs typeface="NanumGothic"/>
              </a:rPr>
              <a:t>확인: STT HOLD나 사람 거절은 최종 READY가 될 수 없다.</a:t>
            </a:r>
          </a:p>
        </p:txBody>
      </p:sp>
    </p:spTree>
    <p:extLst>
      <p:ext uri="{BB962C8B-B14F-4D97-AF65-F5344CB8AC3E}">
        <p14:creationId xmlns:p14="http://schemas.microsoft.com/office/powerpoint/2010/main" val="1592794076"/>
      </p:ext>
    </p:extLst>
  </p:cSld>
</p:sld>
</file>

<file path=ppt/slides/slide2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8F808E5-BB38-4BE3-AE86-01981DB17BE1}"/>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소프트웨어 제작</a:t>
            </a:r>
          </a:p>
        </p:txBody>
      </p:sp>
      <p:sp>
        <p:nvSpPr>
          <p:cNvPr id="2" name="">
            <a:extLst xmlns:a="http://schemas.openxmlformats.org/drawingml/2006/main">
              <a:ext uri="{FF2B5EF4-FFF2-40B4-BE49-F238E27FC236}">
                <a16:creationId xmlns:a16="http://schemas.microsoft.com/office/drawing/2014/main" id="{4B96BC33-36A6-4788-AD3D-0E0C7F4B01F6}"/>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B66B2B65-ABB4-4AB1-8792-70647D48C3E8}"/>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0CFB8060-38C6-4075-B81A-1EF09E23A817}"/>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00E1A5D8-A460-4A6E-B41B-968F8FC41544}"/>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255451B0-EA9B-4DB9-BCDB-986E8DA100F5}"/>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231</a:t>
            </a:r>
          </a:p>
        </p:txBody>
      </p:sp>
      <p:sp>
        <p:nvSpPr>
          <p:cNvPr id="7" name="">
            <a:extLst xmlns:a="http://schemas.openxmlformats.org/drawingml/2006/main">
              <a:ext uri="{FF2B5EF4-FFF2-40B4-BE49-F238E27FC236}">
                <a16:creationId xmlns:a16="http://schemas.microsoft.com/office/drawing/2014/main" id="{33BB3A98-FA85-4083-B4A0-E2B2B7526488}"/>
              </a:ext>
            </a:extLst>
          </p:cNvPr>
          <p:cNvSpPr>
            <a:spLocks xmlns:a="http://schemas.openxmlformats.org/drawingml/2006/main" noGrp="1"/>
          </p:cNvSpPr>
          <p:nvPr/>
        </p:nvSpPr>
        <p:spPr>
          <a:xfrm xmlns:a="http://schemas.openxmlformats.org/drawingml/2006/main">
            <a:off x="762000" y="16573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열 파일</a:t>
            </a:r>
          </a:p>
        </p:txBody>
      </p:sp>
      <p:sp>
        <p:nvSpPr>
          <p:cNvPr id="8" name="">
            <a:extLst xmlns:a="http://schemas.openxmlformats.org/drawingml/2006/main">
              <a:ext uri="{FF2B5EF4-FFF2-40B4-BE49-F238E27FC236}">
                <a16:creationId xmlns:a16="http://schemas.microsoft.com/office/drawing/2014/main" id="{72F393C5-945C-4ED1-9C31-9C4E4D95B76E}"/>
              </a:ext>
            </a:extLst>
          </p:cNvPr>
          <p:cNvSpPr>
            <a:spLocks xmlns:a="http://schemas.openxmlformats.org/drawingml/2006/main" noGrp="1"/>
          </p:cNvSpPr>
          <p:nvPr/>
        </p:nvSpPr>
        <p:spPr>
          <a:xfrm xmlns:a="http://schemas.openxmlformats.org/drawingml/2006/main">
            <a:off x="2476500" y="1466850"/>
            <a:ext cx="819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src/observability_lab.py</a:t>
            </a:r>
          </a:p>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tests/test_observability_workflow.py</a:t>
            </a:r>
          </a:p>
        </p:txBody>
      </p:sp>
      <p:sp>
        <p:nvSpPr>
          <p:cNvPr id="9" name="">
            <a:extLst xmlns:a="http://schemas.openxmlformats.org/drawingml/2006/main">
              <a:ext uri="{FF2B5EF4-FFF2-40B4-BE49-F238E27FC236}">
                <a16:creationId xmlns:a16="http://schemas.microsoft.com/office/drawing/2014/main" id="{B43AFB35-0E67-4C86-8826-7991BC3112E8}"/>
              </a:ext>
            </a:extLst>
          </p:cNvPr>
          <p:cNvSpPr>
            <a:spLocks xmlns:a="http://schemas.openxmlformats.org/drawingml/2006/main" noGrp="1"/>
          </p:cNvSpPr>
          <p:nvPr/>
        </p:nvSpPr>
        <p:spPr>
          <a:xfrm xmlns:a="http://schemas.openxmlformats.org/drawingml/2006/main">
            <a:off x="762000" y="26670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작업 범위</a:t>
            </a:r>
          </a:p>
        </p:txBody>
      </p:sp>
      <p:sp>
        <p:nvSpPr>
          <p:cNvPr id="10" name="">
            <a:extLst xmlns:a="http://schemas.openxmlformats.org/drawingml/2006/main">
              <a:ext uri="{FF2B5EF4-FFF2-40B4-BE49-F238E27FC236}">
                <a16:creationId xmlns:a16="http://schemas.microsoft.com/office/drawing/2014/main" id="{11F3DF7F-53F2-4CB2-96EA-E7E75D87B9B6}"/>
              </a:ext>
            </a:extLst>
          </p:cNvPr>
          <p:cNvSpPr>
            <a:spLocks xmlns:a="http://schemas.openxmlformats.org/drawingml/2006/main" noGrp="1"/>
          </p:cNvSpPr>
          <p:nvPr/>
        </p:nvSpPr>
        <p:spPr>
          <a:xfrm xmlns:a="http://schemas.openxmlformats.org/drawingml/2006/main">
            <a:off x="2476500" y="2571750"/>
            <a:ext cx="8191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도메인별 Golden Set 명세 → 최소 Patch → Focused Test → Diff 검토</a:t>
            </a:r>
          </a:p>
        </p:txBody>
      </p:sp>
      <p:sp>
        <p:nvSpPr>
          <p:cNvPr id="11" name="">
            <a:extLst xmlns:a="http://schemas.openxmlformats.org/drawingml/2006/main">
              <a:ext uri="{FF2B5EF4-FFF2-40B4-BE49-F238E27FC236}">
                <a16:creationId xmlns:a16="http://schemas.microsoft.com/office/drawing/2014/main" id="{AFB1BBEC-AB05-406F-B8C0-07F7621815FA}"/>
              </a:ext>
            </a:extLst>
          </p:cNvPr>
          <p:cNvSpPr>
            <a:spLocks xmlns:a="http://schemas.openxmlformats.org/drawingml/2006/main" noGrp="1"/>
          </p:cNvSpPr>
          <p:nvPr/>
        </p:nvSpPr>
        <p:spPr>
          <a:xfrm xmlns:a="http://schemas.openxmlformats.org/drawingml/2006/main">
            <a:off x="762000" y="39052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완료 기준</a:t>
            </a:r>
          </a:p>
        </p:txBody>
      </p:sp>
      <p:sp>
        <p:nvSpPr>
          <p:cNvPr id="12" name="">
            <a:extLst xmlns:a="http://schemas.openxmlformats.org/drawingml/2006/main">
              <a:ext uri="{FF2B5EF4-FFF2-40B4-BE49-F238E27FC236}">
                <a16:creationId xmlns:a16="http://schemas.microsoft.com/office/drawing/2014/main" id="{62327D6F-3B8A-4EEC-AE6F-5921475EEBBC}"/>
              </a:ext>
            </a:extLst>
          </p:cNvPr>
          <p:cNvSpPr>
            <a:spLocks xmlns:a="http://schemas.openxmlformats.org/drawingml/2006/main" noGrp="1"/>
          </p:cNvSpPr>
          <p:nvPr/>
        </p:nvSpPr>
        <p:spPr>
          <a:xfrm xmlns:a="http://schemas.openxmlformats.org/drawingml/2006/main">
            <a:off x="2476500" y="3810000"/>
            <a:ext cx="8191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합성 회의 정상 case가 READY_FOR_EXPORT다.</a:t>
            </a:r>
          </a:p>
          <a:p xmlns:a="http://schemas.openxmlformats.org/drawingml/2006/main">
            <a:pPr algn="l">
              <a:lnSpc>
                <a:spcPct val="110000"/>
              </a:lnSpc>
              <a:buNone/>
              <a:defRPr sz="1725" b="1">
                <a:solidFill>
                  <a:srgbClr val="191919"/>
                </a:solidFill>
                <a:latin typeface="NanumGothic"/>
                <a:ea typeface="NanumGothic"/>
                <a:cs typeface="NanumGothic"/>
              </a:defRPr>
            </a:pPr>
            <a:r>
              <a:rPr sz="1725" b="1">
                <a:solidFill>
                  <a:srgbClr val="191919"/>
                </a:solidFill>
                <a:latin typeface="NanumGothic"/>
                <a:ea typeface="NanumGothic"/>
                <a:cs typeface="NanumGothic"/>
              </a:rPr>
              <a:t>day2_eval_cases.json 저장</a:t>
            </a:r>
          </a:p>
        </p:txBody>
      </p:sp>
    </p:spTree>
    <p:extLst>
      <p:ext uri="{BB962C8B-B14F-4D97-AF65-F5344CB8AC3E}">
        <p14:creationId xmlns:p14="http://schemas.microsoft.com/office/powerpoint/2010/main" val="2042555937"/>
      </p:ext>
    </p:extLst>
  </p:cSld>
</p:sld>
</file>

<file path=ppt/slides/slide2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B895195-5D9E-43C3-80B8-ACC05A6CCED4}"/>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Notebook 셀</a:t>
            </a:r>
          </a:p>
        </p:txBody>
      </p:sp>
      <p:sp>
        <p:nvSpPr>
          <p:cNvPr id="2" name="">
            <a:extLst xmlns:a="http://schemas.openxmlformats.org/drawingml/2006/main">
              <a:ext uri="{FF2B5EF4-FFF2-40B4-BE49-F238E27FC236}">
                <a16:creationId xmlns:a16="http://schemas.microsoft.com/office/drawing/2014/main" id="{FB50507F-BBF5-4C0A-8EBB-CB075D70AE30}"/>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28CF34EA-8193-4B89-A910-173A7A9A91E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BCE51ED1-5664-4D47-979C-A86C1DADB0AD}"/>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05BFD1EA-20F6-4A4B-B95E-6C88AD376640}"/>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6880B3DE-B93F-4B29-995B-026A6BA5FDA7}"/>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232</a:t>
            </a:r>
          </a:p>
        </p:txBody>
      </p:sp>
      <p:sp>
        <p:nvSpPr>
          <p:cNvPr id="7" name="">
            <a:extLst xmlns:a="http://schemas.openxmlformats.org/drawingml/2006/main">
              <a:ext uri="{FF2B5EF4-FFF2-40B4-BE49-F238E27FC236}">
                <a16:creationId xmlns:a16="http://schemas.microsoft.com/office/drawing/2014/main" id="{5D8CE2F9-42EE-4A3D-8A55-3A9FEBBB9B72}"/>
              </a:ext>
            </a:extLst>
          </p:cNvPr>
          <p:cNvSpPr>
            <a:spLocks xmlns:a="http://schemas.openxmlformats.org/drawingml/2006/main" noGrp="1"/>
          </p:cNvSpPr>
          <p:nvPr/>
        </p:nvSpPr>
        <p:spPr>
          <a:xfrm xmlns:a="http://schemas.openxmlformats.org/drawingml/2006/main">
            <a:off x="685800" y="13716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Menlo"/>
                <a:ea typeface="Menlo"/>
                <a:cs typeface="Menlo"/>
              </a:defRPr>
            </a:pPr>
            <a:r>
              <a:rPr sz="975" b="1">
                <a:solidFill>
                  <a:srgbClr val="555555"/>
                </a:solidFill>
                <a:latin typeface="Menlo"/>
                <a:ea typeface="Menlo"/>
                <a:cs typeface="Menlo"/>
              </a:rPr>
              <a:t>materials/day2/day2_service_lab.ipynb · 8차시</a:t>
            </a:r>
          </a:p>
        </p:txBody>
      </p:sp>
      <p:sp>
        <p:nvSpPr>
          <p:cNvPr id="8" name="">
            <a:extLst xmlns:a="http://schemas.openxmlformats.org/drawingml/2006/main">
              <a:ext uri="{FF2B5EF4-FFF2-40B4-BE49-F238E27FC236}">
                <a16:creationId xmlns:a16="http://schemas.microsoft.com/office/drawing/2014/main" id="{87168ACC-AE6F-45E0-A7B9-22B2439E85B5}"/>
              </a:ext>
            </a:extLst>
          </p:cNvPr>
          <p:cNvSpPr>
            <a:spLocks xmlns:a="http://schemas.openxmlformats.org/drawingml/2006/main" noGrp="1"/>
          </p:cNvSpPr>
          <p:nvPr/>
        </p:nvSpPr>
        <p:spPr>
          <a:xfrm xmlns:a="http://schemas.openxmlformats.org/drawingml/2006/main">
            <a:off x="685800" y="1733550"/>
            <a:ext cx="10820400" cy="39433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CAFEEF5-2DE1-42E6-A5A8-B39C22A9BCCA}"/>
              </a:ext>
            </a:extLst>
          </p:cNvPr>
          <p:cNvSpPr>
            <a:spLocks xmlns:a="http://schemas.openxmlformats.org/drawingml/2006/main" noGrp="1"/>
          </p:cNvSpPr>
          <p:nvPr/>
        </p:nvSpPr>
        <p:spPr>
          <a:xfrm xmlns:a="http://schemas.openxmlformats.org/drawingml/2006/main">
            <a:off x="933450" y="1962150"/>
            <a:ext cx="10325100" cy="3486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from src.course_services.course_demo import build_course_demo</a:t>
            </a:r>
          </a:p>
          <a:p xmlns:a="http://schemas.openxmlformats.org/drawingml/2006/main">
            <a:r>
              <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day2_scorecard = build_course_demo(2, workspace_root=ROOT)</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focused_test = run_command(sys.executable, "-m", "pytest", "-q", "tests/test_meeting_agent_workflow.py", "tests/test_course_services.py")</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day2_scorecard["focused_test"] = focused_test</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assert day2_scorecard["decision"] == "READY"</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assert focused_test["returncode"] == 0</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save_json("08_day2_scorecard.json", day2_scorecard)</a:t>
            </a:r>
          </a:p>
          <a:p xmlns:a="http://schemas.openxmlformats.org/drawingml/2006/main">
            <a:pPr algn="l">
              <a:lnSpc>
                <a:spcPct val="115000"/>
              </a:lnSpc>
              <a:buNone/>
              <a:defRPr sz="1125" b="0">
                <a:solidFill>
                  <a:srgbClr val="FFFFFF"/>
                </a:solidFill>
                <a:latin typeface="Menlo"/>
                <a:ea typeface="Menlo"/>
                <a:cs typeface="Menlo"/>
              </a:defRPr>
            </a:pPr>
            <a:r>
              <a:rPr sz="1125" b="0">
                <a:solidFill>
                  <a:srgbClr val="FFFFFF"/>
                </a:solidFill>
                <a:latin typeface="Menlo"/>
                <a:ea typeface="Menlo"/>
                <a:cs typeface="Menlo"/>
              </a:rPr>
              <a:t>{"decision": day2_scorecard["decision"], "metrics": day2_scorecard["metrics"]}</a:t>
            </a:r>
          </a:p>
        </p:txBody>
      </p:sp>
    </p:spTree>
    <p:extLst>
      <p:ext uri="{BB962C8B-B14F-4D97-AF65-F5344CB8AC3E}">
        <p14:creationId xmlns:p14="http://schemas.microsoft.com/office/powerpoint/2010/main" val="87289412"/>
      </p:ext>
    </p:extLst>
  </p:cSld>
</p:sld>
</file>

<file path=ppt/slides/slide2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7B80D5C-7274-45B6-BEBC-BD63F0B2C10E}"/>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Terminal 실행</a:t>
            </a:r>
          </a:p>
        </p:txBody>
      </p:sp>
      <p:sp>
        <p:nvSpPr>
          <p:cNvPr id="2" name="">
            <a:extLst xmlns:a="http://schemas.openxmlformats.org/drawingml/2006/main">
              <a:ext uri="{FF2B5EF4-FFF2-40B4-BE49-F238E27FC236}">
                <a16:creationId xmlns:a16="http://schemas.microsoft.com/office/drawing/2014/main" id="{83F12F06-B022-45A1-AE2A-113B5A28E09B}"/>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소프트웨어 실습</a:t>
            </a:r>
          </a:p>
        </p:txBody>
      </p:sp>
      <p:sp>
        <p:nvSpPr>
          <p:cNvPr id="3" name="">
            <a:extLst xmlns:a="http://schemas.openxmlformats.org/drawingml/2006/main">
              <a:ext uri="{FF2B5EF4-FFF2-40B4-BE49-F238E27FC236}">
                <a16:creationId xmlns:a16="http://schemas.microsoft.com/office/drawing/2014/main" id="{DDD82A85-A1B2-4302-B5C7-83E417CE2C6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A1538FC6-64E6-4FFA-8AF1-9A5D3E067345}"/>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399478D5-FB04-4671-87F9-6169A0DC4A57}"/>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11382FBE-8D26-425B-978B-071768A46703}"/>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233</a:t>
            </a:r>
          </a:p>
        </p:txBody>
      </p:sp>
      <p:sp>
        <p:nvSpPr>
          <p:cNvPr id="7" name="">
            <a:extLst xmlns:a="http://schemas.openxmlformats.org/drawingml/2006/main">
              <a:ext uri="{FF2B5EF4-FFF2-40B4-BE49-F238E27FC236}">
                <a16:creationId xmlns:a16="http://schemas.microsoft.com/office/drawing/2014/main" id="{162DDBAA-D572-4BF3-B4C6-B9887CFCA986}"/>
              </a:ext>
            </a:extLst>
          </p:cNvPr>
          <p:cNvSpPr>
            <a:spLocks xmlns:a="http://schemas.openxmlformats.org/drawingml/2006/main" noGrp="1"/>
          </p:cNvSpPr>
          <p:nvPr/>
        </p:nvSpPr>
        <p:spPr>
          <a:xfrm xmlns:a="http://schemas.openxmlformats.org/drawingml/2006/main">
            <a:off x="685800" y="1657350"/>
            <a:ext cx="10820400" cy="26670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840FE42-5C3F-44D4-87A5-060E88F4A780}"/>
              </a:ext>
            </a:extLst>
          </p:cNvPr>
          <p:cNvSpPr>
            <a:spLocks xmlns:a="http://schemas.openxmlformats.org/drawingml/2006/main" noGrp="1"/>
          </p:cNvSpPr>
          <p:nvPr/>
        </p:nvSpPr>
        <p:spPr>
          <a:xfrm xmlns:a="http://schemas.openxmlformats.org/drawingml/2006/main">
            <a:off x="952500" y="20193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FFFFFF"/>
                </a:solidFill>
                <a:latin typeface="Menlo"/>
                <a:ea typeface="Menlo"/>
                <a:cs typeface="Menlo"/>
              </a:defRPr>
            </a:pPr>
            <a:r>
              <a:rPr sz="1650" b="1">
                <a:solidFill>
                  <a:srgbClr val="FFFFFF"/>
                </a:solidFill>
                <a:latin typeface="Menlo"/>
                <a:ea typeface="Menlo"/>
                <a:cs typeface="Menlo"/>
              </a:rPr>
              <a:t>$ python -m pytest -q tests/test_meeting_agent_workflow.py tests/test_observability_workflow.py</a:t>
            </a:r>
          </a:p>
        </p:txBody>
      </p:sp>
      <p:sp>
        <p:nvSpPr>
          <p:cNvPr id="9" name="">
            <a:extLst xmlns:a="http://schemas.openxmlformats.org/drawingml/2006/main">
              <a:ext uri="{FF2B5EF4-FFF2-40B4-BE49-F238E27FC236}">
                <a16:creationId xmlns:a16="http://schemas.microsoft.com/office/drawing/2014/main" id="{21DEA850-8F76-4561-A341-E82819DDA48C}"/>
              </a:ext>
            </a:extLst>
          </p:cNvPr>
          <p:cNvSpPr>
            <a:spLocks xmlns:a="http://schemas.openxmlformats.org/drawingml/2006/main" noGrp="1"/>
          </p:cNvSpPr>
          <p:nvPr/>
        </p:nvSpPr>
        <p:spPr>
          <a:xfrm xmlns:a="http://schemas.openxmlformats.org/drawingml/2006/main">
            <a:off x="952500" y="310515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1">
                <a:solidFill>
                  <a:srgbClr val="C7C7C7"/>
                </a:solidFill>
                <a:latin typeface="Menlo"/>
                <a:ea typeface="Menlo"/>
                <a:cs typeface="Menlo"/>
              </a:defRPr>
            </a:pPr>
            <a:r>
              <a:rPr sz="1275" b="1">
                <a:solidFill>
                  <a:srgbClr val="C7C7C7"/>
                </a:solidFill>
                <a:latin typeface="Menlo"/>
                <a:ea typeface="Menlo"/>
                <a:cs typeface="Menlo"/>
              </a:rPr>
              <a:t>저장 위치</a:t>
            </a:r>
          </a:p>
          <a:p xmlns:a="http://schemas.openxmlformats.org/drawingml/2006/main">
            <a:pPr algn="l">
              <a:lnSpc>
                <a:spcPct val="110000"/>
              </a:lnSpc>
              <a:buNone/>
              <a:defRPr sz="1275" b="1">
                <a:solidFill>
                  <a:srgbClr val="C7C7C7"/>
                </a:solidFill>
                <a:latin typeface="Menlo"/>
                <a:ea typeface="Menlo"/>
                <a:cs typeface="Menlo"/>
              </a:defRPr>
            </a:pPr>
            <a:r>
              <a:rPr sz="1275" b="1">
                <a:solidFill>
                  <a:srgbClr val="C7C7C7"/>
                </a:solidFill>
                <a:latin typeface="Menlo"/>
                <a:ea typeface="Menlo"/>
                <a:cs typeface="Menlo"/>
              </a:rPr>
              <a:t>output/course-labs/day2/08_day2_scorecard.json</a:t>
            </a:r>
          </a:p>
        </p:txBody>
      </p:sp>
      <p:sp>
        <p:nvSpPr>
          <p:cNvPr id="10" name="">
            <a:extLst xmlns:a="http://schemas.openxmlformats.org/drawingml/2006/main">
              <a:ext uri="{FF2B5EF4-FFF2-40B4-BE49-F238E27FC236}">
                <a16:creationId xmlns:a16="http://schemas.microsoft.com/office/drawing/2014/main" id="{C88823B2-CAF7-46EE-AC77-0557C1A38359}"/>
              </a:ext>
            </a:extLst>
          </p:cNvPr>
          <p:cNvSpPr>
            <a:spLocks xmlns:a="http://schemas.openxmlformats.org/drawingml/2006/main" noGrp="1"/>
          </p:cNvSpPr>
          <p:nvPr/>
        </p:nvSpPr>
        <p:spPr>
          <a:xfrm xmlns:a="http://schemas.openxmlformats.org/drawingml/2006/main">
            <a:off x="1066800" y="4838700"/>
            <a:ext cx="1005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합성 회의 정상 case가 READY_FOR_EXPORT다.</a:t>
            </a:r>
          </a:p>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실패 시 day2_eval_cases.json의 status·error_code를 먼저 확인</a:t>
            </a:r>
          </a:p>
        </p:txBody>
      </p:sp>
    </p:spTree>
    <p:extLst>
      <p:ext uri="{BB962C8B-B14F-4D97-AF65-F5344CB8AC3E}">
        <p14:creationId xmlns:p14="http://schemas.microsoft.com/office/powerpoint/2010/main" val="1188564084"/>
      </p:ext>
    </p:extLst>
  </p:cSld>
</p:sld>
</file>

<file path=ppt/slides/slide2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752CE89-0877-49C9-84C1-EDD81E6F4101}"/>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실패 증거</a:t>
            </a:r>
          </a:p>
        </p:txBody>
      </p:sp>
      <p:sp>
        <p:nvSpPr>
          <p:cNvPr id="2" name="">
            <a:extLst xmlns:a="http://schemas.openxmlformats.org/drawingml/2006/main">
              <a:ext uri="{FF2B5EF4-FFF2-40B4-BE49-F238E27FC236}">
                <a16:creationId xmlns:a16="http://schemas.microsoft.com/office/drawing/2014/main" id="{8A214E0E-777D-4956-B286-54F5D010AA9D}"/>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Boundary Evidence</a:t>
            </a:r>
          </a:p>
        </p:txBody>
      </p:sp>
      <p:sp>
        <p:nvSpPr>
          <p:cNvPr id="3" name="">
            <a:extLst xmlns:a="http://schemas.openxmlformats.org/drawingml/2006/main">
              <a:ext uri="{FF2B5EF4-FFF2-40B4-BE49-F238E27FC236}">
                <a16:creationId xmlns:a16="http://schemas.microsoft.com/office/drawing/2014/main" id="{A3306561-456B-452B-8C22-9D13C754280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CD8000AF-DB79-4DA8-9F56-597A59921F38}"/>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A1FA6499-88D8-4211-A95F-7C2FF67BEF42}"/>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CA7B54B3-B057-4788-A8AD-3E26A8A9B07F}"/>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234</a:t>
            </a:r>
          </a:p>
        </p:txBody>
      </p:sp>
      <p:sp>
        <p:nvSpPr>
          <p:cNvPr id="7" name="">
            <a:extLst xmlns:a="http://schemas.openxmlformats.org/drawingml/2006/main">
              <a:ext uri="{FF2B5EF4-FFF2-40B4-BE49-F238E27FC236}">
                <a16:creationId xmlns:a16="http://schemas.microsoft.com/office/drawing/2014/main" id="{5209A321-55C5-474C-868D-7CBAFA006ED1}"/>
              </a:ext>
            </a:extLst>
          </p:cNvPr>
          <p:cNvSpPr>
            <a:spLocks xmlns:a="http://schemas.openxmlformats.org/drawingml/2006/main" noGrp="1"/>
          </p:cNvSpPr>
          <p:nvPr/>
        </p:nvSpPr>
        <p:spPr>
          <a:xfrm xmlns:a="http://schemas.openxmlformats.org/drawingml/2006/main">
            <a:off x="742950" y="1562100"/>
            <a:ext cx="1047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025" b="1">
                <a:solidFill>
                  <a:srgbClr val="191919"/>
                </a:solidFill>
                <a:latin typeface="NanumGothic"/>
                <a:ea typeface="NanumGothic"/>
                <a:cs typeface="NanumGothic"/>
              </a:defRPr>
            </a:pPr>
            <a:r>
              <a:rPr sz="2025" b="1">
                <a:solidFill>
                  <a:srgbClr val="191919"/>
                </a:solidFill>
                <a:latin typeface="NanumGothic"/>
                <a:ea typeface="NanumGothic"/>
                <a:cs typeface="NanumGothic"/>
              </a:rPr>
              <a:t>STT HOLD나 사람 거절은 최종 READY가 될 수 없다.</a:t>
            </a:r>
          </a:p>
        </p:txBody>
      </p:sp>
      <p:sp>
        <p:nvSpPr>
          <p:cNvPr id="8" name="">
            <a:extLst xmlns:a="http://schemas.openxmlformats.org/drawingml/2006/main">
              <a:ext uri="{FF2B5EF4-FFF2-40B4-BE49-F238E27FC236}">
                <a16:creationId xmlns:a16="http://schemas.microsoft.com/office/drawing/2014/main" id="{D29F11D1-BED5-4E9F-8266-8FCBC24094DF}"/>
              </a:ext>
            </a:extLst>
          </p:cNvPr>
          <p:cNvSpPr>
            <a:spLocks xmlns:a="http://schemas.openxmlformats.org/drawingml/2006/main" noGrp="1"/>
          </p:cNvSpPr>
          <p:nvPr/>
        </p:nvSpPr>
        <p:spPr>
          <a:xfrm xmlns:a="http://schemas.openxmlformats.org/drawingml/2006/main">
            <a:off x="990600" y="2724150"/>
            <a:ext cx="10210800" cy="18097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EB32BC3-1F83-46AD-BC49-81F4F4C834F1}"/>
              </a:ext>
            </a:extLst>
          </p:cNvPr>
          <p:cNvSpPr>
            <a:spLocks xmlns:a="http://schemas.openxmlformats.org/drawingml/2006/main" noGrp="1"/>
          </p:cNvSpPr>
          <p:nvPr/>
        </p:nvSpPr>
        <p:spPr>
          <a:xfrm xmlns:a="http://schemas.openxmlformats.org/drawingml/2006/main">
            <a:off x="1333500" y="3086100"/>
            <a:ext cx="9525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result_file = "output/course-labs/day2/08_day2_scorecard.json"</a:t>
            </a:r>
          </a:p>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expected = "HOLD | EXPECTED_FAILURE | BLOCKED"</a:t>
            </a:r>
          </a:p>
          <a:p xmlns:a="http://schemas.openxmlformats.org/drawingml/2006/main">
            <a:pPr algn="l">
              <a:lnSpc>
                <a:spcPct val="110000"/>
              </a:lnSpc>
              <a:buNone/>
              <a:defRPr sz="1500" b="1">
                <a:solidFill>
                  <a:srgbClr val="FFFFFF"/>
                </a:solidFill>
                <a:latin typeface="Menlo"/>
                <a:ea typeface="Menlo"/>
                <a:cs typeface="Menlo"/>
              </a:defRPr>
            </a:pPr>
            <a:r>
              <a:rPr sz="1500" b="1">
                <a:solidFill>
                  <a:srgbClr val="FFFFFF"/>
                </a:solidFill>
                <a:latin typeface="Menlo"/>
                <a:ea typeface="Menlo"/>
                <a:cs typeface="Menlo"/>
              </a:rPr>
              <a:t>external_write = false</a:t>
            </a:r>
          </a:p>
        </p:txBody>
      </p:sp>
      <p:sp>
        <p:nvSpPr>
          <p:cNvPr id="10" name="">
            <a:extLst xmlns:a="http://schemas.openxmlformats.org/drawingml/2006/main">
              <a:ext uri="{FF2B5EF4-FFF2-40B4-BE49-F238E27FC236}">
                <a16:creationId xmlns:a16="http://schemas.microsoft.com/office/drawing/2014/main" id="{1C939991-5C74-4841-8332-62D9828AE01B}"/>
              </a:ext>
            </a:extLst>
          </p:cNvPr>
          <p:cNvSpPr>
            <a:spLocks xmlns:a="http://schemas.openxmlformats.org/drawingml/2006/main" noGrp="1"/>
          </p:cNvSpPr>
          <p:nvPr/>
        </p:nvSpPr>
        <p:spPr>
          <a:xfrm xmlns:a="http://schemas.openxmlformats.org/drawingml/2006/main">
            <a:off x="1238250" y="497205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500" b="1">
                <a:solidFill>
                  <a:srgbClr val="191919"/>
                </a:solidFill>
                <a:latin typeface="NanumGothic"/>
                <a:ea typeface="NanumGothic"/>
                <a:cs typeface="NanumGothic"/>
              </a:defRPr>
            </a:pPr>
            <a:r>
              <a:rPr sz="1500" b="1">
                <a:solidFill>
                  <a:srgbClr val="191919"/>
                </a:solidFill>
                <a:latin typeface="NanumGothic"/>
                <a:ea typeface="NanumGothic"/>
                <a:cs typeface="NanumGothic"/>
              </a:rPr>
              <a:t>day2_eval_cases.json이 HOLD라면 외부 쓰기 없이 해당 차시 입력으로 돌아갑니다.</a:t>
            </a:r>
          </a:p>
        </p:txBody>
      </p:sp>
    </p:spTree>
    <p:extLst>
      <p:ext uri="{BB962C8B-B14F-4D97-AF65-F5344CB8AC3E}">
        <p14:creationId xmlns:p14="http://schemas.microsoft.com/office/powerpoint/2010/main" val="1174334731"/>
      </p:ext>
    </p:extLst>
  </p:cSld>
</p:sld>
</file>

<file path=ppt/slides/slide2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6B91E21-9558-4B4A-A82E-E4C567B082BC}"/>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정상 Case</a:t>
            </a:r>
          </a:p>
        </p:txBody>
      </p:sp>
      <p:sp>
        <p:nvSpPr>
          <p:cNvPr id="2" name="">
            <a:extLst xmlns:a="http://schemas.openxmlformats.org/drawingml/2006/main">
              <a:ext uri="{FF2B5EF4-FFF2-40B4-BE49-F238E27FC236}">
                <a16:creationId xmlns:a16="http://schemas.microsoft.com/office/drawing/2014/main" id="{91C1AB93-22D2-4DE8-A89F-45C7F805FA51}"/>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실행 확인</a:t>
            </a:r>
          </a:p>
        </p:txBody>
      </p:sp>
      <p:sp>
        <p:nvSpPr>
          <p:cNvPr id="3" name="">
            <a:extLst xmlns:a="http://schemas.openxmlformats.org/drawingml/2006/main">
              <a:ext uri="{FF2B5EF4-FFF2-40B4-BE49-F238E27FC236}">
                <a16:creationId xmlns:a16="http://schemas.microsoft.com/office/drawing/2014/main" id="{6AD3F919-21D8-4CAE-BE1D-688B271A203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3C60BF24-F1AB-41FD-8D78-6A717EE5501A}"/>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054D2D31-6AB8-4A43-97D2-2CC37887EA39}"/>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2CBAD78E-743F-49A0-95B9-A34CF4479B05}"/>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235</a:t>
            </a:r>
          </a:p>
        </p:txBody>
      </p:sp>
      <p:sp>
        <p:nvSpPr>
          <p:cNvPr id="7" name="">
            <a:extLst xmlns:a="http://schemas.openxmlformats.org/drawingml/2006/main">
              <a:ext uri="{FF2B5EF4-FFF2-40B4-BE49-F238E27FC236}">
                <a16:creationId xmlns:a16="http://schemas.microsoft.com/office/drawing/2014/main" id="{F3FECEC3-985B-45B0-AF52-577B8E7AA7C7}"/>
              </a:ext>
            </a:extLst>
          </p:cNvPr>
          <p:cNvSpPr>
            <a:spLocks xmlns:a="http://schemas.openxmlformats.org/drawingml/2006/main" noGrp="1"/>
          </p:cNvSpPr>
          <p:nvPr/>
        </p:nvSpPr>
        <p:spPr>
          <a:xfrm xmlns:a="http://schemas.openxmlformats.org/drawingml/2006/main">
            <a:off x="685800" y="1562100"/>
            <a:ext cx="10820400" cy="12001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E04ABF7-6190-4E6F-8AC8-1501A0957EE5}"/>
              </a:ext>
            </a:extLst>
          </p:cNvPr>
          <p:cNvSpPr>
            <a:spLocks xmlns:a="http://schemas.openxmlformats.org/drawingml/2006/main" noGrp="1"/>
          </p:cNvSpPr>
          <p:nvPr/>
        </p:nvSpPr>
        <p:spPr>
          <a:xfrm xmlns:a="http://schemas.openxmlformats.org/drawingml/2006/main">
            <a:off x="990600" y="18478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C7C7C7"/>
                </a:solidFill>
                <a:latin typeface="NanumGothic"/>
                <a:ea typeface="NanumGothic"/>
                <a:cs typeface="NanumGothic"/>
              </a:defRPr>
            </a:pPr>
            <a:r>
              <a:rPr sz="975" b="1">
                <a:solidFill>
                  <a:srgbClr val="C7C7C7"/>
                </a:solidFill>
                <a:latin typeface="NanumGothic"/>
                <a:ea typeface="NanumGothic"/>
                <a:cs typeface="NanumGothic"/>
              </a:rPr>
              <a:t>NORMAL</a:t>
            </a:r>
          </a:p>
        </p:txBody>
      </p:sp>
      <p:sp>
        <p:nvSpPr>
          <p:cNvPr id="9" name="">
            <a:extLst xmlns:a="http://schemas.openxmlformats.org/drawingml/2006/main">
              <a:ext uri="{FF2B5EF4-FFF2-40B4-BE49-F238E27FC236}">
                <a16:creationId xmlns:a16="http://schemas.microsoft.com/office/drawing/2014/main" id="{388E89B0-3B2B-4CCC-8C1E-745ADB239CC6}"/>
              </a:ext>
            </a:extLst>
          </p:cNvPr>
          <p:cNvSpPr>
            <a:spLocks xmlns:a="http://schemas.openxmlformats.org/drawingml/2006/main" noGrp="1"/>
          </p:cNvSpPr>
          <p:nvPr/>
        </p:nvSpPr>
        <p:spPr>
          <a:xfrm xmlns:a="http://schemas.openxmlformats.org/drawingml/2006/main">
            <a:off x="2800350" y="1790700"/>
            <a:ext cx="809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FFFFFF"/>
                </a:solidFill>
                <a:latin typeface="NanumGothic"/>
                <a:ea typeface="NanumGothic"/>
                <a:cs typeface="NanumGothic"/>
              </a:defRPr>
            </a:pPr>
            <a:r>
              <a:rPr sz="1800" b="1">
                <a:solidFill>
                  <a:srgbClr val="FFFFFF"/>
                </a:solidFill>
                <a:latin typeface="NanumGothic"/>
                <a:ea typeface="NanumGothic"/>
                <a:cs typeface="NanumGothic"/>
              </a:rPr>
              <a:t>합성 회의 정상 case가 READY_FOR_EXPORT다.</a:t>
            </a:r>
          </a:p>
        </p:txBody>
      </p:sp>
      <p:sp>
        <p:nvSpPr>
          <p:cNvPr id="10" name="">
            <a:extLst xmlns:a="http://schemas.openxmlformats.org/drawingml/2006/main">
              <a:ext uri="{FF2B5EF4-FFF2-40B4-BE49-F238E27FC236}">
                <a16:creationId xmlns:a16="http://schemas.microsoft.com/office/drawing/2014/main" id="{26389BEE-AACA-4E66-B444-54EDB431F3BC}"/>
              </a:ext>
            </a:extLst>
          </p:cNvPr>
          <p:cNvSpPr>
            <a:spLocks xmlns:a="http://schemas.openxmlformats.org/drawingml/2006/main" noGrp="1"/>
          </p:cNvSpPr>
          <p:nvPr/>
        </p:nvSpPr>
        <p:spPr>
          <a:xfrm xmlns:a="http://schemas.openxmlformats.org/drawingml/2006/main">
            <a:off x="91440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11" name="">
            <a:extLst xmlns:a="http://schemas.openxmlformats.org/drawingml/2006/main">
              <a:ext uri="{FF2B5EF4-FFF2-40B4-BE49-F238E27FC236}">
                <a16:creationId xmlns:a16="http://schemas.microsoft.com/office/drawing/2014/main" id="{E837D6AE-44CE-4BD1-A692-B65FF5F9A140}"/>
              </a:ext>
            </a:extLst>
          </p:cNvPr>
          <p:cNvSpPr>
            <a:spLocks xmlns:a="http://schemas.openxmlformats.org/drawingml/2006/main" noGrp="1"/>
          </p:cNvSpPr>
          <p:nvPr/>
        </p:nvSpPr>
        <p:spPr>
          <a:xfrm xmlns:a="http://schemas.openxmlformats.org/drawingml/2006/main">
            <a:off x="135255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6DDD1C8A-C777-4A56-90DF-A01B2E955F15}"/>
              </a:ext>
            </a:extLst>
          </p:cNvPr>
          <p:cNvSpPr>
            <a:spLocks xmlns:a="http://schemas.openxmlformats.org/drawingml/2006/main" noGrp="1"/>
          </p:cNvSpPr>
          <p:nvPr/>
        </p:nvSpPr>
        <p:spPr>
          <a:xfrm xmlns:a="http://schemas.openxmlformats.org/drawingml/2006/main">
            <a:off x="1828800" y="32575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data/meeting_sample_ko_12min_expected.json 입력과 command가 기록됐는가</a:t>
            </a:r>
          </a:p>
        </p:txBody>
      </p:sp>
      <p:sp>
        <p:nvSpPr>
          <p:cNvPr id="13" name="">
            <a:extLst xmlns:a="http://schemas.openxmlformats.org/drawingml/2006/main">
              <a:ext uri="{FF2B5EF4-FFF2-40B4-BE49-F238E27FC236}">
                <a16:creationId xmlns:a16="http://schemas.microsoft.com/office/drawing/2014/main" id="{13080F74-E2EA-4C46-835E-CE8E43DA939B}"/>
              </a:ext>
            </a:extLst>
          </p:cNvPr>
          <p:cNvSpPr>
            <a:spLocks xmlns:a="http://schemas.openxmlformats.org/drawingml/2006/main" noGrp="1"/>
          </p:cNvSpPr>
          <p:nvPr/>
        </p:nvSpPr>
        <p:spPr>
          <a:xfrm xmlns:a="http://schemas.openxmlformats.org/drawingml/2006/main">
            <a:off x="914400" y="40957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4" name="">
            <a:extLst xmlns:a="http://schemas.openxmlformats.org/drawingml/2006/main">
              <a:ext uri="{FF2B5EF4-FFF2-40B4-BE49-F238E27FC236}">
                <a16:creationId xmlns:a16="http://schemas.microsoft.com/office/drawing/2014/main" id="{8520EF29-7BD8-417C-B900-D2A86415BACF}"/>
              </a:ext>
            </a:extLst>
          </p:cNvPr>
          <p:cNvSpPr>
            <a:spLocks xmlns:a="http://schemas.openxmlformats.org/drawingml/2006/main" noGrp="1"/>
          </p:cNvSpPr>
          <p:nvPr/>
        </p:nvSpPr>
        <p:spPr>
          <a:xfrm xmlns:a="http://schemas.openxmlformats.org/drawingml/2006/main">
            <a:off x="1352550" y="42195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7D877D01-019D-419C-9DCF-86FEE1A2B4BB}"/>
              </a:ext>
            </a:extLst>
          </p:cNvPr>
          <p:cNvSpPr>
            <a:spLocks xmlns:a="http://schemas.openxmlformats.org/drawingml/2006/main" noGrp="1"/>
          </p:cNvSpPr>
          <p:nvPr/>
        </p:nvSpPr>
        <p:spPr>
          <a:xfrm xmlns:a="http://schemas.openxmlformats.org/drawingml/2006/main">
            <a:off x="1828800" y="40576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day2_eval_cases.json schema가 validate되는가</a:t>
            </a:r>
          </a:p>
        </p:txBody>
      </p:sp>
      <p:sp>
        <p:nvSpPr>
          <p:cNvPr id="16" name="">
            <a:extLst xmlns:a="http://schemas.openxmlformats.org/drawingml/2006/main">
              <a:ext uri="{FF2B5EF4-FFF2-40B4-BE49-F238E27FC236}">
                <a16:creationId xmlns:a16="http://schemas.microsoft.com/office/drawing/2014/main" id="{6F5FF1AB-029B-4640-A42A-3CE4E0F605AC}"/>
              </a:ext>
            </a:extLst>
          </p:cNvPr>
          <p:cNvSpPr>
            <a:spLocks xmlns:a="http://schemas.openxmlformats.org/drawingml/2006/main" noGrp="1"/>
          </p:cNvSpPr>
          <p:nvPr/>
        </p:nvSpPr>
        <p:spPr>
          <a:xfrm xmlns:a="http://schemas.openxmlformats.org/drawingml/2006/main">
            <a:off x="914400" y="4895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7" name="">
            <a:extLst xmlns:a="http://schemas.openxmlformats.org/drawingml/2006/main">
              <a:ext uri="{FF2B5EF4-FFF2-40B4-BE49-F238E27FC236}">
                <a16:creationId xmlns:a16="http://schemas.microsoft.com/office/drawing/2014/main" id="{0D2A92D4-0FFF-4816-9E66-66D969CCE62C}"/>
              </a:ext>
            </a:extLst>
          </p:cNvPr>
          <p:cNvSpPr>
            <a:spLocks xmlns:a="http://schemas.openxmlformats.org/drawingml/2006/main" noGrp="1"/>
          </p:cNvSpPr>
          <p:nvPr/>
        </p:nvSpPr>
        <p:spPr>
          <a:xfrm xmlns:a="http://schemas.openxmlformats.org/drawingml/2006/main">
            <a:off x="1352550" y="5019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235BCFFE-8DD5-4190-A887-E8B7E54B712E}"/>
              </a:ext>
            </a:extLst>
          </p:cNvPr>
          <p:cNvSpPr>
            <a:spLocks xmlns:a="http://schemas.openxmlformats.org/drawingml/2006/main" noGrp="1"/>
          </p:cNvSpPr>
          <p:nvPr/>
        </p:nvSpPr>
        <p:spPr>
          <a:xfrm xmlns:a="http://schemas.openxmlformats.org/drawingml/2006/main">
            <a:off x="1828800" y="48577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도메인별 Golden Set focused test가 실제로 통과했는가</a:t>
            </a:r>
          </a:p>
        </p:txBody>
      </p:sp>
    </p:spTree>
    <p:extLst>
      <p:ext uri="{BB962C8B-B14F-4D97-AF65-F5344CB8AC3E}">
        <p14:creationId xmlns:p14="http://schemas.microsoft.com/office/powerpoint/2010/main" val="972226421"/>
      </p:ext>
    </p:extLst>
  </p:cSld>
</p:sld>
</file>

<file path=ppt/slides/slide2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43AA283-090B-4C79-8649-A16AC532844E}"/>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경계 Case</a:t>
            </a:r>
          </a:p>
        </p:txBody>
      </p:sp>
      <p:sp>
        <p:nvSpPr>
          <p:cNvPr id="2" name="">
            <a:extLst xmlns:a="http://schemas.openxmlformats.org/drawingml/2006/main">
              <a:ext uri="{FF2B5EF4-FFF2-40B4-BE49-F238E27FC236}">
                <a16:creationId xmlns:a16="http://schemas.microsoft.com/office/drawing/2014/main" id="{CF9CC632-34F2-4D9E-ACFD-47CA0D85BFBD}"/>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실행 확인</a:t>
            </a:r>
          </a:p>
        </p:txBody>
      </p:sp>
      <p:sp>
        <p:nvSpPr>
          <p:cNvPr id="3" name="">
            <a:extLst xmlns:a="http://schemas.openxmlformats.org/drawingml/2006/main">
              <a:ext uri="{FF2B5EF4-FFF2-40B4-BE49-F238E27FC236}">
                <a16:creationId xmlns:a16="http://schemas.microsoft.com/office/drawing/2014/main" id="{875FA118-43D5-4337-815C-45B8CB85C5BB}"/>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9CD336DD-336F-415D-8360-74B1AA0D61A8}"/>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2022CE5C-F18F-4300-85B8-B7948B97E25B}"/>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1D4B586C-7A3C-45B4-886B-A9B4209A0BC8}"/>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236</a:t>
            </a:r>
          </a:p>
        </p:txBody>
      </p:sp>
      <p:sp>
        <p:nvSpPr>
          <p:cNvPr id="7" name="">
            <a:extLst xmlns:a="http://schemas.openxmlformats.org/drawingml/2006/main">
              <a:ext uri="{FF2B5EF4-FFF2-40B4-BE49-F238E27FC236}">
                <a16:creationId xmlns:a16="http://schemas.microsoft.com/office/drawing/2014/main" id="{DBFB2C3A-89D2-4226-8458-2C14FF2F311B}"/>
              </a:ext>
            </a:extLst>
          </p:cNvPr>
          <p:cNvSpPr>
            <a:spLocks xmlns:a="http://schemas.openxmlformats.org/drawingml/2006/main" noGrp="1"/>
          </p:cNvSpPr>
          <p:nvPr/>
        </p:nvSpPr>
        <p:spPr>
          <a:xfrm xmlns:a="http://schemas.openxmlformats.org/drawingml/2006/main">
            <a:off x="685800" y="1562100"/>
            <a:ext cx="10820400" cy="12001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091C50C-4308-4A36-9FF8-3442619C1064}"/>
              </a:ext>
            </a:extLst>
          </p:cNvPr>
          <p:cNvSpPr>
            <a:spLocks xmlns:a="http://schemas.openxmlformats.org/drawingml/2006/main" noGrp="1"/>
          </p:cNvSpPr>
          <p:nvPr/>
        </p:nvSpPr>
        <p:spPr>
          <a:xfrm xmlns:a="http://schemas.openxmlformats.org/drawingml/2006/main">
            <a:off x="990600" y="18478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C7C7C7"/>
                </a:solidFill>
                <a:latin typeface="NanumGothic"/>
                <a:ea typeface="NanumGothic"/>
                <a:cs typeface="NanumGothic"/>
              </a:defRPr>
            </a:pPr>
            <a:r>
              <a:rPr sz="975" b="1">
                <a:solidFill>
                  <a:srgbClr val="C7C7C7"/>
                </a:solidFill>
                <a:latin typeface="NanumGothic"/>
                <a:ea typeface="NanumGothic"/>
                <a:cs typeface="NanumGothic"/>
              </a:rPr>
              <a:t>BOUNDARY</a:t>
            </a:r>
          </a:p>
        </p:txBody>
      </p:sp>
      <p:sp>
        <p:nvSpPr>
          <p:cNvPr id="9" name="">
            <a:extLst xmlns:a="http://schemas.openxmlformats.org/drawingml/2006/main">
              <a:ext uri="{FF2B5EF4-FFF2-40B4-BE49-F238E27FC236}">
                <a16:creationId xmlns:a16="http://schemas.microsoft.com/office/drawing/2014/main" id="{A5C94673-76FB-4C94-BAC5-BB788FD4E6C0}"/>
              </a:ext>
            </a:extLst>
          </p:cNvPr>
          <p:cNvSpPr>
            <a:spLocks xmlns:a="http://schemas.openxmlformats.org/drawingml/2006/main" noGrp="1"/>
          </p:cNvSpPr>
          <p:nvPr/>
        </p:nvSpPr>
        <p:spPr>
          <a:xfrm xmlns:a="http://schemas.openxmlformats.org/drawingml/2006/main">
            <a:off x="2800350" y="1790700"/>
            <a:ext cx="809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800" b="1">
                <a:solidFill>
                  <a:srgbClr val="FFFFFF"/>
                </a:solidFill>
                <a:latin typeface="NanumGothic"/>
                <a:ea typeface="NanumGothic"/>
                <a:cs typeface="NanumGothic"/>
              </a:defRPr>
            </a:pPr>
            <a:r>
              <a:rPr sz="1800" b="1">
                <a:solidFill>
                  <a:srgbClr val="FFFFFF"/>
                </a:solidFill>
                <a:latin typeface="NanumGothic"/>
                <a:ea typeface="NanumGothic"/>
                <a:cs typeface="NanumGothic"/>
              </a:rPr>
              <a:t>STT HOLD나 사람 거절은 최종 READY가 될 수 없다.</a:t>
            </a:r>
          </a:p>
        </p:txBody>
      </p:sp>
      <p:sp>
        <p:nvSpPr>
          <p:cNvPr id="10" name="">
            <a:extLst xmlns:a="http://schemas.openxmlformats.org/drawingml/2006/main">
              <a:ext uri="{FF2B5EF4-FFF2-40B4-BE49-F238E27FC236}">
                <a16:creationId xmlns:a16="http://schemas.microsoft.com/office/drawing/2014/main" id="{FC0642A9-CF69-4773-BB92-6395871A8D11}"/>
              </a:ext>
            </a:extLst>
          </p:cNvPr>
          <p:cNvSpPr>
            <a:spLocks xmlns:a="http://schemas.openxmlformats.org/drawingml/2006/main" noGrp="1"/>
          </p:cNvSpPr>
          <p:nvPr/>
        </p:nvSpPr>
        <p:spPr>
          <a:xfrm xmlns:a="http://schemas.openxmlformats.org/drawingml/2006/main">
            <a:off x="91440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11" name="">
            <a:extLst xmlns:a="http://schemas.openxmlformats.org/drawingml/2006/main">
              <a:ext uri="{FF2B5EF4-FFF2-40B4-BE49-F238E27FC236}">
                <a16:creationId xmlns:a16="http://schemas.microsoft.com/office/drawing/2014/main" id="{981CE116-7B74-4753-971F-7D289DD31118}"/>
              </a:ext>
            </a:extLst>
          </p:cNvPr>
          <p:cNvSpPr>
            <a:spLocks xmlns:a="http://schemas.openxmlformats.org/drawingml/2006/main" noGrp="1"/>
          </p:cNvSpPr>
          <p:nvPr/>
        </p:nvSpPr>
        <p:spPr>
          <a:xfrm xmlns:a="http://schemas.openxmlformats.org/drawingml/2006/main">
            <a:off x="135255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F56116C2-18E2-4609-84D6-3FD95C2237CE}"/>
              </a:ext>
            </a:extLst>
          </p:cNvPr>
          <p:cNvSpPr>
            <a:spLocks xmlns:a="http://schemas.openxmlformats.org/drawingml/2006/main" noGrp="1"/>
          </p:cNvSpPr>
          <p:nvPr/>
        </p:nvSpPr>
        <p:spPr>
          <a:xfrm xmlns:a="http://schemas.openxmlformats.org/drawingml/2006/main">
            <a:off x="1828800" y="32575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도메인별 Golden Set: raw traceback 대신 stable error_code가 남는가</a:t>
            </a:r>
          </a:p>
        </p:txBody>
      </p:sp>
      <p:sp>
        <p:nvSpPr>
          <p:cNvPr id="13" name="">
            <a:extLst xmlns:a="http://schemas.openxmlformats.org/drawingml/2006/main">
              <a:ext uri="{FF2B5EF4-FFF2-40B4-BE49-F238E27FC236}">
                <a16:creationId xmlns:a16="http://schemas.microsoft.com/office/drawing/2014/main" id="{AF44C507-5A8F-4644-A455-9403AEA6C88E}"/>
              </a:ext>
            </a:extLst>
          </p:cNvPr>
          <p:cNvSpPr>
            <a:spLocks xmlns:a="http://schemas.openxmlformats.org/drawingml/2006/main" noGrp="1"/>
          </p:cNvSpPr>
          <p:nvPr/>
        </p:nvSpPr>
        <p:spPr>
          <a:xfrm xmlns:a="http://schemas.openxmlformats.org/drawingml/2006/main">
            <a:off x="914400" y="40957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4" name="">
            <a:extLst xmlns:a="http://schemas.openxmlformats.org/drawingml/2006/main">
              <a:ext uri="{FF2B5EF4-FFF2-40B4-BE49-F238E27FC236}">
                <a16:creationId xmlns:a16="http://schemas.microsoft.com/office/drawing/2014/main" id="{E9068589-DC3B-4095-9C96-BD32F00391C3}"/>
              </a:ext>
            </a:extLst>
          </p:cNvPr>
          <p:cNvSpPr>
            <a:spLocks xmlns:a="http://schemas.openxmlformats.org/drawingml/2006/main" noGrp="1"/>
          </p:cNvSpPr>
          <p:nvPr/>
        </p:nvSpPr>
        <p:spPr>
          <a:xfrm xmlns:a="http://schemas.openxmlformats.org/drawingml/2006/main">
            <a:off x="1352550" y="42195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4599FD65-2B72-4C8A-94DD-C9C607168FD3}"/>
              </a:ext>
            </a:extLst>
          </p:cNvPr>
          <p:cNvSpPr>
            <a:spLocks xmlns:a="http://schemas.openxmlformats.org/drawingml/2006/main" noGrp="1"/>
          </p:cNvSpPr>
          <p:nvPr/>
        </p:nvSpPr>
        <p:spPr>
          <a:xfrm xmlns:a="http://schemas.openxmlformats.org/drawingml/2006/main">
            <a:off x="1828800" y="40576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day2_eval_cases.json: 외부 쓰기·자동 메일이 false인가</a:t>
            </a:r>
          </a:p>
        </p:txBody>
      </p:sp>
      <p:sp>
        <p:nvSpPr>
          <p:cNvPr id="16" name="">
            <a:extLst xmlns:a="http://schemas.openxmlformats.org/drawingml/2006/main">
              <a:ext uri="{FF2B5EF4-FFF2-40B4-BE49-F238E27FC236}">
                <a16:creationId xmlns:a16="http://schemas.microsoft.com/office/drawing/2014/main" id="{8A896C20-6964-4E60-86BC-A5165E4A2F90}"/>
              </a:ext>
            </a:extLst>
          </p:cNvPr>
          <p:cNvSpPr>
            <a:spLocks xmlns:a="http://schemas.openxmlformats.org/drawingml/2006/main" noGrp="1"/>
          </p:cNvSpPr>
          <p:nvPr/>
        </p:nvSpPr>
        <p:spPr>
          <a:xfrm xmlns:a="http://schemas.openxmlformats.org/drawingml/2006/main">
            <a:off x="914400" y="4895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7" name="">
            <a:extLst xmlns:a="http://schemas.openxmlformats.org/drawingml/2006/main">
              <a:ext uri="{FF2B5EF4-FFF2-40B4-BE49-F238E27FC236}">
                <a16:creationId xmlns:a16="http://schemas.microsoft.com/office/drawing/2014/main" id="{27E03675-DAFC-4DEF-BA4F-CD286B34433E}"/>
              </a:ext>
            </a:extLst>
          </p:cNvPr>
          <p:cNvSpPr>
            <a:spLocks xmlns:a="http://schemas.openxmlformats.org/drawingml/2006/main" noGrp="1"/>
          </p:cNvSpPr>
          <p:nvPr/>
        </p:nvSpPr>
        <p:spPr>
          <a:xfrm xmlns:a="http://schemas.openxmlformats.org/drawingml/2006/main">
            <a:off x="1352550" y="50196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0E6572E5-E7E2-416B-8824-B68AA5D1DF2B}"/>
              </a:ext>
            </a:extLst>
          </p:cNvPr>
          <p:cNvSpPr>
            <a:spLocks xmlns:a="http://schemas.openxmlformats.org/drawingml/2006/main" noGrp="1"/>
          </p:cNvSpPr>
          <p:nvPr/>
        </p:nvSpPr>
        <p:spPr>
          <a:xfrm xmlns:a="http://schemas.openxmlformats.org/drawingml/2006/main">
            <a:off x="1828800" y="4857750"/>
            <a:ext cx="918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191919"/>
                </a:solidFill>
                <a:latin typeface="NanumGothic"/>
                <a:ea typeface="NanumGothic"/>
                <a:cs typeface="NanumGothic"/>
              </a:defRPr>
            </a:pPr>
            <a:r>
              <a:rPr sz="1500" b="0">
                <a:solidFill>
                  <a:srgbClr val="191919"/>
                </a:solidFill>
                <a:latin typeface="NanumGothic"/>
                <a:ea typeface="NanumGothic"/>
                <a:cs typeface="NanumGothic"/>
              </a:rPr>
              <a:t>STT HOLD나 사람 거절은 최종 READY가 될 수 없다. 재현이 가능한가</a:t>
            </a:r>
          </a:p>
        </p:txBody>
      </p:sp>
    </p:spTree>
    <p:extLst>
      <p:ext uri="{BB962C8B-B14F-4D97-AF65-F5344CB8AC3E}">
        <p14:creationId xmlns:p14="http://schemas.microsoft.com/office/powerpoint/2010/main" val="624656050"/>
      </p:ext>
    </p:extLst>
  </p:cSld>
</p:sld>
</file>

<file path=ppt/slides/slide2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5EC51AA-D22A-46D4-A38E-21125ADC4735}"/>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현업 적용</a:t>
            </a:r>
          </a:p>
        </p:txBody>
      </p:sp>
      <p:sp>
        <p:nvSpPr>
          <p:cNvPr id="2" name="">
            <a:extLst xmlns:a="http://schemas.openxmlformats.org/drawingml/2006/main">
              <a:ext uri="{FF2B5EF4-FFF2-40B4-BE49-F238E27FC236}">
                <a16:creationId xmlns:a16="http://schemas.microsoft.com/office/drawing/2014/main" id="{D1206E46-57CD-4777-AD93-D75E5CF139C2}"/>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재직자</a:t>
            </a:r>
          </a:p>
        </p:txBody>
      </p:sp>
      <p:sp>
        <p:nvSpPr>
          <p:cNvPr id="3" name="">
            <a:extLst xmlns:a="http://schemas.openxmlformats.org/drawingml/2006/main">
              <a:ext uri="{FF2B5EF4-FFF2-40B4-BE49-F238E27FC236}">
                <a16:creationId xmlns:a16="http://schemas.microsoft.com/office/drawing/2014/main" id="{045EBE44-AE60-46C9-B18D-D52740238068}"/>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FA3E7355-B710-456F-A989-D92222F940A3}"/>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A0F83CD3-FBF6-4D9C-8D11-8AC4D88E36F5}"/>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41F0DC3C-7151-4E5E-9947-90B9B4FA92D5}"/>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237</a:t>
            </a:r>
          </a:p>
        </p:txBody>
      </p:sp>
      <p:sp>
        <p:nvSpPr>
          <p:cNvPr id="7" name="">
            <a:extLst xmlns:a="http://schemas.openxmlformats.org/drawingml/2006/main">
              <a:ext uri="{FF2B5EF4-FFF2-40B4-BE49-F238E27FC236}">
                <a16:creationId xmlns:a16="http://schemas.microsoft.com/office/drawing/2014/main" id="{8099E4BC-FA92-41D2-825D-29B0E9D0E65E}"/>
              </a:ext>
            </a:extLst>
          </p:cNvPr>
          <p:cNvSpPr>
            <a:spLocks xmlns:a="http://schemas.openxmlformats.org/drawingml/2006/main" noGrp="1"/>
          </p:cNvSpPr>
          <p:nvPr/>
        </p:nvSpPr>
        <p:spPr>
          <a:xfrm xmlns:a="http://schemas.openxmlformats.org/drawingml/2006/main">
            <a:off x="857250" y="1619250"/>
            <a:ext cx="10477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325" b="1">
                <a:solidFill>
                  <a:srgbClr val="191919"/>
                </a:solidFill>
                <a:latin typeface="NanumGothic"/>
                <a:ea typeface="NanumGothic"/>
                <a:cs typeface="NanumGothic"/>
              </a:defRPr>
            </a:pPr>
            <a:r>
              <a:rPr sz="2325" b="1">
                <a:solidFill>
                  <a:srgbClr val="191919"/>
                </a:solidFill>
                <a:latin typeface="NanumGothic"/>
                <a:ea typeface="NanumGothic"/>
                <a:cs typeface="NanumGothic"/>
              </a:rPr>
              <a:t>현업에서는 상담/회의 유형별 scorecard, 포트폴리오에는 실패 사례 3건</a:t>
            </a:r>
          </a:p>
        </p:txBody>
      </p:sp>
      <p:sp>
        <p:nvSpPr>
          <p:cNvPr id="8" name="">
            <a:extLst xmlns:a="http://schemas.openxmlformats.org/drawingml/2006/main">
              <a:ext uri="{FF2B5EF4-FFF2-40B4-BE49-F238E27FC236}">
                <a16:creationId xmlns:a16="http://schemas.microsoft.com/office/drawing/2014/main" id="{15CC05AC-AF1F-4A5F-A8D1-9EAF82BFFA7C}"/>
              </a:ext>
            </a:extLst>
          </p:cNvPr>
          <p:cNvSpPr>
            <a:spLocks xmlns:a="http://schemas.openxmlformats.org/drawingml/2006/main" noGrp="1"/>
          </p:cNvSpPr>
          <p:nvPr/>
        </p:nvSpPr>
        <p:spPr>
          <a:xfrm xmlns:a="http://schemas.openxmlformats.org/drawingml/2006/main">
            <a:off x="123825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9" name="">
            <a:extLst xmlns:a="http://schemas.openxmlformats.org/drawingml/2006/main">
              <a:ext uri="{FF2B5EF4-FFF2-40B4-BE49-F238E27FC236}">
                <a16:creationId xmlns:a16="http://schemas.microsoft.com/office/drawing/2014/main" id="{A15269FD-9A47-4343-A43A-BEEAF979AAFA}"/>
              </a:ext>
            </a:extLst>
          </p:cNvPr>
          <p:cNvSpPr>
            <a:spLocks xmlns:a="http://schemas.openxmlformats.org/drawingml/2006/main" noGrp="1"/>
          </p:cNvSpPr>
          <p:nvPr/>
        </p:nvSpPr>
        <p:spPr>
          <a:xfrm xmlns:a="http://schemas.openxmlformats.org/drawingml/2006/main">
            <a:off x="167640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9A1D30C3-9AE7-4749-9A84-7591428266F8}"/>
              </a:ext>
            </a:extLst>
          </p:cNvPr>
          <p:cNvSpPr>
            <a:spLocks xmlns:a="http://schemas.openxmlformats.org/drawingml/2006/main" noGrp="1"/>
          </p:cNvSpPr>
          <p:nvPr/>
        </p:nvSpPr>
        <p:spPr>
          <a:xfrm xmlns:a="http://schemas.openxmlformats.org/drawingml/2006/main">
            <a:off x="2152650" y="32575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도메인별 Golden Set은 합성·비식별 sample로 먼저 실행</a:t>
            </a:r>
          </a:p>
        </p:txBody>
      </p:sp>
      <p:sp>
        <p:nvSpPr>
          <p:cNvPr id="11" name="">
            <a:extLst xmlns:a="http://schemas.openxmlformats.org/drawingml/2006/main">
              <a:ext uri="{FF2B5EF4-FFF2-40B4-BE49-F238E27FC236}">
                <a16:creationId xmlns:a16="http://schemas.microsoft.com/office/drawing/2014/main" id="{F58DB64A-1B2F-4171-A1C5-68577CCF589A}"/>
              </a:ext>
            </a:extLst>
          </p:cNvPr>
          <p:cNvSpPr>
            <a:spLocks xmlns:a="http://schemas.openxmlformats.org/drawingml/2006/main" noGrp="1"/>
          </p:cNvSpPr>
          <p:nvPr/>
        </p:nvSpPr>
        <p:spPr>
          <a:xfrm xmlns:a="http://schemas.openxmlformats.org/drawingml/2006/main">
            <a:off x="1238250" y="39624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4229011F-FE5D-4E35-8323-81269962334B}"/>
              </a:ext>
            </a:extLst>
          </p:cNvPr>
          <p:cNvSpPr>
            <a:spLocks xmlns:a="http://schemas.openxmlformats.org/drawingml/2006/main" noGrp="1"/>
          </p:cNvSpPr>
          <p:nvPr/>
        </p:nvSpPr>
        <p:spPr>
          <a:xfrm xmlns:a="http://schemas.openxmlformats.org/drawingml/2006/main">
            <a:off x="1676400" y="40862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3" name="">
            <a:extLst xmlns:a="http://schemas.openxmlformats.org/drawingml/2006/main">
              <a:ext uri="{FF2B5EF4-FFF2-40B4-BE49-F238E27FC236}">
                <a16:creationId xmlns:a16="http://schemas.microsoft.com/office/drawing/2014/main" id="{52FC397D-7C13-4CF5-99F7-5E0B3444827F}"/>
              </a:ext>
            </a:extLst>
          </p:cNvPr>
          <p:cNvSpPr>
            <a:spLocks xmlns:a="http://schemas.openxmlformats.org/drawingml/2006/main" noGrp="1"/>
          </p:cNvSpPr>
          <p:nvPr/>
        </p:nvSpPr>
        <p:spPr>
          <a:xfrm xmlns:a="http://schemas.openxmlformats.org/drawingml/2006/main">
            <a:off x="2152650" y="39243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현업에서는 상담/회의 유형별 scorecard, 포트폴리오에는 실패 사례 3건의 현재 수작업 시간과 오류를 baseline으로 기록</a:t>
            </a:r>
          </a:p>
        </p:txBody>
      </p:sp>
      <p:sp>
        <p:nvSpPr>
          <p:cNvPr id="14" name="">
            <a:extLst xmlns:a="http://schemas.openxmlformats.org/drawingml/2006/main">
              <a:ext uri="{FF2B5EF4-FFF2-40B4-BE49-F238E27FC236}">
                <a16:creationId xmlns:a16="http://schemas.microsoft.com/office/drawing/2014/main" id="{28A343E6-507F-47FD-8E72-D51596D84B3B}"/>
              </a:ext>
            </a:extLst>
          </p:cNvPr>
          <p:cNvSpPr>
            <a:spLocks xmlns:a="http://schemas.openxmlformats.org/drawingml/2006/main" noGrp="1"/>
          </p:cNvSpPr>
          <p:nvPr/>
        </p:nvSpPr>
        <p:spPr>
          <a:xfrm xmlns:a="http://schemas.openxmlformats.org/drawingml/2006/main">
            <a:off x="1238250" y="46291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5" name="">
            <a:extLst xmlns:a="http://schemas.openxmlformats.org/drawingml/2006/main">
              <a:ext uri="{FF2B5EF4-FFF2-40B4-BE49-F238E27FC236}">
                <a16:creationId xmlns:a16="http://schemas.microsoft.com/office/drawing/2014/main" id="{8321D38E-4DA3-410D-85B9-BE985B6DAF48}"/>
              </a:ext>
            </a:extLst>
          </p:cNvPr>
          <p:cNvSpPr>
            <a:spLocks xmlns:a="http://schemas.openxmlformats.org/drawingml/2006/main" noGrp="1"/>
          </p:cNvSpPr>
          <p:nvPr/>
        </p:nvSpPr>
        <p:spPr>
          <a:xfrm xmlns:a="http://schemas.openxmlformats.org/drawingml/2006/main">
            <a:off x="1676400" y="47529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6" name="">
            <a:extLst xmlns:a="http://schemas.openxmlformats.org/drawingml/2006/main">
              <a:ext uri="{FF2B5EF4-FFF2-40B4-BE49-F238E27FC236}">
                <a16:creationId xmlns:a16="http://schemas.microsoft.com/office/drawing/2014/main" id="{C7B894DE-6651-4AD0-9F9C-324EC4886CB8}"/>
              </a:ext>
            </a:extLst>
          </p:cNvPr>
          <p:cNvSpPr>
            <a:spLocks xmlns:a="http://schemas.openxmlformats.org/drawingml/2006/main" noGrp="1"/>
          </p:cNvSpPr>
          <p:nvPr/>
        </p:nvSpPr>
        <p:spPr>
          <a:xfrm xmlns:a="http://schemas.openxmlformats.org/drawingml/2006/main">
            <a:off x="2152650" y="45910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day2_eval_cases.json 사람 승인 전에는 외부 시스템을 바꾸지 않음</a:t>
            </a:r>
          </a:p>
        </p:txBody>
      </p:sp>
      <p:sp>
        <p:nvSpPr>
          <p:cNvPr id="17" name="">
            <a:extLst xmlns:a="http://schemas.openxmlformats.org/drawingml/2006/main">
              <a:ext uri="{FF2B5EF4-FFF2-40B4-BE49-F238E27FC236}">
                <a16:creationId xmlns:a16="http://schemas.microsoft.com/office/drawing/2014/main" id="{9256F5C4-A1FD-4A3E-B40E-CC893A46E898}"/>
              </a:ext>
            </a:extLst>
          </p:cNvPr>
          <p:cNvSpPr>
            <a:spLocks xmlns:a="http://schemas.openxmlformats.org/drawingml/2006/main" noGrp="1"/>
          </p:cNvSpPr>
          <p:nvPr/>
        </p:nvSpPr>
        <p:spPr>
          <a:xfrm xmlns:a="http://schemas.openxmlformats.org/drawingml/2006/main">
            <a:off x="1238250" y="5295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8" name="">
            <a:extLst xmlns:a="http://schemas.openxmlformats.org/drawingml/2006/main">
              <a:ext uri="{FF2B5EF4-FFF2-40B4-BE49-F238E27FC236}">
                <a16:creationId xmlns:a16="http://schemas.microsoft.com/office/drawing/2014/main" id="{1B771234-1357-4183-92F7-35B7EA6CF180}"/>
              </a:ext>
            </a:extLst>
          </p:cNvPr>
          <p:cNvSpPr>
            <a:spLocks xmlns:a="http://schemas.openxmlformats.org/drawingml/2006/main" noGrp="1"/>
          </p:cNvSpPr>
          <p:nvPr/>
        </p:nvSpPr>
        <p:spPr>
          <a:xfrm xmlns:a="http://schemas.openxmlformats.org/drawingml/2006/main">
            <a:off x="1676400" y="5419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9" name="">
            <a:extLst xmlns:a="http://schemas.openxmlformats.org/drawingml/2006/main">
              <a:ext uri="{FF2B5EF4-FFF2-40B4-BE49-F238E27FC236}">
                <a16:creationId xmlns:a16="http://schemas.microsoft.com/office/drawing/2014/main" id="{C5347731-F195-42AF-83DC-DB0D05BBDB08}"/>
              </a:ext>
            </a:extLst>
          </p:cNvPr>
          <p:cNvSpPr>
            <a:spLocks xmlns:a="http://schemas.openxmlformats.org/drawingml/2006/main" noGrp="1"/>
          </p:cNvSpPr>
          <p:nvPr/>
        </p:nvSpPr>
        <p:spPr>
          <a:xfrm xmlns:a="http://schemas.openxmlformats.org/drawingml/2006/main">
            <a:off x="2152650" y="52578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day2_eval_cases.json을 운영 검토 자료로 사용</a:t>
            </a:r>
          </a:p>
        </p:txBody>
      </p:sp>
    </p:spTree>
    <p:extLst>
      <p:ext uri="{BB962C8B-B14F-4D97-AF65-F5344CB8AC3E}">
        <p14:creationId xmlns:p14="http://schemas.microsoft.com/office/powerpoint/2010/main" val="1298818978"/>
      </p:ext>
    </p:extLst>
  </p:cSld>
</p:sld>
</file>

<file path=ppt/slides/slide2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AF0C644-B023-4B77-88AF-9093C3A3EF3D}"/>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포트폴리오 적용</a:t>
            </a:r>
          </a:p>
        </p:txBody>
      </p:sp>
      <p:sp>
        <p:nvSpPr>
          <p:cNvPr id="2" name="">
            <a:extLst xmlns:a="http://schemas.openxmlformats.org/drawingml/2006/main">
              <a:ext uri="{FF2B5EF4-FFF2-40B4-BE49-F238E27FC236}">
                <a16:creationId xmlns:a16="http://schemas.microsoft.com/office/drawing/2014/main" id="{9506D3F7-0396-4984-A0F5-EAD7BD06DD99}"/>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구직자</a:t>
            </a:r>
          </a:p>
        </p:txBody>
      </p:sp>
      <p:sp>
        <p:nvSpPr>
          <p:cNvPr id="3" name="">
            <a:extLst xmlns:a="http://schemas.openxmlformats.org/drawingml/2006/main">
              <a:ext uri="{FF2B5EF4-FFF2-40B4-BE49-F238E27FC236}">
                <a16:creationId xmlns:a16="http://schemas.microsoft.com/office/drawing/2014/main" id="{A523545E-C8DB-4BA2-9B9B-25546615683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75D9A112-1F38-4DA7-8C73-5B2762904371}"/>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F19461B7-3CC8-43E4-B4AD-50E2668C86D3}"/>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0575BDDD-D4A7-496C-BA86-77FD56B7301F}"/>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238</a:t>
            </a:r>
          </a:p>
        </p:txBody>
      </p:sp>
      <p:sp>
        <p:nvSpPr>
          <p:cNvPr id="7" name="">
            <a:extLst xmlns:a="http://schemas.openxmlformats.org/drawingml/2006/main">
              <a:ext uri="{FF2B5EF4-FFF2-40B4-BE49-F238E27FC236}">
                <a16:creationId xmlns:a16="http://schemas.microsoft.com/office/drawing/2014/main" id="{BC663A50-24A4-4F80-A3B1-2676E27AD6F9}"/>
              </a:ext>
            </a:extLst>
          </p:cNvPr>
          <p:cNvSpPr>
            <a:spLocks xmlns:a="http://schemas.openxmlformats.org/drawingml/2006/main" noGrp="1"/>
          </p:cNvSpPr>
          <p:nvPr/>
        </p:nvSpPr>
        <p:spPr>
          <a:xfrm xmlns:a="http://schemas.openxmlformats.org/drawingml/2006/main">
            <a:off x="857250" y="1619250"/>
            <a:ext cx="10477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2325" b="1">
                <a:solidFill>
                  <a:srgbClr val="191919"/>
                </a:solidFill>
                <a:latin typeface="NanumGothic"/>
                <a:ea typeface="NanumGothic"/>
                <a:cs typeface="NanumGothic"/>
              </a:defRPr>
            </a:pPr>
            <a:r>
              <a:rPr sz="2325" b="1">
                <a:solidFill>
                  <a:srgbClr val="191919"/>
                </a:solidFill>
                <a:latin typeface="NanumGothic"/>
                <a:ea typeface="NanumGothic"/>
                <a:cs typeface="NanumGothic"/>
              </a:rPr>
              <a:t>도메인별 Golden Set · 문제·코드·실패·검증을 한 저장소로 제출</a:t>
            </a:r>
          </a:p>
        </p:txBody>
      </p:sp>
      <p:sp>
        <p:nvSpPr>
          <p:cNvPr id="8" name="">
            <a:extLst xmlns:a="http://schemas.openxmlformats.org/drawingml/2006/main">
              <a:ext uri="{FF2B5EF4-FFF2-40B4-BE49-F238E27FC236}">
                <a16:creationId xmlns:a16="http://schemas.microsoft.com/office/drawing/2014/main" id="{6C719970-D22F-4933-9462-376C2B7790F5}"/>
              </a:ext>
            </a:extLst>
          </p:cNvPr>
          <p:cNvSpPr>
            <a:spLocks xmlns:a="http://schemas.openxmlformats.org/drawingml/2006/main" noGrp="1"/>
          </p:cNvSpPr>
          <p:nvPr/>
        </p:nvSpPr>
        <p:spPr>
          <a:xfrm xmlns:a="http://schemas.openxmlformats.org/drawingml/2006/main">
            <a:off x="1238250" y="3295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9" name="">
            <a:extLst xmlns:a="http://schemas.openxmlformats.org/drawingml/2006/main">
              <a:ext uri="{FF2B5EF4-FFF2-40B4-BE49-F238E27FC236}">
                <a16:creationId xmlns:a16="http://schemas.microsoft.com/office/drawing/2014/main" id="{E6F20772-EC5E-4805-A127-2E5081A7D980}"/>
              </a:ext>
            </a:extLst>
          </p:cNvPr>
          <p:cNvSpPr>
            <a:spLocks xmlns:a="http://schemas.openxmlformats.org/drawingml/2006/main" noGrp="1"/>
          </p:cNvSpPr>
          <p:nvPr/>
        </p:nvSpPr>
        <p:spPr>
          <a:xfrm xmlns:a="http://schemas.openxmlformats.org/drawingml/2006/main">
            <a:off x="1676400" y="3419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
            <a:extLst xmlns:a="http://schemas.openxmlformats.org/drawingml/2006/main">
              <a:ext uri="{FF2B5EF4-FFF2-40B4-BE49-F238E27FC236}">
                <a16:creationId xmlns:a16="http://schemas.microsoft.com/office/drawing/2014/main" id="{0359F58A-1E68-4833-A5B3-2828544EA096}"/>
              </a:ext>
            </a:extLst>
          </p:cNvPr>
          <p:cNvSpPr>
            <a:spLocks xmlns:a="http://schemas.openxmlformats.org/drawingml/2006/main" noGrp="1"/>
          </p:cNvSpPr>
          <p:nvPr/>
        </p:nvSpPr>
        <p:spPr>
          <a:xfrm xmlns:a="http://schemas.openxmlformats.org/drawingml/2006/main">
            <a:off x="2152650" y="32575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데모 한 건 성공을 서비스 전체 품질로 일반화한다.의 사용자 영향을 한 문장으로 설명</a:t>
            </a:r>
          </a:p>
        </p:txBody>
      </p:sp>
      <p:sp>
        <p:nvSpPr>
          <p:cNvPr id="11" name="">
            <a:extLst xmlns:a="http://schemas.openxmlformats.org/drawingml/2006/main">
              <a:ext uri="{FF2B5EF4-FFF2-40B4-BE49-F238E27FC236}">
                <a16:creationId xmlns:a16="http://schemas.microsoft.com/office/drawing/2014/main" id="{02AD12CB-B6C7-4110-9507-C57AC831FE81}"/>
              </a:ext>
            </a:extLst>
          </p:cNvPr>
          <p:cNvSpPr>
            <a:spLocks xmlns:a="http://schemas.openxmlformats.org/drawingml/2006/main" noGrp="1"/>
          </p:cNvSpPr>
          <p:nvPr/>
        </p:nvSpPr>
        <p:spPr>
          <a:xfrm xmlns:a="http://schemas.openxmlformats.org/drawingml/2006/main">
            <a:off x="1238250" y="39624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8870B51A-3B75-431B-B27F-18C69690189E}"/>
              </a:ext>
            </a:extLst>
          </p:cNvPr>
          <p:cNvSpPr>
            <a:spLocks xmlns:a="http://schemas.openxmlformats.org/drawingml/2006/main" noGrp="1"/>
          </p:cNvSpPr>
          <p:nvPr/>
        </p:nvSpPr>
        <p:spPr>
          <a:xfrm xmlns:a="http://schemas.openxmlformats.org/drawingml/2006/main">
            <a:off x="1676400" y="40862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3" name="">
            <a:extLst xmlns:a="http://schemas.openxmlformats.org/drawingml/2006/main">
              <a:ext uri="{FF2B5EF4-FFF2-40B4-BE49-F238E27FC236}">
                <a16:creationId xmlns:a16="http://schemas.microsoft.com/office/drawing/2014/main" id="{29143C52-2A21-4340-BB91-EBD14495DDB1}"/>
              </a:ext>
            </a:extLst>
          </p:cNvPr>
          <p:cNvSpPr>
            <a:spLocks xmlns:a="http://schemas.openxmlformats.org/drawingml/2006/main" noGrp="1"/>
          </p:cNvSpPr>
          <p:nvPr/>
        </p:nvSpPr>
        <p:spPr>
          <a:xfrm xmlns:a="http://schemas.openxmlformats.org/drawingml/2006/main">
            <a:off x="2152650" y="39243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도메인별 Golden Set 정상 Demo와 대표 실패 Demo를 함께 준비</a:t>
            </a:r>
          </a:p>
        </p:txBody>
      </p:sp>
      <p:sp>
        <p:nvSpPr>
          <p:cNvPr id="14" name="">
            <a:extLst xmlns:a="http://schemas.openxmlformats.org/drawingml/2006/main">
              <a:ext uri="{FF2B5EF4-FFF2-40B4-BE49-F238E27FC236}">
                <a16:creationId xmlns:a16="http://schemas.microsoft.com/office/drawing/2014/main" id="{5B5EE432-2AB9-4862-A99F-15852151B4DA}"/>
              </a:ext>
            </a:extLst>
          </p:cNvPr>
          <p:cNvSpPr>
            <a:spLocks xmlns:a="http://schemas.openxmlformats.org/drawingml/2006/main" noGrp="1"/>
          </p:cNvSpPr>
          <p:nvPr/>
        </p:nvSpPr>
        <p:spPr>
          <a:xfrm xmlns:a="http://schemas.openxmlformats.org/drawingml/2006/main">
            <a:off x="1238250" y="46291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5" name="">
            <a:extLst xmlns:a="http://schemas.openxmlformats.org/drawingml/2006/main">
              <a:ext uri="{FF2B5EF4-FFF2-40B4-BE49-F238E27FC236}">
                <a16:creationId xmlns:a16="http://schemas.microsoft.com/office/drawing/2014/main" id="{B94A2CD1-1CDE-4669-A2F0-EB76B63BDBBE}"/>
              </a:ext>
            </a:extLst>
          </p:cNvPr>
          <p:cNvSpPr>
            <a:spLocks xmlns:a="http://schemas.openxmlformats.org/drawingml/2006/main" noGrp="1"/>
          </p:cNvSpPr>
          <p:nvPr/>
        </p:nvSpPr>
        <p:spPr>
          <a:xfrm xmlns:a="http://schemas.openxmlformats.org/drawingml/2006/main">
            <a:off x="1676400" y="47529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6" name="">
            <a:extLst xmlns:a="http://schemas.openxmlformats.org/drawingml/2006/main">
              <a:ext uri="{FF2B5EF4-FFF2-40B4-BE49-F238E27FC236}">
                <a16:creationId xmlns:a16="http://schemas.microsoft.com/office/drawing/2014/main" id="{79AC75ED-AE1A-4009-BFAA-12E9A97F2A37}"/>
              </a:ext>
            </a:extLst>
          </p:cNvPr>
          <p:cNvSpPr>
            <a:spLocks xmlns:a="http://schemas.openxmlformats.org/drawingml/2006/main" noGrp="1"/>
          </p:cNvSpPr>
          <p:nvPr/>
        </p:nvSpPr>
        <p:spPr>
          <a:xfrm xmlns:a="http://schemas.openxmlformats.org/drawingml/2006/main">
            <a:off x="2152650" y="459105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대표 실패를 재현하는 test를 먼저 쓰고 최소 변경으로 통과시킨다.의 diff와 직접 검토한 test 증거를 구분</a:t>
            </a:r>
          </a:p>
        </p:txBody>
      </p:sp>
      <p:sp>
        <p:nvSpPr>
          <p:cNvPr id="17" name="">
            <a:extLst xmlns:a="http://schemas.openxmlformats.org/drawingml/2006/main">
              <a:ext uri="{FF2B5EF4-FFF2-40B4-BE49-F238E27FC236}">
                <a16:creationId xmlns:a16="http://schemas.microsoft.com/office/drawing/2014/main" id="{AC6C2206-25C9-4159-B165-2C9E5D145CDA}"/>
              </a:ext>
            </a:extLst>
          </p:cNvPr>
          <p:cNvSpPr>
            <a:spLocks xmlns:a="http://schemas.openxmlformats.org/drawingml/2006/main" noGrp="1"/>
          </p:cNvSpPr>
          <p:nvPr/>
        </p:nvSpPr>
        <p:spPr>
          <a:xfrm xmlns:a="http://schemas.openxmlformats.org/drawingml/2006/main">
            <a:off x="1238250" y="52959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04</a:t>
            </a:r>
          </a:p>
        </p:txBody>
      </p:sp>
      <p:sp>
        <p:nvSpPr>
          <p:cNvPr id="18" name="">
            <a:extLst xmlns:a="http://schemas.openxmlformats.org/drawingml/2006/main">
              <a:ext uri="{FF2B5EF4-FFF2-40B4-BE49-F238E27FC236}">
                <a16:creationId xmlns:a16="http://schemas.microsoft.com/office/drawing/2014/main" id="{276CB56C-76FE-4085-94EB-F874725DBCEE}"/>
              </a:ext>
            </a:extLst>
          </p:cNvPr>
          <p:cNvSpPr>
            <a:spLocks xmlns:a="http://schemas.openxmlformats.org/drawingml/2006/main" noGrp="1"/>
          </p:cNvSpPr>
          <p:nvPr/>
        </p:nvSpPr>
        <p:spPr>
          <a:xfrm xmlns:a="http://schemas.openxmlformats.org/drawingml/2006/main">
            <a:off x="1676400" y="54197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9" name="">
            <a:extLst xmlns:a="http://schemas.openxmlformats.org/drawingml/2006/main">
              <a:ext uri="{FF2B5EF4-FFF2-40B4-BE49-F238E27FC236}">
                <a16:creationId xmlns:a16="http://schemas.microsoft.com/office/drawing/2014/main" id="{E8021749-6BEE-45AD-9CE6-E44A8DA54960}"/>
              </a:ext>
            </a:extLst>
          </p:cNvPr>
          <p:cNvSpPr>
            <a:spLocks xmlns:a="http://schemas.openxmlformats.org/drawingml/2006/main" noGrp="1"/>
          </p:cNvSpPr>
          <p:nvPr/>
        </p:nvSpPr>
        <p:spPr>
          <a:xfrm xmlns:a="http://schemas.openxmlformats.org/drawingml/2006/main">
            <a:off x="2152650" y="5257800"/>
            <a:ext cx="880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91919"/>
                </a:solidFill>
                <a:latin typeface="NanumGothic"/>
                <a:ea typeface="NanumGothic"/>
                <a:cs typeface="NanumGothic"/>
              </a:defRPr>
            </a:pPr>
            <a:r>
              <a:rPr sz="1425" b="0">
                <a:solidFill>
                  <a:srgbClr val="191919"/>
                </a:solidFill>
                <a:latin typeface="NanumGothic"/>
                <a:ea typeface="NanumGothic"/>
                <a:cs typeface="NanumGothic"/>
              </a:rPr>
              <a:t>day2_eval_cases.json과 README 재현 절차를 제출</a:t>
            </a:r>
          </a:p>
        </p:txBody>
      </p:sp>
    </p:spTree>
    <p:extLst>
      <p:ext uri="{BB962C8B-B14F-4D97-AF65-F5344CB8AC3E}">
        <p14:creationId xmlns:p14="http://schemas.microsoft.com/office/powerpoint/2010/main" val="1056952748"/>
      </p:ext>
    </p:extLst>
  </p:cSld>
</p:sld>
</file>

<file path=ppt/slides/slide2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80DD470-4CE2-4162-803A-660656F5E2D1}"/>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도메인별 Golden Set 운영 점검</a:t>
            </a:r>
          </a:p>
        </p:txBody>
      </p:sp>
      <p:sp>
        <p:nvSpPr>
          <p:cNvPr id="2" name="">
            <a:extLst xmlns:a="http://schemas.openxmlformats.org/drawingml/2006/main">
              <a:ext uri="{FF2B5EF4-FFF2-40B4-BE49-F238E27FC236}">
                <a16:creationId xmlns:a16="http://schemas.microsoft.com/office/drawing/2014/main" id="{60D0C389-4299-4C76-9F55-0887994E254D}"/>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운영 기준</a:t>
            </a:r>
          </a:p>
        </p:txBody>
      </p:sp>
      <p:sp>
        <p:nvSpPr>
          <p:cNvPr id="3" name="">
            <a:extLst xmlns:a="http://schemas.openxmlformats.org/drawingml/2006/main">
              <a:ext uri="{FF2B5EF4-FFF2-40B4-BE49-F238E27FC236}">
                <a16:creationId xmlns:a16="http://schemas.microsoft.com/office/drawing/2014/main" id="{2A8DBB21-BE40-4494-8A7F-CCC6F8A6C818}"/>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C9FC9772-AD9F-46DB-84E7-57447EC4F6DD}"/>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E8CD64C0-431D-42CF-9DA8-4830DC226506}"/>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11533698-9F1F-43F1-BF1B-EF35BCDF1083}"/>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239</a:t>
            </a:r>
          </a:p>
        </p:txBody>
      </p:sp>
      <p:sp>
        <p:nvSpPr>
          <p:cNvPr id="7" name="">
            <a:extLst xmlns:a="http://schemas.openxmlformats.org/drawingml/2006/main">
              <a:ext uri="{FF2B5EF4-FFF2-40B4-BE49-F238E27FC236}">
                <a16:creationId xmlns:a16="http://schemas.microsoft.com/office/drawing/2014/main" id="{DECF1263-62E4-4B49-87B5-C4E3C4AE802E}"/>
              </a:ext>
            </a:extLst>
          </p:cNvPr>
          <p:cNvSpPr>
            <a:spLocks xmlns:a="http://schemas.openxmlformats.org/drawingml/2006/main" noGrp="1"/>
          </p:cNvSpPr>
          <p:nvPr/>
        </p:nvSpPr>
        <p:spPr>
          <a:xfrm xmlns:a="http://schemas.openxmlformats.org/drawingml/2006/main">
            <a:off x="685800" y="1524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품질</a:t>
            </a:r>
          </a:p>
        </p:txBody>
      </p:sp>
      <p:sp>
        <p:nvSpPr>
          <p:cNvPr id="8" name="">
            <a:extLst xmlns:a="http://schemas.openxmlformats.org/drawingml/2006/main">
              <a:ext uri="{FF2B5EF4-FFF2-40B4-BE49-F238E27FC236}">
                <a16:creationId xmlns:a16="http://schemas.microsoft.com/office/drawing/2014/main" id="{88EE3C99-8AF6-42D3-A0E1-2009CED453F0}"/>
              </a:ext>
            </a:extLst>
          </p:cNvPr>
          <p:cNvSpPr>
            <a:spLocks xmlns:a="http://schemas.openxmlformats.org/drawingml/2006/main" noGrp="1"/>
          </p:cNvSpPr>
          <p:nvPr/>
        </p:nvSpPr>
        <p:spPr>
          <a:xfrm xmlns:a="http://schemas.openxmlformats.org/drawingml/2006/main">
            <a:off x="685800" y="194310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DBEB1950-D3EA-4846-BABC-FA9A572435FF}"/>
              </a:ext>
            </a:extLst>
          </p:cNvPr>
          <p:cNvSpPr>
            <a:spLocks xmlns:a="http://schemas.openxmlformats.org/drawingml/2006/main" noGrp="1"/>
          </p:cNvSpPr>
          <p:nvPr/>
        </p:nvSpPr>
        <p:spPr>
          <a:xfrm xmlns:a="http://schemas.openxmlformats.org/drawingml/2006/main">
            <a:off x="685800" y="220980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무엇을 합성 회의 정상 case가 READY_FOR_EXPORT다.로 정의하는가</a:t>
            </a:r>
          </a:p>
        </p:txBody>
      </p:sp>
      <p:sp>
        <p:nvSpPr>
          <p:cNvPr id="10" name="">
            <a:extLst xmlns:a="http://schemas.openxmlformats.org/drawingml/2006/main">
              <a:ext uri="{FF2B5EF4-FFF2-40B4-BE49-F238E27FC236}">
                <a16:creationId xmlns:a16="http://schemas.microsoft.com/office/drawing/2014/main" id="{67183093-3887-406F-9CD1-DB488DABD0EA}"/>
              </a:ext>
            </a:extLst>
          </p:cNvPr>
          <p:cNvSpPr>
            <a:spLocks xmlns:a="http://schemas.openxmlformats.org/drawingml/2006/main" noGrp="1"/>
          </p:cNvSpPr>
          <p:nvPr/>
        </p:nvSpPr>
        <p:spPr>
          <a:xfrm xmlns:a="http://schemas.openxmlformats.org/drawingml/2006/main">
            <a:off x="6096000" y="1524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안전</a:t>
            </a:r>
          </a:p>
        </p:txBody>
      </p:sp>
      <p:sp>
        <p:nvSpPr>
          <p:cNvPr id="11" name="">
            <a:extLst xmlns:a="http://schemas.openxmlformats.org/drawingml/2006/main">
              <a:ext uri="{FF2B5EF4-FFF2-40B4-BE49-F238E27FC236}">
                <a16:creationId xmlns:a16="http://schemas.microsoft.com/office/drawing/2014/main" id="{EFBBD4E2-B7FB-4BBD-8574-1977D7597007}"/>
              </a:ext>
            </a:extLst>
          </p:cNvPr>
          <p:cNvSpPr>
            <a:spLocks xmlns:a="http://schemas.openxmlformats.org/drawingml/2006/main" noGrp="1"/>
          </p:cNvSpPr>
          <p:nvPr/>
        </p:nvSpPr>
        <p:spPr>
          <a:xfrm xmlns:a="http://schemas.openxmlformats.org/drawingml/2006/main">
            <a:off x="6096000" y="194310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D47EEB70-1C44-472D-9C7E-D3DA3AEEB79D}"/>
              </a:ext>
            </a:extLst>
          </p:cNvPr>
          <p:cNvSpPr>
            <a:spLocks xmlns:a="http://schemas.openxmlformats.org/drawingml/2006/main" noGrp="1"/>
          </p:cNvSpPr>
          <p:nvPr/>
        </p:nvSpPr>
        <p:spPr>
          <a:xfrm xmlns:a="http://schemas.openxmlformats.org/drawingml/2006/main">
            <a:off x="6096000" y="220980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도메인별 Golden Set의 사람 승인과 external_write=false 위치</a:t>
            </a:r>
          </a:p>
        </p:txBody>
      </p:sp>
      <p:sp>
        <p:nvSpPr>
          <p:cNvPr id="13" name="">
            <a:extLst xmlns:a="http://schemas.openxmlformats.org/drawingml/2006/main">
              <a:ext uri="{FF2B5EF4-FFF2-40B4-BE49-F238E27FC236}">
                <a16:creationId xmlns:a16="http://schemas.microsoft.com/office/drawing/2014/main" id="{843C8073-6B0F-4671-AC27-8405BC7A3F8B}"/>
              </a:ext>
            </a:extLst>
          </p:cNvPr>
          <p:cNvSpPr>
            <a:spLocks xmlns:a="http://schemas.openxmlformats.org/drawingml/2006/main" noGrp="1"/>
          </p:cNvSpPr>
          <p:nvPr/>
        </p:nvSpPr>
        <p:spPr>
          <a:xfrm xmlns:a="http://schemas.openxmlformats.org/drawingml/2006/main">
            <a:off x="685800" y="3600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복구</a:t>
            </a:r>
          </a:p>
        </p:txBody>
      </p:sp>
      <p:sp>
        <p:nvSpPr>
          <p:cNvPr id="14" name="">
            <a:extLst xmlns:a="http://schemas.openxmlformats.org/drawingml/2006/main">
              <a:ext uri="{FF2B5EF4-FFF2-40B4-BE49-F238E27FC236}">
                <a16:creationId xmlns:a16="http://schemas.microsoft.com/office/drawing/2014/main" id="{77245244-DFEA-42E0-8482-BDAC2F18F0B6}"/>
              </a:ext>
            </a:extLst>
          </p:cNvPr>
          <p:cNvSpPr>
            <a:spLocks xmlns:a="http://schemas.openxmlformats.org/drawingml/2006/main" noGrp="1"/>
          </p:cNvSpPr>
          <p:nvPr/>
        </p:nvSpPr>
        <p:spPr>
          <a:xfrm xmlns:a="http://schemas.openxmlformats.org/drawingml/2006/main">
            <a:off x="685800" y="401955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8D12CAE4-A6C0-4954-BF11-D716562B1234}"/>
              </a:ext>
            </a:extLst>
          </p:cNvPr>
          <p:cNvSpPr>
            <a:spLocks xmlns:a="http://schemas.openxmlformats.org/drawingml/2006/main" noGrp="1"/>
          </p:cNvSpPr>
          <p:nvPr/>
        </p:nvSpPr>
        <p:spPr>
          <a:xfrm xmlns:a="http://schemas.openxmlformats.org/drawingml/2006/main">
            <a:off x="685800" y="428625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데모 한 건 성공을 서비스 전체 품질로 일반화한다. 발생 시 day2_eval_cases.json에서 원인 상태를 확인</a:t>
            </a:r>
          </a:p>
        </p:txBody>
      </p:sp>
      <p:sp>
        <p:nvSpPr>
          <p:cNvPr id="16" name="">
            <a:extLst xmlns:a="http://schemas.openxmlformats.org/drawingml/2006/main">
              <a:ext uri="{FF2B5EF4-FFF2-40B4-BE49-F238E27FC236}">
                <a16:creationId xmlns:a16="http://schemas.microsoft.com/office/drawing/2014/main" id="{A81D3963-8E88-47A4-8878-0FDDA7644425}"/>
              </a:ext>
            </a:extLst>
          </p:cNvPr>
          <p:cNvSpPr>
            <a:spLocks xmlns:a="http://schemas.openxmlformats.org/drawingml/2006/main" noGrp="1"/>
          </p:cNvSpPr>
          <p:nvPr/>
        </p:nvSpPr>
        <p:spPr>
          <a:xfrm xmlns:a="http://schemas.openxmlformats.org/drawingml/2006/main">
            <a:off x="6096000" y="3600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a:solidFill>
                  <a:srgbClr val="555555"/>
                </a:solidFill>
                <a:latin typeface="NanumGothic"/>
                <a:ea typeface="NanumGothic"/>
                <a:cs typeface="NanumGothic"/>
              </a:defRPr>
            </a:pPr>
            <a:r>
              <a:rPr sz="1050" b="1">
                <a:solidFill>
                  <a:srgbClr val="555555"/>
                </a:solidFill>
                <a:latin typeface="NanumGothic"/>
                <a:ea typeface="NanumGothic"/>
                <a:cs typeface="NanumGothic"/>
              </a:rPr>
              <a:t>관측</a:t>
            </a:r>
          </a:p>
        </p:txBody>
      </p:sp>
      <p:sp>
        <p:nvSpPr>
          <p:cNvPr id="17" name="">
            <a:extLst xmlns:a="http://schemas.openxmlformats.org/drawingml/2006/main">
              <a:ext uri="{FF2B5EF4-FFF2-40B4-BE49-F238E27FC236}">
                <a16:creationId xmlns:a16="http://schemas.microsoft.com/office/drawing/2014/main" id="{6837592E-C916-429F-90EB-D81D89878C2D}"/>
              </a:ext>
            </a:extLst>
          </p:cNvPr>
          <p:cNvSpPr>
            <a:spLocks xmlns:a="http://schemas.openxmlformats.org/drawingml/2006/main" noGrp="1"/>
          </p:cNvSpPr>
          <p:nvPr/>
        </p:nvSpPr>
        <p:spPr>
          <a:xfrm xmlns:a="http://schemas.openxmlformats.org/drawingml/2006/main">
            <a:off x="6096000" y="4019550"/>
            <a:ext cx="49149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8" name="">
            <a:extLst xmlns:a="http://schemas.openxmlformats.org/drawingml/2006/main">
              <a:ext uri="{FF2B5EF4-FFF2-40B4-BE49-F238E27FC236}">
                <a16:creationId xmlns:a16="http://schemas.microsoft.com/office/drawing/2014/main" id="{F7EF21AC-9A22-46C0-9A1C-AA7421CF2872}"/>
              </a:ext>
            </a:extLst>
          </p:cNvPr>
          <p:cNvSpPr>
            <a:spLocks xmlns:a="http://schemas.openxmlformats.org/drawingml/2006/main" noGrp="1"/>
          </p:cNvSpPr>
          <p:nvPr/>
        </p:nvSpPr>
        <p:spPr>
          <a:xfrm xmlns:a="http://schemas.openxmlformats.org/drawingml/2006/main">
            <a:off x="6096000" y="4286250"/>
            <a:ext cx="4914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191919"/>
                </a:solidFill>
                <a:latin typeface="NanumGothic"/>
                <a:ea typeface="NanumGothic"/>
                <a:cs typeface="NanumGothic"/>
              </a:defRPr>
            </a:pPr>
            <a:r>
              <a:rPr sz="1650" b="1">
                <a:solidFill>
                  <a:srgbClr val="191919"/>
                </a:solidFill>
                <a:latin typeface="NanumGothic"/>
                <a:ea typeface="NanumGothic"/>
                <a:cs typeface="NanumGothic"/>
              </a:rPr>
              <a:t>day2_eval_cases.json에서 어떤 status·error_code를 보는가</a:t>
            </a:r>
          </a:p>
        </p:txBody>
      </p:sp>
    </p:spTree>
    <p:extLst>
      <p:ext uri="{BB962C8B-B14F-4D97-AF65-F5344CB8AC3E}">
        <p14:creationId xmlns:p14="http://schemas.microsoft.com/office/powerpoint/2010/main" val="669922216"/>
      </p:ext>
    </p:extLst>
  </p:cSld>
</p:sld>
</file>

<file path=ppt/slides/slide2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9F492DC-3C7F-4247-A8D1-F9A88BCFD0D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700" b="1">
                <a:solidFill>
                  <a:srgbClr val="191919"/>
                </a:solidFill>
                <a:latin typeface="NanumGothic"/>
                <a:ea typeface="NanumGothic"/>
                <a:cs typeface="NanumGothic"/>
              </a:defRPr>
            </a:pPr>
            <a:r>
              <a:rPr sz="2700" b="1">
                <a:solidFill>
                  <a:srgbClr val="191919"/>
                </a:solidFill>
                <a:latin typeface="NanumGothic"/>
                <a:ea typeface="NanumGothic"/>
                <a:cs typeface="NanumGothic"/>
              </a:rPr>
              <a:t>day2_eval_cases.json 실행 증거</a:t>
            </a:r>
          </a:p>
        </p:txBody>
      </p:sp>
      <p:sp>
        <p:nvSpPr>
          <p:cNvPr id="2" name="">
            <a:extLst xmlns:a="http://schemas.openxmlformats.org/drawingml/2006/main">
              <a:ext uri="{FF2B5EF4-FFF2-40B4-BE49-F238E27FC236}">
                <a16:creationId xmlns:a16="http://schemas.microsoft.com/office/drawing/2014/main" id="{75BDB236-1416-4C44-9290-CFCA46759318}"/>
              </a:ext>
            </a:extLst>
          </p:cNvPr>
          <p:cNvSpPr>
            <a:spLocks xmlns:a="http://schemas.openxmlformats.org/drawingml/2006/main" noGrp="1"/>
          </p:cNvSpPr>
          <p:nvPr/>
        </p:nvSpPr>
        <p:spPr>
          <a:xfrm xmlns:a="http://schemas.openxmlformats.org/drawingml/2006/main">
            <a:off x="609600" y="361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1">
                <a:solidFill>
                  <a:srgbClr val="555555"/>
                </a:solidFill>
                <a:latin typeface="NanumGothic"/>
                <a:ea typeface="NanumGothic"/>
                <a:cs typeface="NanumGothic"/>
              </a:defRPr>
            </a:pPr>
            <a:r>
              <a:rPr sz="825" b="1">
                <a:solidFill>
                  <a:srgbClr val="555555"/>
                </a:solidFill>
                <a:latin typeface="NanumGothic"/>
                <a:ea typeface="NanumGothic"/>
                <a:cs typeface="NanumGothic"/>
              </a:rPr>
              <a:t>차시 마무리</a:t>
            </a:r>
          </a:p>
        </p:txBody>
      </p:sp>
      <p:sp>
        <p:nvSpPr>
          <p:cNvPr id="3" name="">
            <a:extLst xmlns:a="http://schemas.openxmlformats.org/drawingml/2006/main">
              <a:ext uri="{FF2B5EF4-FFF2-40B4-BE49-F238E27FC236}">
                <a16:creationId xmlns:a16="http://schemas.microsoft.com/office/drawing/2014/main" id="{49C26822-F1E2-4283-93FC-F148F6D6741C}"/>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E0E0E0"/>
            </a:solidFill>
            <a:prstDash val="solid"/>
          </a:ln>
        </p:spPr>
      </p:sp>
      <p:sp>
        <p:nvSpPr>
          <p:cNvPr id="4" name="">
            <a:extLst xmlns:a="http://schemas.openxmlformats.org/drawingml/2006/main">
              <a:ext uri="{FF2B5EF4-FFF2-40B4-BE49-F238E27FC236}">
                <a16:creationId xmlns:a16="http://schemas.microsoft.com/office/drawing/2014/main" id="{7FC0F120-440A-41BA-AA16-66C9968C633F}"/>
              </a:ext>
            </a:extLst>
          </p:cNvPr>
          <p:cNvSpPr>
            <a:spLocks xmlns:a="http://schemas.openxmlformats.org/drawingml/2006/main" noGrp="1"/>
          </p:cNvSpPr>
          <p:nvPr/>
        </p:nvSpPr>
        <p:spPr>
          <a:xfrm xmlns:a="http://schemas.openxmlformats.org/drawingml/2006/main">
            <a:off x="609600" y="651510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DAY 2 · Meeting Intelligence Service</a:t>
            </a:r>
          </a:p>
        </p:txBody>
      </p:sp>
      <p:sp>
        <p:nvSpPr>
          <p:cNvPr id="5" name="">
            <a:extLst xmlns:a="http://schemas.openxmlformats.org/drawingml/2006/main">
              <a:ext uri="{FF2B5EF4-FFF2-40B4-BE49-F238E27FC236}">
                <a16:creationId xmlns:a16="http://schemas.microsoft.com/office/drawing/2014/main" id="{8A4853BB-DAC4-4CA6-A992-4F073C269DFA}"/>
              </a:ext>
            </a:extLst>
          </p:cNvPr>
          <p:cNvSpPr>
            <a:spLocks xmlns:a="http://schemas.openxmlformats.org/drawingml/2006/main" noGrp="1"/>
          </p:cNvSpPr>
          <p:nvPr/>
        </p:nvSpPr>
        <p:spPr>
          <a:xfrm xmlns:a="http://schemas.openxmlformats.org/drawingml/2006/main">
            <a:off x="4705350" y="65151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750" b="0">
                <a:solidFill>
                  <a:srgbClr val="191919"/>
                </a:solidFill>
                <a:latin typeface="NanumGothic"/>
                <a:ea typeface="NanumGothic"/>
                <a:cs typeface="NanumGothic"/>
              </a:defRPr>
            </a:pPr>
            <a:r>
              <a:rPr sz="750" b="0">
                <a:solidFill>
                  <a:srgbClr val="191919"/>
                </a:solidFill>
                <a:latin typeface="NanumGothic"/>
                <a:ea typeface="NanumGothic"/>
                <a:cs typeface="NanumGothic"/>
              </a:rPr>
              <a:t>16:40-17:30 · 8차시</a:t>
            </a:r>
          </a:p>
        </p:txBody>
      </p:sp>
      <p:sp>
        <p:nvSpPr>
          <p:cNvPr id="6" name="">
            <a:extLst xmlns:a="http://schemas.openxmlformats.org/drawingml/2006/main">
              <a:ext uri="{FF2B5EF4-FFF2-40B4-BE49-F238E27FC236}">
                <a16:creationId xmlns:a16="http://schemas.microsoft.com/office/drawing/2014/main" id="{842E5D5D-267E-4D55-9DC9-7B0141B02ECE}"/>
              </a:ext>
            </a:extLst>
          </p:cNvPr>
          <p:cNvSpPr>
            <a:spLocks xmlns:a="http://schemas.openxmlformats.org/drawingml/2006/main" noGrp="1"/>
          </p:cNvSpPr>
          <p:nvPr/>
        </p:nvSpPr>
        <p:spPr>
          <a:xfrm xmlns:a="http://schemas.openxmlformats.org/drawingml/2006/main">
            <a:off x="10668000" y="65151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750" b="1">
                <a:solidFill>
                  <a:srgbClr val="555555"/>
                </a:solidFill>
                <a:latin typeface="NanumGothic"/>
                <a:ea typeface="NanumGothic"/>
                <a:cs typeface="NanumGothic"/>
              </a:defRPr>
            </a:pPr>
            <a:r>
              <a:rPr sz="750" b="1">
                <a:solidFill>
                  <a:srgbClr val="555555"/>
                </a:solidFill>
                <a:latin typeface="NanumGothic"/>
                <a:ea typeface="NanumGothic"/>
                <a:cs typeface="NanumGothic"/>
              </a:rPr>
              <a:t>240</a:t>
            </a:r>
          </a:p>
        </p:txBody>
      </p:sp>
      <p:sp>
        <p:nvSpPr>
          <p:cNvPr id="7" name="">
            <a:extLst xmlns:a="http://schemas.openxmlformats.org/drawingml/2006/main">
              <a:ext uri="{FF2B5EF4-FFF2-40B4-BE49-F238E27FC236}">
                <a16:creationId xmlns:a16="http://schemas.microsoft.com/office/drawing/2014/main" id="{10801322-249C-45BD-A4AA-2F68221508E3}"/>
              </a:ext>
            </a:extLst>
          </p:cNvPr>
          <p:cNvSpPr>
            <a:spLocks xmlns:a="http://schemas.openxmlformats.org/drawingml/2006/main" noGrp="1"/>
          </p:cNvSpPr>
          <p:nvPr/>
        </p:nvSpPr>
        <p:spPr>
          <a:xfrm xmlns:a="http://schemas.openxmlformats.org/drawingml/2006/main">
            <a:off x="914400" y="17335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CB86FA89-8EEE-4E50-B73B-57994D7CA485}"/>
              </a:ext>
            </a:extLst>
          </p:cNvPr>
          <p:cNvSpPr>
            <a:spLocks xmlns:a="http://schemas.openxmlformats.org/drawingml/2006/main" noGrp="1"/>
          </p:cNvSpPr>
          <p:nvPr/>
        </p:nvSpPr>
        <p:spPr>
          <a:xfrm xmlns:a="http://schemas.openxmlformats.org/drawingml/2006/main">
            <a:off x="1352550" y="18573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
            <a:extLst xmlns:a="http://schemas.openxmlformats.org/drawingml/2006/main">
              <a:ext uri="{FF2B5EF4-FFF2-40B4-BE49-F238E27FC236}">
                <a16:creationId xmlns:a16="http://schemas.microsoft.com/office/drawing/2014/main" id="{4349896A-2C48-4C12-9010-6FF79EADB3DA}"/>
              </a:ext>
            </a:extLst>
          </p:cNvPr>
          <p:cNvSpPr>
            <a:spLocks xmlns:a="http://schemas.openxmlformats.org/drawingml/2006/main" noGrp="1"/>
          </p:cNvSpPr>
          <p:nvPr/>
        </p:nvSpPr>
        <p:spPr>
          <a:xfrm xmlns:a="http://schemas.openxmlformats.org/drawingml/2006/main">
            <a:off x="1828800" y="16954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설명: 도메인별 Golden Set이 필요한 이유를 한 문장으로 말할 수 있다.</a:t>
            </a:r>
          </a:p>
        </p:txBody>
      </p:sp>
      <p:sp>
        <p:nvSpPr>
          <p:cNvPr id="10" name="">
            <a:extLst xmlns:a="http://schemas.openxmlformats.org/drawingml/2006/main">
              <a:ext uri="{FF2B5EF4-FFF2-40B4-BE49-F238E27FC236}">
                <a16:creationId xmlns:a16="http://schemas.microsoft.com/office/drawing/2014/main" id="{8C761358-E5CB-4AD8-8FB6-92E06EF57F9B}"/>
              </a:ext>
            </a:extLst>
          </p:cNvPr>
          <p:cNvSpPr>
            <a:spLocks xmlns:a="http://schemas.openxmlformats.org/drawingml/2006/main" noGrp="1"/>
          </p:cNvSpPr>
          <p:nvPr/>
        </p:nvSpPr>
        <p:spPr>
          <a:xfrm xmlns:a="http://schemas.openxmlformats.org/drawingml/2006/main">
            <a:off x="914400" y="28956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427BE1C4-DEF4-4152-8648-409A9668CEDB}"/>
              </a:ext>
            </a:extLst>
          </p:cNvPr>
          <p:cNvSpPr>
            <a:spLocks xmlns:a="http://schemas.openxmlformats.org/drawingml/2006/main" noGrp="1"/>
          </p:cNvSpPr>
          <p:nvPr/>
        </p:nvSpPr>
        <p:spPr>
          <a:xfrm xmlns:a="http://schemas.openxmlformats.org/drawingml/2006/main">
            <a:off x="1352550" y="301942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2" name="">
            <a:extLst xmlns:a="http://schemas.openxmlformats.org/drawingml/2006/main">
              <a:ext uri="{FF2B5EF4-FFF2-40B4-BE49-F238E27FC236}">
                <a16:creationId xmlns:a16="http://schemas.microsoft.com/office/drawing/2014/main" id="{C86BCE35-ADD6-48D6-B9C8-C2AACE47B963}"/>
              </a:ext>
            </a:extLst>
          </p:cNvPr>
          <p:cNvSpPr>
            <a:spLocks xmlns:a="http://schemas.openxmlformats.org/drawingml/2006/main" noGrp="1"/>
          </p:cNvSpPr>
          <p:nvPr/>
        </p:nvSpPr>
        <p:spPr>
          <a:xfrm xmlns:a="http://schemas.openxmlformats.org/drawingml/2006/main">
            <a:off x="1828800" y="285750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실행: python -m pytest -q tests/test_meeting_agent_workflow.py tests/test_observability_workflow.py</a:t>
            </a:r>
          </a:p>
        </p:txBody>
      </p:sp>
      <p:sp>
        <p:nvSpPr>
          <p:cNvPr id="13" name="">
            <a:extLst xmlns:a="http://schemas.openxmlformats.org/drawingml/2006/main">
              <a:ext uri="{FF2B5EF4-FFF2-40B4-BE49-F238E27FC236}">
                <a16:creationId xmlns:a16="http://schemas.microsoft.com/office/drawing/2014/main" id="{18F9180A-8FAB-4552-BDB5-C868F2F6379B}"/>
              </a:ext>
            </a:extLst>
          </p:cNvPr>
          <p:cNvSpPr>
            <a:spLocks xmlns:a="http://schemas.openxmlformats.org/drawingml/2006/main" noGrp="1"/>
          </p:cNvSpPr>
          <p:nvPr/>
        </p:nvSpPr>
        <p:spPr>
          <a:xfrm xmlns:a="http://schemas.openxmlformats.org/drawingml/2006/main">
            <a:off x="914400" y="40576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75" b="1">
                <a:solidFill>
                  <a:srgbClr val="555555"/>
                </a:solidFill>
                <a:latin typeface="NanumGothic"/>
                <a:ea typeface="NanumGothic"/>
                <a:cs typeface="NanumGothic"/>
              </a:defRPr>
            </a:pPr>
            <a:r>
              <a:rPr sz="975" b="1">
                <a:solidFill>
                  <a:srgbClr val="555555"/>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9260C83C-67E9-4D63-BF70-DC979227EB47}"/>
              </a:ext>
            </a:extLst>
          </p:cNvPr>
          <p:cNvSpPr>
            <a:spLocks xmlns:a="http://schemas.openxmlformats.org/drawingml/2006/main" noGrp="1"/>
          </p:cNvSpPr>
          <p:nvPr/>
        </p:nvSpPr>
        <p:spPr>
          <a:xfrm xmlns:a="http://schemas.openxmlformats.org/drawingml/2006/main">
            <a:off x="1352550" y="4181475"/>
            <a:ext cx="3238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5" name="">
            <a:extLst xmlns:a="http://schemas.openxmlformats.org/drawingml/2006/main">
              <a:ext uri="{FF2B5EF4-FFF2-40B4-BE49-F238E27FC236}">
                <a16:creationId xmlns:a16="http://schemas.microsoft.com/office/drawing/2014/main" id="{93769C93-060A-4ED5-847C-92D433A02B8C}"/>
              </a:ext>
            </a:extLst>
          </p:cNvPr>
          <p:cNvSpPr>
            <a:spLocks xmlns:a="http://schemas.openxmlformats.org/drawingml/2006/main" noGrp="1"/>
          </p:cNvSpPr>
          <p:nvPr/>
        </p:nvSpPr>
        <p:spPr>
          <a:xfrm xmlns:a="http://schemas.openxmlformats.org/drawingml/2006/main">
            <a:off x="1828800" y="4019550"/>
            <a:ext cx="9182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0">
                <a:solidFill>
                  <a:srgbClr val="191919"/>
                </a:solidFill>
                <a:latin typeface="NanumGothic"/>
                <a:ea typeface="NanumGothic"/>
                <a:cs typeface="NanumGothic"/>
              </a:defRPr>
            </a:pPr>
            <a:r>
              <a:rPr sz="1725" b="0">
                <a:solidFill>
                  <a:srgbClr val="191919"/>
                </a:solidFill>
                <a:latin typeface="NanumGothic"/>
                <a:ea typeface="NanumGothic"/>
                <a:cs typeface="NanumGothic"/>
              </a:rPr>
              <a:t>증거: day2_eval_cases.json과 정상·실패 test 결과가 남아 있다.</a:t>
            </a:r>
          </a:p>
        </p:txBody>
      </p:sp>
      <p:sp>
        <p:nvSpPr>
          <p:cNvPr id="16" name="">
            <a:extLst xmlns:a="http://schemas.openxmlformats.org/drawingml/2006/main">
              <a:ext uri="{FF2B5EF4-FFF2-40B4-BE49-F238E27FC236}">
                <a16:creationId xmlns:a16="http://schemas.microsoft.com/office/drawing/2014/main" id="{7E5E9420-8C40-4E7D-BDCA-E5E7CE25B2F7}"/>
              </a:ext>
            </a:extLst>
          </p:cNvPr>
          <p:cNvSpPr>
            <a:spLocks xmlns:a="http://schemas.openxmlformats.org/drawingml/2006/main" noGrp="1"/>
          </p:cNvSpPr>
          <p:nvPr/>
        </p:nvSpPr>
        <p:spPr>
          <a:xfrm xmlns:a="http://schemas.openxmlformats.org/drawingml/2006/main">
            <a:off x="1524000" y="5391150"/>
            <a:ext cx="914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350" b="1">
                <a:solidFill>
                  <a:srgbClr val="191919"/>
                </a:solidFill>
                <a:latin typeface="NanumGothic"/>
                <a:ea typeface="NanumGothic"/>
                <a:cs typeface="NanumGothic"/>
              </a:defRPr>
            </a:pPr>
            <a:r>
              <a:rPr sz="1350" b="1">
                <a:solidFill>
                  <a:srgbClr val="191919"/>
                </a:solidFill>
                <a:latin typeface="NanumGothic"/>
                <a:ea typeface="NanumGothic"/>
                <a:cs typeface="NanumGothic"/>
              </a:rPr>
              <a:t>17:30-18:00 쉬는 시간</a:t>
            </a:r>
          </a:p>
        </p:txBody>
      </p:sp>
    </p:spTree>
    <p:extLst>
      <p:ext uri="{BB962C8B-B14F-4D97-AF65-F5344CB8AC3E}">
        <p14:creationId xmlns:p14="http://schemas.microsoft.com/office/powerpoint/2010/main" val="1186634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2026-08-24T16:16:44.2030000Z</dcterms:created>
  <dcterms:modified xsi:type="dcterms:W3CDTF">2026-08-24T16:16:44.2030000Z</dcterms:modified>
</coreProperties>
</file>