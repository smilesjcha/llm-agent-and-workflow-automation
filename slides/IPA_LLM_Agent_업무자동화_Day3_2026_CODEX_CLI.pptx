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2ca6fa0c842e8" /><Relationship Type="http://schemas.openxmlformats.org/officeDocument/2006/relationships/extended-properties" Target="/docProps/app.xml" Id="R441fd47a26594297" /><Relationship Type="http://schemas.openxmlformats.org/officeDocument/2006/relationships/officeDocument" Target="/ppt/presentation.xml" Id="R50b7ba921eab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e4aec13c64b9e"/>
  </p:sldMasterIdLst>
  <p:notesMasterIdLst>
    <p:notesMasterId xmlns:r="http://schemas.openxmlformats.org/officeDocument/2006/relationships" r:id="Reb504fd7b6724568"/>
  </p:notesMasterIdLst>
  <p:sldIdLst>
    <p:sldId xmlns:r="http://schemas.openxmlformats.org/officeDocument/2006/relationships" id="256" r:id="R94b01096faa64cf2"/>
    <p:sldId xmlns:r="http://schemas.openxmlformats.org/officeDocument/2006/relationships" id="257" r:id="Rf075a2d8ebb24ca4"/>
    <p:sldId xmlns:r="http://schemas.openxmlformats.org/officeDocument/2006/relationships" id="258" r:id="R31a525187a7f42f5"/>
    <p:sldId xmlns:r="http://schemas.openxmlformats.org/officeDocument/2006/relationships" id="259" r:id="Re9d7cdea4bac413e"/>
    <p:sldId xmlns:r="http://schemas.openxmlformats.org/officeDocument/2006/relationships" id="260" r:id="Rcbac963cef8c4925"/>
    <p:sldId xmlns:r="http://schemas.openxmlformats.org/officeDocument/2006/relationships" id="261" r:id="Rd9d29e1ba2c34676"/>
    <p:sldId xmlns:r="http://schemas.openxmlformats.org/officeDocument/2006/relationships" id="262" r:id="R2a026b14172e419d"/>
    <p:sldId xmlns:r="http://schemas.openxmlformats.org/officeDocument/2006/relationships" id="263" r:id="Rda28c76944c44199"/>
    <p:sldId xmlns:r="http://schemas.openxmlformats.org/officeDocument/2006/relationships" id="264" r:id="Rffdba161cc6c47e2"/>
    <p:sldId xmlns:r="http://schemas.openxmlformats.org/officeDocument/2006/relationships" id="265" r:id="R3c6c00984ad843ef"/>
    <p:sldId xmlns:r="http://schemas.openxmlformats.org/officeDocument/2006/relationships" id="266" r:id="R148aad4181914d77"/>
    <p:sldId xmlns:r="http://schemas.openxmlformats.org/officeDocument/2006/relationships" id="267" r:id="R48307e2df31e4b3b"/>
    <p:sldId xmlns:r="http://schemas.openxmlformats.org/officeDocument/2006/relationships" id="268" r:id="R4ee91b25b7cb483b"/>
    <p:sldId xmlns:r="http://schemas.openxmlformats.org/officeDocument/2006/relationships" id="269" r:id="Rd458e8b697814141"/>
    <p:sldId xmlns:r="http://schemas.openxmlformats.org/officeDocument/2006/relationships" id="270" r:id="Rd2f06dea7c7848fa"/>
    <p:sldId xmlns:r="http://schemas.openxmlformats.org/officeDocument/2006/relationships" id="271" r:id="R1300328f5ea04c3d"/>
    <p:sldId xmlns:r="http://schemas.openxmlformats.org/officeDocument/2006/relationships" id="272" r:id="Rf990cc45e4f744e4"/>
    <p:sldId xmlns:r="http://schemas.openxmlformats.org/officeDocument/2006/relationships" id="273" r:id="R32f5c85aaec84992"/>
    <p:sldId xmlns:r="http://schemas.openxmlformats.org/officeDocument/2006/relationships" id="274" r:id="Rdb61caad5b2a4252"/>
    <p:sldId xmlns:r="http://schemas.openxmlformats.org/officeDocument/2006/relationships" id="275" r:id="R59fb339755c3471d"/>
    <p:sldId xmlns:r="http://schemas.openxmlformats.org/officeDocument/2006/relationships" id="276" r:id="Rd7447cc6670044b1"/>
    <p:sldId xmlns:r="http://schemas.openxmlformats.org/officeDocument/2006/relationships" id="277" r:id="R9000116751854227"/>
    <p:sldId xmlns:r="http://schemas.openxmlformats.org/officeDocument/2006/relationships" id="278" r:id="Rd620e7f50f284d29"/>
    <p:sldId xmlns:r="http://schemas.openxmlformats.org/officeDocument/2006/relationships" id="279" r:id="R96ba29aec51049bf"/>
    <p:sldId xmlns:r="http://schemas.openxmlformats.org/officeDocument/2006/relationships" id="280" r:id="R08a209072cc54930"/>
    <p:sldId xmlns:r="http://schemas.openxmlformats.org/officeDocument/2006/relationships" id="281" r:id="R8a0f218b2f864035"/>
    <p:sldId xmlns:r="http://schemas.openxmlformats.org/officeDocument/2006/relationships" id="282" r:id="Rad7e9dc564f24868"/>
    <p:sldId xmlns:r="http://schemas.openxmlformats.org/officeDocument/2006/relationships" id="283" r:id="R57290c8129344c0f"/>
    <p:sldId xmlns:r="http://schemas.openxmlformats.org/officeDocument/2006/relationships" id="284" r:id="R737a852f6fd34306"/>
    <p:sldId xmlns:r="http://schemas.openxmlformats.org/officeDocument/2006/relationships" id="285" r:id="Rbc99bc17039a45cd"/>
    <p:sldId xmlns:r="http://schemas.openxmlformats.org/officeDocument/2006/relationships" id="286" r:id="R76689914f4594a4d"/>
    <p:sldId xmlns:r="http://schemas.openxmlformats.org/officeDocument/2006/relationships" id="287" r:id="R16034a08dfc64294"/>
    <p:sldId xmlns:r="http://schemas.openxmlformats.org/officeDocument/2006/relationships" id="288" r:id="Re98fe8d7adae43d8"/>
    <p:sldId xmlns:r="http://schemas.openxmlformats.org/officeDocument/2006/relationships" id="289" r:id="Rcd9c477bf95142e9"/>
    <p:sldId xmlns:r="http://schemas.openxmlformats.org/officeDocument/2006/relationships" id="290" r:id="Rc16eb431416e4801"/>
    <p:sldId xmlns:r="http://schemas.openxmlformats.org/officeDocument/2006/relationships" id="291" r:id="R23d69ac515af4a37"/>
    <p:sldId xmlns:r="http://schemas.openxmlformats.org/officeDocument/2006/relationships" id="292" r:id="R3584c19a009b414a"/>
    <p:sldId xmlns:r="http://schemas.openxmlformats.org/officeDocument/2006/relationships" id="293" r:id="Rc48118e3975a4d48"/>
    <p:sldId xmlns:r="http://schemas.openxmlformats.org/officeDocument/2006/relationships" id="294" r:id="R9bbe526f7e764cb7"/>
    <p:sldId xmlns:r="http://schemas.openxmlformats.org/officeDocument/2006/relationships" id="295" r:id="R44802ae5d81b438f"/>
    <p:sldId xmlns:r="http://schemas.openxmlformats.org/officeDocument/2006/relationships" id="296" r:id="Rf21036c9830140dc"/>
    <p:sldId xmlns:r="http://schemas.openxmlformats.org/officeDocument/2006/relationships" id="297" r:id="Rb423d73ea5924afd"/>
    <p:sldId xmlns:r="http://schemas.openxmlformats.org/officeDocument/2006/relationships" id="298" r:id="Rbbcd9456635e4d18"/>
    <p:sldId xmlns:r="http://schemas.openxmlformats.org/officeDocument/2006/relationships" id="299" r:id="Rfe4b142902f5467c"/>
    <p:sldId xmlns:r="http://schemas.openxmlformats.org/officeDocument/2006/relationships" id="300" r:id="R95babd904bfa4987"/>
    <p:sldId xmlns:r="http://schemas.openxmlformats.org/officeDocument/2006/relationships" id="301" r:id="R7cf6f72c2e134a1b"/>
    <p:sldId xmlns:r="http://schemas.openxmlformats.org/officeDocument/2006/relationships" id="302" r:id="R96ff212cc794476b"/>
    <p:sldId xmlns:r="http://schemas.openxmlformats.org/officeDocument/2006/relationships" id="303" r:id="R5796b64776184079"/>
    <p:sldId xmlns:r="http://schemas.openxmlformats.org/officeDocument/2006/relationships" id="304" r:id="Rf1235e32c4db4a53"/>
    <p:sldId xmlns:r="http://schemas.openxmlformats.org/officeDocument/2006/relationships" id="305" r:id="R87a14695c98847a1"/>
    <p:sldId xmlns:r="http://schemas.openxmlformats.org/officeDocument/2006/relationships" id="306" r:id="Rbdd9f18667014138"/>
    <p:sldId xmlns:r="http://schemas.openxmlformats.org/officeDocument/2006/relationships" id="307" r:id="R1d69e04b88044b04"/>
    <p:sldId xmlns:r="http://schemas.openxmlformats.org/officeDocument/2006/relationships" id="308" r:id="R4d757d30a26a422f"/>
    <p:sldId xmlns:r="http://schemas.openxmlformats.org/officeDocument/2006/relationships" id="309" r:id="R35879fcdb5914ac6"/>
    <p:sldId xmlns:r="http://schemas.openxmlformats.org/officeDocument/2006/relationships" id="310" r:id="Rd71e65186e024be9"/>
    <p:sldId xmlns:r="http://schemas.openxmlformats.org/officeDocument/2006/relationships" id="311" r:id="R226e46eb73b042fd"/>
    <p:sldId xmlns:r="http://schemas.openxmlformats.org/officeDocument/2006/relationships" id="312" r:id="R5baab062afe84a11"/>
    <p:sldId xmlns:r="http://schemas.openxmlformats.org/officeDocument/2006/relationships" id="313" r:id="R5414e3ea41044c31"/>
    <p:sldId xmlns:r="http://schemas.openxmlformats.org/officeDocument/2006/relationships" id="314" r:id="R1f82e5b86ef044d3"/>
    <p:sldId xmlns:r="http://schemas.openxmlformats.org/officeDocument/2006/relationships" id="315" r:id="R8dcad4ded6144c5f"/>
    <p:sldId xmlns:r="http://schemas.openxmlformats.org/officeDocument/2006/relationships" id="316" r:id="Rc55d4428ca0242ba"/>
    <p:sldId xmlns:r="http://schemas.openxmlformats.org/officeDocument/2006/relationships" id="317" r:id="R78e70b8c5369473c"/>
    <p:sldId xmlns:r="http://schemas.openxmlformats.org/officeDocument/2006/relationships" id="318" r:id="R89d9cdc7f2964638"/>
    <p:sldId xmlns:r="http://schemas.openxmlformats.org/officeDocument/2006/relationships" id="319" r:id="Rf4f33872fd9f4f55"/>
    <p:sldId xmlns:r="http://schemas.openxmlformats.org/officeDocument/2006/relationships" id="320" r:id="R5ddf1f888bfb476e"/>
    <p:sldId xmlns:r="http://schemas.openxmlformats.org/officeDocument/2006/relationships" id="321" r:id="Rd473a6d47c264654"/>
    <p:sldId xmlns:r="http://schemas.openxmlformats.org/officeDocument/2006/relationships" id="322" r:id="Rf5959c5779054117"/>
    <p:sldId xmlns:r="http://schemas.openxmlformats.org/officeDocument/2006/relationships" id="323" r:id="R54692ca7bd724bc7"/>
    <p:sldId xmlns:r="http://schemas.openxmlformats.org/officeDocument/2006/relationships" id="324" r:id="R7132596c22634bc6"/>
    <p:sldId xmlns:r="http://schemas.openxmlformats.org/officeDocument/2006/relationships" id="325" r:id="Rbaf6022a1a614277"/>
    <p:sldId xmlns:r="http://schemas.openxmlformats.org/officeDocument/2006/relationships" id="326" r:id="R334165b202364894"/>
    <p:sldId xmlns:r="http://schemas.openxmlformats.org/officeDocument/2006/relationships" id="327" r:id="R879e16e216bc4ccd"/>
    <p:sldId xmlns:r="http://schemas.openxmlformats.org/officeDocument/2006/relationships" id="328" r:id="R8a679b433ffc4bb3"/>
    <p:sldId xmlns:r="http://schemas.openxmlformats.org/officeDocument/2006/relationships" id="329" r:id="R918d8e6b986546cb"/>
    <p:sldId xmlns:r="http://schemas.openxmlformats.org/officeDocument/2006/relationships" id="330" r:id="Rcc1964fe9f374932"/>
    <p:sldId xmlns:r="http://schemas.openxmlformats.org/officeDocument/2006/relationships" id="331" r:id="R37de11d5ae8747ba"/>
    <p:sldId xmlns:r="http://schemas.openxmlformats.org/officeDocument/2006/relationships" id="332" r:id="R0ee41706dad54f3d"/>
    <p:sldId xmlns:r="http://schemas.openxmlformats.org/officeDocument/2006/relationships" id="333" r:id="R5da49a4085f0441b"/>
    <p:sldId xmlns:r="http://schemas.openxmlformats.org/officeDocument/2006/relationships" id="334" r:id="Ra0c111c25dbb4243"/>
    <p:sldId xmlns:r="http://schemas.openxmlformats.org/officeDocument/2006/relationships" id="335" r:id="R4228bd8fdbe74480"/>
    <p:sldId xmlns:r="http://schemas.openxmlformats.org/officeDocument/2006/relationships" id="336" r:id="R4879d6f7a7474f07"/>
    <p:sldId xmlns:r="http://schemas.openxmlformats.org/officeDocument/2006/relationships" id="337" r:id="R3059d0a2b1564ad9"/>
    <p:sldId xmlns:r="http://schemas.openxmlformats.org/officeDocument/2006/relationships" id="338" r:id="R47c2f6f076df43fd"/>
    <p:sldId xmlns:r="http://schemas.openxmlformats.org/officeDocument/2006/relationships" id="339" r:id="Rea08c206e4774252"/>
    <p:sldId xmlns:r="http://schemas.openxmlformats.org/officeDocument/2006/relationships" id="340" r:id="Rb9e6284f314d4355"/>
    <p:sldId xmlns:r="http://schemas.openxmlformats.org/officeDocument/2006/relationships" id="341" r:id="R6f2eb78ca62346a4"/>
    <p:sldId xmlns:r="http://schemas.openxmlformats.org/officeDocument/2006/relationships" id="342" r:id="Rd477dfd2e72d44c8"/>
    <p:sldId xmlns:r="http://schemas.openxmlformats.org/officeDocument/2006/relationships" id="343" r:id="R31e93e3e379f4f4e"/>
    <p:sldId xmlns:r="http://schemas.openxmlformats.org/officeDocument/2006/relationships" id="344" r:id="R2bc023e6b7304fcb"/>
    <p:sldId xmlns:r="http://schemas.openxmlformats.org/officeDocument/2006/relationships" id="345" r:id="R8598b8fc355a4929"/>
    <p:sldId xmlns:r="http://schemas.openxmlformats.org/officeDocument/2006/relationships" id="346" r:id="Rb22fd2dd12f64686"/>
    <p:sldId xmlns:r="http://schemas.openxmlformats.org/officeDocument/2006/relationships" id="347" r:id="Rf0f16d35560e4668"/>
    <p:sldId xmlns:r="http://schemas.openxmlformats.org/officeDocument/2006/relationships" id="348" r:id="Rcc26677ac2f84b9c"/>
    <p:sldId xmlns:r="http://schemas.openxmlformats.org/officeDocument/2006/relationships" id="349" r:id="Rce3762a3298d4948"/>
    <p:sldId xmlns:r="http://schemas.openxmlformats.org/officeDocument/2006/relationships" id="350" r:id="Rcd78a903ec064160"/>
    <p:sldId xmlns:r="http://schemas.openxmlformats.org/officeDocument/2006/relationships" id="351" r:id="R8e60d9b182d94fee"/>
    <p:sldId xmlns:r="http://schemas.openxmlformats.org/officeDocument/2006/relationships" id="352" r:id="Rf0ab87a266b2410d"/>
    <p:sldId xmlns:r="http://schemas.openxmlformats.org/officeDocument/2006/relationships" id="353" r:id="Re62367f0d7e6471b"/>
    <p:sldId xmlns:r="http://schemas.openxmlformats.org/officeDocument/2006/relationships" id="354" r:id="R0039e6df6bd545ad"/>
    <p:sldId xmlns:r="http://schemas.openxmlformats.org/officeDocument/2006/relationships" id="355" r:id="R8209a1c9e7074b92"/>
    <p:sldId xmlns:r="http://schemas.openxmlformats.org/officeDocument/2006/relationships" id="356" r:id="R9597f04b31b54ceb"/>
    <p:sldId xmlns:r="http://schemas.openxmlformats.org/officeDocument/2006/relationships" id="357" r:id="R254ae2ea71f44629"/>
    <p:sldId xmlns:r="http://schemas.openxmlformats.org/officeDocument/2006/relationships" id="358" r:id="R3356b28a1f024f00"/>
    <p:sldId xmlns:r="http://schemas.openxmlformats.org/officeDocument/2006/relationships" id="359" r:id="Rfeaaec6080244ec3"/>
    <p:sldId xmlns:r="http://schemas.openxmlformats.org/officeDocument/2006/relationships" id="360" r:id="R7902ee4abd2c41ce"/>
    <p:sldId xmlns:r="http://schemas.openxmlformats.org/officeDocument/2006/relationships" id="361" r:id="R3b9b929ca2fd4c19"/>
    <p:sldId xmlns:r="http://schemas.openxmlformats.org/officeDocument/2006/relationships" id="362" r:id="Ra5d70fc1ab594246"/>
    <p:sldId xmlns:r="http://schemas.openxmlformats.org/officeDocument/2006/relationships" id="363" r:id="R4418b77af29c42a7"/>
    <p:sldId xmlns:r="http://schemas.openxmlformats.org/officeDocument/2006/relationships" id="364" r:id="R7a970315c079434d"/>
    <p:sldId xmlns:r="http://schemas.openxmlformats.org/officeDocument/2006/relationships" id="365" r:id="Rd2c124aa9ed94c04"/>
    <p:sldId xmlns:r="http://schemas.openxmlformats.org/officeDocument/2006/relationships" id="366" r:id="R8159752bbd6b481b"/>
    <p:sldId xmlns:r="http://schemas.openxmlformats.org/officeDocument/2006/relationships" id="367" r:id="R554d737c68cb45b0"/>
    <p:sldId xmlns:r="http://schemas.openxmlformats.org/officeDocument/2006/relationships" id="368" r:id="R7887605e970d47ae"/>
    <p:sldId xmlns:r="http://schemas.openxmlformats.org/officeDocument/2006/relationships" id="369" r:id="R1f175630df9b427c"/>
    <p:sldId xmlns:r="http://schemas.openxmlformats.org/officeDocument/2006/relationships" id="370" r:id="Reaaee1a4755d46ce"/>
    <p:sldId xmlns:r="http://schemas.openxmlformats.org/officeDocument/2006/relationships" id="371" r:id="Re17ac0a88a1a438a"/>
    <p:sldId xmlns:r="http://schemas.openxmlformats.org/officeDocument/2006/relationships" id="372" r:id="Rac71c47e8b94469d"/>
    <p:sldId xmlns:r="http://schemas.openxmlformats.org/officeDocument/2006/relationships" id="373" r:id="R688fafff67854c00"/>
    <p:sldId xmlns:r="http://schemas.openxmlformats.org/officeDocument/2006/relationships" id="374" r:id="Rd9377370014f4de4"/>
    <p:sldId xmlns:r="http://schemas.openxmlformats.org/officeDocument/2006/relationships" id="375" r:id="Rb1a82c6b109b4d94"/>
    <p:sldId xmlns:r="http://schemas.openxmlformats.org/officeDocument/2006/relationships" id="376" r:id="R836acc70071f4b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b1a41998b42da" /><Relationship Type="http://schemas.openxmlformats.org/officeDocument/2006/relationships/slideMaster" Target="/ppt/slideMasters/slideMaster1.xml" Id="R601e4aec13c64b9e" /><Relationship Type="http://schemas.openxmlformats.org/officeDocument/2006/relationships/notesMaster" Target="/ppt/notesMasters/notesMaster1.xml" Id="Reb504fd7b6724568" /><Relationship Type="http://schemas.openxmlformats.org/officeDocument/2006/relationships/presProps" Target="/ppt/presProps.xml" Id="Rc19adc0b28b64e83" /><Relationship Type="http://schemas.openxmlformats.org/officeDocument/2006/relationships/tableStyles" Target="/ppt/tableStyles.xml" Id="R368fa6fc02cf4d1c" /><Relationship Type="http://schemas.openxmlformats.org/officeDocument/2006/relationships/slide" Target="/ppt/slides/slide1.xml" Id="R94b01096faa64cf2" /><Relationship Type="http://schemas.openxmlformats.org/officeDocument/2006/relationships/slide" Target="/ppt/slides/slide2.xml" Id="Rf075a2d8ebb24ca4" /><Relationship Type="http://schemas.openxmlformats.org/officeDocument/2006/relationships/slide" Target="/ppt/slides/slide3.xml" Id="R31a525187a7f42f5" /><Relationship Type="http://schemas.openxmlformats.org/officeDocument/2006/relationships/slide" Target="/ppt/slides/slide4.xml" Id="Re9d7cdea4bac413e" /><Relationship Type="http://schemas.openxmlformats.org/officeDocument/2006/relationships/slide" Target="/ppt/slides/slide5.xml" Id="Rcbac963cef8c4925" /><Relationship Type="http://schemas.openxmlformats.org/officeDocument/2006/relationships/slide" Target="/ppt/slides/slide6.xml" Id="Rd9d29e1ba2c34676" /><Relationship Type="http://schemas.openxmlformats.org/officeDocument/2006/relationships/slide" Target="/ppt/slides/slide7.xml" Id="R2a026b14172e419d" /><Relationship Type="http://schemas.openxmlformats.org/officeDocument/2006/relationships/slide" Target="/ppt/slides/slide8.xml" Id="Rda28c76944c44199" /><Relationship Type="http://schemas.openxmlformats.org/officeDocument/2006/relationships/slide" Target="/ppt/slides/slide9.xml" Id="Rffdba161cc6c47e2" /><Relationship Type="http://schemas.openxmlformats.org/officeDocument/2006/relationships/slide" Target="/ppt/slides/slide10.xml" Id="R3c6c00984ad843ef" /><Relationship Type="http://schemas.openxmlformats.org/officeDocument/2006/relationships/slide" Target="/ppt/slides/slide11.xml" Id="R148aad4181914d77" /><Relationship Type="http://schemas.openxmlformats.org/officeDocument/2006/relationships/slide" Target="/ppt/slides/slide12.xml" Id="R48307e2df31e4b3b" /><Relationship Type="http://schemas.openxmlformats.org/officeDocument/2006/relationships/slide" Target="/ppt/slides/slide13.xml" Id="R4ee91b25b7cb483b" /><Relationship Type="http://schemas.openxmlformats.org/officeDocument/2006/relationships/slide" Target="/ppt/slides/slide14.xml" Id="Rd458e8b697814141" /><Relationship Type="http://schemas.openxmlformats.org/officeDocument/2006/relationships/slide" Target="/ppt/slides/slide15.xml" Id="Rd2f06dea7c7848fa" /><Relationship Type="http://schemas.openxmlformats.org/officeDocument/2006/relationships/slide" Target="/ppt/slides/slide16.xml" Id="R1300328f5ea04c3d" /><Relationship Type="http://schemas.openxmlformats.org/officeDocument/2006/relationships/slide" Target="/ppt/slides/slide17.xml" Id="Rf990cc45e4f744e4" /><Relationship Type="http://schemas.openxmlformats.org/officeDocument/2006/relationships/slide" Target="/ppt/slides/slide18.xml" Id="R32f5c85aaec84992" /><Relationship Type="http://schemas.openxmlformats.org/officeDocument/2006/relationships/slide" Target="/ppt/slides/slide19.xml" Id="Rdb61caad5b2a4252" /><Relationship Type="http://schemas.openxmlformats.org/officeDocument/2006/relationships/slide" Target="/ppt/slides/slide20.xml" Id="R59fb339755c3471d" /><Relationship Type="http://schemas.openxmlformats.org/officeDocument/2006/relationships/slide" Target="/ppt/slides/slide21.xml" Id="Rd7447cc6670044b1" /><Relationship Type="http://schemas.openxmlformats.org/officeDocument/2006/relationships/slide" Target="/ppt/slides/slide22.xml" Id="R9000116751854227" /><Relationship Type="http://schemas.openxmlformats.org/officeDocument/2006/relationships/slide" Target="/ppt/slides/slide23.xml" Id="Rd620e7f50f284d29" /><Relationship Type="http://schemas.openxmlformats.org/officeDocument/2006/relationships/slide" Target="/ppt/slides/slide24.xml" Id="R96ba29aec51049bf" /><Relationship Type="http://schemas.openxmlformats.org/officeDocument/2006/relationships/slide" Target="/ppt/slides/slide25.xml" Id="R08a209072cc54930" /><Relationship Type="http://schemas.openxmlformats.org/officeDocument/2006/relationships/slide" Target="/ppt/slides/slide26.xml" Id="R8a0f218b2f864035" /><Relationship Type="http://schemas.openxmlformats.org/officeDocument/2006/relationships/slide" Target="/ppt/slides/slide27.xml" Id="Rad7e9dc564f24868" /><Relationship Type="http://schemas.openxmlformats.org/officeDocument/2006/relationships/slide" Target="/ppt/slides/slide28.xml" Id="R57290c8129344c0f" /><Relationship Type="http://schemas.openxmlformats.org/officeDocument/2006/relationships/slide" Target="/ppt/slides/slide29.xml" Id="R737a852f6fd34306" /><Relationship Type="http://schemas.openxmlformats.org/officeDocument/2006/relationships/slide" Target="/ppt/slides/slide30.xml" Id="Rbc99bc17039a45cd" /><Relationship Type="http://schemas.openxmlformats.org/officeDocument/2006/relationships/slide" Target="/ppt/slides/slide31.xml" Id="R76689914f4594a4d" /><Relationship Type="http://schemas.openxmlformats.org/officeDocument/2006/relationships/slide" Target="/ppt/slides/slide32.xml" Id="R16034a08dfc64294" /><Relationship Type="http://schemas.openxmlformats.org/officeDocument/2006/relationships/slide" Target="/ppt/slides/slide33.xml" Id="Re98fe8d7adae43d8" /><Relationship Type="http://schemas.openxmlformats.org/officeDocument/2006/relationships/slide" Target="/ppt/slides/slide34.xml" Id="Rcd9c477bf95142e9" /><Relationship Type="http://schemas.openxmlformats.org/officeDocument/2006/relationships/slide" Target="/ppt/slides/slide35.xml" Id="Rc16eb431416e4801" /><Relationship Type="http://schemas.openxmlformats.org/officeDocument/2006/relationships/slide" Target="/ppt/slides/slide36.xml" Id="R23d69ac515af4a37" /><Relationship Type="http://schemas.openxmlformats.org/officeDocument/2006/relationships/slide" Target="/ppt/slides/slide37.xml" Id="R3584c19a009b414a" /><Relationship Type="http://schemas.openxmlformats.org/officeDocument/2006/relationships/slide" Target="/ppt/slides/slide38.xml" Id="Rc48118e3975a4d48" /><Relationship Type="http://schemas.openxmlformats.org/officeDocument/2006/relationships/slide" Target="/ppt/slides/slide39.xml" Id="R9bbe526f7e764cb7" /><Relationship Type="http://schemas.openxmlformats.org/officeDocument/2006/relationships/slide" Target="/ppt/slides/slide40.xml" Id="R44802ae5d81b438f" /><Relationship Type="http://schemas.openxmlformats.org/officeDocument/2006/relationships/slide" Target="/ppt/slides/slide41.xml" Id="Rf21036c9830140dc" /><Relationship Type="http://schemas.openxmlformats.org/officeDocument/2006/relationships/slide" Target="/ppt/slides/slide42.xml" Id="Rb423d73ea5924afd" /><Relationship Type="http://schemas.openxmlformats.org/officeDocument/2006/relationships/slide" Target="/ppt/slides/slide43.xml" Id="Rbbcd9456635e4d18" /><Relationship Type="http://schemas.openxmlformats.org/officeDocument/2006/relationships/slide" Target="/ppt/slides/slide44.xml" Id="Rfe4b142902f5467c" /><Relationship Type="http://schemas.openxmlformats.org/officeDocument/2006/relationships/slide" Target="/ppt/slides/slide45.xml" Id="R95babd904bfa4987" /><Relationship Type="http://schemas.openxmlformats.org/officeDocument/2006/relationships/slide" Target="/ppt/slides/slide46.xml" Id="R7cf6f72c2e134a1b" /><Relationship Type="http://schemas.openxmlformats.org/officeDocument/2006/relationships/slide" Target="/ppt/slides/slide47.xml" Id="R96ff212cc794476b" /><Relationship Type="http://schemas.openxmlformats.org/officeDocument/2006/relationships/slide" Target="/ppt/slides/slide48.xml" Id="R5796b64776184079" /><Relationship Type="http://schemas.openxmlformats.org/officeDocument/2006/relationships/slide" Target="/ppt/slides/slide49.xml" Id="Rf1235e32c4db4a53" /><Relationship Type="http://schemas.openxmlformats.org/officeDocument/2006/relationships/slide" Target="/ppt/slides/slide50.xml" Id="R87a14695c98847a1" /><Relationship Type="http://schemas.openxmlformats.org/officeDocument/2006/relationships/slide" Target="/ppt/slides/slide51.xml" Id="Rbdd9f18667014138" /><Relationship Type="http://schemas.openxmlformats.org/officeDocument/2006/relationships/slide" Target="/ppt/slides/slide52.xml" Id="R1d69e04b88044b04" /><Relationship Type="http://schemas.openxmlformats.org/officeDocument/2006/relationships/slide" Target="/ppt/slides/slide53.xml" Id="R4d757d30a26a422f" /><Relationship Type="http://schemas.openxmlformats.org/officeDocument/2006/relationships/slide" Target="/ppt/slides/slide54.xml" Id="R35879fcdb5914ac6" /><Relationship Type="http://schemas.openxmlformats.org/officeDocument/2006/relationships/slide" Target="/ppt/slides/slide55.xml" Id="Rd71e65186e024be9" /><Relationship Type="http://schemas.openxmlformats.org/officeDocument/2006/relationships/slide" Target="/ppt/slides/slide56.xml" Id="R226e46eb73b042fd" /><Relationship Type="http://schemas.openxmlformats.org/officeDocument/2006/relationships/slide" Target="/ppt/slides/slide57.xml" Id="R5baab062afe84a11" /><Relationship Type="http://schemas.openxmlformats.org/officeDocument/2006/relationships/slide" Target="/ppt/slides/slide58.xml" Id="R5414e3ea41044c31" /><Relationship Type="http://schemas.openxmlformats.org/officeDocument/2006/relationships/slide" Target="/ppt/slides/slide59.xml" Id="R1f82e5b86ef044d3" /><Relationship Type="http://schemas.openxmlformats.org/officeDocument/2006/relationships/slide" Target="/ppt/slides/slide60.xml" Id="R8dcad4ded6144c5f" /><Relationship Type="http://schemas.openxmlformats.org/officeDocument/2006/relationships/slide" Target="/ppt/slides/slide61.xml" Id="Rc55d4428ca0242ba" /><Relationship Type="http://schemas.openxmlformats.org/officeDocument/2006/relationships/slide" Target="/ppt/slides/slide62.xml" Id="R78e70b8c5369473c" /><Relationship Type="http://schemas.openxmlformats.org/officeDocument/2006/relationships/slide" Target="/ppt/slides/slide63.xml" Id="R89d9cdc7f2964638" /><Relationship Type="http://schemas.openxmlformats.org/officeDocument/2006/relationships/slide" Target="/ppt/slides/slide64.xml" Id="Rf4f33872fd9f4f55" /><Relationship Type="http://schemas.openxmlformats.org/officeDocument/2006/relationships/slide" Target="/ppt/slides/slide65.xml" Id="R5ddf1f888bfb476e" /><Relationship Type="http://schemas.openxmlformats.org/officeDocument/2006/relationships/slide" Target="/ppt/slides/slide66.xml" Id="Rd473a6d47c264654" /><Relationship Type="http://schemas.openxmlformats.org/officeDocument/2006/relationships/slide" Target="/ppt/slides/slide67.xml" Id="Rf5959c5779054117" /><Relationship Type="http://schemas.openxmlformats.org/officeDocument/2006/relationships/slide" Target="/ppt/slides/slide68.xml" Id="R54692ca7bd724bc7" /><Relationship Type="http://schemas.openxmlformats.org/officeDocument/2006/relationships/slide" Target="/ppt/slides/slide69.xml" Id="R7132596c22634bc6" /><Relationship Type="http://schemas.openxmlformats.org/officeDocument/2006/relationships/slide" Target="/ppt/slides/slide70.xml" Id="Rbaf6022a1a614277" /><Relationship Type="http://schemas.openxmlformats.org/officeDocument/2006/relationships/slide" Target="/ppt/slides/slide71.xml" Id="R334165b202364894" /><Relationship Type="http://schemas.openxmlformats.org/officeDocument/2006/relationships/slide" Target="/ppt/slides/slide72.xml" Id="R879e16e216bc4ccd" /><Relationship Type="http://schemas.openxmlformats.org/officeDocument/2006/relationships/slide" Target="/ppt/slides/slide73.xml" Id="R8a679b433ffc4bb3" /><Relationship Type="http://schemas.openxmlformats.org/officeDocument/2006/relationships/slide" Target="/ppt/slides/slide74.xml" Id="R918d8e6b986546cb" /><Relationship Type="http://schemas.openxmlformats.org/officeDocument/2006/relationships/slide" Target="/ppt/slides/slide75.xml" Id="Rcc1964fe9f374932" /><Relationship Type="http://schemas.openxmlformats.org/officeDocument/2006/relationships/slide" Target="/ppt/slides/slide76.xml" Id="R37de11d5ae8747ba" /><Relationship Type="http://schemas.openxmlformats.org/officeDocument/2006/relationships/slide" Target="/ppt/slides/slide77.xml" Id="R0ee41706dad54f3d" /><Relationship Type="http://schemas.openxmlformats.org/officeDocument/2006/relationships/slide" Target="/ppt/slides/slide78.xml" Id="R5da49a4085f0441b" /><Relationship Type="http://schemas.openxmlformats.org/officeDocument/2006/relationships/slide" Target="/ppt/slides/slide79.xml" Id="Ra0c111c25dbb4243" /><Relationship Type="http://schemas.openxmlformats.org/officeDocument/2006/relationships/slide" Target="/ppt/slides/slide80.xml" Id="R4228bd8fdbe74480" /><Relationship Type="http://schemas.openxmlformats.org/officeDocument/2006/relationships/slide" Target="/ppt/slides/slide81.xml" Id="R4879d6f7a7474f07" /><Relationship Type="http://schemas.openxmlformats.org/officeDocument/2006/relationships/slide" Target="/ppt/slides/slide82.xml" Id="R3059d0a2b1564ad9" /><Relationship Type="http://schemas.openxmlformats.org/officeDocument/2006/relationships/slide" Target="/ppt/slides/slide83.xml" Id="R47c2f6f076df43fd" /><Relationship Type="http://schemas.openxmlformats.org/officeDocument/2006/relationships/slide" Target="/ppt/slides/slide84.xml" Id="Rea08c206e4774252" /><Relationship Type="http://schemas.openxmlformats.org/officeDocument/2006/relationships/slide" Target="/ppt/slides/slide85.xml" Id="Rb9e6284f314d4355" /><Relationship Type="http://schemas.openxmlformats.org/officeDocument/2006/relationships/slide" Target="/ppt/slides/slide86.xml" Id="R6f2eb78ca62346a4" /><Relationship Type="http://schemas.openxmlformats.org/officeDocument/2006/relationships/slide" Target="/ppt/slides/slide87.xml" Id="Rd477dfd2e72d44c8" /><Relationship Type="http://schemas.openxmlformats.org/officeDocument/2006/relationships/slide" Target="/ppt/slides/slide88.xml" Id="R31e93e3e379f4f4e" /><Relationship Type="http://schemas.openxmlformats.org/officeDocument/2006/relationships/slide" Target="/ppt/slides/slide89.xml" Id="R2bc023e6b7304fcb" /><Relationship Type="http://schemas.openxmlformats.org/officeDocument/2006/relationships/slide" Target="/ppt/slides/slide90.xml" Id="R8598b8fc355a4929" /><Relationship Type="http://schemas.openxmlformats.org/officeDocument/2006/relationships/slide" Target="/ppt/slides/slide91.xml" Id="Rb22fd2dd12f64686" /><Relationship Type="http://schemas.openxmlformats.org/officeDocument/2006/relationships/slide" Target="/ppt/slides/slide92.xml" Id="Rf0f16d35560e4668" /><Relationship Type="http://schemas.openxmlformats.org/officeDocument/2006/relationships/slide" Target="/ppt/slides/slide93.xml" Id="Rcc26677ac2f84b9c" /><Relationship Type="http://schemas.openxmlformats.org/officeDocument/2006/relationships/slide" Target="/ppt/slides/slide94.xml" Id="Rce3762a3298d4948" /><Relationship Type="http://schemas.openxmlformats.org/officeDocument/2006/relationships/slide" Target="/ppt/slides/slide95.xml" Id="Rcd78a903ec064160" /><Relationship Type="http://schemas.openxmlformats.org/officeDocument/2006/relationships/slide" Target="/ppt/slides/slide96.xml" Id="R8e60d9b182d94fee" /><Relationship Type="http://schemas.openxmlformats.org/officeDocument/2006/relationships/slide" Target="/ppt/slides/slide97.xml" Id="Rf0ab87a266b2410d" /><Relationship Type="http://schemas.openxmlformats.org/officeDocument/2006/relationships/slide" Target="/ppt/slides/slide98.xml" Id="Re62367f0d7e6471b" /><Relationship Type="http://schemas.openxmlformats.org/officeDocument/2006/relationships/slide" Target="/ppt/slides/slide99.xml" Id="R0039e6df6bd545ad" /><Relationship Type="http://schemas.openxmlformats.org/officeDocument/2006/relationships/slide" Target="/ppt/slides/slide100.xml" Id="R8209a1c9e7074b92" /><Relationship Type="http://schemas.openxmlformats.org/officeDocument/2006/relationships/slide" Target="/ppt/slides/slide101.xml" Id="R9597f04b31b54ceb" /><Relationship Type="http://schemas.openxmlformats.org/officeDocument/2006/relationships/slide" Target="/ppt/slides/slide102.xml" Id="R254ae2ea71f44629" /><Relationship Type="http://schemas.openxmlformats.org/officeDocument/2006/relationships/slide" Target="/ppt/slides/slide103.xml" Id="R3356b28a1f024f00" /><Relationship Type="http://schemas.openxmlformats.org/officeDocument/2006/relationships/slide" Target="/ppt/slides/slide104.xml" Id="Rfeaaec6080244ec3" /><Relationship Type="http://schemas.openxmlformats.org/officeDocument/2006/relationships/slide" Target="/ppt/slides/slide105.xml" Id="R7902ee4abd2c41ce" /><Relationship Type="http://schemas.openxmlformats.org/officeDocument/2006/relationships/slide" Target="/ppt/slides/slide106.xml" Id="R3b9b929ca2fd4c19" /><Relationship Type="http://schemas.openxmlformats.org/officeDocument/2006/relationships/slide" Target="/ppt/slides/slide107.xml" Id="Ra5d70fc1ab594246" /><Relationship Type="http://schemas.openxmlformats.org/officeDocument/2006/relationships/slide" Target="/ppt/slides/slide108.xml" Id="R4418b77af29c42a7" /><Relationship Type="http://schemas.openxmlformats.org/officeDocument/2006/relationships/slide" Target="/ppt/slides/slide109.xml" Id="R7a970315c079434d" /><Relationship Type="http://schemas.openxmlformats.org/officeDocument/2006/relationships/slide" Target="/ppt/slides/slide110.xml" Id="Rd2c124aa9ed94c04" /><Relationship Type="http://schemas.openxmlformats.org/officeDocument/2006/relationships/slide" Target="/ppt/slides/slide111.xml" Id="R8159752bbd6b481b" /><Relationship Type="http://schemas.openxmlformats.org/officeDocument/2006/relationships/slide" Target="/ppt/slides/slide112.xml" Id="R554d737c68cb45b0" /><Relationship Type="http://schemas.openxmlformats.org/officeDocument/2006/relationships/slide" Target="/ppt/slides/slide113.xml" Id="R7887605e970d47ae" /><Relationship Type="http://schemas.openxmlformats.org/officeDocument/2006/relationships/slide" Target="/ppt/slides/slide114.xml" Id="R1f175630df9b427c" /><Relationship Type="http://schemas.openxmlformats.org/officeDocument/2006/relationships/slide" Target="/ppt/slides/slide115.xml" Id="Reaaee1a4755d46ce" /><Relationship Type="http://schemas.openxmlformats.org/officeDocument/2006/relationships/slide" Target="/ppt/slides/slide116.xml" Id="Re17ac0a88a1a438a" /><Relationship Type="http://schemas.openxmlformats.org/officeDocument/2006/relationships/slide" Target="/ppt/slides/slide117.xml" Id="Rac71c47e8b94469d" /><Relationship Type="http://schemas.openxmlformats.org/officeDocument/2006/relationships/slide" Target="/ppt/slides/slide118.xml" Id="R688fafff67854c00" /><Relationship Type="http://schemas.openxmlformats.org/officeDocument/2006/relationships/slide" Target="/ppt/slides/slide119.xml" Id="Rd9377370014f4de4" /><Relationship Type="http://schemas.openxmlformats.org/officeDocument/2006/relationships/slide" Target="/ppt/slides/slide120.xml" Id="Rb1a82c6b109b4d94" /><Relationship Type="http://schemas.openxmlformats.org/officeDocument/2006/relationships/slide" Target="/ppt/slides/slide121.xml" Id="R836acc70071f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de946badf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989f5133e4762" /><Relationship Type="http://schemas.openxmlformats.org/officeDocument/2006/relationships/notesMaster" Target="/ppt/notesMasters/notesMaster1.xml" Id="Rfbe627cf05a4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9c0a0d577f4f85" /><Relationship Type="http://schemas.openxmlformats.org/officeDocument/2006/relationships/notesMaster" Target="/ppt/notesMasters/notesMaster1.xml" Id="R930236b76848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c149c6ba6447cf" /><Relationship Type="http://schemas.openxmlformats.org/officeDocument/2006/relationships/notesMaster" Target="/ppt/notesMasters/notesMaster1.xml" Id="Rc5718426de22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ac1af9588e436a" /><Relationship Type="http://schemas.openxmlformats.org/officeDocument/2006/relationships/notesMaster" Target="/ppt/notesMasters/notesMaster1.xml" Id="R155db4216ead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11d68b31a45cb" /><Relationship Type="http://schemas.openxmlformats.org/officeDocument/2006/relationships/notesMaster" Target="/ppt/notesMasters/notesMaster1.xml" Id="Rbcbce7a8cf9c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6df2b73f3541e7" /><Relationship Type="http://schemas.openxmlformats.org/officeDocument/2006/relationships/notesMaster" Target="/ppt/notesMasters/notesMaster1.xml" Id="R1827cd440c6a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5dac13d4ad4feb" /><Relationship Type="http://schemas.openxmlformats.org/officeDocument/2006/relationships/notesMaster" Target="/ppt/notesMasters/notesMaster1.xml" Id="R728bf9a72cc4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c51674c3d04c3a" /><Relationship Type="http://schemas.openxmlformats.org/officeDocument/2006/relationships/notesMaster" Target="/ppt/notesMasters/notesMaster1.xml" Id="R2acea54ccfe6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8367f8d5314ab4" /><Relationship Type="http://schemas.openxmlformats.org/officeDocument/2006/relationships/notesMaster" Target="/ppt/notesMasters/notesMaster1.xml" Id="R81ab8e274b144c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895585835a419a" /><Relationship Type="http://schemas.openxmlformats.org/officeDocument/2006/relationships/notesMaster" Target="/ppt/notesMasters/notesMaster1.xml" Id="Rb2853de8061546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5ed3bb34ee43ef" /><Relationship Type="http://schemas.openxmlformats.org/officeDocument/2006/relationships/notesMaster" Target="/ppt/notesMasters/notesMaster1.xml" Id="Ra6e97314e4a4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746a266e642ac" /><Relationship Type="http://schemas.openxmlformats.org/officeDocument/2006/relationships/notesMaster" Target="/ppt/notesMasters/notesMaster1.xml" Id="Re54a4e5231a340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28294b862f4a65" /><Relationship Type="http://schemas.openxmlformats.org/officeDocument/2006/relationships/notesMaster" Target="/ppt/notesMasters/notesMaster1.xml" Id="R3cf70cac1d3f4f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45e590c8a9423c" /><Relationship Type="http://schemas.openxmlformats.org/officeDocument/2006/relationships/notesMaster" Target="/ppt/notesMasters/notesMaster1.xml" Id="Ra77b591f42314b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08661a5ff7415e" /><Relationship Type="http://schemas.openxmlformats.org/officeDocument/2006/relationships/notesMaster" Target="/ppt/notesMasters/notesMaster1.xml" Id="Rfd7c074e3e7047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a1211bc69c4770" /><Relationship Type="http://schemas.openxmlformats.org/officeDocument/2006/relationships/notesMaster" Target="/ppt/notesMasters/notesMaster1.xml" Id="R625630a0e91b4e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64013632354a3d" /><Relationship Type="http://schemas.openxmlformats.org/officeDocument/2006/relationships/notesMaster" Target="/ppt/notesMasters/notesMaster1.xml" Id="Rda0e6460ccba43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aced308c834c2d" /><Relationship Type="http://schemas.openxmlformats.org/officeDocument/2006/relationships/notesMaster" Target="/ppt/notesMasters/notesMaster1.xml" Id="Rea7c5c1afa6145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f93da23caf453b" /><Relationship Type="http://schemas.openxmlformats.org/officeDocument/2006/relationships/notesMaster" Target="/ppt/notesMasters/notesMaster1.xml" Id="R5af0c200b12946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960fbbb6bc45ff" /><Relationship Type="http://schemas.openxmlformats.org/officeDocument/2006/relationships/notesMaster" Target="/ppt/notesMasters/notesMaster1.xml" Id="Rac028645c5e34b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d425be1727418a" /><Relationship Type="http://schemas.openxmlformats.org/officeDocument/2006/relationships/notesMaster" Target="/ppt/notesMasters/notesMaster1.xml" Id="Re610c67436704a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82da7765bd4a8a" /><Relationship Type="http://schemas.openxmlformats.org/officeDocument/2006/relationships/notesMaster" Target="/ppt/notesMasters/notesMaster1.xml" Id="R91b61bd4347b4e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935af947d443a3" /><Relationship Type="http://schemas.openxmlformats.org/officeDocument/2006/relationships/notesMaster" Target="/ppt/notesMasters/notesMaster1.xml" Id="Rc46446e36f564c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4d9a2b350549fb" /><Relationship Type="http://schemas.openxmlformats.org/officeDocument/2006/relationships/notesMaster" Target="/ppt/notesMasters/notesMaster1.xml" Id="R0bf1bc916a7949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61e32f40cb495d" /><Relationship Type="http://schemas.openxmlformats.org/officeDocument/2006/relationships/notesMaster" Target="/ppt/notesMasters/notesMaster1.xml" Id="R9b48350d4d6f46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adfbc59e564213" /><Relationship Type="http://schemas.openxmlformats.org/officeDocument/2006/relationships/notesMaster" Target="/ppt/notesMasters/notesMaster1.xml" Id="R8020dc9442b04d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91c50ce8c04d11" /><Relationship Type="http://schemas.openxmlformats.org/officeDocument/2006/relationships/notesMaster" Target="/ppt/notesMasters/notesMaster1.xml" Id="R002b5cb87630443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c42c9b6b7e74015" /><Relationship Type="http://schemas.openxmlformats.org/officeDocument/2006/relationships/notesMaster" Target="/ppt/notesMasters/notesMaster1.xml" Id="Ra80abab9e1c54f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065f32db034aa8" /><Relationship Type="http://schemas.openxmlformats.org/officeDocument/2006/relationships/notesMaster" Target="/ppt/notesMasters/notesMaster1.xml" Id="R236be000b4ab48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9d7205bb534154" /><Relationship Type="http://schemas.openxmlformats.org/officeDocument/2006/relationships/notesMaster" Target="/ppt/notesMasters/notesMaster1.xml" Id="R78c1ad80c34641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229e87f2fc4cd6" /><Relationship Type="http://schemas.openxmlformats.org/officeDocument/2006/relationships/notesMaster" Target="/ppt/notesMasters/notesMaster1.xml" Id="R7ca58b3b199b44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6677f2e3cb4d2b" /><Relationship Type="http://schemas.openxmlformats.org/officeDocument/2006/relationships/notesMaster" Target="/ppt/notesMasters/notesMaster1.xml" Id="Rb4d06acd0bb84d0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1d58d5748354447" /><Relationship Type="http://schemas.openxmlformats.org/officeDocument/2006/relationships/notesMaster" Target="/ppt/notesMasters/notesMaster1.xml" Id="R7dd738382e244e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382e70d1d04246" /><Relationship Type="http://schemas.openxmlformats.org/officeDocument/2006/relationships/notesMaster" Target="/ppt/notesMasters/notesMaster1.xml" Id="R8d7f6c0cd38a4a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ca8855c42840d3" /><Relationship Type="http://schemas.openxmlformats.org/officeDocument/2006/relationships/notesMaster" Target="/ppt/notesMasters/notesMaster1.xml" Id="R524ee00278034d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7108442b6044d5a" /><Relationship Type="http://schemas.openxmlformats.org/officeDocument/2006/relationships/notesMaster" Target="/ppt/notesMasters/notesMaster1.xml" Id="Rab575ff3f35e41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d4456a76bf04fa5" /><Relationship Type="http://schemas.openxmlformats.org/officeDocument/2006/relationships/notesMaster" Target="/ppt/notesMasters/notesMaster1.xml" Id="R69f77ec165eb4d8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89ef21517f9481c" /><Relationship Type="http://schemas.openxmlformats.org/officeDocument/2006/relationships/notesMaster" Target="/ppt/notesMasters/notesMaster1.xml" Id="Rc24fafdf8a214f0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e33d6b8bb624d38" /><Relationship Type="http://schemas.openxmlformats.org/officeDocument/2006/relationships/notesMaster" Target="/ppt/notesMasters/notesMaster1.xml" Id="R87da6d30e89a428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387669d3234be7" /><Relationship Type="http://schemas.openxmlformats.org/officeDocument/2006/relationships/notesMaster" Target="/ppt/notesMasters/notesMaster1.xml" Id="Rf7b2b03a96d741c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b530cb743c4813" /><Relationship Type="http://schemas.openxmlformats.org/officeDocument/2006/relationships/notesMaster" Target="/ppt/notesMasters/notesMaster1.xml" Id="R502b803faf424ad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653a0a14b0148a6" /><Relationship Type="http://schemas.openxmlformats.org/officeDocument/2006/relationships/notesMaster" Target="/ppt/notesMasters/notesMaster1.xml" Id="Re7158c3da9fe4e4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d78463609da4dd2" /><Relationship Type="http://schemas.openxmlformats.org/officeDocument/2006/relationships/notesMaster" Target="/ppt/notesMasters/notesMaster1.xml" Id="Rf308c5df5f8c4f1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75f7e0f6104441f" /><Relationship Type="http://schemas.openxmlformats.org/officeDocument/2006/relationships/notesMaster" Target="/ppt/notesMasters/notesMaster1.xml" Id="R305d9427dd7e415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e96e968c1d64e95" /><Relationship Type="http://schemas.openxmlformats.org/officeDocument/2006/relationships/notesMaster" Target="/ppt/notesMasters/notesMaster1.xml" Id="R4a3d3661682e46c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d08a86140514154" /><Relationship Type="http://schemas.openxmlformats.org/officeDocument/2006/relationships/notesMaster" Target="/ppt/notesMasters/notesMaster1.xml" Id="Rbee2c9e16dde40c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af3bd08aa2f4a89" /><Relationship Type="http://schemas.openxmlformats.org/officeDocument/2006/relationships/notesMaster" Target="/ppt/notesMasters/notesMaster1.xml" Id="R6dce90d1bf1242c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f0672fa08ae4084" /><Relationship Type="http://schemas.openxmlformats.org/officeDocument/2006/relationships/notesMaster" Target="/ppt/notesMasters/notesMaster1.xml" Id="R2c6ddd0686cd42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52d9fd905ba4718" /><Relationship Type="http://schemas.openxmlformats.org/officeDocument/2006/relationships/notesMaster" Target="/ppt/notesMasters/notesMaster1.xml" Id="R735f26ebacc6485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e3a2605e9744519" /><Relationship Type="http://schemas.openxmlformats.org/officeDocument/2006/relationships/notesMaster" Target="/ppt/notesMasters/notesMaster1.xml" Id="R19041caedb694a8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17b0d591cf44b21" /><Relationship Type="http://schemas.openxmlformats.org/officeDocument/2006/relationships/notesMaster" Target="/ppt/notesMasters/notesMaster1.xml" Id="R95cde6512331440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26c55b01d134343" /><Relationship Type="http://schemas.openxmlformats.org/officeDocument/2006/relationships/notesMaster" Target="/ppt/notesMasters/notesMaster1.xml" Id="R6e74a5cecaf94d5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bc5a27d37f745f7" /><Relationship Type="http://schemas.openxmlformats.org/officeDocument/2006/relationships/notesMaster" Target="/ppt/notesMasters/notesMaster1.xml" Id="R77539b12ee344b5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a9a07189c02458f" /><Relationship Type="http://schemas.openxmlformats.org/officeDocument/2006/relationships/notesMaster" Target="/ppt/notesMasters/notesMaster1.xml" Id="Rc7ef5b9c49b1492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359e207e5c449eb" /><Relationship Type="http://schemas.openxmlformats.org/officeDocument/2006/relationships/notesMaster" Target="/ppt/notesMasters/notesMaster1.xml" Id="R582af72fc63f4a3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00716a3ae8e4e90" /><Relationship Type="http://schemas.openxmlformats.org/officeDocument/2006/relationships/notesMaster" Target="/ppt/notesMasters/notesMaster1.xml" Id="R4623636e10a6457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82a3a02678a4842" /><Relationship Type="http://schemas.openxmlformats.org/officeDocument/2006/relationships/notesMaster" Target="/ppt/notesMasters/notesMaster1.xml" Id="Rc675b0bd188149a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83164dd5629493a" /><Relationship Type="http://schemas.openxmlformats.org/officeDocument/2006/relationships/notesMaster" Target="/ppt/notesMasters/notesMaster1.xml" Id="R5ce1ec9c204a444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990e0ab92384daf" /><Relationship Type="http://schemas.openxmlformats.org/officeDocument/2006/relationships/notesMaster" Target="/ppt/notesMasters/notesMaster1.xml" Id="R71e1eaf4849c484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ab88d1cade04c13" /><Relationship Type="http://schemas.openxmlformats.org/officeDocument/2006/relationships/notesMaster" Target="/ppt/notesMasters/notesMaster1.xml" Id="R386798ccb5fb44f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58d6d7f1eea4fc1" /><Relationship Type="http://schemas.openxmlformats.org/officeDocument/2006/relationships/notesMaster" Target="/ppt/notesMasters/notesMaster1.xml" Id="Rbb64af67f16b460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23f70ad044c4b51" /><Relationship Type="http://schemas.openxmlformats.org/officeDocument/2006/relationships/notesMaster" Target="/ppt/notesMasters/notesMaster1.xml" Id="R312ed40c21414cd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499165844734c88" /><Relationship Type="http://schemas.openxmlformats.org/officeDocument/2006/relationships/notesMaster" Target="/ppt/notesMasters/notesMaster1.xml" Id="R04de9a5118dd490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b21b33ec2b445cb" /><Relationship Type="http://schemas.openxmlformats.org/officeDocument/2006/relationships/notesMaster" Target="/ppt/notesMasters/notesMaster1.xml" Id="Rfa5e9c5695714bb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699fe13d99f49fd" /><Relationship Type="http://schemas.openxmlformats.org/officeDocument/2006/relationships/notesMaster" Target="/ppt/notesMasters/notesMaster1.xml" Id="R8a60afa78e25436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a1ce450b5434c5e" /><Relationship Type="http://schemas.openxmlformats.org/officeDocument/2006/relationships/notesMaster" Target="/ppt/notesMasters/notesMaster1.xml" Id="R0f57270264534d2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d43992638ef4a82" /><Relationship Type="http://schemas.openxmlformats.org/officeDocument/2006/relationships/notesMaster" Target="/ppt/notesMasters/notesMaster1.xml" Id="Rd20a012b16eb4af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7763cd5b5254b14" /><Relationship Type="http://schemas.openxmlformats.org/officeDocument/2006/relationships/notesMaster" Target="/ppt/notesMasters/notesMaster1.xml" Id="R0982baddc516401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a22a0e0c6af43ef" /><Relationship Type="http://schemas.openxmlformats.org/officeDocument/2006/relationships/notesMaster" Target="/ppt/notesMasters/notesMaster1.xml" Id="R8c2d6d63bfd945f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1404a8e82214291" /><Relationship Type="http://schemas.openxmlformats.org/officeDocument/2006/relationships/notesMaster" Target="/ppt/notesMasters/notesMaster1.xml" Id="Ra6cf187145d347e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7f2a4dc78174975" /><Relationship Type="http://schemas.openxmlformats.org/officeDocument/2006/relationships/notesMaster" Target="/ppt/notesMasters/notesMaster1.xml" Id="R874242bcaabf445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e54378332c24cbd" /><Relationship Type="http://schemas.openxmlformats.org/officeDocument/2006/relationships/notesMaster" Target="/ppt/notesMasters/notesMaster1.xml" Id="Raf4c6cfb0dcf4c5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f30f88410cb4fd8" /><Relationship Type="http://schemas.openxmlformats.org/officeDocument/2006/relationships/notesMaster" Target="/ppt/notesMasters/notesMaster1.xml" Id="R6eabd809431c4b4f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647dd64a0b74b79" /><Relationship Type="http://schemas.openxmlformats.org/officeDocument/2006/relationships/notesMaster" Target="/ppt/notesMasters/notesMaster1.xml" Id="R1bef22c8e5cc4f9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96e0f314f1246dc" /><Relationship Type="http://schemas.openxmlformats.org/officeDocument/2006/relationships/notesMaster" Target="/ppt/notesMasters/notesMaster1.xml" Id="R0c3e4401ae52467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dcbc66a2e3543d9" /><Relationship Type="http://schemas.openxmlformats.org/officeDocument/2006/relationships/notesMaster" Target="/ppt/notesMasters/notesMaster1.xml" Id="R9117b22eef11499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a82936d6fb5481f" /><Relationship Type="http://schemas.openxmlformats.org/officeDocument/2006/relationships/notesMaster" Target="/ppt/notesMasters/notesMaster1.xml" Id="Rbc8bdef8fdc24c9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0ef7d6cfbf5404b" /><Relationship Type="http://schemas.openxmlformats.org/officeDocument/2006/relationships/notesMaster" Target="/ppt/notesMasters/notesMaster1.xml" Id="R7f49ba7c785b42f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995fb2337ca4527" /><Relationship Type="http://schemas.openxmlformats.org/officeDocument/2006/relationships/notesMaster" Target="/ppt/notesMasters/notesMaster1.xml" Id="Rc63e30155e934b1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63067f370f84c51" /><Relationship Type="http://schemas.openxmlformats.org/officeDocument/2006/relationships/notesMaster" Target="/ppt/notesMasters/notesMaster1.xml" Id="Ra00b3982a15c48e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2387c9260e6487a" /><Relationship Type="http://schemas.openxmlformats.org/officeDocument/2006/relationships/notesMaster" Target="/ppt/notesMasters/notesMaster1.xml" Id="R99fff5fb4beb4120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8fd4e90c11e4d23" /><Relationship Type="http://schemas.openxmlformats.org/officeDocument/2006/relationships/notesMaster" Target="/ppt/notesMasters/notesMaster1.xml" Id="R1f1c095bccf44b2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58b0fcf8baa495c" /><Relationship Type="http://schemas.openxmlformats.org/officeDocument/2006/relationships/notesMaster" Target="/ppt/notesMasters/notesMaster1.xml" Id="R76ba7da5d9e4412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aa51ab0ed494147" /><Relationship Type="http://schemas.openxmlformats.org/officeDocument/2006/relationships/notesMaster" Target="/ppt/notesMasters/notesMaster1.xml" Id="Recbc8472c35b41a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3de31fe9a354e9a" /><Relationship Type="http://schemas.openxmlformats.org/officeDocument/2006/relationships/notesMaster" Target="/ppt/notesMasters/notesMaster1.xml" Id="R7d58f334bc0f431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39ae9adfb9a44ba1" /><Relationship Type="http://schemas.openxmlformats.org/officeDocument/2006/relationships/notesMaster" Target="/ppt/notesMasters/notesMaster1.xml" Id="R4b20868af24f4aa1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6ae1ea69a87844c7" /><Relationship Type="http://schemas.openxmlformats.org/officeDocument/2006/relationships/notesMaster" Target="/ppt/notesMasters/notesMaster1.xml" Id="Rf1caeeaeea0949a6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967cd21dede4c5b" /><Relationship Type="http://schemas.openxmlformats.org/officeDocument/2006/relationships/notesMaster" Target="/ppt/notesMasters/notesMaster1.xml" Id="R00de24870ff4403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cef25a2dbf44fb7" /><Relationship Type="http://schemas.openxmlformats.org/officeDocument/2006/relationships/notesMaster" Target="/ppt/notesMasters/notesMaster1.xml" Id="R128cfdaf832b44f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9961204e250847c6" /><Relationship Type="http://schemas.openxmlformats.org/officeDocument/2006/relationships/notesMaster" Target="/ppt/notesMasters/notesMaster1.xml" Id="R302b1eeb2d814e7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4084734d3af4ba6" /><Relationship Type="http://schemas.openxmlformats.org/officeDocument/2006/relationships/notesMaster" Target="/ppt/notesMasters/notesMaster1.xml" Id="R8ff16f7cfb264b8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c0c2050e7514cd2" /><Relationship Type="http://schemas.openxmlformats.org/officeDocument/2006/relationships/notesMaster" Target="/ppt/notesMasters/notesMaster1.xml" Id="Rd5d86d68c1514424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1f09e34e58704481" /><Relationship Type="http://schemas.openxmlformats.org/officeDocument/2006/relationships/notesMaster" Target="/ppt/notesMasters/notesMaster1.xml" Id="R1c165ac76c8d404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c89b11f91e74811" /><Relationship Type="http://schemas.openxmlformats.org/officeDocument/2006/relationships/notesMaster" Target="/ppt/notesMasters/notesMaster1.xml" Id="Rb6b81d186b484bb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1af0c2157a1a4184" /><Relationship Type="http://schemas.openxmlformats.org/officeDocument/2006/relationships/notesMaster" Target="/ppt/notesMasters/notesMaster1.xml" Id="Rf1e54849d8794be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c838cd9552694c53" /><Relationship Type="http://schemas.openxmlformats.org/officeDocument/2006/relationships/notesMaster" Target="/ppt/notesMasters/notesMaster1.xml" Id="R7ed62f6aa593451e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89ba14ab1d74808" /><Relationship Type="http://schemas.openxmlformats.org/officeDocument/2006/relationships/notesMaster" Target="/ppt/notesMasters/notesMaster1.xml" Id="R1b08c297db5e483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b5ed87d1eb748ad" /><Relationship Type="http://schemas.openxmlformats.org/officeDocument/2006/relationships/notesMaster" Target="/ppt/notesMasters/notesMaster1.xml" Id="R0df74d8ce5be4cb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f9b793d3bdb4617" /><Relationship Type="http://schemas.openxmlformats.org/officeDocument/2006/relationships/notesMaster" Target="/ppt/notesMasters/notesMaster1.xml" Id="Rf87967aa967e433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fe1e0e3267a04b7f" /><Relationship Type="http://schemas.openxmlformats.org/officeDocument/2006/relationships/notesMaster" Target="/ppt/notesMasters/notesMaster1.xml" Id="R483b6a7fc6734481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fedac74afe54181" /><Relationship Type="http://schemas.openxmlformats.org/officeDocument/2006/relationships/notesMaster" Target="/ppt/notesMasters/notesMaster1.xml" Id="R5fcb4390e1f340d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b409dc0e6e949f4" /><Relationship Type="http://schemas.openxmlformats.org/officeDocument/2006/relationships/notesMaster" Target="/ppt/notesMasters/notesMaster1.xml" Id="R7605190c54a1488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21242b0bbc348ca" /><Relationship Type="http://schemas.openxmlformats.org/officeDocument/2006/relationships/notesMaster" Target="/ppt/notesMasters/notesMaster1.xml" Id="R1f5a3d7f87914e9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59b591c46b864b1d" /><Relationship Type="http://schemas.openxmlformats.org/officeDocument/2006/relationships/notesMaster" Target="/ppt/notesMasters/notesMaster1.xml" Id="R5e5a56f49e3544a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d19f1bfffb644b9" /><Relationship Type="http://schemas.openxmlformats.org/officeDocument/2006/relationships/notesMaster" Target="/ppt/notesMasters/notesMaster1.xml" Id="R012b9b0a7f884d8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6d507e96e214c46" /><Relationship Type="http://schemas.openxmlformats.org/officeDocument/2006/relationships/notesMaster" Target="/ppt/notesMasters/notesMaster1.xml" Id="R911f49567d3c46d8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018dd92711a421e" /><Relationship Type="http://schemas.openxmlformats.org/officeDocument/2006/relationships/notesMaster" Target="/ppt/notesMasters/notesMaster1.xml" Id="Rdb766f8fd16647e2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b673a6d887004741" /><Relationship Type="http://schemas.openxmlformats.org/officeDocument/2006/relationships/notesMaster" Target="/ppt/notesMasters/notesMaster1.xml" Id="Rfde0f30b438c4a4e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0b3ab397e5f4d08" /><Relationship Type="http://schemas.openxmlformats.org/officeDocument/2006/relationships/notesMaster" Target="/ppt/notesMasters/notesMaster1.xml" Id="Rec20a31345e44b91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0e9427465454cec" /><Relationship Type="http://schemas.openxmlformats.org/officeDocument/2006/relationships/notesMaster" Target="/ppt/notesMasters/notesMaster1.xml" Id="Rcf856ada2a934dc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30b20d40fd504e33" /><Relationship Type="http://schemas.openxmlformats.org/officeDocument/2006/relationships/notesMaster" Target="/ppt/notesMasters/notesMaster1.xml" Id="R9ea8b39af77f4e8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b350a8e999449e5" /><Relationship Type="http://schemas.openxmlformats.org/officeDocument/2006/relationships/notesMaster" Target="/ppt/notesMasters/notesMaster1.xml" Id="R365405448b6c4c9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4f82f0d9fa1f4a74" /><Relationship Type="http://schemas.openxmlformats.org/officeDocument/2006/relationships/notesMaster" Target="/ppt/notesMasters/notesMaster1.xml" Id="Rf2ca58d7705e4c99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6aac6aab4b1644af" /><Relationship Type="http://schemas.openxmlformats.org/officeDocument/2006/relationships/notesMaster" Target="/ppt/notesMasters/notesMaster1.xml" Id="Rd3ae42324c494f1c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b449f564e63948d5" /><Relationship Type="http://schemas.openxmlformats.org/officeDocument/2006/relationships/notesMaster" Target="/ppt/notesMasters/notesMaster1.xml" Id="R7de29b5cb85a40bf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dfd88848ed294a3f" /><Relationship Type="http://schemas.openxmlformats.org/officeDocument/2006/relationships/notesMaster" Target="/ppt/notesMasters/notesMaster1.xml" Id="R8278324bd12c466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853533f0e2840bd" /><Relationship Type="http://schemas.openxmlformats.org/officeDocument/2006/relationships/notesMaster" Target="/ppt/notesMasters/notesMaster1.xml" Id="R887ee3124c3b41c5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bbb125881f44c6b" /><Relationship Type="http://schemas.openxmlformats.org/officeDocument/2006/relationships/notesMaster" Target="/ppt/notesMasters/notesMaster1.xml" Id="Rd074a7b929cc4c08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e0af8efadbd467d" /><Relationship Type="http://schemas.openxmlformats.org/officeDocument/2006/relationships/notesMaster" Target="/ppt/notesMasters/notesMaster1.xml" Id="Rec6260906d3f4d22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563d9c0777864442" /><Relationship Type="http://schemas.openxmlformats.org/officeDocument/2006/relationships/notesMaster" Target="/ppt/notesMasters/notesMaster1.xml" Id="R3f47810e04494a22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deaa865880b4487" /><Relationship Type="http://schemas.openxmlformats.org/officeDocument/2006/relationships/notesMaster" Target="/ppt/notesMasters/notesMaster1.xml" Id="R9c8abe9a9236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코드 리뷰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 CLI 기반 설계·구현·개선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5주 과정의 현재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1주차 / Tool Calling과 실행 환경 / 함수·입력 검증·Test</a:t>
            </a:r>
          </a:p>
          <a:p xmlns:a="http://schemas.openxmlformats.org/drawingml/2006/main">
            <a:r>
              <a:t>2주차 / 한국어 회의기록 Agent / Context·사람 검토·화면</a:t>
            </a:r>
          </a:p>
          <a:p xmlns:a="http://schemas.openxmlformats.org/drawingml/2006/main">
            <a:r>
              <a:t>3주차 / 코드 리뷰 Agent / 오류 재현·Codex 리뷰·수정</a:t>
            </a:r>
          </a:p>
          <a:p xmlns:a="http://schemas.openxmlformats.org/drawingml/2006/main">
            <a:r>
              <a:t>4주차 / GitHub PR 자동 리뷰 / PR 수집·댓글·문서 연동</a:t>
            </a:r>
          </a:p>
          <a:p xmlns:a="http://schemas.openxmlformats.org/drawingml/2006/main">
            <a:r>
              <a:t>5주차 / 업무 서비스 통합·미니 프로젝트 / 운영·개선·개인 서비스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지난 수업과 오늘의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원본 모듈과 운영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원본은 6개 주제 모듈이며 날짜별 강의 순서와 다릅니다. 표의 시간은 커리큘럼 정합성을 위한 재배치 계획이며 이미 진행한 수업의 실측 시간은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Agent·환경 / Tool Calling / 6H / 6H / 1·2주차 기초</a:t>
            </a:r>
          </a:p>
          <a:p xmlns:a="http://schemas.openxmlformats.org/drawingml/2006/main">
            <a:r>
              <a:t>코드 리뷰 Agent / 8H / 3주차 집중 구현</a:t>
            </a:r>
          </a:p>
          <a:p xmlns:a="http://schemas.openxmlformats.org/drawingml/2006/main">
            <a:r>
              <a:t>GitHub 자동 리뷰 / 6H / 4주차 1~6차시</a:t>
            </a:r>
          </a:p>
          <a:p xmlns:a="http://schemas.openxmlformats.org/drawingml/2006/main">
            <a:r>
              <a:t>회의록·문서 자동화 / 8H / 2주차 선행 + 4·5주차 통합</a:t>
            </a:r>
          </a:p>
          <a:p xmlns:a="http://schemas.openxmlformats.org/drawingml/2006/main">
            <a:r>
              <a:t>통합·운영·프로젝트 / 6H / 5주차 3~8차시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장바구니 오류의 전후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완성 화면에서 수정 전후를 먼저 보여줍니다. 학생은 숫자를 외우는 대신 쿠폰 상한과 배송비 규칙을 관찰합니다. 합성 교육용 예시이며 실제 쇼핑몰 정책을 대표하지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입력은 같고 결제 금액은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코드 리뷰 Agent 전체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Mermaid 원본의 노드 관계를 편집 가능한 도식으로 표시합니다. 로컬 CLI 실행과 원격 모델 추론을 구분합니다. 첫 설명에서는 요청, 모델 판단, 검증, 사람 결정만 짚고 이후 차시에서 확대합니다.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자동화 구성의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 대화 / Adapter / 대화는 탐색·수정 / Adapter는 전달 자료 검토 / 업무 규칙과 관련 코드</a:t>
            </a:r>
          </a:p>
          <a:p xmlns:a="http://schemas.openxmlformats.org/drawingml/2006/main">
            <a:r>
              <a:t>Python / 입력 검증·CLI 실행·Test 확인 / 명시적 함수와 결과 계약</a:t>
            </a:r>
          </a:p>
          <a:p xmlns:a="http://schemas.openxmlformats.org/drawingml/2006/main">
            <a:r>
              <a:t>LangGraph / 검토 대기·수정·재개 / 사람의 선택과 실행 상태</a:t>
            </a:r>
          </a:p>
          <a:p xmlns:a="http://schemas.openxmlformats.org/drawingml/2006/main">
            <a:r>
              <a:t>사람 / 지적 수용·수정 범위·최종 반영 / 영향과 재현 증거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오전 수업과 점심시간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오후 수업과 Q&amp;A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시작 전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3.12 권장 / python --version / 선택한 가상환경 경로</a:t>
            </a:r>
          </a:p>
          <a:p xmlns:a="http://schemas.openxmlformats.org/drawingml/2006/main">
            <a:r>
              <a:t>VS Code + Jupyter / Notebook 우측 Kernel 선택 / 코드 셀 실행 가능</a:t>
            </a:r>
          </a:p>
          <a:p xmlns:a="http://schemas.openxmlformats.org/drawingml/2006/main">
            <a:r>
              <a:t>Codex CLI / codex --version</a:t>
            </a:r>
          </a:p>
          <a:p xmlns:a="http://schemas.openxmlformats.org/drawingml/2006/main">
            <a:r>
              <a:t>codex login status / 설치 버전·로그인 방식</a:t>
            </a:r>
          </a:p>
          <a:p xmlns:a="http://schemas.openxmlformats.org/drawingml/2006/main">
            <a:r>
              <a:t>Git / git status --short / 현재 저장소·변경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3주차 코드 다운로드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main에는 이전 버전이 있으므로 이번 강의는 codex/day3-review-intelligence branch 또는 학생 ZIP을 사용합니다. PowerShell에서는 git clone 명령을 역슬래시 없이 한 줄로 입력합니다. 기존 학생 작업을 강제로 checkout하거나 덮어쓰지 않습니다. PR: https://github.com/smilesjcha/llm-agent-and-workflow-automation/pull/1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3주차 배포: Draft PR #1의 작업 branch, 기존 폴더: git status로 수정 파일 확인, 기존 수정이 있으면 별도 폴더·ZIP 사용를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Python과 Notebook 시작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실행 위치: 저장소 루트, Kernel: 방금 설치한 .venv, 설치 셀은 Notebook 상단에도 포함를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0분 (사전 안내·복습 참조, 본 수업 미산정)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시작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CLI 실행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대상과 업무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코드 리뷰의 판단 대상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변수명을 바꾸는 제안과 잘못된 결제 금액을 고치는 제안을 비교합니다. 학생이 아직 코드를 읽지 못해도 사용자 영향을 먼저 이해하게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입력에서 결과가 잘못되는가</a:t>
            </a:r>
          </a:p>
          <a:p xmlns:a="http://schemas.openxmlformats.org/drawingml/2006/main">
            <a:r>
              <a:t>허용하지 않은 요청을 처리하는가</a:t>
            </a:r>
          </a:p>
          <a:p xmlns:a="http://schemas.openxmlformats.org/drawingml/2006/main">
            <a:r>
              <a:t>실패가 성공처럼 보이는가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교육용 쇼핑 정책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쿠폰 상한 / 상품 금액을 넘는 할인 금지 / 10,000원 / 쿠폰 15,000원</a:t>
            </a:r>
          </a:p>
          <a:p xmlns:a="http://schemas.openxmlformats.org/drawingml/2006/main">
            <a:r>
              <a:t>배송비 기준 / 할인 후 50,000원 이상 무료 / 50,000원 / 쿠폰 10,000원</a:t>
            </a:r>
          </a:p>
          <a:p xmlns:a="http://schemas.openxmlformats.org/drawingml/2006/main">
            <a:r>
              <a:t>입력 범위 / 금액은 0 이상의 정수 / 음수·문자열·True</a:t>
            </a:r>
          </a:p>
          <a:p xmlns:a="http://schemas.openxmlformats.org/drawingml/2006/main">
            <a:r>
              <a:t>영수증 / 상품·할인·배송·결제 금액 일치 / 합계 다시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계산 순서의 차이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할인 후 금액과 최종 결제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starter의 payable은 배송비를 제외한 상품 잔액을 반환합니다. calculate_checkout가 배송비를 더한 영수증을 반환합니다. 두 함수의 책임과 반환값을 구별합니다.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payable: 상품 잔액 -5,000원, 배송비: 3,000원, 최종 결제: -2,000원를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첫 실행과 오류 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Notebook 1차시에서 실습 폴더 생성</a:t>
            </a:r>
          </a:p>
          <a:p xmlns:a="http://schemas.openxmlformats.org/drawingml/2006/main">
            <a:r>
              <a:t>2. starter의 calculate_checkout 실행</a:t>
            </a:r>
          </a:p>
          <a:p xmlns:a="http://schemas.openxmlformats.org/drawingml/2006/main">
            <a:r>
              <a:t>3. 동일 입력으로 solution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예상값의 근거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모델이 3천원이라고 했기 때문에 정답이 되는 것이 아닙니다. 정책과 산술을 학생이 직접 대조합니다.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할인 후 상품 금액: 0원</a:t>
            </a:r>
          </a:p>
          <a:p xmlns:a="http://schemas.openxmlformats.org/drawingml/2006/main">
            <a:r>
              <a:t>무료 배송 기준 미달: 3,000원</a:t>
            </a:r>
          </a:p>
          <a:p xmlns:a="http://schemas.openxmlformats.org/drawingml/2006/main">
            <a:r>
              <a:t>최종 결제: 3,000원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정상 주문과 초과 쿠폰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 1차시의 직접 작성 함수, 정상 입력과 초과 쿠폰을 대조, 쿠폰 상한 수정은 5차시에서 적용를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변경 전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재현 입력과 실제 값, 위반한 정책, 지적한 코드 위치.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지적의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위치 / 어느 파일의 몇 번째 줄인가</a:t>
            </a:r>
          </a:p>
          <a:p xmlns:a="http://schemas.openxmlformats.org/drawingml/2006/main">
            <a:r>
              <a:t>영향 / 어떤 입력에서 사용자가 손해를 보는가</a:t>
            </a:r>
          </a:p>
          <a:p xmlns:a="http://schemas.openxmlformats.org/drawingml/2006/main">
            <a:r>
              <a:t>근거 / 업무 규칙·코드·실행 결과 중 무엇인가</a:t>
            </a:r>
          </a:p>
          <a:p xmlns:a="http://schemas.openxmlformats.org/drawingml/2006/main">
            <a:r>
              <a:t>교정 / 최소한으로 무엇을 바꿀 것인가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지적과 스타일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스타일도 팀 규칙이 있다면 점검할 수 있지만 오늘 평가의 중심은 실제 동작입니다.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1차시 09:00-09:50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입력 한 개의 추가 실험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쿠폰을 0원·같은 금액·초과 금액으로 변경</a:t>
            </a:r>
          </a:p>
          <a:p xmlns:a="http://schemas.openxmlformats.org/drawingml/2006/main">
            <a:r>
              <a:t>2. 예상값을 먼저 메모</a:t>
            </a:r>
          </a:p>
          <a:p xmlns:a="http://schemas.openxmlformats.org/drawingml/2006/main">
            <a:r>
              <a:t>3. 실행값과 차이가 나는 조건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1차시.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Git Diff와 재현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Git Diff의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이전 파일과 새 파일의 차이</a:t>
            </a:r>
          </a:p>
          <a:p xmlns:a="http://schemas.openxmlformats.org/drawingml/2006/main">
            <a:r>
              <a:t>추가·삭제·유지 줄의 구분</a:t>
            </a:r>
          </a:p>
          <a:p xmlns:a="http://schemas.openxmlformats.org/drawingml/2006/main">
            <a:r>
              <a:t>리뷰는 변경 후 라인 번호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Diff 기호와 줄 번호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+ / 추가한 줄 / 증가</a:t>
            </a:r>
          </a:p>
          <a:p xmlns:a="http://schemas.openxmlformats.org/drawingml/2006/main">
            <a:r>
              <a:t>- / 삭제한 줄 / 그대로</a:t>
            </a:r>
          </a:p>
          <a:p xmlns:a="http://schemas.openxmlformats.org/drawingml/2006/main">
            <a:r>
              <a:t>공백 / 유지한 문맥 / 증가</a:t>
            </a:r>
          </a:p>
          <a:p xmlns:a="http://schemas.openxmlformats.org/drawingml/2006/main">
            <a:r>
              <a:t>@@ / 변경 구간 Hunk / 새 구간의 시작값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Hunk의 시작점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축약한 교육용 Diff입니다. 이전 파일 2줄, 새 파일 3줄이며 실제 parser에서는 파일 헤더까지 있는 전체 fixture를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-4: 이전 파일 시작 위치, +4: 새 파일 시작 위치, 추가 줄:</a:t>
            </a:r>
          </a:p>
          <a:p xmlns:a="http://schemas.openxmlformats.org/drawingml/2006/main">
            <a:r>
              <a:t>새 파일 5번·6번를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새 줄 번호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독립 실행 가능한 한 Hunk 예제입니다. Notebook의 전체 함수는 파일 헤더와 Hunk 시작값을 처리하고 dict 목록을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한 Hunk의 줄 번호 계산 예제, 전체 함수: Notebook 2차시, 삭제 줄은 새 번호를 소비하지 않음를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두 구간의 라인 복원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Notebook 2차시 multi-hunk 입력 열기</a:t>
            </a:r>
          </a:p>
          <a:p xmlns:a="http://schemas.openxmlformats.org/drawingml/2006/main">
            <a:r>
              <a:t>2. learner_added_line_map 함수 작성</a:t>
            </a:r>
          </a:p>
          <a:p xmlns:a="http://schemas.openxmlformats.org/drawingml/2006/main">
            <a:r>
              <a:t>3. 예상 라인과 실제 결과 assert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위치의 실패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실제 Test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고의로 실패하는 starter test를 저장소 전체 CI에 포함시키지 않습니다. 학생은 예상된 실패와 환경 오류를 구별해야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starter 실패: 재현하려는 업무 오류, Agent component 통과: 리뷰 도구 검증, 두 테스트 대상은 서로 다름를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실패 테스트의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AssertionError가 가리키는 비교</a:t>
            </a:r>
          </a:p>
          <a:p xmlns:a="http://schemas.openxmlformats.org/drawingml/2006/main">
            <a:r>
              <a:t>예상값은 정책에서 계산</a:t>
            </a:r>
          </a:p>
          <a:p xmlns:a="http://schemas.openxmlformats.org/drawingml/2006/main">
            <a:r>
              <a:t>첫 원인과 연쇄 실패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재현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새 테스트가 실제 실패, 기대값의 정책 근거, 구현 변경이 없는 Diff.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실패 한 건의 최소 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실패 항목 하나를 선택</a:t>
            </a:r>
          </a:p>
          <a:p xmlns:a="http://schemas.openxmlformats.org/drawingml/2006/main">
            <a:r>
              <a:t>2. 입력 두 개와 예상값만 남긴 테스트 작성</a:t>
            </a:r>
          </a:p>
          <a:p xmlns:a="http://schemas.openxmlformats.org/drawingml/2006/main">
            <a:r>
              <a:t>3. 동일 테스트를 두 번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2차시 09:50-10:40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실행 오류와 제품 오류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ModuleNotFoundError / Kernel·라이브러리 불일치 / sys.executable과 설치 셀</a:t>
            </a:r>
          </a:p>
          <a:p xmlns:a="http://schemas.openxmlformats.org/drawingml/2006/main">
            <a:r>
              <a:t>파일 없음 / 실행 폴더 불일치 / Path.cwd()와 파일 경로</a:t>
            </a:r>
          </a:p>
          <a:p xmlns:a="http://schemas.openxmlformats.org/drawingml/2006/main">
            <a:r>
              <a:t>AssertionError / 정책과 계산 결과 불일치 / 실제값·기대값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2차시.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기준과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Context의 내용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변경 코드만으로 알 수 없는 제품 정책</a:t>
            </a:r>
          </a:p>
          <a:p xmlns:a="http://schemas.openxmlformats.org/drawingml/2006/main">
            <a:r>
              <a:t>함수의 호출 관계와 관련 Test</a:t>
            </a:r>
          </a:p>
          <a:p xmlns:a="http://schemas.openxmlformats.org/drawingml/2006/main">
            <a:r>
              <a:t>검토 범위와 제외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두 요청의 정보 차이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최소 Context Pack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업무 규칙 / requirements.md / 정답의 근거</a:t>
            </a:r>
          </a:p>
          <a:p xmlns:a="http://schemas.openxmlformats.org/drawingml/2006/main">
            <a:r>
              <a:t>변경 코드 / checkout.py의 Diff / 지적할 위치</a:t>
            </a:r>
          </a:p>
          <a:p xmlns:a="http://schemas.openxmlformats.org/drawingml/2006/main">
            <a:r>
              <a:t>관련 테스트 / checkout_checks.py / 이미 확인한 동작</a:t>
            </a:r>
          </a:p>
          <a:p xmlns:a="http://schemas.openxmlformats.org/drawingml/2006/main">
            <a:r>
              <a:t>리뷰 기준 / AGENTS.md / Task / 어떤 문제를 찾을지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허용 정보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 3차시 context_source 사용, 업무 규칙·변경 줄·Test만 포함, 관계없는 필드의 제외도 assert 확인를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Prompt의 네 가지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목표: 결제 오류와 입력 검증 리뷰</a:t>
            </a:r>
          </a:p>
          <a:p xmlns:a="http://schemas.openxmlformats.org/drawingml/2006/main">
            <a:r>
              <a:t>맥락: 할인·배송 정책과 테스트</a:t>
            </a:r>
          </a:p>
          <a:p xmlns:a="http://schemas.openxmlformats.org/drawingml/2006/main">
            <a:r>
              <a:t>판단 기준: 재현 가능한 결함과 사용자 영향</a:t>
            </a:r>
          </a:p>
          <a:p xmlns:a="http://schemas.openxmlformats.org/drawingml/2006/main">
            <a:r>
              <a:t>응답 형식: 위치·영향·근거·최소 수정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리뷰 요청 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요청의 실제 응답이 항상 나쁘다고 단정하지 않습니다. 같은 대상에서 관찰한 차이를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찾은 문제, 빠진 업무 규칙, 불필요한 스타일 제안.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리뷰 요청 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정책을 인용한 지적, 실제 줄과 일치하는 위치, 재현 가능한 입력.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AGENTS.md와 이번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Review Finding의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원본 starter 5번 줄의 실제 코드, 전체 계약에는 rule_id 등도 포함, 사용자는 Markdown 리뷰로 확인를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LangChain Prompt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Notebook과 동일한 ChatPromptTemplate 코드를 실행합니다. 다음 차시의 Codex Adapter 호출에 앞서 변수 바인딩과 메시지 역할을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 3차시 refined_prompt 사용, system Role과 human 요청을 분리, 입력 바인딩 단계: 아직 모델 호출 없음를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Context를 포함한 두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3차시는 요청 파일 작성과 Template 실행입니다. 업무 규칙·Test·지시가 함께 바뀌므로 엄격한 한 변수 실험으로 부르지 않습니다. 한 변수 비교는 다른 조건을 고정한 확장 실험입니다.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같은 Diff로 baseline·refined 요청 작성</a:t>
            </a:r>
          </a:p>
          <a:p xmlns:a="http://schemas.openxmlformats.org/drawingml/2006/main">
            <a:r>
              <a:t>2. refined에 업무 규칙과 Test 근거 추가</a:t>
            </a:r>
          </a:p>
          <a:p xmlns:a="http://schemas.openxmlformats.org/drawingml/2006/main">
            <a:r>
              <a:t>3. Markdown 요청 파일의 포함 정보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3차시 10:40-11:30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Context의 과잉과 누락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업무 정책 없음 / 잘못된 기대값 / 정책 문서 추가</a:t>
            </a:r>
          </a:p>
          <a:p xmlns:a="http://schemas.openxmlformats.org/drawingml/2006/main">
            <a:r>
              <a:t>전체 저장소 복사 / 관련 없는 코드에 집중 / 변경 주변과 관련 Test 선택</a:t>
            </a:r>
          </a:p>
          <a:p xmlns:a="http://schemas.openxmlformats.org/drawingml/2006/main">
            <a:r>
              <a:t>실행 결과 없음 / 추정과 사실 혼동 / Test 종료 코드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3차시.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CLI 연동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CLI의 두 사용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대화형: 분석·구현·테스트 요청</a:t>
            </a:r>
          </a:p>
          <a:p xmlns:a="http://schemas.openxmlformats.org/drawingml/2006/main">
            <a:r>
              <a:t>비대화형 exec: 프로그램에서 한 작업 실행</a:t>
            </a:r>
          </a:p>
          <a:p xmlns:a="http://schemas.openxmlformats.org/drawingml/2006/main">
            <a:r>
              <a:t>동일한 프로젝트 규칙과 리뷰 기준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https://learn.chatgpt.com/docs/developer-commands#codex-exec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CLI 설치와 로그인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이미 로그인된 PC: status부터 확인, 로그인 화면: 본인 ChatGPT 계정, 확인: codex 명령을 같은 Terminal에서 실행를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로컬 CLI와 API 직접 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한 번의 리뷰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실행 위치: requirements.md가 있는 폴더, read-only: 리뷰 과정의 파일 수정 제한, 모델: CLI에서 사용 가능한 기본 모델를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https://learn.chatgpt.com/docs/developer-commands#codex-exec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Python의 CLI 호출 원리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Notebook에서 정의한 refined_prompt와 EXERCISE를 사용하는 축약 예제입니다. 실제 어댑터는 임시 작업 공간, 결과 Schema, 오류 계약, 환경 정리도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호출 원리 예제: 실제 서비스는 Adapter 사용, stdin: Prompt를 명령과 분리, timeout: 기다릴 수 있는 시간 제한를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응답 처리의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프로세스 / 종료 코드·시간 초과 / 오류 코드 반환</a:t>
            </a:r>
          </a:p>
          <a:p xmlns:a="http://schemas.openxmlformats.org/drawingml/2006/main">
            <a:r>
              <a:t>응답 형식 / 필수 Field·자료형 / Schema 오류</a:t>
            </a:r>
          </a:p>
          <a:p xmlns:a="http://schemas.openxmlformats.org/drawingml/2006/main">
            <a:r>
              <a:t>리뷰 근거 / 추가 줄과 실제 내용 / 후보 제외</a:t>
            </a:r>
          </a:p>
          <a:p xmlns:a="http://schemas.openxmlformats.org/drawingml/2006/main">
            <a:r>
              <a:t>실행 경로 / codex_cli / fixture / 사용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실제 Codex 리뷰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Notebook 4차시에서 RUN_CODEX_LIVE=True</a:t>
            </a:r>
          </a:p>
          <a:p xmlns:a="http://schemas.openxmlformats.org/drawingml/2006/main">
            <a:r>
              <a:t>2. CodexCLIReviewProvider로 리뷰 실행</a:t>
            </a:r>
          </a:p>
          <a:p xmlns:a="http://schemas.openxmlformats.org/drawingml/2006/main">
            <a:r>
              <a:t>3. Provider·오류·Markdown 지적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대화형 Agent와 리뷰 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Adapter는 shell·웹·개인 MCP 설정을 끕니다. 이 호출 자체가 자율적으로 도구를 고른다고 설명하지 않습니다. 학생과 대화형 Codex의 개발 반복이 도구를 사용하는 Agent 사례입니다.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대화형 Codex: 코드 탐색·수정·Test</a:t>
            </a:r>
          </a:p>
          <a:p xmlns:a="http://schemas.openxmlformats.org/drawingml/2006/main">
            <a:r>
              <a:t>수업용 Adapter: 제공된 Context만 검토</a:t>
            </a:r>
          </a:p>
          <a:p xmlns:a="http://schemas.openxmlformats.org/drawingml/2006/main">
            <a:r>
              <a:t>Python: 형식·라인·오류를 일관되게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Adapter 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명령 인자와 stdin, 안정적인 오류 코드, Mock 테스트와 실제 실행 구분.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CLI 실행 문제의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명령을 못 찾음 / codex --version / Terminal 재시작·PATH 확인</a:t>
            </a:r>
          </a:p>
          <a:p xmlns:a="http://schemas.openxmlformats.org/drawingml/2006/main">
            <a:r>
              <a:t>로그인 필요 / codex login status / codex login</a:t>
            </a:r>
          </a:p>
          <a:p xmlns:a="http://schemas.openxmlformats.org/drawingml/2006/main">
            <a:r>
              <a:t>시간 초과·한도 / 오류 코드와 계정 상태 / 입력 축소·대기·Fixture 선택</a:t>
            </a:r>
          </a:p>
          <a:p xmlns:a="http://schemas.openxmlformats.org/drawingml/2006/main">
            <a:r>
              <a:t>응답 형식 오류 / Schema와 실제 Field / 요청 수정 후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4차시 13:00-13:50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Live 응답과 Fixture 재생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4차시.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수정 코드와 회귀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리뷰에서 수정까지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지적한 오류를 먼저 재현</a:t>
            </a:r>
          </a:p>
          <a:p xmlns:a="http://schemas.openxmlformats.org/drawingml/2006/main">
            <a:r>
              <a:t>관련 계산만 작게 수정</a:t>
            </a:r>
          </a:p>
          <a:p xmlns:a="http://schemas.openxmlformats.org/drawingml/2006/main">
            <a:r>
              <a:t>기존 기능이 유지되는지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교정할 계산과 입력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초과 쿠폰 / min(total_won, coupon_won) / 10,000 / 15,000</a:t>
            </a:r>
          </a:p>
          <a:p xmlns:a="http://schemas.openxmlformats.org/drawingml/2006/main">
            <a:r>
              <a:t>무료 배송 기준 / 할인 후 payment로 조건 계산 / 50,000 / 10,000</a:t>
            </a:r>
          </a:p>
          <a:p xmlns:a="http://schemas.openxmlformats.org/drawingml/2006/main">
            <a:r>
              <a:t>잘못된 입력 / 정수·0 이상 검사 / -1 / 소수 /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입력 검증의 함정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수업의 금액 입력 정책에 따른 선택입니다. 모든 Python 함수에서 type 검사를 강제하는 일반 원칙으로 확장하지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입력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 5차시 수정 파일의 함수, Test가 기대하는 오류 코드를 유지, 정상 입력은 예외 없이 다음 계산 진행를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할인과 배송비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함수는 Notebook에서 파일에 작성하는 payable입니다. 아래는 calculate_checkout의 배송 판단 두 줄을 입력값으로 풀어 쓴 실행 예제입니다.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앞 장표의 validate_money부터 실행, payable은 배송비 전 상품 잔액 반환, Notebook 5차시 REPAIRED_SOURCE 발췌를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작은 수정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정책과 일치하는 구현, 기존 Test 유지, 수정 범위와 실제 결과.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수정 실행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도구를 사용한 Codex 작성 실행입니다. 코드 탐색·수정·명령 오류 복구·재검증을 수행했습니다. 검증 기록: repo:output/day3-redesign/codex-authoring-demo/verification.json. 요청: repo:output/day3-redesign/codex-authoring-demo/prompt.md. 응답: repo:output/day3-redesign/codex-authoring-demo/codex-answer.md. 변경분: repo:output/day3-redesign/codex-authoring-demo/changes.diff. 특정 모델 ID나 모든 실행의 고정 소요시간을 주장하지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변경 범위 / checkout.py 1개 수정</a:t>
            </a:r>
          </a:p>
          <a:p xmlns:a="http://schemas.openxmlformats.org/drawingml/2006/main">
            <a:r>
              <a:t>checkout_checks.py 유지</a:t>
            </a:r>
          </a:p>
          <a:p xmlns:a="http://schemas.openxmlformats.org/drawingml/2006/main">
            <a:r>
              <a:t>같은 테스트 / 수정 전 2개 통과·7개 실패</a:t>
            </a:r>
          </a:p>
          <a:p xmlns:a="http://schemas.openxmlformats.org/drawingml/2006/main">
            <a:r>
              <a:t>수정 후 9개 통과</a:t>
            </a:r>
          </a:p>
          <a:p xmlns:a="http://schemas.openxmlformats.org/drawingml/2006/main">
            <a:r>
              <a:t>명령 오류 복구 / python 명령 없음 확인</a:t>
            </a:r>
          </a:p>
          <a:p xmlns:a="http://schemas.openxmlformats.org/drawingml/2006/main">
            <a:r>
              <a:t>python3로 다시 실행</a:t>
            </a:r>
          </a:p>
          <a:p xmlns:a="http://schemas.openxmlformats.org/drawingml/2006/main">
            <a:r>
              <a:t>구현 선택 / 실제 할인액 = total_won - payment</a:t>
            </a:r>
          </a:p>
          <a:p xmlns:a="http://schemas.openxmlformats.org/drawingml/2006/main">
            <a:r>
              <a:t>참고 구현의 min과 결과 대조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수정 파일의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생성된 starter/checkout.py 수정</a:t>
            </a:r>
          </a:p>
          <a:p xmlns:a="http://schemas.openxmlformats.org/drawingml/2006/main">
            <a:r>
              <a:t>2. checkout_checks.py 실행</a:t>
            </a:r>
          </a:p>
          <a:p xmlns:a="http://schemas.openxmlformats.org/drawingml/2006/main">
            <a:r>
              <a:t>3. 실패한 입력을 영수증 함수로 다시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수정 전후의 계산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상품 50,000원 / 쿠폰 10,000원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근거 없는 후보 제외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Notebook과 같은 함수 이름·인자·반환 계약입니다. 조건식은 읽기 쉽게 key와 target 변수로 풀어 썼습니다.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Notebook의 learner_lines를 두 번째 인자로 전달, 유지 후보와 제외 후보를 함께 반환, 999번 줄 후보를 넣어 제외 결과 확인를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회귀 Test와 AI 리뷰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5차시 13:50-14:40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추가 조건 한 개의 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무료 배송 임계값 근처 입력 선택</a:t>
            </a:r>
          </a:p>
          <a:p xmlns:a="http://schemas.openxmlformats.org/drawingml/2006/main">
            <a:r>
              <a:t>2. 49,999·50,000·50,001원 Test 작성</a:t>
            </a:r>
          </a:p>
          <a:p xmlns:a="http://schemas.openxmlformats.org/drawingml/2006/main">
            <a:r>
              <a:t>3. Codex 수정과 본인 계산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5차시.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LangGraph 검토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사람 검토가 필요한 지점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근거가 부족한 지적은 제외</a:t>
            </a:r>
          </a:p>
          <a:p xmlns:a="http://schemas.openxmlformats.org/drawingml/2006/main">
            <a:r>
              <a:t>맞는 지적도 수정 범위 판단</a:t>
            </a:r>
          </a:p>
          <a:p xmlns:a="http://schemas.openxmlformats.org/drawingml/2006/main">
            <a:r>
              <a:t>사람 결정 전 다음 단계 대기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LangGraph 구성 요소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/ Diff·Finding·사람 결정·Test 결과</a:t>
            </a:r>
          </a:p>
          <a:p xmlns:a="http://schemas.openxmlformats.org/drawingml/2006/main">
            <a:r>
              <a:t>Node / 검토·검증·판정 함수</a:t>
            </a:r>
          </a:p>
          <a:p xmlns:a="http://schemas.openxmlformats.org/drawingml/2006/main">
            <a:r>
              <a:t>Edge / 다음 함수로 이동하는 경로</a:t>
            </a:r>
          </a:p>
          <a:p xmlns:a="http://schemas.openxmlformats.org/drawingml/2006/main">
            <a:r>
              <a:t>Checkpoint / 실행 중 상태를 저장하는 지점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검토 대기와 실행 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검토자 입력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 6차시의 실제 검증 함수, 선택·검토자·이유를 함께 전달, 미결정은 interrupt 상태에서 대기를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interrupt와 resume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Notebook에서 먼저 import한 build_review_graph·Command와 정의한 graph_config를 사용합니다. 실제 그래프는 validate→review→finalize 또는 blocked로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build_review_graph 내부의 interrupt에서 대기, 필드명은 choice가 아닌 decision, 같은 graph_config로 원래 실행 재개를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수용·수정·제외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수용 / 재현 입력·근거·교정 타당성 / 보고서 준비</a:t>
            </a:r>
          </a:p>
          <a:p xmlns:a="http://schemas.openxmlformats.org/drawingml/2006/main">
            <a:r>
              <a:t>수정 / 수정한 지적의 위치·필수 Field / 재검증</a:t>
            </a:r>
          </a:p>
          <a:p xmlns:a="http://schemas.openxmlformats.org/drawingml/2006/main">
            <a:r>
              <a:t>제외 / 과잉 지적·다른 정책 적용 여부 / 이유 기록</a:t>
            </a:r>
          </a:p>
          <a:p xmlns:a="http://schemas.openxmlformats.org/drawingml/2006/main">
            <a:r>
              <a:t>미결정 / 아직 검토하지 않은 항목 / 대기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실제 LangGraph 중단 실험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Notebook 6차시 Graph compile</a:t>
            </a:r>
          </a:p>
          <a:p xmlns:a="http://schemas.openxmlformats.org/drawingml/2006/main">
            <a:r>
              <a:t>2. 첫 invoke에서 interrupt 확인</a:t>
            </a:r>
          </a:p>
          <a:p xmlns:a="http://schemas.openxmlformats.org/drawingml/2006/main">
            <a:r>
              <a:t>3. 각 선택은 새 Graph로 시작·같은 thread로 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검토 노드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상태 저장과 thread_id, 분기별 테스트, 실제 게시와 분리된 결과 준비.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Workflow와 Agent의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재개와 재실행의 차이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재개: 저장된 상태에서 사람 답변 전달</a:t>
            </a:r>
          </a:p>
          <a:p xmlns:a="http://schemas.openxmlformats.org/drawingml/2006/main">
            <a:r>
              <a:t>재실행: 처음부터 새로운 입력 처리</a:t>
            </a:r>
          </a:p>
          <a:p xmlns:a="http://schemas.openxmlformats.org/drawingml/2006/main">
            <a:r>
              <a:t>실행 식별자로 두 흐름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6차시 15:00-15:50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수정된 지적의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Notebook은 제목 수정과 별도의 reject 경로를 실행합니다. 999번 줄 실험은 새로운 Graph와 thread_id로 시작하고 edit 재개 값에 잘못된 줄을 넣는 추가 과제입니다.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REVIEW_EDITED_FINDINGS의 제목 직접 수정</a:t>
            </a:r>
          </a:p>
          <a:p xmlns:a="http://schemas.openxmlformats.org/drawingml/2006/main">
            <a:r>
              <a:t>2. REVIEW_DECISION="edit"로 같은 실행 재개</a:t>
            </a:r>
          </a:p>
          <a:p xmlns:a="http://schemas.openxmlformats.org/drawingml/2006/main">
            <a:r>
              <a:t>3. 추가 실험: 새 Graph에 999번 줄 수정안 전달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6차시.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품질과 개선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리뷰 품질의 측정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오탐: 문제 없는 코드를 문제로 지적</a:t>
            </a:r>
          </a:p>
          <a:p xmlns:a="http://schemas.openxmlformats.org/drawingml/2006/main">
            <a:r>
              <a:t>누락: 실제 오류를 찾지 못함</a:t>
            </a:r>
          </a:p>
          <a:p xmlns:a="http://schemas.openxmlformats.org/drawingml/2006/main">
            <a:r>
              <a:t>고친 뒤 지적이 사라지는지도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Precision과 Recall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Precision / 지적 중 실제 문제가 몇 개인가 / TP / (TP + FP)</a:t>
            </a:r>
          </a:p>
          <a:p xmlns:a="http://schemas.openxmlformats.org/drawingml/2006/main">
            <a:r>
              <a:t>Recall / 실제 문제 중 몇 개를 찾았는가 / TP / (TP + FN)</a:t>
            </a:r>
          </a:p>
          <a:p xmlns:a="http://schemas.openxmlformats.org/drawingml/2006/main">
            <a:r>
              <a:t>F1 / 오탐과 누락을 함께 보면 어떤가 / 두 지표의 조화평균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Notebook의 평가 예제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 7차시의 고정 평가 예제입니다. 쿠폰 상한은 탐지했지만 배송 정책을 놓치고 변수명 취향을 지적한 경우입니다. 실제 Codex 성능으로 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계산 학습용 Baseline · 실제 모델 점수와 별도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직접 구현: 지적과 정답의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Notebook과 동일한 계산과 반환 계약을 가진 축약 예제입니다. 모델이 생성한 rule_id 문자열을 그대로 정답과 비교하지 않고, 사람이 파일·줄·재현 조건으로 연결한 뒤 평가합니다.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Notebook과 같은 두 집합 입력·dict 반환, TP: 공통 결함 / FP: 과잉 / FN: 누락, 실제 Codex 지적은 사람이 결함에 연결를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Golden Set의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명확한 오류 / 쿠폰 상한·배송 조건 누락 / 오류 탐지</a:t>
            </a:r>
          </a:p>
          <a:p xmlns:a="http://schemas.openxmlformats.org/drawingml/2006/main">
            <a:r>
              <a:t>수정한 코드 / 같은 정책의 solution / 불필요한 지적 억제</a:t>
            </a:r>
          </a:p>
          <a:p xmlns:a="http://schemas.openxmlformats.org/drawingml/2006/main">
            <a:r>
              <a:t>위험한 동작 / eval·shell·인증정보 로그 / 보안 규칙</a:t>
            </a:r>
          </a:p>
          <a:p xmlns:a="http://schemas.openxmlformats.org/drawingml/2006/main">
            <a:r>
              <a:t>실패 입력 / 경로 이탈·형식 오류 / 실행 중단과 오류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비교 실험의 변수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Prompt와 코드 개선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V1·V2의 지적을 평가표에 기록</a:t>
            </a:r>
          </a:p>
          <a:p xmlns:a="http://schemas.openxmlformats.org/drawingml/2006/main">
            <a:r>
              <a:t>2. starter와 수정본을 같은 요청으로 리뷰</a:t>
            </a:r>
          </a:p>
          <a:p xmlns:a="http://schemas.openxmlformats.org/drawingml/2006/main">
            <a:r>
              <a:t>3. 올바른 지적·오탐·누락을 직접 판정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실제 실행값의 전후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Notebook이 실제 실행한 영수증 사용, 수정 전 -2,000원 / 수정 후 3,000원, 결과 숫자를 코드에 정답처럼 복사하지 않음를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과잉 지적 개선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수정된 코드의 재검토, 지적의 근거와 불확실성, 새 테스트 필요 여부.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하나의 점수보다 오류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테스트 누락인지 정책 누락인지 분류</a:t>
            </a:r>
          </a:p>
          <a:p xmlns:a="http://schemas.openxmlformats.org/drawingml/2006/main">
            <a:r>
              <a:t>잘못된 지적을 Prompt 예시로 보완</a:t>
            </a:r>
          </a:p>
          <a:p xmlns:a="http://schemas.openxmlformats.org/drawingml/2006/main">
            <a:r>
              <a:t>모델 교체 전 같은 사례로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9분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7차시 15:50-16:40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본인 개선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실패 입력과 수정 Diff 한 개 선택</a:t>
            </a:r>
          </a:p>
          <a:p xmlns:a="http://schemas.openxmlformats.org/drawingml/2006/main">
            <a:r>
              <a:t>2. Test 전후 결과 기록</a:t>
            </a:r>
          </a:p>
          <a:p xmlns:a="http://schemas.openxmlformats.org/drawingml/2006/main">
            <a:r>
              <a:t>3. 다음 개선 항목 한 개 작성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7차시.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Localhost와 다음 주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사용 가능한 리뷰 서비스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사용자에게 Diff·정책 입력 제공</a:t>
            </a:r>
          </a:p>
          <a:p xmlns:a="http://schemas.openxmlformats.org/drawingml/2006/main">
            <a:r>
              <a:t>읽을 수 있는 리뷰와 Test 결과 표시</a:t>
            </a:r>
          </a:p>
          <a:p xmlns:a="http://schemas.openxmlformats.org/drawingml/2006/main">
            <a:r>
              <a:t>수정 후 같은 입력으로 다시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수정 파일의 Localhost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--exercise-dir: 본인이 고친 폴더 연결, 기본 폴더 실행과 Notebook 실행을 구별, 같은 10,000 / 15,000 입력으로 재확인를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장바구니 계산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브라우저의 장바구니 화면입니다. 캡처는 제공 초안과 참고 구현의 비교이며, 수강생 서버는 --exercise-dir로 자신의 수정 코드를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같은 테스트의 전후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checkout_checks.py를 서로 다른 checkout.py에 실행한 실제 화면의 테스트 영역을 확대했습니다. 원본 파일에는 입력과 금액도 포함됩니다. 수강생은 자신의 starter 수정 후에도 같은 테스트를 실행합니다.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Codex의 근거와 수정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Codex 리뷰의 첫 지적을 확대했습니다. 원본 캡처에는 codex_cli Provider와 나머지 지적 세 건도 있습니다. 이 영역에는 사람 결정 버튼이 없습니다. 수용·수정·제외는 Notebook 6차시에서 수행하고 최종 review_report.md에서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화면에서의 전체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결제 예정액 비교·같은 테스트 실행 버튼 확인</a:t>
            </a:r>
          </a:p>
          <a:p xmlns:a="http://schemas.openxmlformats.org/drawingml/2006/main">
            <a:r>
              <a:t>2. Codex CLI 리뷰 실행 후 Provider와 지적 확인</a:t>
            </a:r>
          </a:p>
          <a:p xmlns:a="http://schemas.openxmlformats.org/drawingml/2006/main">
            <a:r>
              <a:t>3. 사람 결정은 Notebook 6차시에서 선택·재개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Codex 대화: 서비스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요청을 Codex에 입력합니다. 답변 확인: 사용자가 눌러야 할 버튼, 오류 후 다시 실행, 코드·실행 방법의 일치.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Git의 전달 단위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Branch / 본인 변경의 작업 흐름 / 현재 branch 이름</a:t>
            </a:r>
          </a:p>
          <a:p xmlns:a="http://schemas.openxmlformats.org/drawingml/2006/main">
            <a:r>
              <a:t>Commit / 하나의 목적을 기록한 변경 / 코드와 관련 Test</a:t>
            </a:r>
          </a:p>
          <a:p xmlns:a="http://schemas.openxmlformats.org/drawingml/2006/main">
            <a:r>
              <a:t>PR / 변경을 함께 검토하는 요청 / 목표·Diff·Test 결과</a:t>
            </a:r>
          </a:p>
          <a:p xmlns:a="http://schemas.openxmlformats.org/drawingml/2006/main">
            <a:r>
              <a:t>Review / 반영 전 검토 의견 / 수정 또는 반영하지 않을 이유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GitHub용 서비스 폴더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정확한 원본 폴더는 Notebook의 직접 수정할 파일 출력으로 확인합니다. GitHub 런북의 서비스 폴더 준비 단계를 따릅니다.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본인 저장소에 my-review-service 폴더 생성</a:t>
            </a:r>
          </a:p>
          <a:p xmlns:a="http://schemas.openxmlformats.org/drawingml/2006/main">
            <a:r>
              <a:t>2. 수정한 starter의 checkout.py·checkout_checks.py 복사</a:t>
            </a:r>
          </a:p>
          <a:p xmlns:a="http://schemas.openxmlformats.org/drawingml/2006/main">
            <a:r>
              <a:t>3. 그 폴더에서 python checkout_checks.py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작은 Commit과 Draft PR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학생 권한이 없는 강사 저장소에 push하도록 안내하지 않습니다. 본인 fork 또는 새 학습 저장소에서 진행합니다. gh pr create 전 gh auth status로 로그인 상태를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코드를 한 줄씩 실행하고 앞 장표의 파일 복사와 Test 완료 후 실행, 학습용 본인 저장소·branch 확인, PR은 다음 주 자동 리뷰의 입력를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3주차와 4주차의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개인 서비스의 시작점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본인 작업을 Commit 단위로 정리</a:t>
            </a:r>
          </a:p>
          <a:p xmlns:a="http://schemas.openxmlformats.org/drawingml/2006/main">
            <a:r>
              <a:t>2. README에 실행 명령 작성</a:t>
            </a:r>
          </a:p>
          <a:p xmlns:a="http://schemas.openxmlformats.org/drawingml/2006/main">
            <a:r>
              <a:t>3. 다른 Terminal에서 다시 시작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개선 기록의 네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어떤 입력이 왜 실패했는가</a:t>
            </a:r>
          </a:p>
          <a:p xmlns:a="http://schemas.openxmlformats.org/drawingml/2006/main">
            <a:r>
              <a:t>코드 또는 Prompt의 무엇을 바꿨는가</a:t>
            </a:r>
          </a:p>
          <a:p xmlns:a="http://schemas.openxmlformats.org/drawingml/2006/main">
            <a:r>
              <a:t>Test와 실제 화면에서 무엇이 달라졌는가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2주 뒤의 개인 미니 프로젝트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의무 발표나 공개를 요구하지 않습니다. 선택 공유는 강사가 사례를 골라 설명하거나 학생이 희망할 때만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5주차 15:00~18:00</a:t>
            </a:r>
          </a:p>
          <a:p xmlns:a="http://schemas.openxmlformats.org/drawingml/2006/main">
            <a:r>
              <a:t>제작 150분 + 휴식·Q&amp;A 30분</a:t>
            </a:r>
          </a:p>
          <a:p xmlns:a="http://schemas.openxmlformats.org/drawingml/2006/main">
            <a:r>
              <a:t>개선 전후 기록 또는 짧은 화면 영상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4주차 수업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1~2차시 / GitHub PR 구조와 인증 / 본인 PR·Diff 수집 코드</a:t>
            </a:r>
          </a:p>
          <a:p xmlns:a="http://schemas.openxmlformats.org/drawingml/2006/main">
            <a:r>
              <a:t>3~4차시 / 라인 리뷰와 게시 / 리뷰 위치 매핑·미리보기</a:t>
            </a:r>
          </a:p>
          <a:p xmlns:a="http://schemas.openxmlformats.org/drawingml/2006/main">
            <a:r>
              <a:t>5~6차시 / 이벤트 자동화와 실패 처리 / Actions·재시도·중복 방지</a:t>
            </a:r>
          </a:p>
          <a:p xmlns:a="http://schemas.openxmlformats.org/drawingml/2006/main">
            <a:r>
              <a:t>7~8차시 / 회의·리뷰 문서 연동 / MD 템플릿·승인 후 게시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4주차 GitHub 자동 리뷰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5주차 수업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1~2차시 / 회의록·리뷰 보고서 통합 / 업무 리포트 서비스</a:t>
            </a:r>
          </a:p>
          <a:p xmlns:a="http://schemas.openxmlformats.org/drawingml/2006/main">
            <a:r>
              <a:t>3차시 / Workflow 통합 / 입력별 처리 경로</a:t>
            </a:r>
          </a:p>
          <a:p xmlns:a="http://schemas.openxmlformats.org/drawingml/2006/main">
            <a:r>
              <a:t>4~5차시 / 운영·관찰·배포 준비 / 오류 복구·LangSmith·Test</a:t>
            </a:r>
          </a:p>
          <a:p xmlns:a="http://schemas.openxmlformats.org/drawingml/2006/main">
            <a:r>
              <a:t>6~8차시 / 개인 미니 프로젝트 / 본인 서비스와 개선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미니 프로젝트 3시간 운영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3시간은 수업 운영 시간입니다. 실제 제작은 150분, 마지막 30분은 휴식과 Q&amp;A입니다. 쉬는 시간을 중간에 끼워 180분 제작으로 안내하지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15:00-15:25 / 문제와 최소 기능 선택 / 입력·사용자·기대 결과</a:t>
            </a:r>
          </a:p>
          <a:p xmlns:a="http://schemas.openxmlformats.org/drawingml/2006/main">
            <a:r>
              <a:t>15:25-16:15 / Codex 대화로 구현 / 실행 가능한 핵심 기능</a:t>
            </a:r>
          </a:p>
          <a:p xmlns:a="http://schemas.openxmlformats.org/drawingml/2006/main">
            <a:r>
              <a:t>16:15-17:00 / 실패 재현과 개선 / Test·수정 전후 비교</a:t>
            </a:r>
          </a:p>
          <a:p xmlns:a="http://schemas.openxmlformats.org/drawingml/2006/main">
            <a:r>
              <a:t>17:00-17:30 / 실행 안내·결과 정리 / README·화면·개선 기록</a:t>
            </a:r>
          </a:p>
          <a:p xmlns:a="http://schemas.openxmlformats.org/drawingml/2006/main">
            <a:r>
              <a:t>17:30-18:00 / 후반 휴식·Q&amp;A / 개별 질문·선택 공유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미니 프로젝트 선택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개선 전후의 공유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문서 한 페이지 또는 짧은 화면 기록 중 선택합니다. 학생 발표를 의무로 두지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문제 / 누가 어떤 입력에서 불편했는가</a:t>
            </a:r>
          </a:p>
          <a:p xmlns:a="http://schemas.openxmlformats.org/drawingml/2006/main">
            <a:r>
              <a:t>구현 / 어떤 함수·화면·도구를 만들었는가</a:t>
            </a:r>
          </a:p>
          <a:p xmlns:a="http://schemas.openxmlformats.org/drawingml/2006/main">
            <a:r>
              <a:t>개선 / 코드·Prompt·Workflow의 변경</a:t>
            </a:r>
          </a:p>
          <a:p xmlns:a="http://schemas.openxmlformats.org/drawingml/2006/main">
            <a:r>
              <a:t>검증 / 같은 입력의 전후 결과와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권장 시간: 30분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차시: 8차시 16:40-17:30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 대상: Q&amp;A와 실습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질문에는 명령, 첫 오류, 실행 위치를 함께 확인합니다. 오늘의 내용을 다시 장황하게 요약하지 않고 실제 미해결 실행을 복구합니다.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실행되지 않는 첫 오류</a:t>
            </a:r>
          </a:p>
          <a:p xmlns:a="http://schemas.openxmlformats.org/drawingml/2006/main">
            <a:r>
              <a:t>수정 전후 결과의 차이</a:t>
            </a:r>
          </a:p>
          <a:p xmlns:a="http://schemas.openxmlformats.org/drawingml/2006/main">
            <a:r>
              <a:t>다음 주 PR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 연결: 정본 Notebook의 8차시. 구체적 셀 번호와 파일은 수강생 실습가이드 및 페이지별 진행표 참조.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 방식: 온라인 개인 실행. 코드를 수정했다면 출력과 Test를 다시 확인. 의무 발표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d63e0379947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0f8cbbbe644c43" /><Relationship Type="http://schemas.openxmlformats.org/officeDocument/2006/relationships/slideLayout" Target="/ppt/slideLayouts/slideLayout1.xml" Id="R0cad960e928246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d960e928246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74484d3de43b1" /><Relationship Type="http://schemas.openxmlformats.org/officeDocument/2006/relationships/notesSlide" Target="/ppt/notesSlides/notesSlide1.xml" Id="Rd898d7b2b223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da7bcb544f52" /><Relationship Type="http://schemas.openxmlformats.org/officeDocument/2006/relationships/notesSlide" Target="/ppt/notesSlides/notesSlide2.xml" Id="Rc137c8877a2b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d2ed19a74488" /><Relationship Type="http://schemas.openxmlformats.org/officeDocument/2006/relationships/notesSlide" Target="/ppt/notesSlides/notesSlide3.xml" Id="Rec8735b1492d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cf9f82a4f4c97" /><Relationship Type="http://schemas.openxmlformats.org/officeDocument/2006/relationships/notesSlide" Target="/ppt/notesSlides/notesSlide4.xml" Id="R8c61b769133b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3b8e4acb54dc4" /><Relationship Type="http://schemas.openxmlformats.org/officeDocument/2006/relationships/notesSlide" Target="/ppt/notesSlides/notesSlide5.xml" Id="R95a94eb9ea25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4a65a22e4bfe" /><Relationship Type="http://schemas.openxmlformats.org/officeDocument/2006/relationships/notesSlide" Target="/ppt/notesSlides/notesSlide6.xml" Id="Rfe398666c390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3675150be4614" /><Relationship Type="http://schemas.openxmlformats.org/officeDocument/2006/relationships/notesSlide" Target="/ppt/notesSlides/notesSlide7.xml" Id="Rc901f4e75a1a4c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67ca591374d20" /><Relationship Type="http://schemas.openxmlformats.org/officeDocument/2006/relationships/notesSlide" Target="/ppt/notesSlides/notesSlide8.xml" Id="R746590cb19be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73b8f44474527" /><Relationship Type="http://schemas.openxmlformats.org/officeDocument/2006/relationships/notesSlide" Target="/ppt/notesSlides/notesSlide9.xml" Id="R2190e0a866a745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23cacf1f4a5a" /><Relationship Type="http://schemas.openxmlformats.org/officeDocument/2006/relationships/notesSlide" Target="/ppt/notesSlides/notesSlide10.xml" Id="R526f1b470a4746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c339584224474" /><Relationship Type="http://schemas.openxmlformats.org/officeDocument/2006/relationships/notesSlide" Target="/ppt/notesSlides/notesSlide11.xml" Id="Rec751dd526d148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57b251ba4930" /><Relationship Type="http://schemas.openxmlformats.org/officeDocument/2006/relationships/notesSlide" Target="/ppt/notesSlides/notesSlide12.xml" Id="R3fc3905d635141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93b8566f641e9" /><Relationship Type="http://schemas.openxmlformats.org/officeDocument/2006/relationships/notesSlide" Target="/ppt/notesSlides/notesSlide13.xml" Id="R7ddbd9fdbfb545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f2b5dceb54a31" /><Relationship Type="http://schemas.openxmlformats.org/officeDocument/2006/relationships/notesSlide" Target="/ppt/notesSlides/notesSlide14.xml" Id="Rdcbf78bd9f1248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15979e4d45e6" /><Relationship Type="http://schemas.openxmlformats.org/officeDocument/2006/relationships/notesSlide" Target="/ppt/notesSlides/notesSlide15.xml" Id="R0a0ad68316ff4b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81972b6834b30" /><Relationship Type="http://schemas.openxmlformats.org/officeDocument/2006/relationships/notesSlide" Target="/ppt/notesSlides/notesSlide16.xml" Id="Rf197b6396a2042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3448cee2f4def" /><Relationship Type="http://schemas.openxmlformats.org/officeDocument/2006/relationships/notesSlide" Target="/ppt/notesSlides/notesSlide17.xml" Id="Rb1f0e0e7546c48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3733f167b403a" /><Relationship Type="http://schemas.openxmlformats.org/officeDocument/2006/relationships/notesSlide" Target="/ppt/notesSlides/notesSlide18.xml" Id="Rd6d63d980f4944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64561b7b94ec0" /><Relationship Type="http://schemas.openxmlformats.org/officeDocument/2006/relationships/notesSlide" Target="/ppt/notesSlides/notesSlide19.xml" Id="Rd935b952281642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e318e446848fb" /><Relationship Type="http://schemas.openxmlformats.org/officeDocument/2006/relationships/notesSlide" Target="/ppt/notesSlides/notesSlide20.xml" Id="R49e0f9755cf64d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fed84465e468e" /><Relationship Type="http://schemas.openxmlformats.org/officeDocument/2006/relationships/notesSlide" Target="/ppt/notesSlides/notesSlide21.xml" Id="R89f03a1eb95e4d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4c99173f45d1" /><Relationship Type="http://schemas.openxmlformats.org/officeDocument/2006/relationships/notesSlide" Target="/ppt/notesSlides/notesSlide22.xml" Id="R9ff296e5141044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fb0de753d4feb" /><Relationship Type="http://schemas.openxmlformats.org/officeDocument/2006/relationships/notesSlide" Target="/ppt/notesSlides/notesSlide23.xml" Id="R5a69608ed7a845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afa417f8c4771" /><Relationship Type="http://schemas.openxmlformats.org/officeDocument/2006/relationships/notesSlide" Target="/ppt/notesSlides/notesSlide24.xml" Id="R7738eaddcdf844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b47cb72a4514" /><Relationship Type="http://schemas.openxmlformats.org/officeDocument/2006/relationships/notesSlide" Target="/ppt/notesSlides/notesSlide25.xml" Id="Rc1ab56f635b546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415c0393a443b" /><Relationship Type="http://schemas.openxmlformats.org/officeDocument/2006/relationships/notesSlide" Target="/ppt/notesSlides/notesSlide26.xml" Id="Rc99fd34802734c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5f0980dcc4f4d" /><Relationship Type="http://schemas.openxmlformats.org/officeDocument/2006/relationships/notesSlide" Target="/ppt/notesSlides/notesSlide27.xml" Id="Ra9e184f25dc647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a3f8ce15a44e8" /><Relationship Type="http://schemas.openxmlformats.org/officeDocument/2006/relationships/notesSlide" Target="/ppt/notesSlides/notesSlide28.xml" Id="R75bfb663b1c94df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3000dc2b42c5" /><Relationship Type="http://schemas.openxmlformats.org/officeDocument/2006/relationships/notesSlide" Target="/ppt/notesSlides/notesSlide29.xml" Id="R50fb87e7c2984d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e9cb76195433e" /><Relationship Type="http://schemas.openxmlformats.org/officeDocument/2006/relationships/notesSlide" Target="/ppt/notesSlides/notesSlide30.xml" Id="Rb410cf30d5b3473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3c6149b5e4608" /><Relationship Type="http://schemas.openxmlformats.org/officeDocument/2006/relationships/notesSlide" Target="/ppt/notesSlides/notesSlide31.xml" Id="Rd670e35e937043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f1e2f5b814f28" /><Relationship Type="http://schemas.openxmlformats.org/officeDocument/2006/relationships/notesSlide" Target="/ppt/notesSlides/notesSlide32.xml" Id="Rfa7c538ccdf542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e9bf4b17e458c" /><Relationship Type="http://schemas.openxmlformats.org/officeDocument/2006/relationships/notesSlide" Target="/ppt/notesSlides/notesSlide33.xml" Id="Re2c5e4ff910c4c3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0434885a04266" /><Relationship Type="http://schemas.openxmlformats.org/officeDocument/2006/relationships/notesSlide" Target="/ppt/notesSlides/notesSlide34.xml" Id="R08d95e34e6164e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be4d9c3f9458d" /><Relationship Type="http://schemas.openxmlformats.org/officeDocument/2006/relationships/notesSlide" Target="/ppt/notesSlides/notesSlide35.xml" Id="Rf915d84a17714d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194ee56304a09" /><Relationship Type="http://schemas.openxmlformats.org/officeDocument/2006/relationships/notesSlide" Target="/ppt/notesSlides/notesSlide36.xml" Id="R55c86c43a0e943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4f4503b1d4a5f" /><Relationship Type="http://schemas.openxmlformats.org/officeDocument/2006/relationships/notesSlide" Target="/ppt/notesSlides/notesSlide37.xml" Id="R01aab5fbe79943b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d44d2abb4e0c" /><Relationship Type="http://schemas.openxmlformats.org/officeDocument/2006/relationships/notesSlide" Target="/ppt/notesSlides/notesSlide38.xml" Id="R0a386feec9ea41d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87d1e6024a2e" /><Relationship Type="http://schemas.openxmlformats.org/officeDocument/2006/relationships/notesSlide" Target="/ppt/notesSlides/notesSlide39.xml" Id="R2fdbdae0839a4aa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46d6db03b4878" /><Relationship Type="http://schemas.openxmlformats.org/officeDocument/2006/relationships/notesSlide" Target="/ppt/notesSlides/notesSlide40.xml" Id="R863dea6e066b4a2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47203e8434687" /><Relationship Type="http://schemas.openxmlformats.org/officeDocument/2006/relationships/notesSlide" Target="/ppt/notesSlides/notesSlide41.xml" Id="Rd0e344ee99e247c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45cc3ac254efb" /><Relationship Type="http://schemas.openxmlformats.org/officeDocument/2006/relationships/notesSlide" Target="/ppt/notesSlides/notesSlide42.xml" Id="Ra30f0faa6c384b8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b4af78843487a" /><Relationship Type="http://schemas.openxmlformats.org/officeDocument/2006/relationships/notesSlide" Target="/ppt/notesSlides/notesSlide43.xml" Id="R9d80b40f17c24fd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e7a699efc415f" /><Relationship Type="http://schemas.openxmlformats.org/officeDocument/2006/relationships/notesSlide" Target="/ppt/notesSlides/notesSlide44.xml" Id="R56ed5fe5a60145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3b940e7942f0" /><Relationship Type="http://schemas.openxmlformats.org/officeDocument/2006/relationships/notesSlide" Target="/ppt/notesSlides/notesSlide45.xml" Id="Refe4219d3c5344e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ad02ce67e464e" /><Relationship Type="http://schemas.openxmlformats.org/officeDocument/2006/relationships/notesSlide" Target="/ppt/notesSlides/notesSlide46.xml" Id="Rd74ce3105cc14e2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3df97c10e4053" /><Relationship Type="http://schemas.openxmlformats.org/officeDocument/2006/relationships/notesSlide" Target="/ppt/notesSlides/notesSlide47.xml" Id="Rd440fe84ba3c4f1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3f6a1ed1d45c2" /><Relationship Type="http://schemas.openxmlformats.org/officeDocument/2006/relationships/notesSlide" Target="/ppt/notesSlides/notesSlide48.xml" Id="R5a0dc39a7fc94c1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112ae2a1f418e" /><Relationship Type="http://schemas.openxmlformats.org/officeDocument/2006/relationships/notesSlide" Target="/ppt/notesSlides/notesSlide49.xml" Id="R257a59b279c9455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bc927fd1f4613" /><Relationship Type="http://schemas.openxmlformats.org/officeDocument/2006/relationships/notesSlide" Target="/ppt/notesSlides/notesSlide50.xml" Id="Ra3693c61b2cf4f0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7610561264420" /><Relationship Type="http://schemas.openxmlformats.org/officeDocument/2006/relationships/notesSlide" Target="/ppt/notesSlides/notesSlide51.xml" Id="Rdc0d1ab2491b461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bb1047eb04104" /><Relationship Type="http://schemas.openxmlformats.org/officeDocument/2006/relationships/notesSlide" Target="/ppt/notesSlides/notesSlide52.xml" Id="Rc8ac3907e9ac418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94a632f5f4831" /><Relationship Type="http://schemas.openxmlformats.org/officeDocument/2006/relationships/notesSlide" Target="/ppt/notesSlides/notesSlide53.xml" Id="R1046a1fc739e4f9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b3966b19747a1" /><Relationship Type="http://schemas.openxmlformats.org/officeDocument/2006/relationships/notesSlide" Target="/ppt/notesSlides/notesSlide54.xml" Id="R1599702a3f864a8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677cf77b14843" /><Relationship Type="http://schemas.openxmlformats.org/officeDocument/2006/relationships/notesSlide" Target="/ppt/notesSlides/notesSlide55.xml" Id="R8dda29dce583408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5e87770346d7" /><Relationship Type="http://schemas.openxmlformats.org/officeDocument/2006/relationships/notesSlide" Target="/ppt/notesSlides/notesSlide56.xml" Id="Rb41adc22b3744d0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975b73f94a0e" /><Relationship Type="http://schemas.openxmlformats.org/officeDocument/2006/relationships/notesSlide" Target="/ppt/notesSlides/notesSlide57.xml" Id="R4920d796e0f2477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f9ed64e3440b3" /><Relationship Type="http://schemas.openxmlformats.org/officeDocument/2006/relationships/notesSlide" Target="/ppt/notesSlides/notesSlide58.xml" Id="R98bdc53f44c1476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8ed3b016844db" /><Relationship Type="http://schemas.openxmlformats.org/officeDocument/2006/relationships/notesSlide" Target="/ppt/notesSlides/notesSlide59.xml" Id="R1619481be52546c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509cfb0cc4694" /><Relationship Type="http://schemas.openxmlformats.org/officeDocument/2006/relationships/notesSlide" Target="/ppt/notesSlides/notesSlide60.xml" Id="R940c5aac52e446b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422b8a1a94861" /><Relationship Type="http://schemas.openxmlformats.org/officeDocument/2006/relationships/notesSlide" Target="/ppt/notesSlides/notesSlide61.xml" Id="R27493d31cbed452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7fac2e004c97" /><Relationship Type="http://schemas.openxmlformats.org/officeDocument/2006/relationships/notesSlide" Target="/ppt/notesSlides/notesSlide62.xml" Id="R807e9dff682141e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0d9e95524a41" /><Relationship Type="http://schemas.openxmlformats.org/officeDocument/2006/relationships/notesSlide" Target="/ppt/notesSlides/notesSlide63.xml" Id="Rbfc44707c66d410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9208963e4000" /><Relationship Type="http://schemas.openxmlformats.org/officeDocument/2006/relationships/notesSlide" Target="/ppt/notesSlides/notesSlide64.xml" Id="R1a61b71db3124f5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b8b7b2ca348e3" /><Relationship Type="http://schemas.openxmlformats.org/officeDocument/2006/relationships/notesSlide" Target="/ppt/notesSlides/notesSlide65.xml" Id="R02bdb1a77c7a465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883db5334882" /><Relationship Type="http://schemas.openxmlformats.org/officeDocument/2006/relationships/notesSlide" Target="/ppt/notesSlides/notesSlide66.xml" Id="Rfc1e614dd5fd49f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4ffda3d36494f" /><Relationship Type="http://schemas.openxmlformats.org/officeDocument/2006/relationships/notesSlide" Target="/ppt/notesSlides/notesSlide67.xml" Id="R4dbe5bf0620e4d4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afd4c1aa646fd" /><Relationship Type="http://schemas.openxmlformats.org/officeDocument/2006/relationships/notesSlide" Target="/ppt/notesSlides/notesSlide68.xml" Id="Ra057611fdb4145f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7c31e9dd4a5e" /><Relationship Type="http://schemas.openxmlformats.org/officeDocument/2006/relationships/notesSlide" Target="/ppt/notesSlides/notesSlide69.xml" Id="Rf8c729d181dc4bf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642583b4f419c" /><Relationship Type="http://schemas.openxmlformats.org/officeDocument/2006/relationships/notesSlide" Target="/ppt/notesSlides/notesSlide70.xml" Id="R6b3bf5c0ea42455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a49982c24a63" /><Relationship Type="http://schemas.openxmlformats.org/officeDocument/2006/relationships/notesSlide" Target="/ppt/notesSlides/notesSlide71.xml" Id="R75c440e6086c47e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50a794e7c4a26" /><Relationship Type="http://schemas.openxmlformats.org/officeDocument/2006/relationships/notesSlide" Target="/ppt/notesSlides/notesSlide72.xml" Id="R853a46a872d54d5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33091bbaf4004" /><Relationship Type="http://schemas.openxmlformats.org/officeDocument/2006/relationships/notesSlide" Target="/ppt/notesSlides/notesSlide73.xml" Id="Rda0f135268c145b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f9472feb945c6" /><Relationship Type="http://schemas.openxmlformats.org/officeDocument/2006/relationships/notesSlide" Target="/ppt/notesSlides/notesSlide74.xml" Id="R09aa0318f7c44c6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7e7fc75b04296" /><Relationship Type="http://schemas.openxmlformats.org/officeDocument/2006/relationships/notesSlide" Target="/ppt/notesSlides/notesSlide75.xml" Id="Rf595499f044649a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3be3a95b24604" /><Relationship Type="http://schemas.openxmlformats.org/officeDocument/2006/relationships/notesSlide" Target="/ppt/notesSlides/notesSlide76.xml" Id="Rf140f3ece8474efd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d4797d67d4e39" /><Relationship Type="http://schemas.openxmlformats.org/officeDocument/2006/relationships/notesSlide" Target="/ppt/notesSlides/notesSlide77.xml" Id="R969ad3e199f54fd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5cc82f13a4fb3" /><Relationship Type="http://schemas.openxmlformats.org/officeDocument/2006/relationships/notesSlide" Target="/ppt/notesSlides/notesSlide78.xml" Id="Rb5da5b5a09f4417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f71689ed64f46" /><Relationship Type="http://schemas.openxmlformats.org/officeDocument/2006/relationships/notesSlide" Target="/ppt/notesSlides/notesSlide79.xml" Id="Rfaca84633aac450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c9eb932ed4bfc" /><Relationship Type="http://schemas.openxmlformats.org/officeDocument/2006/relationships/notesSlide" Target="/ppt/notesSlides/notesSlide80.xml" Id="Rb49139bb59b147c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b1fa59a0041c1" /><Relationship Type="http://schemas.openxmlformats.org/officeDocument/2006/relationships/notesSlide" Target="/ppt/notesSlides/notesSlide81.xml" Id="R097212ec8178426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43d0be7e54b7a" /><Relationship Type="http://schemas.openxmlformats.org/officeDocument/2006/relationships/notesSlide" Target="/ppt/notesSlides/notesSlide82.xml" Id="Rdd42c2a935ba452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760278ce34424" /><Relationship Type="http://schemas.openxmlformats.org/officeDocument/2006/relationships/notesSlide" Target="/ppt/notesSlides/notesSlide83.xml" Id="Ra1286b0dcc6347c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618f85c874b29" /><Relationship Type="http://schemas.openxmlformats.org/officeDocument/2006/relationships/notesSlide" Target="/ppt/notesSlides/notesSlide84.xml" Id="R4c683c53dbc441c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a33b5e97e4f23" /><Relationship Type="http://schemas.openxmlformats.org/officeDocument/2006/relationships/notesSlide" Target="/ppt/notesSlides/notesSlide85.xml" Id="Raf00a53f5c1c417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ce9abc78f4cb5" /><Relationship Type="http://schemas.openxmlformats.org/officeDocument/2006/relationships/notesSlide" Target="/ppt/notesSlides/notesSlide86.xml" Id="Rc34acc1cfb584d8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a395f27744705" /><Relationship Type="http://schemas.openxmlformats.org/officeDocument/2006/relationships/notesSlide" Target="/ppt/notesSlides/notesSlide87.xml" Id="R6614844b6a084bc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fb533d49b406e" /><Relationship Type="http://schemas.openxmlformats.org/officeDocument/2006/relationships/notesSlide" Target="/ppt/notesSlides/notesSlide88.xml" Id="R6385d4c4e67a449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0f3402be4cc3" /><Relationship Type="http://schemas.openxmlformats.org/officeDocument/2006/relationships/notesSlide" Target="/ppt/notesSlides/notesSlide89.xml" Id="Rd0c2bdf4d2b04d3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7d6abbc5c44fe" /><Relationship Type="http://schemas.openxmlformats.org/officeDocument/2006/relationships/notesSlide" Target="/ppt/notesSlides/notesSlide90.xml" Id="Rd053882753484da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e750f3e8340ba" /><Relationship Type="http://schemas.openxmlformats.org/officeDocument/2006/relationships/notesSlide" Target="/ppt/notesSlides/notesSlide91.xml" Id="R1120c95283da4bb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6469f14c4d1e" /><Relationship Type="http://schemas.openxmlformats.org/officeDocument/2006/relationships/notesSlide" Target="/ppt/notesSlides/notesSlide92.xml" Id="R2cfc33b34a424dc8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247aaa3b642f3" /><Relationship Type="http://schemas.openxmlformats.org/officeDocument/2006/relationships/notesSlide" Target="/ppt/notesSlides/notesSlide93.xml" Id="Rb8b3c590f3484c6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09a574a47493e" /><Relationship Type="http://schemas.openxmlformats.org/officeDocument/2006/relationships/notesSlide" Target="/ppt/notesSlides/notesSlide94.xml" Id="R39efe146893a4bd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24d58f2274ea7" /><Relationship Type="http://schemas.openxmlformats.org/officeDocument/2006/relationships/notesSlide" Target="/ppt/notesSlides/notesSlide95.xml" Id="Ree846a5863d24bd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2a5a34d454a5e" /><Relationship Type="http://schemas.openxmlformats.org/officeDocument/2006/relationships/notesSlide" Target="/ppt/notesSlides/notesSlide96.xml" Id="Ra8dfe7b535e1409d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0985ed9a466a" /><Relationship Type="http://schemas.openxmlformats.org/officeDocument/2006/relationships/notesSlide" Target="/ppt/notesSlides/notesSlide97.xml" Id="R20ce299d4da9404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df173a74d4288" /><Relationship Type="http://schemas.openxmlformats.org/officeDocument/2006/relationships/notesSlide" Target="/ppt/notesSlides/notesSlide98.xml" Id="R14701d25458d40f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137d75d654744" /><Relationship Type="http://schemas.openxmlformats.org/officeDocument/2006/relationships/notesSlide" Target="/ppt/notesSlides/notesSlide99.xml" Id="Re052c23980ef49ee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9cd38e25249ec" /><Relationship Type="http://schemas.openxmlformats.org/officeDocument/2006/relationships/notesSlide" Target="/ppt/notesSlides/notesSlide100.xml" Id="Rd4db828caca34f1c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e0a0180264555" /><Relationship Type="http://schemas.openxmlformats.org/officeDocument/2006/relationships/notesSlide" Target="/ppt/notesSlides/notesSlide101.xml" Id="Rebfc945ee5044e2f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e56bb6ac44472" /><Relationship Type="http://schemas.openxmlformats.org/officeDocument/2006/relationships/notesSlide" Target="/ppt/notesSlides/notesSlide102.xml" Id="R6bfeb25f17e6444a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3261ad9ce4741" /><Relationship Type="http://schemas.openxmlformats.org/officeDocument/2006/relationships/image" Target="/ppt/media/image.png" Id="R95c22d5ef6cb4886" /><Relationship Type="http://schemas.openxmlformats.org/officeDocument/2006/relationships/notesSlide" Target="/ppt/notesSlides/notesSlide103.xml" Id="Rf1b1a953725c4a4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643dc26c1408b" /><Relationship Type="http://schemas.openxmlformats.org/officeDocument/2006/relationships/image" Target="/ppt/media/image2.png" Id="R3ad58e989afd4b6c" /><Relationship Type="http://schemas.openxmlformats.org/officeDocument/2006/relationships/notesSlide" Target="/ppt/notesSlides/notesSlide104.xml" Id="R9aa264bb17d44ca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763fd3e24b5a" /><Relationship Type="http://schemas.openxmlformats.org/officeDocument/2006/relationships/image" Target="/ppt/media/image3.png" Id="Rc40681e228d94725" /><Relationship Type="http://schemas.openxmlformats.org/officeDocument/2006/relationships/notesSlide" Target="/ppt/notesSlides/notesSlide105.xml" Id="R84c5827e5102464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3fcaa504d42d4" /><Relationship Type="http://schemas.openxmlformats.org/officeDocument/2006/relationships/notesSlide" Target="/ppt/notesSlides/notesSlide106.xml" Id="Rc397649ab4cc432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dc136035f4425" /><Relationship Type="http://schemas.openxmlformats.org/officeDocument/2006/relationships/notesSlide" Target="/ppt/notesSlides/notesSlide107.xml" Id="R2f608d5e22af4bc7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712e67764be3" /><Relationship Type="http://schemas.openxmlformats.org/officeDocument/2006/relationships/notesSlide" Target="/ppt/notesSlides/notesSlide108.xml" Id="R350c98bc393b436c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6285dae904356" /><Relationship Type="http://schemas.openxmlformats.org/officeDocument/2006/relationships/notesSlide" Target="/ppt/notesSlides/notesSlide109.xml" Id="Rdb9320683473420b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48135ba54aea" /><Relationship Type="http://schemas.openxmlformats.org/officeDocument/2006/relationships/notesSlide" Target="/ppt/notesSlides/notesSlide110.xml" Id="Rff2d28cf6c7e460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c3892a2864a3d" /><Relationship Type="http://schemas.openxmlformats.org/officeDocument/2006/relationships/notesSlide" Target="/ppt/notesSlides/notesSlide111.xml" Id="R46c94d9543a940dd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7dc442824715" /><Relationship Type="http://schemas.openxmlformats.org/officeDocument/2006/relationships/notesSlide" Target="/ppt/notesSlides/notesSlide112.xml" Id="R2ba23414c48f4284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81654340545ec" /><Relationship Type="http://schemas.openxmlformats.org/officeDocument/2006/relationships/notesSlide" Target="/ppt/notesSlides/notesSlide113.xml" Id="Ra6c584cf1d3c46d5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1785c5b9e4c82" /><Relationship Type="http://schemas.openxmlformats.org/officeDocument/2006/relationships/notesSlide" Target="/ppt/notesSlides/notesSlide114.xml" Id="R0dfb529ab9134426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9d4b8d3e493f" /><Relationship Type="http://schemas.openxmlformats.org/officeDocument/2006/relationships/notesSlide" Target="/ppt/notesSlides/notesSlide115.xml" Id="R040d70141ef84f06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a2a196edd445a" /><Relationship Type="http://schemas.openxmlformats.org/officeDocument/2006/relationships/notesSlide" Target="/ppt/notesSlides/notesSlide116.xml" Id="R02816b09298b416a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7918d14244b87" /><Relationship Type="http://schemas.openxmlformats.org/officeDocument/2006/relationships/notesSlide" Target="/ppt/notesSlides/notesSlide117.xml" Id="Rcf89daa207684ed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715e7c04043e2" /><Relationship Type="http://schemas.openxmlformats.org/officeDocument/2006/relationships/notesSlide" Target="/ppt/notesSlides/notesSlide118.xml" Id="Re429d5684e684f4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b93438a6482a" /><Relationship Type="http://schemas.openxmlformats.org/officeDocument/2006/relationships/notesSlide" Target="/ppt/notesSlides/notesSlide119.xml" Id="Rd2af9905df7a4521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bdd1988f4a88" /><Relationship Type="http://schemas.openxmlformats.org/officeDocument/2006/relationships/notesSlide" Target="/ppt/notesSlides/notesSlide120.xml" Id="Rd409b76fa33a4cd3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a009208c34e0a" /><Relationship Type="http://schemas.openxmlformats.org/officeDocument/2006/relationships/notesSlide" Target="/ppt/notesSlides/notesSlide121.xml" Id="R855a7d2c6a8d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A3BFF-D3AB-4022-93A9-5EDFE2D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AGENT &amp; WORKFLOW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932CC-228A-415A-BEBC-6D3B409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B784-63AE-4F10-B30F-24D55CA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코드 리뷰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00820-7FDF-4497-83E0-C2CC3BB1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 CLI 기반 설계·구현·개선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2627F-1DD7-4FF6-830F-BA55F6E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차성재 · Agentic AI PM / AI 겸임교수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40B1A-DA66-4879-A48E-293DED1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18A19-9DE2-42AF-AA96-B4A12B1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A176B-43F7-494A-99C1-336DEAFE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125727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294BA-B52C-4144-9D37-7C9DE7A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A020-93B9-4E4E-B1CD-A56E3E5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5주 과정의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8DB98-CA5D-47F7-ADDE-527607B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76879-AFC1-4C0B-8087-24A9946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84EB7-122F-4617-9B49-3F980670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주차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실행할 서비스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이번 주 활용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1주차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Tool Calling과 실행 환경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함수·입력 검증·Test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2주차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한국어 회의기록 Agent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Context·사람 검토·화면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3주차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리뷰 Agent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재현·Codex 리뷰·수정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4주차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GitHub PR 자동 리뷰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 수집·댓글·문서 연동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5주차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서비스 통합·미니 프로젝트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운영·개선·개인 서비스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757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01549-B285-443E-83D4-1C377046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D89F3-5669-47A1-8792-D0F1E69C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지난 수업과 오늘의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416C4-0826-409B-BA58-918A22E4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E559A-BFD8-4983-AF3D-26ACFD1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80DD7-E498-4292-AB6B-D4BE8263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5171A-8269-446A-93A3-F99BE781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1FD5-D63F-4D52-A175-27E968BE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E0197-F1B4-40FE-A22D-B1BBE0A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1·2주차 활용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B376C-554D-4DDB-A77B-8B0F60F4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3주차의 새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E97C5-46B3-4503-BE74-B033133B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0457F-0F4E-4084-85A1-C5269C9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입력을 공통 형식으로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F90C0-215D-41C4-BF76-43E9232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8BEE-B0A8-47FF-95D5-F8A4640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LLM 결과를 근거와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AE14E-C922-4B29-A343-D827EC5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ECC43-FB01-4B7E-A931-0EAED7C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확인 후 다음 단계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A214E-CACA-402C-9B10-3AF2FF0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3E174-118F-4C78-BDA2-9F5437A9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Git Diff와 코드 라인 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2F221-C580-4205-8AF4-8991FFF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DC39E-7F4E-41D9-842D-8867D61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버그 재현과 회귀 테스트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718CD-D784-456B-9368-A42A691E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5634A-25F6-4BDF-982A-E69A5CD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품질의 전후 비교</a:t>
            </a:r>
          </a:p>
        </p:txBody>
      </p:sp>
    </p:spTree>
    <p:extLst>
      <p:ext uri="{BB962C8B-B14F-4D97-AF65-F5344CB8AC3E}">
        <p14:creationId xmlns:p14="http://schemas.microsoft.com/office/powerpoint/2010/main" val="733946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BBE71-FCC2-4C97-968C-3F950FDA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24E8B-FF34-416E-B90B-08D0CFC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원본 모듈과 운영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0C971-6556-4C99-A24D-7AB59DE4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B166C-4907-4824-86C1-CC740C3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2CE6-C24A-47CA-8553-95D50E2B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 모듈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배정 시간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5주 운영에서의 위치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Agent·환경 / Tool Calling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6H / 6H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1·2주차 기초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리뷰 Agent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8H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3주차 집중 구현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GitHub 자동 리뷰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6H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4주차 1~6차시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회의록·문서 자동화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8H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2주차 선행 + 4·5주차 통합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통합·운영·프로젝트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6H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5주차 3~8차시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149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AFA27-52A4-4BAA-83AA-2444F10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0DD0E-656C-4D3F-BFB3-7B91EDC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장바구니 오류의 전후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FB514-2D58-421A-96BA-687187D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FAB63-746E-42A8-A148-576E605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8484D-BFEA-4382-A345-57E3224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20B67-50F4-4379-8898-05A6EB5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입력은 같고 결제 금액은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25F26-7FDE-4794-92DE-98CEDAA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BEDBB-887E-49EC-9A6E-FC0C247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29073-4BC5-4CAF-959A-8C0874E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-2,000원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C0FCA-E1DF-4FF3-8F3D-A074FE3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86200"/>
            <a:ext cx="5048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40514-731C-4C42-AB3E-A85BD47B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14725"/>
            <a:ext cx="5067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3,000원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B1BEF-EB4B-4C8E-B410-EBA95E4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상품 10,000원 / 쿠폰 15,000원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할인은 상품 금액까지만, 배송비는 별도</a:t>
            </a:r>
          </a:p>
        </p:txBody>
      </p:sp>
    </p:spTree>
    <p:extLst>
      <p:ext uri="{BB962C8B-B14F-4D97-AF65-F5344CB8AC3E}">
        <p14:creationId xmlns:p14="http://schemas.microsoft.com/office/powerpoint/2010/main" val="2051896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DA50C-6142-4B44-8C76-3535109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B6119-5045-4156-85D9-12AB0B4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코드 리뷰 Agent 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8AD55-A3D9-4295-A9F5-6EA8F32E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E6579-7DD0-420E-9231-B5E8B9B3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3AF0B-54BE-4F97-88C6-2196B85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51074-AB7E-48BB-9FE6-FB146EE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3926F-C739-44C2-A2AE-46E3CB06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Git Diff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검토할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83C00-5B52-4392-973E-8A15A939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3F1D7-CA2D-4F28-A487-8549D7F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66925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Context Pack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업무 규칙·Test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F95BB-5E0D-4EBC-8106-60A279C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A7076-B74B-4863-B7AA-E9E4793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66925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 CLI + 모델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제공된 코드 리뷰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5E786-7686-4D8F-953E-E3B90AE1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A3A38-F2BE-485F-9E77-95A158F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66925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 검증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형식·라인·근거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B76A0-96D1-4AC5-9DDC-73AC02C3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336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9181-2255-4C4F-8EB3-77B91AB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336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FD1C7-D846-4BB7-9C93-5B60844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336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E15F8-88E2-42B5-A8C2-E07A46AB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81325"/>
            <a:ext cx="1905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5F360-5AF6-4741-BADC-C0D6434C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ECBD0-4EAC-4959-BCF5-97EA3BDD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24250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LangGraph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검토 대기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75799-8C60-4364-861D-4CF02063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93B37-862E-4F9B-BB52-0F4DC16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276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Markdown 리뷰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수용·수정·제외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F3C9B-4740-4A0A-BE74-950B00C3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2095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2E82D-C37A-4123-BA48-DD76E02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53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B1825-AF69-46CF-A005-D42388C3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학생 + 대화형 Codex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코드 탐색·수정·Test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C0825-D284-4631-9220-30D02FE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095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2B4BA-45A4-45DA-92AC-FCD811C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반복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1D013-43E4-4311-ADC3-CB9CD8F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244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Diff와 테스트 결과로 다시 검토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D4F5C-265E-49EF-AC4B-757A155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F5CB9-DF95-4E29-A8C5-7399B56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4주차  GitHub PR 리뷰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A3A2A-8632-4F0C-98A9-71700C9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3402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5주차  업무 통합·개인 서비스</a:t>
            </a:r>
          </a:p>
        </p:txBody>
      </p:sp>
    </p:spTree>
    <p:extLst>
      <p:ext uri="{BB962C8B-B14F-4D97-AF65-F5344CB8AC3E}">
        <p14:creationId xmlns:p14="http://schemas.microsoft.com/office/powerpoint/2010/main" val="1033706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1E5F9-C908-4290-B5F2-66C8CAB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0870D-431B-4F73-93E0-2D473F52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자동화 구성의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9B592-8A0F-49D0-979A-185B224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EE3B1-AF3F-4688-B766-323B38D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D3713-67C6-4F16-A8EF-7AF09C6A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직접 수행하는 일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 기준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대화 / Adapter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대화는 탐색·수정 / Adapter는 전달 자료 검토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규칙과 관련 코드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검증·CLI 실행·Test 확인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명시적 함수와 결과 계약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LangGraph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대기·수정·재개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사람의 선택과 실행 상태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사람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지적 수용·수정 범위·최종 반영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영향과 재현 증거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353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1E28E-5D30-442D-A6E3-A7D7437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3F2DD-CCA9-4ADC-9233-FAD91D46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오전 수업과 점심시간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770B-CC8B-4356-B055-9DA71679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99765-C3AC-4A53-9B32-9F9961F0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07414-B40C-41E4-8396-B6427213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857500"/>
                <a:gridCol w="2809875"/>
                <a:gridCol w="5305425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함께 챙길 내용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09:00-09:50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대상과 업무 규칙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09:50-10:40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2차시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 Diff와 재현 Test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10:40-11:30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기준과 Context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11:30-12:00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쉬는 시간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오전 수업 후 30분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12:00-13:00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점심시간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13시 수업 시작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87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B55BB-7F61-48ED-91C9-70E3ADA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D7845-A4C6-4671-A9F4-1514DACF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오후 수업과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C3BF7-3AB8-4E5C-9F5E-3564CB6E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4E8CB-C685-40C3-AD9D-12FCE1D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9450E-7DBC-4120-8157-ECE10CBC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857500"/>
                <a:gridCol w="2809875"/>
                <a:gridCol w="5305425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함께 챙길 내용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13:00-14:40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4·5차시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CLI 연동·코드 수정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14:40-15:00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쉬는 시간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앞선 2차시 후 20분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15:00-17:30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6·7·8차시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흐름·품질·서비스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17:30-18:00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쉬는 시간·Q&amp;A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마지막 30분·실습 복구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51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858A5-5ADC-47B7-838C-7E32216C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B92E2-14E5-43FB-B46B-4F6E81B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시작 전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D8C74-A0DC-4817-A33F-72267411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249B4-2E79-40F4-9ACC-F8DB01C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728A0-7B33-4116-9AAB-CFC7BD1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준비물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명령·위치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완료 표시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 3.12 권장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 --version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선택한 가상환경 경로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VS Code + Jupyter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Notebook 우측 Kernel 선택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 셀 실행 가능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CLI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--version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login status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설치 버전·로그인 방식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 status --short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저장소·변경 파일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0244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32E29-E582-4C8C-82FB-3AD78EC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D791C-31D0-4FB4-A72E-F8E30E0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3주차 코드 다운로드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18F40-38AA-4901-B16E-8A35EDA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ED2D1-693D-4C96-9E40-DFD6830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EE60-AD22-4172-9851-5335FDA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5ED97-8601-4A12-A880-AD09E85D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B0A0-1D36-40AC-908B-5AEE3268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처음 다운로드: macOS Terminal / Git Bash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clone --branch codex/day3-review-intelligence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https://github.com/smilesjcha/llm-agent-and-workflow-automation.git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llm-agent-and-workflow-automation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branch --show-current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A8963-8559-4A61-9300-86477B5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3주차 배포: Draft PR #1의 작업 branch  /  기존 폴더: git status로 수정 파일 확인  /  기존 수정이 있으면 별도 폴더·ZIP 사용</a:t>
            </a:r>
          </a:p>
        </p:txBody>
      </p:sp>
    </p:spTree>
    <p:extLst>
      <p:ext uri="{BB962C8B-B14F-4D97-AF65-F5344CB8AC3E}">
        <p14:creationId xmlns:p14="http://schemas.microsoft.com/office/powerpoint/2010/main" val="559910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B6A18-1463-4056-802E-D7515A64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522A6-22A1-478C-851C-ABD7259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Python과 Notebook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C4E20-7A7A-4D17-B530-0B370AD6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36256-1A3E-4FE1-BACF-54956CB1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2A20-4F32-4002-9AEB-D5D20447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44998-8EC4-46B3-AA17-8EB6A2F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D4F4-0DCB-4A3F-816A-4B114D3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macOS: 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Windows PowerShell: 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requirements-day3.txt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jupyter lab materials/day3/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day3_review_intelligence_lab.ipynb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5FA25-CDE6-4666-80BF-DEDAD6F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5912C-26E7-4BAE-BAAB-B27CEB3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위치: 저장소 루트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70CC7-4682-4A8B-A12F-6C6EC1A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C3F7C-6C45-4474-9465-3E405B5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Kernel: 방금 설치한 .venv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AE1FE-4B41-436E-8624-58BA3F03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7318D-266D-4B8D-9F82-2FD12D9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설치 셀은 Notebook 상단에도 포함</a:t>
            </a:r>
          </a:p>
        </p:txBody>
      </p:sp>
    </p:spTree>
    <p:extLst>
      <p:ext uri="{BB962C8B-B14F-4D97-AF65-F5344CB8AC3E}">
        <p14:creationId xmlns:p14="http://schemas.microsoft.com/office/powerpoint/2010/main" val="1802376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8F7D1-3C95-49BA-BAA5-3A8D2708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· 코드 리뷰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C02A4-7F05-4F6B-A795-5C1574C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CLI 실행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5554-DDCE-4B90-9A11-FF6B45D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27384-4D8F-45D1-8B76-34976B9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2BBE6-2725-4088-8C1F-23144EA2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B7E88-46D0-4193-AF70-65E7C5F2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E743-DFA7-4371-A44D-48865F5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B25E3-1811-4668-9E94-56FA30D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학생 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E5543-DBA6-430C-8EA3-C18D3D7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연결된 모델 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02FA5-EE3C-41DE-9E6E-11E37830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D814B-B23C-4485-AC78-5F23938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명령과 Python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7BB00-C466-490F-A018-5AC197D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0EB8C-90D6-49D5-BD0A-A5F0172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ChatGPT 로그인 상태 재사용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4736D-2C41-4217-BCB2-3ACD2415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904E6-7808-4FE9-8F00-5E4BC37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수업용 코드와 Test 파일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38A3E-C6CF-4AD8-A0EC-C0A2A6E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40FD7-FEC6-41C0-A9DE-8460653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판단과 응답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D0DB8-AE0A-4D65-8436-CEBC5FC7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0ABD8-F6B0-4D46-8E2E-1F3CD318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인터넷·계정 이용 권한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EA591-6EAB-465D-9D6E-129D968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A5630-83DD-4AF2-8B28-0E837FC2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이용 한도 도달 시 Fixture 재생</a:t>
            </a:r>
          </a:p>
        </p:txBody>
      </p:sp>
    </p:spTree>
    <p:extLst>
      <p:ext uri="{BB962C8B-B14F-4D97-AF65-F5344CB8AC3E}">
        <p14:creationId xmlns:p14="http://schemas.microsoft.com/office/powerpoint/2010/main" val="1958276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7D23F-25F3-4D3F-9B74-256C52AB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B9D52-6193-4069-AB68-F5DA8E18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DA342-E54E-4163-AFB9-D1CCE45B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대상과 업무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EC746-EB77-47A9-A099-2CBFCEF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장바구니 결제 오류 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DAA5E-6CC1-4425-B073-3E9CD772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15분  ·  시연 8분  ·  코드 실습 22분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90422-B109-44E3-9987-7379D64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33816-6E71-49AD-A9BC-1EE820ED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8417F-2DB0-4157-B8DB-B8DA76B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6103148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18ADF-45B0-4D61-9597-F538339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EFB32-0F22-4FFF-BB67-4241687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코드 리뷰의 판단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A234-81C8-4729-9ECA-D83370CD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B7DC4-2FA8-4201-B3E2-0FD774CD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58FF4-CA48-41C5-A5AA-CA6CC2A4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56C5-6C69-4CB2-9BD9-1ACF3E6A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코드의 모양보다 사용자에게 생기는 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2DBF0-BF33-4275-9816-C00CA03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347B0-2BD2-41F9-AD4E-CB38B26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입력에서 결과가 잘못되는가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44749-8A03-410A-BD14-3A6309F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E1F2D-BB08-487D-8B84-821A114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허용하지 않은 요청을 처리하는가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75648-6499-4E5C-894F-728DC10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A30A8-A80E-4968-9287-D38D483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실패가 성공처럼 보이는가</a:t>
            </a:r>
          </a:p>
        </p:txBody>
      </p:sp>
    </p:spTree>
    <p:extLst>
      <p:ext uri="{BB962C8B-B14F-4D97-AF65-F5344CB8AC3E}">
        <p14:creationId xmlns:p14="http://schemas.microsoft.com/office/powerpoint/2010/main" val="1733599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C20F1-EA57-4F02-9918-D777CE1E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18F3D-4DF8-499D-94C8-BEAEFD2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교육용 쇼핑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05B44-8D27-4811-8FC7-121DD8B7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84EF6-8BB6-474C-82AD-A0E38CD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1508F-7F8B-4BD2-BC14-08EF8785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기대 동작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입력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쿠폰 상한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상품 금액을 넘는 할인 금지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10,000원 / 쿠폰 15,000원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배송비 기준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할인 후 50,000원 이상 무료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50,000원 / 쿠폰 10,000원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범위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금액은 0 이상의 정수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음수·문자열·True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영수증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상품·할인·배송·결제 금액 일치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합계 다시 계산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52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2AD83-C01D-4C3F-AC55-F85393D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02488-5466-44C7-999A-20859BC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계산 순서의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9437B-4008-42B6-8B9B-2EABD79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908E8-3C1F-4736-9733-396EBE4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F486E-0E7E-437D-A6B2-FA25826F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F0BB2-0BE4-45F0-8BEF-5CEF0BC8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5E95-CB4F-43BF-A324-1E3998C0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B7EA6-EBA4-4477-A071-241940A8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0A52D-0581-4DF5-B076-C2F8EC9B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기대 동작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B7BDF-CB7A-47F4-BF60-FA4628E7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2D6D-1FFB-44D6-879A-E454478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원금으로 무료 배송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9BC12-8042-496E-BFAB-B9C167AA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4FEA8-4DB6-4B42-AB40-52C72D6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쿠폰을 제한 없이 차감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EA497-9A7A-414F-8475-285A87F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9020B-9258-4EF6-AD42-A006E045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음수 입력도 계산 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AA16C-E33F-45E2-9722-F7EF134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C13F7-21AF-4B2D-A8E3-40651DF5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금액 상한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E791D-4D7A-4D68-B06B-48CDE5D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F571D-3BF4-4594-940A-B8A90463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후 배송 조건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DE153-1C34-4B6B-9AE6-5AE43262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5BD03-9877-4CCD-AAEF-EC75A373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잘못된 입력은 명확한 오류</a:t>
            </a:r>
          </a:p>
        </p:txBody>
      </p:sp>
    </p:spTree>
    <p:extLst>
      <p:ext uri="{BB962C8B-B14F-4D97-AF65-F5344CB8AC3E}">
        <p14:creationId xmlns:p14="http://schemas.microsoft.com/office/powerpoint/2010/main" val="4667823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1742F-1C61-4E66-84AE-2B2ED7C7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2213-4B17-4B8A-B251-90A44B0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후 금액과 최종 결제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0C20D-FA10-4D52-AD5E-A975E5A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DE54F-6FA1-4B06-A2CE-9D1FD94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B0A2A-E46B-40C9-85DA-E1A24F6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A7FE4-DAE6-487F-8051-11A11F45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35D2A-7803-4CB3-B58F-7C1673C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생성된 starter 폴더에서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checkout import payable, calculate_checkout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print(payable(10_000, 15_000))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receipt = calculate_checkout(10_000, 15_000)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print(receipt["shipping_won"])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print(receipt["payable_won"])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ED448-5A4C-4FFD-933B-00FD1A3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05620-A5A6-4F92-A77B-8B89B01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payable: 상품 잔액 -5,000원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073EB-BCA1-497E-AA11-2320FC5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02DEA-A9B0-461A-B6EF-2F8EC04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배송비: 3,000원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93249-44D3-498A-B70B-8D822CA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BB361-4902-41D5-8BC9-1C94D13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최종 결제: -2,000원</a:t>
            </a:r>
          </a:p>
        </p:txBody>
      </p:sp>
    </p:spTree>
    <p:extLst>
      <p:ext uri="{BB962C8B-B14F-4D97-AF65-F5344CB8AC3E}">
        <p14:creationId xmlns:p14="http://schemas.microsoft.com/office/powerpoint/2010/main" val="20293690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7421E-7EBE-458E-BBD4-062FDBF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EB8F4-CD98-4E73-874A-E6F755C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첫 실행과 오류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9C9BF-047E-4B26-9FC2-4990043C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29D1-3727-495F-9AEF-16482C36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7F571-AC41-49A6-899E-CAF62A2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58CF2-85BE-4B44-85C9-8BC2D38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63BA6-7EC4-4490-A7A0-A2E63C9E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1차시에서 실습 폴더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2086F-E07F-4CA1-A39A-0D8AA0C0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FF664-578C-4D44-86B3-15143C0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starter의 calculate_checkout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408EE-D83F-43FF-AE19-11E07C65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4E0AF-48B6-4845-9898-136206F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동일 입력으로 solution 결과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27644-29D9-4D55-A572-32C43C0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BBC7D-D514-415E-8682-D031E1A3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10,000 / 15,000: -2,000 → 3,000  ·  50,000 / 10,000: 40,000 → 43,000</a:t>
            </a:r>
          </a:p>
        </p:txBody>
      </p:sp>
    </p:spTree>
    <p:extLst>
      <p:ext uri="{BB962C8B-B14F-4D97-AF65-F5344CB8AC3E}">
        <p14:creationId xmlns:p14="http://schemas.microsoft.com/office/powerpoint/2010/main" val="680351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474E9-2831-440F-A75D-F9CD141C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82D3E-648C-474A-9D7B-CEE8C897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예상값의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4F051-D92E-412A-8488-0523312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FFCB6-53C6-4D87-8212-2767797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71928-696D-4EAC-8345-8E3A167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46E71-F271-494C-9A6C-B4E36EC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테스트 정답은 업무 규칙에서 계산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D532B-0039-49C2-8A02-1138EE4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5071-0BDC-4536-901E-71995E0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후 상품 금액: 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6B5D4-3829-4622-A891-9FD8971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241AC-7FCA-4A2E-8ECB-6C531EA7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무료 배송 기준 미달: 3,000원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92CAD-36D5-49F9-A245-948CA4A0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56E0B-925B-4A42-B558-825E4EFF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최종 결제: 3,000원</a:t>
            </a:r>
          </a:p>
        </p:txBody>
      </p:sp>
    </p:spTree>
    <p:extLst>
      <p:ext uri="{BB962C8B-B14F-4D97-AF65-F5344CB8AC3E}">
        <p14:creationId xmlns:p14="http://schemas.microsoft.com/office/powerpoint/2010/main" val="2061772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C0A15-394F-4FBF-8140-E47A8C9E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9ADD5-F937-40A7-939C-C4A1F5C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정상 주문과 초과 쿠폰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8AC3D-E5CD-4450-A6E4-F47FBB8E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B6378-E4FC-4B35-B8FC-880BAA6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9AF94-4FB4-41D2-9CA0-615CF792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8FCF0-152C-405E-9AE6-38074DC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036EB-CD03-46B0-B783-B235BDF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learner_payable(total_won, coupon_won):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total_won - coupon_won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learner_payable(30_000, 5_000) == 25_000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learner_payable(10_000, 15_000) == -5_000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두 번째 assert는 오류 재현 확인입니다.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2249-6C49-4DB1-B22D-6A5BB0A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5AF7-6615-40D4-BC2C-DE6E11E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1차시의 직접 작성 함수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97BB2-0433-4565-BA38-F4113CF8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D12A9-439C-427C-BB53-86670E64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정상 입력과 초과 쿠폰을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710D3-8C53-47BD-ADF1-F3DF8A78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97F9B-80BB-42D7-BD9F-97DA3C7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상한 수정은 5차시에서 적용</a:t>
            </a:r>
          </a:p>
        </p:txBody>
      </p:sp>
    </p:spTree>
    <p:extLst>
      <p:ext uri="{BB962C8B-B14F-4D97-AF65-F5344CB8AC3E}">
        <p14:creationId xmlns:p14="http://schemas.microsoft.com/office/powerpoint/2010/main" val="2219316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68528-898E-4B89-AE32-7E24FCA1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7C8E-95BC-418A-BE37-26546506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변경 전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B36BA-57E0-4101-B615-870087BB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D9FE-EBD6-4661-93AC-BC41107A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C429B-31B1-43CD-AA29-38FC65A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732EF-6BE6-46F2-BE63-88FA996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FF8B8-A69E-4606-9A74-17D967B8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B1E79-3CA5-48BE-AEDF-AD94984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교육용 장바구니 코드를 읽어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requirements.md의 할인·배송 정책과 비교해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사용자에게 금액 오류가 생기는 입력을 두 개 제시해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아직 코드를 수정하지 말고 계산 과정을 설명해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D4001-6C0A-470C-A383-A1FF5C4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D2ED6-1377-4C2C-A609-C69DE9A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재현 입력과 실제 값  ·  위반한 정책  ·  지적한 코드 위치</a:t>
            </a:r>
          </a:p>
        </p:txBody>
      </p:sp>
    </p:spTree>
    <p:extLst>
      <p:ext uri="{BB962C8B-B14F-4D97-AF65-F5344CB8AC3E}">
        <p14:creationId xmlns:p14="http://schemas.microsoft.com/office/powerpoint/2010/main" val="8095885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9509C-5CA9-4022-AA3C-186CE82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CE4E2-AF55-4E19-8574-4474265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지적의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76BFA-45CC-4E3B-A930-AB483805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644D6-1973-4344-9022-1F6918EF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CDA31-E0E7-46A2-BE1B-D5D651BF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01568"/>
                <a:gridCol w="7571232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학생에게 필요한 설명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어느 파일의 몇 번째 줄인가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영향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입력에서 사용자가 손해를 보는가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규칙·코드·실행 결과 중 무엇인가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교정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최소한으로 무엇을 바꿀 것인가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8513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4F88A-ED6B-41D4-BBB5-75A33285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F1AE5-D0BA-440A-841F-91755AF4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지적과 스타일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67C1F-4901-4F8A-86EA-5FA028B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9FDDB-FF09-4FB5-AEF1-C9C1F0D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09AF8-3E6B-4AA3-B41B-D8FCB2C6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BA8A0-7937-461C-8551-6F6286B4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72741-A3DE-46F8-9D40-4930A56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31EEC-6D8C-407B-93DC-0BFA57F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고쳐야 할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B8E7-193A-4B9C-8896-94444C01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선택 가능한 스타일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8AA13-113C-4BE8-AD16-2C3EDAF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768BF-7639-4FD2-B0C3-CE0CB82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초과로 음수 결제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1A482-545B-424C-ACDE-0F246E3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D560B-7A91-4CDF-A2E3-A59B789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전 금액으로 배송비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30144-08F9-43C5-AB40-7A711E4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47B4C-ABCD-47D7-A1DE-063B074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변수 이름의 취향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A6BE2-A014-427A-BC98-332F212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F4BE0-E201-4100-AB76-60557857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의미의 문장 순서</a:t>
            </a:r>
          </a:p>
        </p:txBody>
      </p:sp>
    </p:spTree>
    <p:extLst>
      <p:ext uri="{BB962C8B-B14F-4D97-AF65-F5344CB8AC3E}">
        <p14:creationId xmlns:p14="http://schemas.microsoft.com/office/powerpoint/2010/main" val="15244618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C7D8D-F7CA-4A3F-931A-0D29333B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D1C06-275E-4A39-B407-DFA862B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 한 개의 추가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BA758-5CDA-4DD0-AF94-41D518F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A52E8-A696-4E39-B367-8ED4A9ED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6104D-71A8-4D7F-BFA3-845A2E8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4DAF4-985B-4C17-8CB2-2E4638B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ABCBD-F516-44B5-B72B-E90A2D9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쿠폰을 0원·같은 금액·초과 금액으로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59C7B-DC8C-43C0-9C72-8273879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6757-1FDF-4AC3-BB85-0AFC15C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예상값을 먼저 메모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5F369-02DC-456E-8453-B6843C0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A1563-1BF9-4E62-A890-20B151B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실행값과 차이가 나는 조건 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5A9A5-9977-4E66-AEDC-85A5A6D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4C576-3232-4461-B85C-F68B0D3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계산 순서를 직접 설명  ·  실패 입력을 다시 실행</a:t>
            </a:r>
          </a:p>
        </p:txBody>
      </p:sp>
    </p:spTree>
    <p:extLst>
      <p:ext uri="{BB962C8B-B14F-4D97-AF65-F5344CB8AC3E}">
        <p14:creationId xmlns:p14="http://schemas.microsoft.com/office/powerpoint/2010/main" val="14929615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7D712-BD6E-4793-8B6B-0C56956F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1221F-3101-47F6-B0EE-DA9B138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5B740-EA2E-4B5C-ACA7-70CDFE4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 Diff와 재현 테스트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7F3A1-FD89-474F-A883-2E11B7FE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 줄과 실패 원인의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812EC-EAB6-4D3D-AFCF-98867B0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13분  ·  시연 7분  ·  코드 실습 25분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B5589-FD1C-4168-B03A-F488723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322AF-FA28-4D44-BFD4-F5414E6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B2909-F33A-4324-92FA-9BAB5AFB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1823618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CC3C6-432F-4948-BA0A-E0B731F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0A4F3-F0D5-44D1-AB04-CA83D04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Git Diff의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36C1B-CA67-4A29-AB94-9F0EA3C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E31CA-C943-4E74-BF9F-C38D7CE2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B528E-22E5-43E7-B7A7-A58A88D0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30AB1-1E6F-4484-808F-57288EDB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변경된 코드와 검토 위치의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D7E0C-A866-4156-83A6-7169FDA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90EF8-CC89-4782-AEE3-19648522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이전 파일과 새 파일의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6F751-FAD8-4178-8854-CFDC0E8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68601-4353-429D-9D89-CCAE218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추가·삭제·유지 줄의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B0C3C-8F2D-4C8F-B1A4-0DC1C9F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3C228-24FA-4D3A-97BC-ADE9119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리뷰는 변경 후 라인 번호 기준</a:t>
            </a:r>
          </a:p>
        </p:txBody>
      </p:sp>
    </p:spTree>
    <p:extLst>
      <p:ext uri="{BB962C8B-B14F-4D97-AF65-F5344CB8AC3E}">
        <p14:creationId xmlns:p14="http://schemas.microsoft.com/office/powerpoint/2010/main" val="18196665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68C41-CB69-42A0-BC46-02173445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B5A3D-2CC8-4DF7-A3B2-9EBA880A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Diff 기호와 줄 번호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8F3E6-7DA3-45A0-9435-F3CDE443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01131-A8FC-47F7-87DD-27A5626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04F03-424F-4010-9943-9B3BDD4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파일의 줄 번호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+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추가한 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증가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-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삭제한 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그대로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공백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유지한 문맥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증가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@@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구간 Hunk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구간의 시작값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1582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ACA98-1655-4687-BC7A-E47A93F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53868-16B8-4ABB-89C4-28F7534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Hunk의 시작점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88B4-D154-430A-B601-328A835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FEFA5-6921-421B-9C67-EE6ABFF2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E0AE2-4294-40CA-8C23-ED76872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C8AB3-8898-4BD9-8E81-0D8B022A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FB77D-71B9-4B24-AFF9-AB484C7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@@ -4,2 +4,3 @@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def payable(total, coupon):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   return total - coupon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    discounted = total - min(total, coupon)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    return discounted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183E3-C4E6-4597-989B-571F0F2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BA8AA-C198-4780-ADD7-E099E36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-4: 이전 파일 시작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24C22-0571-4E5D-AFC9-38709F5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2F700-368E-483B-9D56-5475D49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+4: 새 파일 시작 위치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30672-1A9F-4677-AFA6-33CC990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5573A-B4AA-4DAC-8F54-647D8E6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추가 줄: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새 파일 5번·6번</a:t>
            </a:r>
          </a:p>
        </p:txBody>
      </p:sp>
    </p:spTree>
    <p:extLst>
      <p:ext uri="{BB962C8B-B14F-4D97-AF65-F5344CB8AC3E}">
        <p14:creationId xmlns:p14="http://schemas.microsoft.com/office/powerpoint/2010/main" val="6414410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7BBC7-0D4B-4524-AA63-40CA63C0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8BE77-680C-4228-A700-CA23C2A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새 줄 번호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60602-23FD-43FC-98F1-8921AB16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F8016-4FC2-487E-A9E6-C3FE81F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0D0A3-A8EE-4346-9ABC-FECCE04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8F31B-1A92-48C1-929A-AA961276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9899D-0186-4DD2-BBC8-B53D4D6F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hunk_lines = [" keep", "-old", "+new"]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new_line, added = 2,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line in hunk_lines: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line.startswith("+"):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added.append((new_line, line[1:]))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new_line +=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elif line.startswith(" "):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new_line +=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added == [(3, "new")]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77672-0DC4-45B6-A9EE-2B8DF1C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C517B-D320-4AB2-878B-7D6D72A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한 Hunk의 줄 번호 계산 예제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FF21E-AA7A-438C-8FBC-EFAAEE4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6766C-9B94-499A-9CC9-3E318A0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전체 함수: Notebook 2차시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635D-6B15-4D56-A6D2-0D5F24A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0BBF0-830B-4ED9-A671-E2B25AB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삭제 줄은 새 번호를 소비하지 않음</a:t>
            </a:r>
          </a:p>
        </p:txBody>
      </p:sp>
    </p:spTree>
    <p:extLst>
      <p:ext uri="{BB962C8B-B14F-4D97-AF65-F5344CB8AC3E}">
        <p14:creationId xmlns:p14="http://schemas.microsoft.com/office/powerpoint/2010/main" val="4221938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DFF86-BFCA-480D-87F7-0CEF9A40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2016-4C7E-416B-80F4-3BC2A4D2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두 구간의 라인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DC709-513F-4E82-BACE-14CA12F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782D1-D05C-45CE-BDB9-6740B40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62564-076B-4245-9785-66F72BB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F78B-8940-414F-92A5-4E0BA969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7E4D9-55E8-4D2C-8475-8D1B1223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2차시 multi-hunk 입력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10793-F147-4305-A4F3-27684AF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CDA63-59E3-4B64-AAE3-E1B06D1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learner_added_line_map 함수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65662-E325-4AFA-ADFC-BFE57B2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EF431-A0E9-4AF0-AA10-C61B681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예상 라인과 실제 결과 assert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CCE14-9454-4ACA-9B3D-AC079B70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75F13-6D3F-4CCB-83C9-A9B9FC4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첫 Hunk의 추가 줄  ·  두 번째 Hunk의 시작값 유지</a:t>
            </a:r>
          </a:p>
        </p:txBody>
      </p:sp>
    </p:spTree>
    <p:extLst>
      <p:ext uri="{BB962C8B-B14F-4D97-AF65-F5344CB8AC3E}">
        <p14:creationId xmlns:p14="http://schemas.microsoft.com/office/powerpoint/2010/main" val="19592692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E71D6-0FC4-4043-8D74-0F0EB8A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1FCBA-19F3-404D-8E65-5D93E583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위치의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87D1F-6D7D-42C0-BD24-01710F2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82F73-3118-454A-98F9-3A85DE0C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5E1B4-42FD-4655-8E25-351D7E59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70F9-719D-42DD-94DC-FEA6362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03243-EC13-48F6-97D8-564A774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A900-C1F8-4767-BF85-21C8A22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잘못된 매핑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9E4C7-8D12-48B1-A153-E3952DE5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학생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E7854-B072-4588-8022-F1FB126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3EEAC-4A65-41CF-B09B-4A71BFA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삭제 줄을 새 번호로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F4E73-65FB-42B3-B272-DE05BE2B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94623-0988-4EFC-B403-5981F42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두 번째 Hunk에서도 이전 번호 유지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BD6B6-B6EB-4C0C-9E3E-216276B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90E18-1DA9-49AE-8E44-01E62E20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존재하지 않는 999번 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80594-9BCC-410C-8230-9704E51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C5603-D2C2-4CBF-9ECF-A2E95DD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변경 후 파일을 직접 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ADD5B-428B-4889-BD33-8B575BC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AEDF8-F9F0-4F0D-B298-56FB4F8A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Diff 헤더에서 시작값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44AD7-475B-40CD-AC41-7E50298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8EFA6-87E3-44F9-B4E1-1853675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추가 줄 집합에 속하는지 검사</a:t>
            </a:r>
          </a:p>
        </p:txBody>
      </p:sp>
    </p:spTree>
    <p:extLst>
      <p:ext uri="{BB962C8B-B14F-4D97-AF65-F5344CB8AC3E}">
        <p14:creationId xmlns:p14="http://schemas.microsoft.com/office/powerpoint/2010/main" val="490339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E524F-C7D2-4973-B543-30BAFF51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8948C-7996-4A6D-8BA6-D713F0C8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Test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61426-133B-409E-898C-B55891D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4F36C-1EED-482A-ADA8-E734D91E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F141D-9098-4565-AFFD-44829A6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1401B-496C-4526-A5DB-FC6D11FF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1ADC6-D387-42D3-9A09-78506CD2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생성된 starter 폴더에서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checkout_checks.py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저장소 루트에서 Agent component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tests/test_day3_review_copilot.py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776D4-7211-46D9-B5E1-6A64F61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344D4-0A44-48A4-8B88-70FBB71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starter 실패: 재현하려는 업무 오류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1867-5385-4829-B7C8-E3BF635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0DD49-BE10-4A50-A4D2-111E24C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Agent component 통과: 리뷰 도구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4C536-CC9E-4A28-ABAE-5EF94F1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A3449-A171-40D0-A50F-54EED30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두 테스트 대상은 서로 다름</a:t>
            </a:r>
          </a:p>
        </p:txBody>
      </p:sp>
    </p:spTree>
    <p:extLst>
      <p:ext uri="{BB962C8B-B14F-4D97-AF65-F5344CB8AC3E}">
        <p14:creationId xmlns:p14="http://schemas.microsoft.com/office/powerpoint/2010/main" val="12987628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F203A-3EDE-4C11-8EA7-D49A7DF3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7550D-548C-4D3C-9EB8-E597C63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 테스트의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9E08A-21AF-44E1-8F75-B365418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B0DEE-A74E-406D-891C-CF93564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BA5C0-750F-48BC-A47F-F9F93611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6D0B-06AA-4E05-87FB-0987546D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입력·예상값·실제값·호출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23E49-456D-4D0C-BFC2-B775904C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23C5D-61E4-4A7C-BEAF-CD218C54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AssertionError가 가리키는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237F4-BD54-4801-9506-1584FC22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7B826-9B3E-49AA-8231-73D0E68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예상값은 정책에서 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0C549-5B87-4507-AA9A-B79A274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49855-6608-4EA4-86B6-29AC6B64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첫 원인과 연쇄 실패 구분</a:t>
            </a:r>
          </a:p>
        </p:txBody>
      </p:sp>
    </p:spTree>
    <p:extLst>
      <p:ext uri="{BB962C8B-B14F-4D97-AF65-F5344CB8AC3E}">
        <p14:creationId xmlns:p14="http://schemas.microsoft.com/office/powerpoint/2010/main" val="5594557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4EFCE-23CF-49BE-B2BD-FF8EF21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9B077-616D-4811-9C18-E9BA70FC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재현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35C75-E715-4375-BE4A-F5DE71B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3B27-3A31-4F75-96A9-0FA4162B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543EC-4858-4C28-A1D2-D9ED3F2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D119-81C8-4F84-895E-63096E4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1615D-7E80-4822-9320-4C87EC8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F18A2-84C3-46AC-BF82-5663B0A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초과 적용 오류를 재현하는 Test를 추가해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기대값은 requirements.md에서 계산해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starter 코드의 동작은 아직 바꾸지 마세요.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명령과 실패 이유를 함께 설명해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FA4FA-E75C-42A5-9546-7EABC4F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0E56F-544A-4488-A1A1-145BAE19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새 테스트가 실제 실패  ·  기대값의 정책 근거  ·  구현 변경이 없는 Diff</a:t>
            </a:r>
          </a:p>
        </p:txBody>
      </p:sp>
    </p:spTree>
    <p:extLst>
      <p:ext uri="{BB962C8B-B14F-4D97-AF65-F5344CB8AC3E}">
        <p14:creationId xmlns:p14="http://schemas.microsoft.com/office/powerpoint/2010/main" val="1410844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4279E-99A9-431F-9960-5A634C7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35353-609C-4061-BC97-E4C52BCB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 한 건의 최소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A4F7C-C1C8-4837-86AD-13C75C9C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4EA8-93A6-446F-A6F7-E62ECBFF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0AC16-621D-4042-BEEA-9337F8A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920DF-2340-4855-AA6A-5D2B047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28EE9-D411-4C68-BFBC-91842E5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 항목 하나를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5539A-8E41-416E-80F9-E384AA3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F7F6C-D3A6-47D7-A899-0AD60B4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 두 개와 예상값만 남긴 테스트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FA777-49C5-44BD-A1DF-0D7E52E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7749C-C4B1-4D0D-8C4E-220FC97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동일 테스트를 두 번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7C807-8982-4A4D-B5C7-BFABD81A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07CF7-319A-42E9-9414-47FCFBAF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항상 같은 실패 재현  ·  실패 이유를 한 문장으로 설명</a:t>
            </a:r>
          </a:p>
        </p:txBody>
      </p:sp>
    </p:spTree>
    <p:extLst>
      <p:ext uri="{BB962C8B-B14F-4D97-AF65-F5344CB8AC3E}">
        <p14:creationId xmlns:p14="http://schemas.microsoft.com/office/powerpoint/2010/main" val="584932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ED842-C184-4110-B5C6-DF07BF44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4ECFC-0F11-49F0-A382-468426E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오류와 제품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DC5E0-7B9C-478E-80CE-4360422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134EE-8E3B-4F03-B640-0B7D1FC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555A8-475C-466B-821E-D956D11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76625"/>
                <a:gridCol w="3381375"/>
                <a:gridCol w="411480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화면의 신호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가능한 원인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확인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ModuleNotFoundError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Kernel·라이브러리 불일치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sys.executable과 설치 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 없음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폴더 불일치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Path.cwd()와 파일 경로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AssertionError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정책과 계산 결과 불일치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실제값·기대값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2191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D51E1-6C1C-4FA5-95E7-A70BC62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8B06F-3B95-414E-8F23-68ECD20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33274-72D5-460D-A4D8-C17FA1E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기준과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3E65A-C2AA-48C3-8B5D-9531F93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업무 규칙을 포함한 리뷰 요청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1E715-7BE6-41D3-983A-EC11CAC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15분  ·  시연 7분  ·  코드 실습 23분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2C09E-3FE5-4CC4-9161-F69A748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98772-5702-46ED-9B67-48258DB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A0AF3-4294-47CF-B5A3-F3F4750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11410388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F9FFB-C3CD-4A25-9D67-549CD416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79C9D-5D81-4AF1-8040-251C6F9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Context의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C9251-ED08-46E5-9B65-C5AF634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C404A-94E4-428B-A140-642EBAD0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E6DCA-3ED9-43BD-8EEF-3EE7BCD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AA155-6907-4E9D-A076-C4CC15E9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판단에 필요한 코드와 업무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CBEC1-1E77-46F0-ADD9-CC841CC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76546-7713-4665-86C6-47AC31B6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변경 코드만으로 알 수 없는 제품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8D13F-C0AE-424A-986C-8DC3E4C3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07A30-5BC6-4056-A98B-6B775552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함수의 호출 관계와 관련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43561-734C-4732-B539-0FCA525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2C480-9867-4F3A-9E75-EB7259F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검토 범위와 제외 항목</a:t>
            </a:r>
          </a:p>
        </p:txBody>
      </p:sp>
    </p:spTree>
    <p:extLst>
      <p:ext uri="{BB962C8B-B14F-4D97-AF65-F5344CB8AC3E}">
        <p14:creationId xmlns:p14="http://schemas.microsoft.com/office/powerpoint/2010/main" val="4215419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CC2D2-0C45-4AF1-9693-FF5D846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826E6-CDC4-4C46-8234-8153069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두 요청의 정보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70389-CF75-41BE-81EA-B78F9EF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DD6B-7451-4682-B6D7-B5F4031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7AA60-3DEF-4FB4-B67D-D57B67A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BF6D-5B73-4408-9496-86143933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2E4E4-BA6A-4588-A435-931AA60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00D64-2F80-4721-ACB5-4226A8E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짧은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5A7EA-E148-4E35-A77B-0227DA09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업무 맥락 포함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BDB0B-3799-4A76-8BC6-C126204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75218-7397-46D0-A866-3E031F05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 코드 리뷰해 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2380B-2725-4A5A-BC21-B9D03FC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01B48-0972-4C9E-9216-F00D377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파일 내용만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D0CB1-6DEB-4803-A087-40BE9F9D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5C357-639F-4586-83C3-0F467B94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상한·할인 후 배송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0C36D-F52B-46D5-80FC-223287B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01D9D-0925-4FA7-AF15-B0CC4A7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재현 입력·관련 Test·변경 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FB78E-AA91-4B28-BC4C-C14FDF20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0B507-1940-465F-ACA0-177A5C24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근거와 최소 교정 요구</a:t>
            </a:r>
          </a:p>
        </p:txBody>
      </p:sp>
    </p:spTree>
    <p:extLst>
      <p:ext uri="{BB962C8B-B14F-4D97-AF65-F5344CB8AC3E}">
        <p14:creationId xmlns:p14="http://schemas.microsoft.com/office/powerpoint/2010/main" val="161308863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70952-B9D1-43C4-9038-115CF02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183F-1DA4-474E-8592-0DA30BC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최소 Context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D63DD-3732-4E82-9D51-B53EF20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15D3F-4C0F-4BAE-8078-759835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F7B48-EA36-47C8-922E-C4A23FC0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정보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 실습의 예시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이유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규칙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requirements.md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정답의 근거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코드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checkout.py의 Diff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지적할 위치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관련 테스트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checkout_checks.py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이미 확인한 동작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기준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AGENTS.md / Task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문제를 찾을지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7018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364ED-D63E-45E5-A1CD-35D1F6D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B45D2-B795-4F93-856D-AB88E8CE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허용 정보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FFE71-B489-40E8-BE78-A22C88D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95222-E51B-406C-A78B-BB58523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F0E7F-240C-4A1F-AA4E-1DB5D5C4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2E1C8-C373-4087-BEB3-BBC6AD0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0FD0A-D783-4B4A-B536-547D6EC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learner_public_context(source):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 = ("business_rules",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"changed_lines", "test_evidence")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{key: source[key] for key in allowed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if key in source}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review_context = learner_public_context(context_source)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"unrelated_note" not in review_context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7C49A-8977-4C78-B145-1B8F5EC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3차시 context_source 사용  /  업무 규칙·변경 줄·Test만 포함  /  관계없는 필드의 제외도 assert 확인</a:t>
            </a:r>
          </a:p>
        </p:txBody>
      </p:sp>
    </p:spTree>
    <p:extLst>
      <p:ext uri="{BB962C8B-B14F-4D97-AF65-F5344CB8AC3E}">
        <p14:creationId xmlns:p14="http://schemas.microsoft.com/office/powerpoint/2010/main" val="18767482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70BB4-4D32-4CF4-96FF-2F9D6F0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CCD0C-98BC-4F4D-AD5C-F5EEC27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Prompt의 네 가지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E9B6A-D382-48BC-AEA7-14691BB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B38EE-75B9-4067-88FD-E9E1C87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FAC20-E5CB-48B5-AB5C-7AD87C54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7497A-6FEC-4E67-88FA-A8C8E957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목표·맥락·판단 기준·응답 형식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F96CA-7EA8-42D9-8832-AD825041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F9D26-1C95-4D1B-BF04-A8ACCCE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45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목표: 결제 오류와 입력 검증 리뷰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D618-B206-418A-9BF8-90132C8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5BD11-1011-4A5A-B5C7-9016777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045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맥락: 할인·배송 정책과 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A4AAC-6E85-4526-911B-432ED2B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C3FEF-2BAE-4AD3-90C4-966FBB9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45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판단 기준: 재현 가능한 결함과 사용자 영향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FD038-A960-4C43-816A-9EBDC9E7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8556C-1E61-460D-95CD-164990F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045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형식: 위치·영향·근거·최소 수정</a:t>
            </a:r>
          </a:p>
        </p:txBody>
      </p:sp>
    </p:spTree>
    <p:extLst>
      <p:ext uri="{BB962C8B-B14F-4D97-AF65-F5344CB8AC3E}">
        <p14:creationId xmlns:p14="http://schemas.microsoft.com/office/powerpoint/2010/main" val="5891823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FCB39-57B7-410C-AE83-914FBD40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373B-EEBA-49A1-9F0C-3BD81C4E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리뷰 요청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BED81-427D-4B4D-A5E1-2F0B88E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789A9-A296-49C1-A9EE-D525AED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65CB-AB7C-4F35-BB8A-DCDF1DD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2DF9E-636C-41EE-8AB1-6A25EBC4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7238E-BAC9-4262-B95A-340575AE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DB1FC-D69D-4B9B-BC28-295613C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결제 코드를 리뷰해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6257B-6EFB-4933-92F3-0DF2C4F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8ADF0-D37A-479F-AC60-4ED3D44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찾은 문제  ·  빠진 업무 규칙  ·  불필요한 스타일 제안</a:t>
            </a:r>
          </a:p>
        </p:txBody>
      </p:sp>
    </p:spTree>
    <p:extLst>
      <p:ext uri="{BB962C8B-B14F-4D97-AF65-F5344CB8AC3E}">
        <p14:creationId xmlns:p14="http://schemas.microsoft.com/office/powerpoint/2010/main" val="17195408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4D4BD-64F7-479E-BBA9-BF87B18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2605-C374-4A25-95AB-2A15D8F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리뷰 요청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2B0C7-79A2-46DB-AEB6-5E3D266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BFA5-FC36-49E5-9DA4-0E919169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0EC6F-6124-462C-BF60-042CD4FC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E2C98-C589-4295-AEB4-65FFD1A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A882F-D0C0-4ED4-9B32-0C6B6FFB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D4001-4442-4C98-AE94-172CA847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requirements.md와 변경 Diff를 기준으로 검토해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상한, 할인 후 무료배송, 음수·문자열 입력을 확인해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추가 줄을 근거로 영향·재현 입력·최소 수정을 적어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확인하지 않은 실행 결과는 단정하지 마세요.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0A61F-5916-4D4C-83CB-18343D6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C75A7-FE59-461F-AF4D-48C1FC3A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정책을 인용한 지적  ·  실제 줄과 일치하는 위치  ·  재현 가능한 입력</a:t>
            </a:r>
          </a:p>
        </p:txBody>
      </p:sp>
    </p:spTree>
    <p:extLst>
      <p:ext uri="{BB962C8B-B14F-4D97-AF65-F5344CB8AC3E}">
        <p14:creationId xmlns:p14="http://schemas.microsoft.com/office/powerpoint/2010/main" val="654659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4C3AA-911B-44E3-BFFB-EA0118F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616AA-C620-44BB-8E33-4A3C0B9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AGENTS.md와 이번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3A39F-D330-43BA-92C6-9ED7BC0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09976-47DC-44D0-B551-5E7C79C4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36303-F6E2-4F88-B758-E3D5532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0BAE0-8208-470B-9683-B57457D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A5767-0445-4F33-9C18-38DB1060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84B9F-9F91-451E-BD2C-3BD7D617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지속적인 프로젝트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001DB-19C3-448B-9A2F-51FAED26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이번 변경의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DCA93-2C08-4111-A059-AB1D9AF9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D2C15-BFB9-4792-AB00-AF71F12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허용 파일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5D302-AA9E-41F6-9519-B00CAF7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224F5-8125-4CEB-BF5C-978C3A9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Test·오류 처리 규칙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65928-CD47-46E2-A4D2-AC9FA37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15440-4E37-4519-86DF-1E1CD06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답변 형식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12250-A63A-42E3-8785-8988EE8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6F567-F270-4E6F-88F6-52E83978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계산 오류 한 개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FDDB1-6A17-4317-9F70-209F9F94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D14FB-2939-43AF-82E5-A1BE21CC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관련 테스트만 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DC3A4-73FB-4F95-AFF7-294EA4B2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5DC1A-0E83-4223-8791-F8F8373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작은 Diff로 검토 요청</a:t>
            </a:r>
          </a:p>
        </p:txBody>
      </p:sp>
    </p:spTree>
    <p:extLst>
      <p:ext uri="{BB962C8B-B14F-4D97-AF65-F5344CB8AC3E}">
        <p14:creationId xmlns:p14="http://schemas.microsoft.com/office/powerpoint/2010/main" val="12763518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879D1-3E49-47B0-8213-0B90B2DC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86949-B515-43B9-8DCD-01C5C6B3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Review Finding의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996A8-7167-4A36-9CE5-ABEC6B94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2127F-6075-452D-B360-1E626F2C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CAA63-F772-493A-B8A4-43AEC50E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82C8-95A7-4B22-9965-0A37E79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28D25-C28A-4FC2-9A61-F4D3DB16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실제 starter 결함의 주요 필드 발췌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finding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"path": "checkout.py", "line": 5,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"severity": "P1", "title": "쿠폰 상한 누락",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"impact": "초과 쿠폰에서 상품 잔액이 음수",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"evidence": "return total_won - coupon_won",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"correction": "할인을 상품 금액으로 제한",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C4751-7ED2-4F04-BAC0-11436E1C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6E121-F99D-4C3E-95B8-EEC7150D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원본 starter 5번 줄의 실제 코드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0399A-40F9-48E5-B72B-0B65DDE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7B600-8090-4C92-AB62-B8C7EF8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전체 계약에는 rule_id 등도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959BD-0086-4F48-A8DD-56E864C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D84ED-C37E-4A40-AD19-6E317DDB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사용자는 Markdown 리뷰로 확인</a:t>
            </a:r>
          </a:p>
        </p:txBody>
      </p:sp>
    </p:spTree>
    <p:extLst>
      <p:ext uri="{BB962C8B-B14F-4D97-AF65-F5344CB8AC3E}">
        <p14:creationId xmlns:p14="http://schemas.microsoft.com/office/powerpoint/2010/main" val="159510198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FF66C-55FF-4181-A584-6D44F3E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39FAD-A3CB-41C8-88B4-8EA7619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LangChain Prompt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432F8-361F-478F-B932-9DD5784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5C57A-87B3-469D-B103-C0A34E2D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2E9A-0296-4BBB-8361-5398F4F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48264-EF71-46BA-85EE-6050E13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4B060-5086-4798-9738-2FF71AE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langchain_core.prompts import ChatPromptTemplate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template = ChatPromptTemplate.from_messages([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("system", "코드 변경과 실제 Test를 근거로 검토하는 리뷰어입니다."),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("human", "{review_request}"),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messages = template.invoke(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{"review_request": refined_prompt}).to_messages()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messages[1].content == refined_prompt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D7ECC-2D9F-446D-9C80-DF5CCB4E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3차시 refined_prompt 사용  /  system Role과 human 요청을 분리  /  입력 바인딩 단계: 아직 모델 호출 없음</a:t>
            </a:r>
          </a:p>
        </p:txBody>
      </p:sp>
    </p:spTree>
    <p:extLst>
      <p:ext uri="{BB962C8B-B14F-4D97-AF65-F5344CB8AC3E}">
        <p14:creationId xmlns:p14="http://schemas.microsoft.com/office/powerpoint/2010/main" val="141464538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4D4E8-CF77-463B-A72C-77BF8E8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71FED-58BD-4D2C-AAAE-EB7DC09C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Context를 포함한 두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C06DB-5228-4272-904C-422554E5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3E9F3-5EEA-42A4-9E69-0426E03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E058A-B8BB-4EFB-880F-A72F7D1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83614-D168-45C7-891D-432919F5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344E8-EBDB-45DA-9CEC-3299D7F5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Diff로 baseline·refined 요청 작성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1251A-C596-46A0-BD68-0EED0CA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8B74C-FCD7-423E-BB55-53ABEB7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refined에 업무 규칙과 Test 근거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48FEF-57FE-4D6E-A4D8-D31D473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C9DB7-ADFC-45B5-8D02-0304F260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Markdown 요청 파일의 포함 정보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D8A24-2CD4-4AFA-B444-8D6BCDC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3E5B0-F2D6-47A9-850A-9F72EF2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prompt_baseline.md·prompt_refined.md  ·  실제 응답 비교는 4차시 CLI 연결 후</a:t>
            </a:r>
          </a:p>
        </p:txBody>
      </p:sp>
    </p:spTree>
    <p:extLst>
      <p:ext uri="{BB962C8B-B14F-4D97-AF65-F5344CB8AC3E}">
        <p14:creationId xmlns:p14="http://schemas.microsoft.com/office/powerpoint/2010/main" val="91727679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DC118-9863-49AF-9B58-8BAB63D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6C568-1946-42FB-85ED-41C607EF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Context의 과잉과 누락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025B1-3301-4861-8545-1C21F98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25FFB-FD34-4A54-98AD-F52DE92D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01D41-180E-4C14-AA8A-C4DFDC7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리뷰에 생기는 문제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교정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정책 없음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잘못된 기대값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정책 문서 추가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저장소 복사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관련 없는 코드에 집중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주변과 관련 Test 선택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결과 없음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추정과 사실 혼동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 종료 코드 제공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51093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4D7DA-E192-4A5C-806D-8254E350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340E8-7DBD-40D8-905A-0206366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875D6-C7A7-40DC-9C8C-229E0B7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 CLI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D87E0-82FC-4760-91D8-6D570A9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Python에서 실제 Codex 리뷰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42C69-FBF3-42D7-A37C-4A89495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12분  ·  시연 8분  ·  코드 실습 25분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EB33F-5ABE-494D-AA7E-771F854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A181D-99F5-4C17-80F2-D665F377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47911-0341-4EE1-8120-0F3B1142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159418497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A0FD2-AEDF-4834-9832-9E57D36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847EE-42ED-420A-8163-184B63FC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CLI의 두 사용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C825C-C914-40EB-868E-BD547BDF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938FE-FEB2-494E-B8C8-A372DE12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72473-6501-4F9D-A205-265C785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EA85-F4ED-4291-81CC-B7B6E581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대화로 개발하고 Python에서 리뷰 호출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B271C-0F4C-4546-B150-28D4FDD6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0C86F-3FBB-4AE0-B30E-155E8896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대화형: 분석·구현·테스트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9199D-E771-4CBD-91E9-FB110B1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63581-A417-4592-8ECA-F2B1EF3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비대화형 exec: 프로그램에서 한 작업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A1C72-CED2-4912-AE3A-BDFCD0EA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5FB70-5E1D-40BB-86DE-ED32E82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동일한 프로젝트 규칙과 리뷰 기준 재사용</a:t>
            </a:r>
          </a:p>
        </p:txBody>
      </p:sp>
    </p:spTree>
    <p:extLst>
      <p:ext uri="{BB962C8B-B14F-4D97-AF65-F5344CB8AC3E}">
        <p14:creationId xmlns:p14="http://schemas.microsoft.com/office/powerpoint/2010/main" val="194144704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58DC6-EAE1-443B-81A1-8F5BB417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408EB-5403-4E21-924B-0E50D1C9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CLI 설치와 로그인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1AEAB-E38F-4FF4-8208-82536A4B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5843A-4EE1-44A7-95DD-9C6430C6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0E60C-8CA5-4F7D-B501-426D995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318E8-02CE-48D6-A0F1-57D741F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91BC4-7634-4987-ACE3-27D7677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Node.js 설치 후, Codex가 없을 때만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install -g @openai/codex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codex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codex login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codex login status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codex exec --help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57008-8AF3-40BA-825B-52CB3F5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718F4-5257-4C10-8B46-4F8BB0DB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이미 로그인된 PC: status부터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A431B-DB47-4A56-8DB2-E91425D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6AE55-95A8-4D00-8559-91FB5542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로그인 화면: 본인 ChatGPT 계정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21F81-7FA4-469D-9F95-0398EA59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8658E-26EA-4D18-A859-D251519B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확인: codex 명령을 같은 Terminal에서 실행</a:t>
            </a:r>
          </a:p>
        </p:txBody>
      </p:sp>
    </p:spTree>
    <p:extLst>
      <p:ext uri="{BB962C8B-B14F-4D97-AF65-F5344CB8AC3E}">
        <p14:creationId xmlns:p14="http://schemas.microsoft.com/office/powerpoint/2010/main" val="1302710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69977-425A-434B-A38A-462681D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F30A6-D418-4976-9B34-D74DD4B8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로컬 CLI와 API 직접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A3B8-35E0-460A-B18B-F6BA0D6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8AF5-D440-40B8-96AE-E564D94E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DD6EB-547F-4C61-A5FD-127DA83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90830-67A4-4890-8974-713F579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A4C00-DAD6-4C22-9631-96300C5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1A0A4-54CC-48FD-BAB8-E37FA39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오늘의 Codex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05F7D-D55B-4C8F-BECF-4C7C3EB6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OpenAI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E378B-8C60-4B90-8BB9-1B63EB1B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B2FB5-B440-4819-B018-58D0010F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ChatGPT 로그인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E7B1B-2D9A-45B4-A3C4-4F1F716F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2E5CD-C3F1-4B33-934A-27483F6A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프로젝트를 읽는 Coding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910BF-02D2-4887-A3A8-0CA15B2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3A1D9-F2C6-4630-BF97-1CF66FB3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exec를 Python에서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7DE46-3079-4A08-BE41-E8C7C96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1EC72-9A12-4123-904E-2BCCE56B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API key로 요청 인증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B2850-5CB4-447E-BC9B-73BE9E5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0E896-648C-4ED5-8C65-B1AD91A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앱이 도구 실행과 상태를 설계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80A8C-4268-4C89-AB64-1B24D67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E7B6E-0A4B-44B0-B36F-A1FCA00D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별도 API 과금·권한 적용</a:t>
            </a:r>
          </a:p>
        </p:txBody>
      </p:sp>
    </p:spTree>
    <p:extLst>
      <p:ext uri="{BB962C8B-B14F-4D97-AF65-F5344CB8AC3E}">
        <p14:creationId xmlns:p14="http://schemas.microsoft.com/office/powerpoint/2010/main" val="137584687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E9917-9ADB-4A3C-B79C-4776D22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5CDC0-02BC-4358-9548-F41462D5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한 번의 리뷰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9A64A-DA62-4BB2-B12C-3A723D69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A760B-BB64-4C91-AF37-95CA425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CCFE3-BAC4-454C-9FA2-E896331D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440EE-47DB-4DFF-BDB4-9B78B622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87A17-5FAA-4529-9BCF-74EDC1ED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Notebook이 출력한 EXERCISE 폴더에서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codex exec --sandbox read-only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--ephemeral --color never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"requirements.md와 starter/checkout.py를 검토하고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재현 입력과 최소 수정 방안을 설명해 주세요."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627D-1364-48A9-83F9-605D9DA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26ECF-9F10-4524-8BB6-F83A8C52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위치: requirements.md가 있는 폴더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6145A-4D09-40F0-B527-9AA30A1A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57A1A-B953-4C12-86BA-DFB4BAFE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read-only: 리뷰 과정의 파일 수정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57EF1-DECF-4CCD-A65A-AA9D69C7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B360B-499E-405B-93D8-C82FF97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모델: CLI에서 사용 가능한 기본 모델</a:t>
            </a:r>
          </a:p>
        </p:txBody>
      </p:sp>
    </p:spTree>
    <p:extLst>
      <p:ext uri="{BB962C8B-B14F-4D97-AF65-F5344CB8AC3E}">
        <p14:creationId xmlns:p14="http://schemas.microsoft.com/office/powerpoint/2010/main" val="97007751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2C4B5-4D8D-4C12-8DC3-610A07C9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3C372-8781-4DC0-8BB7-A30D7F3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Python의 CLI 호출 원리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5321C-B68D-450E-A951-B9DD499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C9844-9036-469A-813C-A247440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EDA99-98EA-40BD-B226-9662DE1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60FB6-9582-4972-8810-BEF3CF52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2BBD8-4D1F-4B20-85BE-766B6B7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subprocess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completed = subprocess.run(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["codex", "exec", "--sandbox", "read-only", "-"],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input=refined_prompt, text=True,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capture_output=True, timeout=180,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cwd=EXERCISE,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print(completed.returncode)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F6906-AAF4-4FC3-9A65-5C82134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호출 원리 예제: 실제 서비스는 Adapter 사용  /  stdin: Prompt를 명령과 분리  /  timeout: 기다릴 수 있는 시간 제한</a:t>
            </a:r>
          </a:p>
        </p:txBody>
      </p:sp>
    </p:spTree>
    <p:extLst>
      <p:ext uri="{BB962C8B-B14F-4D97-AF65-F5344CB8AC3E}">
        <p14:creationId xmlns:p14="http://schemas.microsoft.com/office/powerpoint/2010/main" val="173318120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B81E1-8FD5-441C-8EC4-F0B9E00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B835A-EB8A-4DC6-97C4-D35797C2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처리의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8CE48-26D9-4341-B63B-FDA3CEB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257FF-AB41-47EC-B4E3-2B9DFB3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6F0E-D60D-4F4E-815B-50A9AD8A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항목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프로세스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종료 코드·시간 초과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코드 반환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형식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Field·자료형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Schema 오류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근거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 줄과 실제 내용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 제외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경로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codex_cli / fixture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경로 표시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315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E3991-F74D-4305-8406-790AC16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38326-C5FC-4BA6-9635-54751B9E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Codex 리뷰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0E4BA-52B8-45BE-A035-3901FF7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21717-0241-4C37-A2CF-4214A01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4D689-E860-4ABC-A8E1-1FA1E6D2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2A0D8-C1E7-4699-8B23-BE08C229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77176-4C7B-45B5-B90C-515E1C8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4차시에서 RUN_CODEX_LIVE=True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16D9C-1BC1-4AD9-AB99-22B5037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0BE79-9F38-497B-AD22-A116081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CodexCLIReviewProvider로 리뷰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46F8F-8E93-4AC2-AEAD-25947D6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C6E44-BFA8-437C-8497-FAEE6DCD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Provider·오류·Markdown 지적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2E5D8-D3E9-4FAF-AB92-0A858FA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A4708-0A64-4FAD-931B-5D051D5D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provider_used=codex_cli  ·  실제 업무 규칙과 지적 대조</a:t>
            </a:r>
          </a:p>
        </p:txBody>
      </p:sp>
    </p:spTree>
    <p:extLst>
      <p:ext uri="{BB962C8B-B14F-4D97-AF65-F5344CB8AC3E}">
        <p14:creationId xmlns:p14="http://schemas.microsoft.com/office/powerpoint/2010/main" val="30935264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FAB2B-AFE6-4087-A68A-FF99CCAA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64B02-FEA1-47B4-B0DE-70F8960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대화형 Agent와 리뷰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55695-9850-47A0-9281-DFCB5A17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399B6-3DB4-46C1-9602-F5322909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E9307-E1FD-4ACA-A04C-9048F75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7536-97ED-4A7C-81BC-9A17B453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도구 사용과 고정된 리뷰 호출의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B11D4-2970-47FC-AED3-831B643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19E8B-5D2A-4A09-BD09-FF0F8C8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대화형 Codex: 코드 탐색·수정·Test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7EEA9-FD2B-41CF-B887-3609DEE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8B97E-E7B3-4BF9-A24D-C7272C33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수업용 Adapter: 제공된 Context만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ED2A7-5530-41B4-9701-B2FB7AA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C77E4-0227-44AD-A01D-909D028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Python: 형식·라인·오류를 일관되게 검증</a:t>
            </a:r>
          </a:p>
        </p:txBody>
      </p:sp>
    </p:spTree>
    <p:extLst>
      <p:ext uri="{BB962C8B-B14F-4D97-AF65-F5344CB8AC3E}">
        <p14:creationId xmlns:p14="http://schemas.microsoft.com/office/powerpoint/2010/main" val="198603697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14F50-EFF0-418D-AA42-21E8456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71257-945E-47E9-8CF1-680B45C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Adapter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ACEB-4A7A-4F44-BD2D-4BD3062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406D1-765D-4FEE-87C7-59948DD3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7D6C7-79B0-4DF2-8BB4-CD2F2E9B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F6BC9-BADB-471C-A9FD-70863B72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7F643-A1FF-4020-B03A-8DD9E33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5092-C450-4D57-9662-AD7401B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Python에서 codex exec를 호출하는 리뷰 함수를 만들어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입력은 Diff와 업무 규칙, 출력은 ReviewFinding 목록입니다.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시간 초과·실행 실패·응답 형식 오류를 구분해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성공과 실패 Test를 추가하고 실제 명령을 실행해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235D6-BFA1-4B59-970C-84200B75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CC3BF-AF3B-458A-99F7-58962522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명령 인자와 stdin  ·  안정적인 오류 코드  ·  Mock 테스트와 실제 실행 구분</a:t>
            </a:r>
          </a:p>
        </p:txBody>
      </p:sp>
    </p:spTree>
    <p:extLst>
      <p:ext uri="{BB962C8B-B14F-4D97-AF65-F5344CB8AC3E}">
        <p14:creationId xmlns:p14="http://schemas.microsoft.com/office/powerpoint/2010/main" val="190422685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916F0-310E-42CC-94D9-40B54A6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07663-42D1-4A26-9A75-7D3A1649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CLI 실행 문제의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CE770-4FCF-45E3-ADF4-E109803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50A84-3D4B-49DE-AEAB-BC65704E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15468-FA5D-4B21-A568-043FAD6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동작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명령을 못 찾음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--version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Terminal 재시작·PATH 확인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로그인 필요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login status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login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 초과·한도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코드와 계정 상태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축소·대기·Fixture 선택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형식 오류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Schema와 실제 Field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 수정 후 재실행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39967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C4D0D-7654-4CEE-90F1-91B60B73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E5469-867C-423C-972B-825FF5E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Live 응답과 Fixture 재생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F3935-0D26-42F2-AC02-C116AA2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EE48A-50CE-4D45-90A9-AAB1A5E0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9EF6C-DEE8-4ABF-83C8-A1FDDC4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587A1-9E90-4416-8414-2678F206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FCF52-00D6-4C0C-9FFB-46445064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E16B3-0DB3-4F70-925E-7A9C574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Live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91DE9-ACEF-4232-B2F5-777C130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Fixture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83216-78F6-43D0-B209-0E665132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43A9E-E628-4899-865A-0BE3B95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지금 실제 모델이 생성한 리뷰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19A59-688A-4B4A-88D1-190CCE2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92468-1FCA-4E50-A18B-0892943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계정·네트워크 영향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5B98B-A393-44C2-90DA-66564EC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3B33E-B380-4521-803A-1262B28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지연과 내용이 변할 수 있음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64399-35E1-461F-91D8-93235335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225EB-1672-476B-AD16-7CB6387B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제공된 응답을 읽어 후속 과정 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8EF3-4BD1-42BC-9BEC-22189B1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BD79D-6DD9-4698-B52A-F38252B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모델 호출 없음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268A7-B3B0-47E1-93AF-3BD50A3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9E057-0947-4FF2-9297-2D7C7337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모델 품질 평가로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4448854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9ECFE-A727-4BB2-83D2-1DCDCB0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5차시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EF04B-BCB7-4133-BD72-BBE9EE5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270F-2425-49B2-BABF-F962A389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수정 코드와 회귀 테스트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62C5-9235-4FAD-BF43-C3BBA2F2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근거를 코드 수정으로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DF084-446A-4790-A111-1700429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10분  ·  시연 8분  ·  코드 실습 27분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85C2E-9A93-4877-9B95-8A1F3A0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31B95-A92C-4D07-8F7A-7F814577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419A1-FB5A-4435-84D5-AC6D2ED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83988655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D26A6-0234-445E-AA02-F430B90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FBA2B-03CA-43D2-AB98-381D3A11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리뷰에서 수정까지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5092-6533-44C7-AF2B-3383896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B5642-5E68-4850-A76B-152D780F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34E4D-F335-474A-A508-E18E4CCD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26690-C4EA-45DD-93D0-32435A2B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재현 입력이 교정의 검증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0B2B-15B3-450A-849B-A52C1E9B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39F9-8B73-4520-A454-E63571B2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지적한 오류를 먼저 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B78B-5D19-4B2E-8664-A5843C9E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EF25E-8E53-4FBC-8015-0EDB7DF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관련 계산만 작게 수정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ADD80-1C57-4005-87AC-BB72E14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5FB27-DE3A-4457-9211-C9596C79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기존 기능이 유지되는지 재확인</a:t>
            </a:r>
          </a:p>
        </p:txBody>
      </p:sp>
    </p:spTree>
    <p:extLst>
      <p:ext uri="{BB962C8B-B14F-4D97-AF65-F5344CB8AC3E}">
        <p14:creationId xmlns:p14="http://schemas.microsoft.com/office/powerpoint/2010/main" val="103455963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C9F55-F4A4-45C5-91C1-B5604643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F475C-C3A2-44F0-8DE9-7525B34A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교정할 계산과 입력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DD1AD-5557-494B-ADDB-E80DF2A3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0D41A-CB36-47D4-9615-C7C9F00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C0201-E94F-476D-B072-37A6B74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최소 수정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입력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초과 쿠폰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min(total_won, coupon_won)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10,000 / 15,000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무료 배송 기준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할인 후 payment로 조건 계산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50,000 / 10,000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잘못된 입력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정수·0 이상 검사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-1 / 소수 / True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75706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B1D50-CDBB-49DD-98CE-5A32C5FD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04159-DE6C-4840-9BD0-1E35CC30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 검증의 함정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C1FD8-A495-4F92-8D7A-C4BFF6D2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2073-1FEE-4BD8-84BA-7CFD3955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BCD7F-B4D2-4742-943A-EB04B162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C10A5-52A4-4149-884D-995CA8B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2887E-A7D4-4E00-9411-CD41754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9A5B7-6ADD-40F5-8C98-260B384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isinstance(value, int)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C3625-23F0-45F5-9B0E-9A64819F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type(value) is 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C8636-D3D9-48E8-A32A-FFD0E1A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334AA-242C-4DE4-9E2F-B4739D4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정수 값을 검사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10D17-3B05-4090-AAEE-DB48A57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6764F-E7D9-4AC5-958A-A7BE67D6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Python에서 True도 통과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9F6B7-904F-4084-B22D-A4C26B5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6AEF0-0246-4885-A291-9BB956E9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정확히 int만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5BDB5-946F-420D-A9D4-5D80784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65D28-F7BF-4E72-9987-EBC431C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True·문자열을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9F5C2-AD6B-461F-B81C-96208DBC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6F3E8-4AED-4D4C-B92C-FEEF9F31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금액 정책에 맞는 선택</a:t>
            </a:r>
          </a:p>
        </p:txBody>
      </p:sp>
    </p:spTree>
    <p:extLst>
      <p:ext uri="{BB962C8B-B14F-4D97-AF65-F5344CB8AC3E}">
        <p14:creationId xmlns:p14="http://schemas.microsoft.com/office/powerpoint/2010/main" val="7925194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5DD0B-AC37-46E6-A1BB-6C825E67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FD069-2FA1-4CAB-9B32-1020DF7F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입력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87053-C2FE-4E9B-943E-28C0FD8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AC41A-44DA-41CC-80DC-BC2430B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D373E-45B2-4750-83BF-F6623C7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05737-4284-42EB-A0E4-9CC18E1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33382-89BE-406F-BC7C-57DF76B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validate_money(value):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isinstance(value, bool) or not isinstance(value, int):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raise ValueError("MONEY_INTEGER_REQUIRED")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value &lt; 0: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raise ValueError("MONEY_NON_NEGATIVE_REQUIRED")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validate_money(0)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True·10_000.5·-1은 각각 오류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384E-59E7-4DBF-8280-047B5446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5차시 수정 파일의 함수  /  Test가 기대하는 오류 코드를 유지  /  정상 입력은 예외 없이 다음 계산 진행</a:t>
            </a:r>
          </a:p>
        </p:txBody>
      </p:sp>
    </p:spTree>
    <p:extLst>
      <p:ext uri="{BB962C8B-B14F-4D97-AF65-F5344CB8AC3E}">
        <p14:creationId xmlns:p14="http://schemas.microsoft.com/office/powerpoint/2010/main" val="16895911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51770-BE1C-4EF5-9778-7BCA187C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D910D-D08F-4021-971B-E5ABAE36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할인과 배송비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C289A-DB2F-443B-8585-852B0AD3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48397-1320-4511-8114-E4DD936B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2BBD9-3177-4FD9-AC52-6F138CB5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658CE-F34E-4C33-8206-B024D186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17CE9-8102-40D8-99E3-6B8B070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payable(total_won, coupon_won):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validate_money(total_won)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validate_money(coupon_won)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total_won - min(total_won, coupon_won)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calculate_checkout 내부의 배송비 계산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payment = payable(10_000, 15_000)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shipping = 0 if payment &gt;= 50_000 else 3_000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payment ==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payment + shipping == 3_000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35BD-F273-4E10-B9CD-56FCDDA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991AD-F449-4344-8A8B-70F36A5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앞 장표의 validate_money부터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C590D-2792-41DB-8AA0-23E0D26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8B371-818B-44FF-B30A-A94A109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payable은 배송비 전 상품 잔액 반환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ACB92-DE74-47D4-A54C-7F81B81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3B7B2-D95B-44F5-A7E1-B03A7E3E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5차시 REPAIRED_SOURCE 발췌</a:t>
            </a:r>
          </a:p>
        </p:txBody>
      </p:sp>
    </p:spTree>
    <p:extLst>
      <p:ext uri="{BB962C8B-B14F-4D97-AF65-F5344CB8AC3E}">
        <p14:creationId xmlns:p14="http://schemas.microsoft.com/office/powerpoint/2010/main" val="31329464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1442C-5F88-491C-9754-043A7B51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7DB51-C028-42C1-AEAC-CF7F103B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작은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3640F-E291-45E6-9A6E-15083BCE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93B96-FCFD-4B15-8B63-D619746E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90B43-A881-426E-8FC6-A949CF8E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DB803-27BB-4F50-9DE7-1026E357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B8C0A-18CD-4369-A9A4-D3CCF99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C0404-3FEB-458C-BC03-5E99BB6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쿠폰 상한과 할인 후 배송비 오류를 수정해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requirements.md를 기준으로 관련 함수만 바꾸어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음수·문자열·True 입력 Test도 추가해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Test를 통과시키기 위해 기대값을 낮추지 마세요.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6B93A-C473-4215-9BA2-C434546F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A37EF-7004-460A-9529-9DCE63E5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정책과 일치하는 구현  ·  기존 Test 유지  ·  수정 범위와 실제 결과</a:t>
            </a:r>
          </a:p>
        </p:txBody>
      </p:sp>
    </p:spTree>
    <p:extLst>
      <p:ext uri="{BB962C8B-B14F-4D97-AF65-F5344CB8AC3E}">
        <p14:creationId xmlns:p14="http://schemas.microsoft.com/office/powerpoint/2010/main" val="43928141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CAC21-3F45-451D-820F-135D089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5F964-0A44-4023-B9F7-751E489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수정 실행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C105-9220-4927-A9C1-57C4856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EC0EA-A07F-4E39-93F7-C9B4EEA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F6BBB-67FA-4072-A234-66E626D6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01568"/>
                <a:gridCol w="7571232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관찰 대상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실제로 확인한 결과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범위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checkout.py 1개 수정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checkout_checks.py 유지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테스트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전 2개 통과·7개 실패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후 9개 통과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명령 오류 복구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 명령 없음 확인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python3로 다시 실행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 선택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할인액 = total_won - payment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참고 구현의 min과 결과 대조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77882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983C2-5325-46BE-B67A-DD0D8C3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BBE28-F489-4BC6-98FC-2259445D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파일의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522F4-B15B-4F38-9350-839BAC6D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6F422-C669-482F-A62C-38267204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534FA-F6DA-4B87-9F26-9E8B9AA3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02148-EF71-4AF1-8BBB-8028433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2329B-938A-4631-8C43-E312E2DF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생성된 starter/checkout.py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92C69-2E13-4EA6-85B0-544AA6DB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23F9F-46A3-4CE3-9151-6F7D8473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checkout_checks.py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B8589-2910-4913-A353-2AAC94B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65FEF-3C43-4B02-BDD2-7A52E7F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실패한 입력을 영수증 함수로 다시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D4BB7-5016-44F9-ABC3-A871EC4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947BA-2E7A-41CA-9F90-B4E833E3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의도한 실패가 사라짐  ·  9개 업무 Test와 영수증 일치</a:t>
            </a:r>
          </a:p>
        </p:txBody>
      </p:sp>
    </p:spTree>
    <p:extLst>
      <p:ext uri="{BB962C8B-B14F-4D97-AF65-F5344CB8AC3E}">
        <p14:creationId xmlns:p14="http://schemas.microsoft.com/office/powerpoint/2010/main" val="66773239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853D7-7115-44A9-ABA5-31C1498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B3EB-12CC-4232-ADEE-9CD715F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전후의 계산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A2902-6E08-4ABF-A780-25012D4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E2F26-6D34-40DE-BC3C-7B6E1958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3118B-773A-4F09-8FBC-4E880315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A8F7-7C6B-4861-A909-914A3B54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상품 50,000원 / 쿠폰 10,000원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2C739-798C-451B-B1DE-AA44BA5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전 배송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7DDB7-41F1-491E-89D3-F3963C5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할인 후 배송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FA2F6-0EF5-4C18-BFB2-32918EE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40,000원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EC244-6D24-461C-A170-703504A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86200"/>
            <a:ext cx="5048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380C5-80FD-4043-B943-034E406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14725"/>
            <a:ext cx="5067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5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43,000원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708EA-409D-4218-B295-3AE8BE7F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40,000원 상품 잔액 + 3,000원 배송비</a:t>
            </a:r>
          </a:p>
        </p:txBody>
      </p:sp>
    </p:spTree>
    <p:extLst>
      <p:ext uri="{BB962C8B-B14F-4D97-AF65-F5344CB8AC3E}">
        <p14:creationId xmlns:p14="http://schemas.microsoft.com/office/powerpoint/2010/main" val="178355514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9CB6E-DB7A-465C-B4E5-1DBAB880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6BA87-41AD-4E13-B6C8-8DCB2C3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근거 없는 후보 제외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8800F-2D39-4890-9C31-393E84A1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DC119-E078-435F-A97F-042375C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5CC13-0753-4631-B0E2-538F135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9CB34-81F8-415B-A83C-FF4D55B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0DB9E-C015-459A-BDE8-E7239CA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learner_grounded_candidates(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candidates, added_lines,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valid = {(x["path"], x["line"]) for x in added_lines}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kept, removed = [],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item in candidates: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key = (item["path"], item["line"])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target = kept if key in valid else removed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target.append(item)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kept, removed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8B1FB-738C-4196-8712-558630C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Notebook의 learner_lines를 두 번째 인자로 전달  /  유지 후보와 제외 후보를 함께 반환  /  999번 줄 후보를 넣어 제외 결과 확인</a:t>
            </a:r>
          </a:p>
        </p:txBody>
      </p:sp>
    </p:spTree>
    <p:extLst>
      <p:ext uri="{BB962C8B-B14F-4D97-AF65-F5344CB8AC3E}">
        <p14:creationId xmlns:p14="http://schemas.microsoft.com/office/powerpoint/2010/main" val="77477600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2CCCD-0577-4A79-B6AF-C7F3209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F581-D04E-4240-A9EC-7C5EED39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회귀 Test와 AI 리뷰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86930-5807-4565-ABF9-387DCEC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24822-0031-4BA4-AADC-528168BE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9F0B6-AC0D-4DAE-9FDE-EA0C117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632D6-F785-4134-AADC-403A0C6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08660-BF05-4946-A90E-44A8897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9BF1C-5303-4E7F-A6D4-18BF4A64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회귀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D2D20-D5AC-4D15-81AC-8AB4FED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AI 리뷰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29FDF-34B3-4B47-B597-AAEE92A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A2C0E-D67F-447B-A215-D21211F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정해진 입력과 기대값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5EBD4-E305-4836-B326-9BEC957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E5A45-B750-4E4B-8E59-7DBCECA7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반복 실행 결과가 일정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4F419-FE91-43F6-AAF9-BDF6A38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BC21A-EDAF-47A9-A748-25124572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명확한 계약 오류 탐지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BA7D7-C74C-4F2D-8053-838A008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BE556-0CA2-4573-941F-0793D7B6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업무 맥락과 설계 영향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8A2A2-1350-43B7-A811-EAFD33EA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90026-F47F-420C-8364-972D5E8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아직 Test가 없는 후보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F5174-0204-458D-B16A-BC7DBFEA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4FA16-8B02-42E9-B95E-D37CA27C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근거와 사람이 재검증</a:t>
            </a:r>
          </a:p>
        </p:txBody>
      </p:sp>
    </p:spTree>
    <p:extLst>
      <p:ext uri="{BB962C8B-B14F-4D97-AF65-F5344CB8AC3E}">
        <p14:creationId xmlns:p14="http://schemas.microsoft.com/office/powerpoint/2010/main" val="104349438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17D4B-022D-4B71-B6FA-E19345C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CB844-3F33-4D16-9B71-7DBD88B1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추가 조건 한 개의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3D0B8-F61D-41A4-BC2A-C70796A8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9E393-F1D2-4882-83B7-5208B20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BD12-88D8-478B-B8F7-C8571CB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07295-0DF7-4B68-BD29-CBD99F7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D4C0-AE3C-4319-B62B-3B15012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무료 배송 임계값 근처 입력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DD74E-6A5E-476B-B0A5-A118480A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108F2-F5CD-44FD-AD5A-6E28CDC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49,999·50,000·50,001원 Test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9BA47-C612-4C18-B24C-5ACBE6B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4CABE-CAAE-4B90-BFDD-596EB60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수정과 본인 계산 결과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8E9D8-387A-40AE-A90D-2F32E8D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6FCE2-5AB9-4D46-B61B-AA7B52E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경계값 세 개의 계산  ·  기존 기능 유지 확인</a:t>
            </a:r>
          </a:p>
        </p:txBody>
      </p:sp>
    </p:spTree>
    <p:extLst>
      <p:ext uri="{BB962C8B-B14F-4D97-AF65-F5344CB8AC3E}">
        <p14:creationId xmlns:p14="http://schemas.microsoft.com/office/powerpoint/2010/main" val="114526711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1AC90-8138-4793-92BF-7B44C4C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1041F-BC72-46D0-9205-2F9E624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66BE9-61C4-4D96-BE4B-05EFB44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LangGraph 검토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038F2-5F30-427A-8F01-A1AD6BB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결정에 따른 실행 재개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EA11-392C-4DE4-9453-AAA0C50E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15분  ·  시연 7분  ·  코드 실습 23분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C749B-EBBD-4C91-B852-1395730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62F79-3025-4D6C-9E2D-67D3F76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38B35-79D6-4B16-8177-219C3D9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58833093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556B-E118-497D-A311-6373480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96EE-C8E3-47CD-B55F-FC09203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검토가 필요한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88522-9B13-4086-A026-E2871EBD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44B83-C783-4A2E-B7D4-F64AB9B5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25D41-673C-44AD-8586-29AB3AD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9ADD8-749C-440C-A460-8C27BE2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초안과 최종 수정의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4EFB-B223-4DFA-81CD-ABED53C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90AA8-2149-4D1F-9118-2B1BDC10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근거가 부족한 지적은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8B45A-09FE-4B4E-992B-906FD99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CE8B-D8F2-4713-8089-34D1AE7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맞는 지적도 수정 범위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AEDCB-9DF5-4EF9-879C-9B1D0106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9F00E-4A78-4079-9F5B-46EDAC06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결정 전 다음 단계 대기</a:t>
            </a:r>
          </a:p>
        </p:txBody>
      </p:sp>
    </p:spTree>
    <p:extLst>
      <p:ext uri="{BB962C8B-B14F-4D97-AF65-F5344CB8AC3E}">
        <p14:creationId xmlns:p14="http://schemas.microsoft.com/office/powerpoint/2010/main" val="50957771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4AFE1-6641-45CC-B5F9-DAB888F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0B7AC-198B-4995-B135-A0FAB9B7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LangGraph 구성 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81255-2765-414F-A85A-F2389A29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10808-6793-4ACA-AEDE-0AB8B1B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2C9A-62C9-4D3A-8A7B-52AFE4D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01568"/>
                <a:gridCol w="7571232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용어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 서비스의 의미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Diff·Finding·사람 결정·Test 결과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Node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검토·검증·판정 함수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Edge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함수로 이동하는 경로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Checkpoint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중 상태를 저장하는 지점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3333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C76C7-A588-4440-B6C8-33974AD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82A47-C3F6-4FC4-9A35-A07C6AEB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검토 대기와 실행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03595-D6E6-4D9B-BA38-D8416C9F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2454-466F-4066-916D-3648664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639E0-4A02-4BF3-AB92-8696C92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EE970-4592-4EAE-9086-C85CD673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A7AE8-4249-4B55-B077-B872731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초안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A47C9-5EDD-4274-B7DD-0C44E0C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098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F02DE-37EA-49D3-A963-A9DBCA57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B1B23-5C8D-49A2-98FB-3E47A51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66925"/>
            <a:ext cx="230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입력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4BCAE-1947-44BE-A0B9-666B9F9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98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AC670-5B51-47D0-A2C7-978A2D0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36070-23A3-44F8-856E-7D2B621A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66925"/>
            <a:ext cx="3067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thread_id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Command로 재개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6A09C-0D3E-46A6-AF7A-979874E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1905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DC696-7755-41B2-BD84-5306EBC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C2743-0E51-4C8E-8C9A-5A07D672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수용 → 보고서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44785-C3CC-485B-9E6B-E9D74C44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814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1A2FF-B296-42C4-B130-4631D2BF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→ 내용 재검증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53E9A-C289-429B-8701-740B1DA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D83B8-A27E-441F-9B72-8A9098E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제외 → 이유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9B42C-7323-4830-B1C2-5C154B80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미결정은 승인 아님 · 실제 GitHub 게시와 별도 단계</a:t>
            </a:r>
          </a:p>
        </p:txBody>
      </p:sp>
    </p:spTree>
    <p:extLst>
      <p:ext uri="{BB962C8B-B14F-4D97-AF65-F5344CB8AC3E}">
        <p14:creationId xmlns:p14="http://schemas.microsoft.com/office/powerpoint/2010/main" val="115185525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0BF3-1413-4B8A-B088-9688BEC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8F6F-9D3B-4EC6-B4D3-BD0D504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검토자 입력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CC54D-7C39-4624-8168-D8175181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8CB4-ACF7-4ACA-91C3-971A567B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DA8EB-33D3-42AC-9637-4E584E22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09EB6-F1AD-4134-B8D7-127C4645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94FD2-30D1-4470-886F-A985B672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learner_review_decision(decision, reviewer, rationale):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decision not in {"approve", "edit", "reject"}: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raise ValueError("REVIEW_DECISION_INVALID")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not reviewer.strip() or not rationale.strip():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raise ValueError("REVIEW_REASON_REQUIRED")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{"decision": decision,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"reviewer": reviewer, "rationale": rationale}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66B5B-2E79-42DA-B971-DA82F8C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6차시의 실제 검증 함수  /  선택·검토자·이유를 함께 전달  /  미결정은 interrupt 상태에서 대기</a:t>
            </a:r>
          </a:p>
        </p:txBody>
      </p:sp>
    </p:spTree>
    <p:extLst>
      <p:ext uri="{BB962C8B-B14F-4D97-AF65-F5344CB8AC3E}">
        <p14:creationId xmlns:p14="http://schemas.microsoft.com/office/powerpoint/2010/main" val="188224581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E3548-28A6-4CD6-A3F5-1D7B218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A6879-465B-4366-A5E1-22502C9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interrupt와 resume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1553F-E0F3-4715-B20D-F68CC9A3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A32D-8B75-4969-940C-2638DE63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9A437-DEC8-42AB-82CA-9EC07AA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27061-53AD-4E09-90CB-ECBBA54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7B95D-AAFC-41D6-87C9-7FF5CE0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Notebook 6차시: graph_draft와 graph_config 준비 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review_graph = build_review_graph()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graph_start = review_graph.invoke(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{"draft": graph_draft, "audit": []}, config=graph_config)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"__interrupt__" in graph_start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resume_payload = learner_review_decision(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"approve", "수강생", "재현 입력과 Test 확인")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graph_final = review_graph.invoke(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Command(resume=resume_payload), config=graph_config)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51A6E-1CD9-472B-8F3D-4284B98D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build_review_graph 내부의 interrupt에서 대기  /  필드명은 choice가 아닌 decision  /  같은 graph_config로 원래 실행 재개</a:t>
            </a:r>
          </a:p>
        </p:txBody>
      </p:sp>
    </p:spTree>
    <p:extLst>
      <p:ext uri="{BB962C8B-B14F-4D97-AF65-F5344CB8AC3E}">
        <p14:creationId xmlns:p14="http://schemas.microsoft.com/office/powerpoint/2010/main" val="70385745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EBD05-1791-4550-92B0-0EBDB1A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A9707-48F5-45DF-9A26-2E61A5C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수용·수정·제외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457A3-E5B6-4AE1-A24E-B4969B3E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33E6B-80FD-4A6C-BBC9-C227D8AC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1C6A6-0DD8-4730-92FA-780D6EF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학생이 확인할 것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상태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수용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재현 입력·근거·교정 타당성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보고서 준비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수정한 지적의 위치·필수 Field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재검증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과잉 지적·다른 정책 적용 여부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이유 기록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미결정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아직 검토하지 않은 항목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44826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35D23-3C23-4D3E-AEAC-D25E1D1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F08CD-9493-4E51-AFD1-8FA208E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LangGraph 중단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11F44-E421-4D4E-8CCC-B2E6D547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A5C8-C8CE-4680-AB56-FDAD3FD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43803-3866-4756-B562-E2A3BE8C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68E0-FF14-422D-A20C-B19E675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1D71F-3E80-41E9-8CB2-B2ECBDDB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 6차시 Graph compile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7C887-A631-4B94-8731-62B42FBE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1E877-1047-42E0-9942-B03EC409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첫 invoke에서 interrupt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A1C75-173A-4736-8CA5-BA310C8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830D3-4990-4871-9256-85C8D5B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각 선택은 새 Graph로 시작·같은 thread로 재개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0DC61-713D-4188-8429-D6CA773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4EE0B-D484-4169-8C4C-CA15BA1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중단 전후 State 변화  ·  거절 시 후속 전달 보류</a:t>
            </a:r>
          </a:p>
        </p:txBody>
      </p:sp>
    </p:spTree>
    <p:extLst>
      <p:ext uri="{BB962C8B-B14F-4D97-AF65-F5344CB8AC3E}">
        <p14:creationId xmlns:p14="http://schemas.microsoft.com/office/powerpoint/2010/main" val="88507840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CB981-D470-488F-ABC5-3C0A55E8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5DE78-A2BC-4AB8-B772-EF4AB78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검토 노드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90A42-CA7D-42BF-816E-B3A569F1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0142-AF2B-4012-96C0-EAB6993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809D3-80C6-4BBC-A2ED-4FF860C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8CDED-1FED-4CE2-B824-4474085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C46D1-B01F-401C-AD5B-536665F4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8C8E8-E968-4501-BE0A-FBD026F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초안 뒤에 LangGraph Human Review를 추가해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검토자가 수용·수정·제외를 선택하고 이유를 남깁니다.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미결정은 대기 상태로 유지해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thread에서 재개되는 Test를 추가해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C00FE-D59A-4A36-AEA1-ECAB910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28AF-DE45-4273-975B-07184E30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상태 저장과 thread_id  ·  분기별 테스트  ·  실제 게시와 분리된 결과 준비</a:t>
            </a:r>
          </a:p>
        </p:txBody>
      </p:sp>
    </p:spTree>
    <p:extLst>
      <p:ext uri="{BB962C8B-B14F-4D97-AF65-F5344CB8AC3E}">
        <p14:creationId xmlns:p14="http://schemas.microsoft.com/office/powerpoint/2010/main" val="193686687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21E91-B95B-4828-B8CF-D0251E55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4341C-C9B7-49F5-85D7-C56491D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Workflow와 Agent의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8798E-F96C-4085-9687-874B8CE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CC823-5CBC-4CD6-81E6-87571AA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93346-A836-4E0F-BAD8-EA22CC9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5FEB5-88B1-4629-8F69-032B322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863BE-D074-4FB7-9C46-76C2456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B9869-1DC7-4CF0-BB6F-26A8EDE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Workflow에 고정된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3A117-6B48-47BB-B788-E5C405E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Agent가 판단하는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72F79-393D-4EE5-813F-D617BAD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61060-6AF4-495E-A29B-BEA46763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Diff 파싱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A16C5-F46A-41AB-B932-6A64C42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EA0A-C005-4B65-9063-BB6DF3A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Schema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3B679-A481-4F84-B6A7-877538A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5F6B4-D8DD-4418-A53C-4BF6BAD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결정에 따른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58D66-3E61-403A-83C1-FE8095D2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09768-7837-4985-8451-FAD0BAE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읽을 관련 코드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36A0-8089-4593-8485-8D94991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A6E0C-804B-4C02-8A7F-916F904C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문제 후보와 재현 입력 추론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8A071-0D37-4B93-9615-FEBADAA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27AE9-965C-4707-A5FF-EAD5074D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전략 제안</a:t>
            </a:r>
          </a:p>
        </p:txBody>
      </p:sp>
    </p:spTree>
    <p:extLst>
      <p:ext uri="{BB962C8B-B14F-4D97-AF65-F5344CB8AC3E}">
        <p14:creationId xmlns:p14="http://schemas.microsoft.com/office/powerpoint/2010/main" val="144821763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4D726-E401-4748-85D6-E47AD3F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61A96-379D-4D2F-8344-5E3113E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재개와 재실행의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16CD-67B0-4AEF-91E9-EC5A87A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153F2-989A-4EF0-B3C9-DC2914B8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11310-5B9F-4945-A48E-A9046EA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3DC4A-1B59-4EA9-A784-7F83B2F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실행의 맥락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4C926-AB6C-4457-B0B8-0CBA8CE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F7319-C37D-4CAA-8A0A-1D8FAFD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재개: 저장된 상태에서 사람 답변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53AC8-A214-40CB-8262-FCE3A727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17346-9B4A-47EA-AD57-B3E8D8F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재실행: 처음부터 새로운 입력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A945A-6F5E-4F8C-A69B-274D4106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374B7-AB31-4859-9730-7F62E310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식별자로 두 흐름 구분</a:t>
            </a:r>
          </a:p>
        </p:txBody>
      </p:sp>
    </p:spTree>
    <p:extLst>
      <p:ext uri="{BB962C8B-B14F-4D97-AF65-F5344CB8AC3E}">
        <p14:creationId xmlns:p14="http://schemas.microsoft.com/office/powerpoint/2010/main" val="127154377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8C2A6-A162-4D36-8D76-47BDEC7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9F0BB-A2A7-4272-859C-A2099412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수정된 지적의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89129-1F7E-44EF-B919-85B9EB18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ACFDA-0C62-4BB4-9D61-C838C14F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08B29-7401-480A-A8F5-FBE8EE2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2E3D9-B26D-4F7E-A7D5-93E5DD9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8B9D0-9D37-41A2-BD17-98575E0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REVIEW_EDITED_FINDINGS의 제목 직접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A7625-2B31-43D1-A268-EE281150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0D20C-108D-43B1-B652-3EFEA35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REVIEW_DECISION="edit"로 같은 실행 재개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FC7EB-58C5-4005-92FD-AA37AA1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6FAA3-EB73-4707-829F-998E37D7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추가 실험: 새 Graph에 999번 줄 수정안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32BF7-6B9E-467B-AAC9-56C1624A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E4978-3777-44D8-8057-C65ADDB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수정한 제목이 최종 보고서에 반영  ·  추가 실험의 잘못된 위치는 BLOCKED</a:t>
            </a:r>
          </a:p>
        </p:txBody>
      </p:sp>
    </p:spTree>
    <p:extLst>
      <p:ext uri="{BB962C8B-B14F-4D97-AF65-F5344CB8AC3E}">
        <p14:creationId xmlns:p14="http://schemas.microsoft.com/office/powerpoint/2010/main" val="161496396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A67B9-09F6-40B4-BCDC-A0F4822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7차시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EC1AE-41FC-4880-B642-D8CAD53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2ECA-3CB1-47DD-A72C-928A0EF2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품질과 개선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E6EA-5D82-4C19-819F-26572B42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오탐·누락·수정 효과 측정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F21E6-4B2C-43C8-919E-9FAC730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12분  ·  시연 8분  ·  코드 실습 25분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7473E-43C2-4C11-BD89-4755406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CC567-CA83-4727-A214-2F1CFD7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00FC2-E8C5-4C71-BB12-CD0D101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41359421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F695F-F44E-42A4-99E4-8DF144C2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00231-D2C0-45A0-B63D-08CBAAB4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품질의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C9AFF-66AB-49EE-B63A-95A4F68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B90F-4291-48CD-A285-37DE4F2B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23F2C-B89E-4E09-BC34-BE6FE04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794C-FF85-4CD5-AB55-37736215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유효한 지적과 놓친 오류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A4FE1-F681-4C87-887C-89C0F4D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92EF3-E1A4-4300-82BD-EF53477B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오탐: 문제 없는 코드를 문제로 지적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E6E1C-634B-46BA-BDB1-3148A7B0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DDD75-2940-4C35-A850-F0B5701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누락: 실제 오류를 찾지 못함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EAC6E-2F95-4198-8192-F609628F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4ABD5-F949-4A79-9C44-BBFD1FBF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고친 뒤 지적이 사라지는지도 확인</a:t>
            </a:r>
          </a:p>
        </p:txBody>
      </p:sp>
    </p:spTree>
    <p:extLst>
      <p:ext uri="{BB962C8B-B14F-4D97-AF65-F5344CB8AC3E}">
        <p14:creationId xmlns:p14="http://schemas.microsoft.com/office/powerpoint/2010/main" val="99469197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58E1-84C7-477E-A9DD-432EE00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E09CA-04FD-41C3-8BD9-E84BEE2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Precision과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B127B-6486-44F0-8BC1-7159921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ED09-2C3B-4929-815A-86848AEF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2FE60-8DA6-482C-BBD0-FF0B86C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계산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Precision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지적 중 실제 문제가 몇 개인가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TP / (TP + FP)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Recall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실제 문제 중 몇 개를 찾았는가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TP / (TP + FN)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1174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F1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오탐과 누락을 함께 보면 어떤가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두 지표의 조화평균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96493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1888D-ACCB-40DE-ADEE-AF00851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0C38F-B8F2-42A7-940E-FC317D88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Notebook의 평가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7759E-FA79-401B-B884-148ED26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C803E-2BBF-4B98-83EF-7F29DBB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63D8A-A157-4518-BA74-05EEB08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A5383-B382-4C4F-A81B-F8AC522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계산 학습용 Baseline · 실제 모델 점수와 별도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2E045-F9C3-4C95-BCFD-5E31D3B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올바른 지적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0F103-6C68-4F28-B570-D9E469DE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766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EF7F9-A123-4EC5-AFB3-9B9BB89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5272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과잉 지적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F270C-DF70-4261-A139-0B5A058A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81375"/>
            <a:ext cx="34766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476AD-EFE1-44C8-8C70-6E4218E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5272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놓친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8A359-8582-4ED1-ABB5-D561E6C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34766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72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0D760-6B9E-4C4F-A013-2DD03F5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Precision 0.5 / Recall 0.5 / F1 0.5</a:t>
            </a:r>
          </a:p>
        </p:txBody>
      </p:sp>
    </p:spTree>
    <p:extLst>
      <p:ext uri="{BB962C8B-B14F-4D97-AF65-F5344CB8AC3E}">
        <p14:creationId xmlns:p14="http://schemas.microsoft.com/office/powerpoint/2010/main" val="175586314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FCB34-A4D5-4CE6-8650-CB170BA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FFE8-46F0-4B07-99EC-03BDDF06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직접 구현: 지적과 정답의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2B0C6-55AF-4DDC-81BE-355DB948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B4CB8-B5A5-47C1-A819-2B1277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004C9-17EF-4DF7-9382-C0E7C285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C54F5-7CAA-4883-A494-4EA0EABE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6A8A4-3DFA-4E22-B060-CAB0BBEA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learner_review_metrics(predicted, expected):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p, e = set(predicted), set(expected)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tp, fp, fn = len(p &amp; e), len(p - e), len(e - p)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precision = tp / (tp + fp) if tp + fp else 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recall = tp / (tp + fn) if tp + fn else 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denom = precision + recall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f1 = 2 * precision * recall / denom if denom else 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{"tp": tp, "fp": fp, "fn": fn, "f1": f1,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"precision": precision, "recall": recall}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F6120-47A1-4E75-8ED4-E9DB94A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Notebook과 같은 두 집합 입력·dict 반환  /  TP: 공통 결함 / FP: 과잉 / FN: 누락  /  실제 Codex 지적은 사람이 결함에 연결</a:t>
            </a:r>
          </a:p>
        </p:txBody>
      </p:sp>
    </p:spTree>
    <p:extLst>
      <p:ext uri="{BB962C8B-B14F-4D97-AF65-F5344CB8AC3E}">
        <p14:creationId xmlns:p14="http://schemas.microsoft.com/office/powerpoint/2010/main" val="98927933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EB9CE-B794-46B8-ACE4-F09B041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D9FB-C966-44AC-BFDB-63E9016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Golden Set의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481E1-E381-4863-A32F-E5C03D21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0E3BC-C229-4B4D-A164-240D632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8C454-4A5E-4F92-9DF6-BC2DF0B9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유형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준비할 코드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목적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명확한 오류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쿠폰 상한·배송 조건 누락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탐지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수정한 코드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정책의 solution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불필요한 지적 억제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위험한 동작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eval·shell·인증정보 로그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보안 규칙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입력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경로 이탈·형식 오류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중단과 오류 코드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39402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433CA-F9CA-4426-B683-6ED3A14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E505A-D6D1-4411-B76E-92373B4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비교 실험의 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6166-ADF6-4BBC-8DBC-FED0276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07EB8-626C-436B-9E4A-18AA5CBA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4B68E-E499-4FF0-996D-CC015F07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285A3-531B-4653-AB33-A555CC5E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1D526-2BE5-4035-BA77-824C705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B75B1-BC29-4C90-9667-C76BABA4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고정할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21E1C-FF67-4C75-B90E-A8582A9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바꿀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0DDF0-35BD-44EE-883C-D161DB3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8FDEC-D2AA-440B-A5A8-04544D3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동일 코드와 업무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1CB53-BFB0-435B-B9E5-C6C59747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2BA5B-256E-469C-94CC-C2F3781E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평가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9E5ED-C1C2-4238-A9AD-B01A98A7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F91B7-3702-4243-9F29-5035E810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입력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8A73B-0BB1-4F98-B5EB-7984740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57C73-B6A2-4FB5-A406-8F3F9D0B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Prompt의 정책 설명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CD0DB-21F2-4B51-8482-35831CD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FBDF7-B1F6-4A26-BE74-ECCF903B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읽을 Context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1997D-B911-4AF6-9378-5961840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946AE-92C5-4F3B-89C5-DEC64AEE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전·후 코드 중 하나</a:t>
            </a:r>
          </a:p>
        </p:txBody>
      </p:sp>
    </p:spTree>
    <p:extLst>
      <p:ext uri="{BB962C8B-B14F-4D97-AF65-F5344CB8AC3E}">
        <p14:creationId xmlns:p14="http://schemas.microsoft.com/office/powerpoint/2010/main" val="86739394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FF80F-51ED-4244-BD7D-493D0C34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7034F-36D6-41D0-811E-C12A7BB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Prompt와 코드 개선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0FE5-E069-4BF9-89E4-4A2CABD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73176-7E5C-4CE2-9A2F-0C89CAC4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5FE06-86A0-4DB1-B661-D0C3BD0D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A9056-9942-4BC5-B8F8-5E9B4E2F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60E0F-AAC8-4100-BC11-0CF64CD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V1·V2의 지적을 평가표에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473CD-ED79-40D2-8170-A379022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5CB78-EBB3-4F0A-BDA7-C2A2CEB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starter와 수정본을 같은 요청으로 리뷰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0A86B-6265-47A1-B880-B3B2441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95654-84CB-4C2D-95A0-FC3211E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올바른 지적·오탐·누락을 직접 판정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B5EB9-82F7-44EF-958F-769E2A1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E062A-920B-41FB-9D8A-6238DB67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관찰한 개선 한 가지  ·  남은 오류 또는 판단 유보</a:t>
            </a:r>
          </a:p>
        </p:txBody>
      </p:sp>
    </p:spTree>
    <p:extLst>
      <p:ext uri="{BB962C8B-B14F-4D97-AF65-F5344CB8AC3E}">
        <p14:creationId xmlns:p14="http://schemas.microsoft.com/office/powerpoint/2010/main" val="125978175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81C1A-030C-4D86-8DCE-817D714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E3253-BFB4-440F-8D5B-A367034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실행값의 전후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2914D-71A0-4A42-B804-D6A7869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9C37E-7237-469A-9729-10D73AB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65322-4706-4383-B917-36237F4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09630-AB19-47A5-874F-163B1FE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5A63-FA5E-4D73-8EB1-CC3F988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comparison =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("before", before_receipt["result"]["payable_won"]),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("after", after_receipt["result"]["payable_won"]),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3_000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version, actual in comparison: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print(version, actual, actual == expected)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3261C-5034-462C-B84C-A2A02E5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Notebook이 실제 실행한 영수증 사용  /  수정 전 -2,000원 / 수정 후 3,000원  /  결과 숫자를 코드에 정답처럼 복사하지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9112018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1769C-C868-4BDA-A4B5-E0DA6FE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05A98-6305-4981-BDE1-C5AA13B4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과잉 지적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1DA17-1B7B-4B37-B145-1617609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45AC7-B7E5-4790-A27C-324A2A2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16C46-5CA4-4297-96F3-49874BD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2A77C-2E8B-4640-A630-D7D5F52A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F7B6A-C887-4F96-9031-78DC994B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D0AB0-6780-4165-8DA5-135A91C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solution의 코드를 같은 업무 규칙으로 다시 검토해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이미 해결한 문제를 다시 지적하는지 확인하고,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오류와 팀 스타일 제안을 분리해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불확실하면 필요한 추가 근거를 명시해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FB19E-03CB-4A97-8C30-5C1D5A24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CD5F0-44B8-4C88-83D6-5239000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수정된 코드의 재검토  ·  지적의 근거와 불확실성  ·  새 테스트 필요 여부</a:t>
            </a:r>
          </a:p>
        </p:txBody>
      </p:sp>
    </p:spTree>
    <p:extLst>
      <p:ext uri="{BB962C8B-B14F-4D97-AF65-F5344CB8AC3E}">
        <p14:creationId xmlns:p14="http://schemas.microsoft.com/office/powerpoint/2010/main" val="78834483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8CAA6-95DF-40D5-9E49-DF309A4E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61BE4-A0C6-41B1-A3B7-B61EC153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하나의 점수보다 오류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A528-258E-49A2-9402-89EF4C5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F2111-6476-49A3-B56B-86A6FC07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44077-3453-40C5-A863-44F299A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4C204-ECB7-4CDC-9512-88C789E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어떤 입력에서 왜 실패했는지 설명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8529A-9850-454C-BD6D-AF352E8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B8120-FB61-4B4D-8134-36C795E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테스트 누락인지 정책 누락인지 분류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98E3-C539-40C1-947D-5B00D2D6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1E723-5FCD-41FD-B6B2-7507DE5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잘못된 지적을 Prompt 예시로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C4CAB-216E-4575-9215-D7D55C0B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D11E3-C028-4E8B-9541-C108586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모델 교체 전 같은 사례로 재평가</a:t>
            </a:r>
          </a:p>
        </p:txBody>
      </p:sp>
    </p:spTree>
    <p:extLst>
      <p:ext uri="{BB962C8B-B14F-4D97-AF65-F5344CB8AC3E}">
        <p14:creationId xmlns:p14="http://schemas.microsoft.com/office/powerpoint/2010/main" val="204031216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232B6-C606-4464-AB60-A9FD8A4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52520-834B-423F-8A2C-87D6737C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본인 개선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A0D58-47A4-45AA-B330-A62623F0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024F8-A6F2-4136-82E4-CDC5901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73F2-4B9F-47F8-8862-5527CF38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56A92-B421-4863-B722-5160C39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1CEF8-47AE-41E1-96BA-3C854AF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 입력과 수정 Diff 한 개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2DFB-6CBA-4692-BC97-7F63F94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0C3E0-09E9-491E-A480-354F2BB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Test 전후 결과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AFE4A-83B6-4A3F-A796-3357F232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9DCDA-FAE3-4ACC-ACCF-8A6931E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다음 개선 항목 한 개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F4253-8F45-4980-BB91-D76191D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39EBB-DFBB-4D86-A929-CF00D5E9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개선 전·후 비교표  ·  다른 사람이 재실행할 명령</a:t>
            </a:r>
          </a:p>
        </p:txBody>
      </p:sp>
    </p:spTree>
    <p:extLst>
      <p:ext uri="{BB962C8B-B14F-4D97-AF65-F5344CB8AC3E}">
        <p14:creationId xmlns:p14="http://schemas.microsoft.com/office/powerpoint/2010/main" val="80019966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D6A78-FB7C-436D-A54A-99157C1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3주차 8차시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FCDD4-5364-4F52-91A0-56B29E1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16:40-17:30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8AC64-6ACE-41A8-889C-81E7629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Localhost와 다음 주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B002E-F1D7-4538-9070-A6616BD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서비스 시연과 GitHub 전달 준비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3D570-6D77-4642-86E0-2169BC7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이론 10분  ·  시연 8분  ·  코드 실습 27분  ·  확인 5분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2D6C5-B26F-428E-81EF-D08F1DB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E3F9C-40BF-401A-82D8-65A9E8B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31591-79DB-49D5-A889-907661A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C9C9C9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5871797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7DF86-0951-4C38-B75E-88907876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EA5E5-8F6C-4CC6-B0B7-9AD0AC1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사용 가능한 리뷰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6E633-1880-445C-8AEF-A4BE6BB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29BA9-AA71-4E31-8F7A-80B9E02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03E7E-2D35-43CF-B8C6-CEA3B6E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3015-25A6-40BA-8E83-9F65919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입력부터 교정 결과까지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77CEA-3C8E-40C4-9B65-1AFC2B0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A951D-E4C1-480F-B4ED-AD9F669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사용자에게 Diff·정책 입력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34CD-FF6D-461E-91A2-B77A9840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D2E29-5B16-486B-AA6A-72721C45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읽을 수 있는 리뷰와 Test 결과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C6344-9F5F-48D0-818A-2826E80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A6D1-E92F-4E75-9757-0034EDA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후 같은 입력으로 다시 확인</a:t>
            </a:r>
          </a:p>
        </p:txBody>
      </p:sp>
    </p:spTree>
    <p:extLst>
      <p:ext uri="{BB962C8B-B14F-4D97-AF65-F5344CB8AC3E}">
        <p14:creationId xmlns:p14="http://schemas.microsoft.com/office/powerpoint/2010/main" val="75739385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A216-F87D-47C5-A625-C49959CF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7046-BE46-4F96-A7CF-CF5FC7DA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파일의 Localhost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87134-2257-4B0B-AEBD-5D385690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EC595-6F05-4504-9822-2C199FED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B7889-6EAB-4B39-9A95-D91B041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1BA2D-14AF-4369-ACCD-120B5355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6D53B-2F68-4CB3-8882-DED41A38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Notebook 8차시에서 실행 명령 출력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print("python -m labs.day3.review_copilot.web",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"--exercise-dir", EXERCISE_REL, "--port 8765")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출력한 명령을 저장소 루트 Terminal에서 실행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브라우저: http://127.0.0.1:8765/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종료: Terminal에서 Ctrl+C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44BB0-86EF-4AAB-9721-F103F1DF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--exercise-dir: 본인이 고친 폴더 연결  /  기본 폴더 실행과 Notebook 실행을 구별  /  같은 10,000 / 15,000 입력으로 재확인</a:t>
            </a:r>
          </a:p>
        </p:txBody>
      </p:sp>
    </p:spTree>
    <p:extLst>
      <p:ext uri="{BB962C8B-B14F-4D97-AF65-F5344CB8AC3E}">
        <p14:creationId xmlns:p14="http://schemas.microsoft.com/office/powerpoint/2010/main" val="213035855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D4473-52C3-4057-A309-BEA82851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76999-E743-4DD7-BC3A-0023BF3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장바구니 계산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CBDEB-D8E3-4AE2-B131-E2D24FB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69B0E-C745-449E-9352-C5CD91D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5512-9BCC-446A-B828-34239750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22d5ef6cb4886"/>
          <a:stretch xmlns:a="http://schemas.openxmlformats.org/drawingml/2006/main"/>
        </p:blipFill>
        <p:spPr>
          <a:xfrm xmlns:a="http://schemas.openxmlformats.org/drawingml/2006/main">
            <a:off x="959192" y="1657350"/>
            <a:ext cx="10273616" cy="384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FD608-D238-4D27-866C-C14AFFC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상품·쿠폰 입력과 결제 예정액 비교</a:t>
            </a:r>
          </a:p>
        </p:txBody>
      </p:sp>
    </p:spTree>
    <p:extLst>
      <p:ext uri="{BB962C8B-B14F-4D97-AF65-F5344CB8AC3E}">
        <p14:creationId xmlns:p14="http://schemas.microsoft.com/office/powerpoint/2010/main" val="197511994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B05BD-F663-4BEA-BA37-FA66B39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69065-52B2-48E3-90A8-0C30F36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테스트의 전후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2DBC8-58F7-4B65-BD61-49D2A7F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EF0EE-9D11-499D-9157-81360B0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2DBD2-948E-4675-AAD8-C82243C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58e989afd4b6c"/>
          <a:stretch xmlns:a="http://schemas.openxmlformats.org/drawingml/2006/main"/>
        </p:blipFill>
        <p:spPr>
          <a:xfrm xmlns:a="http://schemas.openxmlformats.org/drawingml/2006/main">
            <a:off x="609600" y="1685223"/>
            <a:ext cx="10972800" cy="37923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17AFA-AE65-4559-9BA7-8F56B768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같은 테스트 · 초안 2/9 통과 → 참고 구현 9/9 통과</a:t>
            </a:r>
          </a:p>
        </p:txBody>
      </p:sp>
    </p:spTree>
    <p:extLst>
      <p:ext uri="{BB962C8B-B14F-4D97-AF65-F5344CB8AC3E}">
        <p14:creationId xmlns:p14="http://schemas.microsoft.com/office/powerpoint/2010/main" val="38926085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5A619-4703-4988-A84A-0791381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5FB19-9C1B-419F-AB7E-3C9B17B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Codex의 근거와 수정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C5248-9612-4B0F-AB6D-42203989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A0A18-C2BB-42FF-9DE2-CF40A77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2263-C464-4E30-86EC-2D9609A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681e228d94725"/>
          <a:stretch xmlns:a="http://schemas.openxmlformats.org/drawingml/2006/main"/>
        </p:blipFill>
        <p:spPr>
          <a:xfrm xmlns:a="http://schemas.openxmlformats.org/drawingml/2006/main">
            <a:off x="1625901" y="1657350"/>
            <a:ext cx="8940198" cy="384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D38F8-8D31-40AD-A719-479FA12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Codex 지적 · checkout.py:5 · 쿠폰 상한 누락</a:t>
            </a:r>
          </a:p>
        </p:txBody>
      </p:sp>
    </p:spTree>
    <p:extLst>
      <p:ext uri="{BB962C8B-B14F-4D97-AF65-F5344CB8AC3E}">
        <p14:creationId xmlns:p14="http://schemas.microsoft.com/office/powerpoint/2010/main" val="170192001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525D7-71C5-489B-B06E-398A4CD5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A23D-6615-4A94-85AD-BC4F46E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화면에서의 전체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100E4-568C-4E09-B9B7-A3EA40E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7A09E-1F32-4694-9CD4-9348889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D4071-DF5C-45B4-B52F-25D08E9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77CE7-BE71-4F8E-9E74-CAE1348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74EEC-5607-4F67-8643-65662927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결제 예정액 비교·같은 테스트 실행 버튼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D2F0-8C12-46D0-A37D-80C3D11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9B902-4498-46D6-99C6-C84335C2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CLI 리뷰 실행 후 Provider와 지적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6089D-1AE6-499F-90BC-3B1907CE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3D0C7-40A0-444E-B49C-61FD41CB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사람 결정은 Notebook 6차시에서 선택·재개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4EB33-BEE1-44F2-AA22-92F7F94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CCAE1-9D17-4435-AA7F-D36A992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화면: 계산·Test·Markdown 리뷰  ·  Notebook: 선택을 반영한 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81601293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33312-61FF-46A5-8021-55F07F4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6DD2A-A329-4447-851E-7CD0C61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Codex 대화: 서비스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5F25C-2561-4082-B1E6-25FF82B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9A7A8-BB73-44E0-8E8F-169588BF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0C5DF-E660-4560-834A-8BC4057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20FBF-2BF8-43B8-A872-53068EB1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DA17-AE83-4B07-B524-3C8F6CA0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48358-841B-4D1E-9103-D3DB3CD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515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입력과 Markdown 결과를 보여주는 로컬 화면을 만들어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중·완료·오류 상태가 구별되어야 합니다.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잘못된 입력이면 오류 이유와 복구 방법을 보여 주세요.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Python 테스트와 로컬 접속 명령을 함께 제공해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6026C-9BC0-4550-A929-4797066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응답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48997-3FA3-4C07-A612-1B5A164B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958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사용자가 눌러야 할 버튼  ·  오류 후 다시 실행  ·  코드·실행 방법의 일치</a:t>
            </a:r>
          </a:p>
        </p:txBody>
      </p:sp>
    </p:spTree>
    <p:extLst>
      <p:ext uri="{BB962C8B-B14F-4D97-AF65-F5344CB8AC3E}">
        <p14:creationId xmlns:p14="http://schemas.microsoft.com/office/powerpoint/2010/main" val="902315967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ABBFF-7135-4816-A0F3-A649208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5392C-7C90-4D1D-B49D-729DF43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Git의 전달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60893-EFD0-44DC-A3A7-0AC37B5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D4F01-F835-4C59-8C29-A5FB1355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7190B-8956-498A-A210-1D298D69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학생이 확인할 것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Branch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본인 변경의 작업 흐름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branch 이름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Commit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하나의 목적을 기록한 변경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코드와 관련 Test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변경을 함께 검토하는 요청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목표·Diff·Test 결과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반영 전 검토 의견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또는 반영하지 않을 이유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35057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9BA81-0C48-44D3-B18C-E2D3DD60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56B5E-E2F5-46D1-B98E-D858DE9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GitHub용 서비스 폴더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9F090-2064-45CF-B4A8-26F8766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610C7-C66A-4D62-AEC6-3874403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C4D92-9B2E-49C7-BAAD-0168A10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D4A81-81A4-4A99-8BA4-896520F9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08DA-E284-424C-A4DB-DE507E7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본인 저장소에 my-review-service 폴더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8125B-061C-4DE2-8AD6-32A542B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301D-9657-46E0-9306-6B4482D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수정한 starter의 checkout.py·checkout_checks.py 복사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3EC59-63AE-474B-B792-1902E68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3704F-45BE-4292-94FF-49583FC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그 폴더에서 python checkout_checks.py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1BC12-126D-4AE4-A020-0CB2680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51BD6-0D0E-4D10-A66C-CB979D8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Notebook의 임시 출력과 별도 서비스 코드  ·  복사한 코드에서도 같은 Test 통과</a:t>
            </a:r>
          </a:p>
        </p:txBody>
      </p:sp>
    </p:spTree>
    <p:extLst>
      <p:ext uri="{BB962C8B-B14F-4D97-AF65-F5344CB8AC3E}">
        <p14:creationId xmlns:p14="http://schemas.microsoft.com/office/powerpoint/2010/main" val="559076941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64070-7ABF-4167-9EA3-AB73CF93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D62CA-D0D3-4558-AB8B-DDBF8C2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작은 Commit과 Draft PR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345EA-CB80-423F-98EE-E51B995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FA102-EC4B-41DB-8C39-75E1578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712A4-1D49-416E-9646-3D40EC80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9DF55-879D-46FF-B5C6-E6121F0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572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958F7-D356-4E25-A657-5F0399A9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7143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switch -c codex/my-review-service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my-review-service/checkout.py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my-review-service/checkout_checks.py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"fix: correct coupon calculation"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push -u origin HEAD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gh pr create --draft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D7204-C258-4ADB-8A4C-3FCEEB7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7167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89EDF-1840-42BA-AD72-F13F64FF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앞 장표의 파일 복사와 Test 완료 후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3D9D5-5282-4487-9D70-3263720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C67D7-EDB5-43C9-A043-3E0538E9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43250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학습용 본인 저장소·branch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9FCAC-9F47-4F3D-A031-B8D50F5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2C5D8-9228-4FA6-8AC2-71C4DD3D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724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PR은 다음 주 자동 리뷰의 입력</a:t>
            </a:r>
          </a:p>
        </p:txBody>
      </p:sp>
    </p:spTree>
    <p:extLst>
      <p:ext uri="{BB962C8B-B14F-4D97-AF65-F5344CB8AC3E}">
        <p14:creationId xmlns:p14="http://schemas.microsoft.com/office/powerpoint/2010/main" val="185654834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B3A6B-F599-4EB1-966D-DD69DFCD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E2561-9FFA-43E0-B45A-8E2C7DD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3주차와 4주차의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CB1A2-1E10-47A3-9C99-CA280632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0E05-094E-454C-925C-78CBE885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9029-150D-4076-A8C4-0BEE4A8E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984C7-DDD2-4FBC-BDFB-FA17E9E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0F9B1-0746-42D6-A8DA-04DC636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62365-01C7-451A-982B-D36E6B94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오늘의 로컬 검토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4FDB-E2AE-4F99-8E5B-7DC31E0F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다음 주 GitHub 자동화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A9C77-F897-4AFB-B0A8-204CF46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B0618-D251-4A66-8A15-110D6B85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리뷰할 코드와 업무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F1B92-5DAB-4B16-A258-46221D79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61728-39A5-47C0-8F03-46F9DD8D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실제 계산·Test·MD 리뷰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CBABB-3AC7-4078-A7D2-80C67FC9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DC67B-529B-4AB1-9488-6C4D492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검토한 수정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F69E3-CFD1-49B3-8115-0DF48802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5C490-7441-4CF8-A932-D722E34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PR에서 Diff 수집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18D99-395F-4ACE-9943-051151A1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1AE1E-3ACF-47CF-AC74-730D0EF7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리뷰를 PR 줄에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BA74B-2DD0-41AB-98C8-D596886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330BE-A8B6-4E2E-B9A8-2D0F33C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 이벤트와 중복 게시 관리</a:t>
            </a:r>
          </a:p>
        </p:txBody>
      </p:sp>
    </p:spTree>
    <p:extLst>
      <p:ext uri="{BB962C8B-B14F-4D97-AF65-F5344CB8AC3E}">
        <p14:creationId xmlns:p14="http://schemas.microsoft.com/office/powerpoint/2010/main" val="14205889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242B4-115A-4905-96D8-C606678A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93FB0-4EC2-4911-A6C9-2F8B2E1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개인 서비스의 시작점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A6678-FC64-48AA-8A76-CF757B7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01A9A-F39B-4CC1-8F4D-6DA6414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E6A13-2F1C-4AF2-8211-CD7C3B3B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02F0-E51B-4BC4-AFFB-3431D4E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63B3-9E17-40DD-A236-07B29F8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431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본인 작업을 Commit 단위로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21E0C-12A0-43A1-940A-206B195A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20668-5DB6-46AE-8DD2-83F3D1F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5275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README에 실행 명령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C7020-83AF-4A3E-91B9-FA33857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89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15D8B-7421-470D-89E6-6EE1B83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62400"/>
            <a:ext cx="987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다른 Terminal에서 다시 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404FF-FCFD-4D59-B5EC-3C0E82F3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C20F9-E4C8-4536-A8C2-EB9C2B1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새 실행에서도 같은 기능  ·  다음 주 사용할 PR 또는 Diff</a:t>
            </a:r>
          </a:p>
        </p:txBody>
      </p:sp>
    </p:spTree>
    <p:extLst>
      <p:ext uri="{BB962C8B-B14F-4D97-AF65-F5344CB8AC3E}">
        <p14:creationId xmlns:p14="http://schemas.microsoft.com/office/powerpoint/2010/main" val="128020974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8ADD2-A4A3-4C2E-8732-B5FDB385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1AD05-BCE5-4B28-8437-6072CBA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개선 기록의 네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03DAE-1537-49A5-9020-F1440C9F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D270D-2F68-46FC-8CD3-A93FB15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0B9BE-98E4-4525-8E70-49AF2233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C775B-23B3-45C2-8B4C-C803067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문제·변경·실행 결과·남은 과제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E255D-F143-4E2D-B83E-9A22C43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A65EE-9F64-4DD1-BEC9-A59F2E57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어떤 입력이 왜 실패했는가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26FCA-995F-49B8-BFD7-D702365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417D8-9D06-482B-9416-9EF390D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코드 또는 Prompt의 무엇을 바꿨는가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8F833-31D3-49F0-8E9E-E208D0C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8BC90-39E9-4B08-83FD-8828CC27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Test와 실제 화면에서 무엇이 달라졌는가</a:t>
            </a:r>
          </a:p>
        </p:txBody>
      </p:sp>
    </p:spTree>
    <p:extLst>
      <p:ext uri="{BB962C8B-B14F-4D97-AF65-F5344CB8AC3E}">
        <p14:creationId xmlns:p14="http://schemas.microsoft.com/office/powerpoint/2010/main" val="1771855450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789B-8CFF-4077-B7C0-D6269E6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27A1-B542-4F1E-9CC7-9BCDEB5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2주 뒤의 개인 미니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53D86-0BF2-41E4-BADB-BF55FC8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DD96C-D403-4875-BB79-C41FE68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0E9A3-C10D-4F31-99DB-C0067626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A111-5B49-4303-838C-D07441C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배운 기능을 본인 업무 서비스로 확장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EAD38-6464-41A2-87C0-E3E56CE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45719-4D0A-4C54-88F4-37D21602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5주차 15:00~18:00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DC89F-C834-41B4-8572-A787C301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7FD53-A3DB-4EFB-9781-56CBC8A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제작 150분 + 휴식·Q&amp;A 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A6724-C7F6-46DC-980F-1987225F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5AD21-636D-49AA-B239-4565369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개선 전후 기록 또는 짧은 화면 영상</a:t>
            </a:r>
          </a:p>
        </p:txBody>
      </p:sp>
    </p:spTree>
    <p:extLst>
      <p:ext uri="{BB962C8B-B14F-4D97-AF65-F5344CB8AC3E}">
        <p14:creationId xmlns:p14="http://schemas.microsoft.com/office/powerpoint/2010/main" val="2082761138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5C18-E49C-4CB0-A5B1-276B2F27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1E43-E84D-4126-A373-BE598B6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4주차 수업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7A28C-560B-4DCA-B69C-3E10CE5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5AB58-9BF8-442F-AB45-25C8131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0D23E-B9FD-4948-A2F6-2DD75EE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핵심 내용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직접 제작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1~2차시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GitHub PR 구조와 인증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본인 PR·Diff 수집 코드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3~4차시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라인 리뷰와 게시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리뷰 위치 매핑·미리보기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5~6차시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이벤트 자동화와 실패 처리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Actions·재시도·중복 방지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7~8차시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회의·리뷰 문서 연동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MD 템플릿·승인 후 게시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01649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3AFE3-E04F-46E7-83D0-5BDAF0D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2FD4D-0189-4CBA-A2F0-5112F477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4주차 GitHub 자동 리뷰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DCC59-3FAB-44A1-975C-3A6F8595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BBDD-939E-47B5-8B3C-E02ECC50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05D7B-3707-4019-808A-08554442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0D199-DEF4-4AD6-A6EC-B7E37B3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09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740BF-5E74-49BD-8536-1EFD87A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743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 이벤트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8A920-9472-483F-8E13-A5B914D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2B0B3-FAC4-4C7E-8180-9A198FF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43125"/>
            <a:ext cx="2009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BE641-6CCC-4E0E-A371-BBD7BE7E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57425"/>
            <a:ext cx="1743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Diff 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B7BE-F4E3-4DB2-9EF1-CA7C632A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D222C-DAAF-4FA1-8FF0-D5C5BC4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2009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700B3-2251-4FA2-82E8-CAE6843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57425"/>
            <a:ext cx="1743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리뷰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58D45-CEB4-43DF-9F3B-E611168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431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8337B-0575-4967-8A7E-5891DBF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09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FFCCB-8DF8-4989-8632-4512EE6B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57425"/>
            <a:ext cx="1743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0491C-E226-40A6-944E-F9E32AD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5431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89F84-69D9-4695-B0D8-BA3817A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2009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707BD-6391-476F-AF68-3ABCDDBF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57425"/>
            <a:ext cx="1743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 게시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609600" y="3733800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01568"/>
                <a:gridCol w="7571232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구현할 처리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중복 이벤트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PR·Commit·리뷰 버전 기준 중복 방지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API 오류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재시도 횟수·대기 시간·실패 기록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권한과 게시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최소 권한·게시 미리보기·승인 확인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473245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E6027-37D0-40C7-81E6-DFACA88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27538-5DB4-4194-8EF6-D1BBE4FD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5주차 수업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07665-0E2B-4AEC-AD4A-A547C98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24DD7-B7F7-4D52-8606-712A3E59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DDE1B-C381-46A0-BFB3-9C1D6F1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차시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핵심 내용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직접 제작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1~2차시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회의록·리뷰 보고서 통합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업무 리포트 서비스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3차시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Workflow 통합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입력별 처리 경로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4~5차시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운영·관찰·배포 준비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복구·LangSmith·Test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6~8차시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미니 프로젝트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본인 서비스와 개선 기록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384135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93389-ED70-44EF-BC54-2E95ABF5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6C897-FA77-457A-830C-C6F8D563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미니 프로젝트 3시간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A6C9A-1DD6-4A3B-B1FF-B4B56FE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43EC7-37D2-4005-9462-84C2F96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C9D1A-C195-40E8-9FA3-6ABC6AD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743200"/>
                <a:gridCol w="3840480"/>
                <a:gridCol w="438912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작업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결과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15:00-15:25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문제와 최소 기능 선택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입력·사용자·기대 결과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15:25-16:15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대화로 구현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가능한 핵심 기능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16:15-17:00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재현과 개선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Test·수정 전후 비교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17:00-17:30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안내·결과 정리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README·화면·개선 기록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17:30-18:00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후반 휴식·Q&amp;A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개별 질문·선택 공유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2663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BE318-86A4-4C06-9F48-2C8BDA4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91AF-574C-4E54-A555-650FAA6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미니 프로젝트 선택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53EC5-C4DC-4BEE-B130-53DC65B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1210C-4C17-4637-838C-C886DCD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BAF89-C4AE-4B42-8A98-B9B1020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2A030-50AB-4161-B799-A6158A48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150F-8ED0-4A41-BF20-2B8F2FE9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C0F1C-C7CE-405B-A8D2-A5EADB11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서비스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B1F82-5562-46DA-A447-7E67291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5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작은 범위의 완성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F3B1-4BD2-4D3D-A927-29D4392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0FDA-88B8-4941-8770-AE175FF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회의 To-do 담당자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FD4F3-8A37-4A30-AD49-AF117BFA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7347B-9958-4ECD-B0D3-70EF7AAA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PR 리뷰와 수정 요청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A4B9B-A808-4CDC-9DF8-F8B58FD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7E031-79D6-4B99-A6BD-2A9133D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문서의 누락 항목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64FA4-F725-4F2B-AFE5-8B14C990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84829-E128-49D0-A4CB-1D44CC68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입력 한 종류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F976D-210F-4325-B290-83AF69E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6586B-7823-49C1-8CEC-53F18A6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핵심 동작 한 가지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C597F-AD3E-4C24-8C77-2A0539E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A4F59-AB33-4682-8211-91B17E3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실패 Test와 개선 한 가지</a:t>
            </a:r>
          </a:p>
        </p:txBody>
      </p:sp>
    </p:spTree>
    <p:extLst>
      <p:ext uri="{BB962C8B-B14F-4D97-AF65-F5344CB8AC3E}">
        <p14:creationId xmlns:p14="http://schemas.microsoft.com/office/powerpoint/2010/main" val="202089417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9CA59-BEFD-4F5D-8CED-49A1C46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27291-0309-4235-8A17-992CD788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개선 전후의 공유 양식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91A47-4A96-4AC2-8CF7-800C0FE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64126-9A79-4329-B0A8-5C0E9799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45955-239B-4A0B-8E5C-43A1545B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3401568"/>
                <a:gridCol w="7571232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짧게 설명할 내용</a:t>
                      </a:r>
                    </a:p>
                  </a:txBody>
                  <a:tcPr marL="152400" marR="133350" marT="95250" marB="95250" anchor="ctr">
                    <a:solidFill>
                      <a:srgbClr val="161616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누가 어떤 입력에서 불편했는가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구현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어떤 함수·화면·도구를 만들었는가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코드·Prompt·Workflow의 변경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검증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61616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입력의 전후 결과와 Test</a:t>
                      </a:r>
                    </a:p>
                  </a:txBody>
                  <a:tcPr marL="152400" marR="133350" marT="95250" marB="952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50838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3DD8D-17AB-4894-ADA5-C14BAD4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3주차 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9D78-2F44-4158-9641-2A47A303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Q&amp;A와 실습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E51FD-BEEF-4C1C-AEA7-9BBD675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EF94-E612-4B4B-ACB5-600E74D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CODE REVIEW · CODEX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A33B3-25E0-4813-A872-6A6A720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5B5B5B"/>
                </a:solidFill>
                <a:latin typeface="AppleGothic"/>
                <a:ea typeface="AppleGothic"/>
                <a:cs typeface="AppleGothic"/>
              </a:rPr>
              <a:t>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DB757-47A9-406E-B085-E26A8589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17:30~18:00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7B6B2-8B49-4E5A-862A-656E92B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3CC51-6C16-40E9-97BD-25D7C99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실행되지 않는 첫 오류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08FB-B60F-4BE8-9ECA-5A7EA29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4E571-0823-4920-8D1E-BE9E577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수정 전후 결과의 차이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0F454-C3EC-4F5D-A405-6B1694D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71104-D613-4E3C-9189-2122BC4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5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61616"/>
                </a:solidFill>
                <a:latin typeface="AppleGothic"/>
                <a:ea typeface="AppleGothic"/>
                <a:cs typeface="AppleGothic"/>
              </a:rPr>
              <a:t>다음 주 PR 준비</a:t>
            </a:r>
          </a:p>
        </p:txBody>
      </p:sp>
    </p:spTree>
    <p:extLst>
      <p:ext uri="{BB962C8B-B14F-4D97-AF65-F5344CB8AC3E}">
        <p14:creationId xmlns:p14="http://schemas.microsoft.com/office/powerpoint/2010/main" val="507567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2026-09-05T21:07:16.9550000Z</dcterms:created>
  <dcterms:modified xsi:type="dcterms:W3CDTF">2026-09-05T21:07:16.9550000Z</dcterms:modified>
</coreProperties>
</file>