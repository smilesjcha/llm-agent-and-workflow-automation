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d220bdaac345fc" /><Relationship Type="http://schemas.openxmlformats.org/officeDocument/2006/relationships/extended-properties" Target="/docProps/app.xml" Id="R3079e4272bf8428d" /><Relationship Type="http://schemas.openxmlformats.org/officeDocument/2006/relationships/officeDocument" Target="/ppt/presentation.xml" Id="R9f9e68a703c54f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9777faf58a4903"/>
  </p:sldMasterIdLst>
  <p:notesMasterIdLst>
    <p:notesMasterId xmlns:r="http://schemas.openxmlformats.org/officeDocument/2006/relationships" r:id="Rf44eda2dd7824265"/>
  </p:notesMasterIdLst>
  <p:sldIdLst>
    <p:sldId xmlns:r="http://schemas.openxmlformats.org/officeDocument/2006/relationships" id="256" r:id="R60ee1cfc543448a4"/>
    <p:sldId xmlns:r="http://schemas.openxmlformats.org/officeDocument/2006/relationships" id="257" r:id="Rd34daa0d87e64d8f"/>
    <p:sldId xmlns:r="http://schemas.openxmlformats.org/officeDocument/2006/relationships" id="258" r:id="Rfe4e37265c564ce5"/>
    <p:sldId xmlns:r="http://schemas.openxmlformats.org/officeDocument/2006/relationships" id="259" r:id="R26d900a98fa2435e"/>
    <p:sldId xmlns:r="http://schemas.openxmlformats.org/officeDocument/2006/relationships" id="260" r:id="R9b22337f1e234d0f"/>
    <p:sldId xmlns:r="http://schemas.openxmlformats.org/officeDocument/2006/relationships" id="261" r:id="R18d8b8cb8039494f"/>
    <p:sldId xmlns:r="http://schemas.openxmlformats.org/officeDocument/2006/relationships" id="262" r:id="R921008459fc94197"/>
    <p:sldId xmlns:r="http://schemas.openxmlformats.org/officeDocument/2006/relationships" id="263" r:id="R98edfd0fe5d342ad"/>
    <p:sldId xmlns:r="http://schemas.openxmlformats.org/officeDocument/2006/relationships" id="264" r:id="R3587c302b1cf481d"/>
    <p:sldId xmlns:r="http://schemas.openxmlformats.org/officeDocument/2006/relationships" id="265" r:id="Rf6c4cc1376854288"/>
    <p:sldId xmlns:r="http://schemas.openxmlformats.org/officeDocument/2006/relationships" id="266" r:id="R918fdff2c8024a6f"/>
    <p:sldId xmlns:r="http://schemas.openxmlformats.org/officeDocument/2006/relationships" id="267" r:id="Ra5a96e3c56cc4e79"/>
    <p:sldId xmlns:r="http://schemas.openxmlformats.org/officeDocument/2006/relationships" id="268" r:id="R83e9dbf754464a0a"/>
    <p:sldId xmlns:r="http://schemas.openxmlformats.org/officeDocument/2006/relationships" id="269" r:id="R433ff9993c8a4835"/>
    <p:sldId xmlns:r="http://schemas.openxmlformats.org/officeDocument/2006/relationships" id="270" r:id="R8677d854b3ef41be"/>
    <p:sldId xmlns:r="http://schemas.openxmlformats.org/officeDocument/2006/relationships" id="271" r:id="R3d7c7113c6e94136"/>
    <p:sldId xmlns:r="http://schemas.openxmlformats.org/officeDocument/2006/relationships" id="272" r:id="R3f7906cab6f8449a"/>
    <p:sldId xmlns:r="http://schemas.openxmlformats.org/officeDocument/2006/relationships" id="273" r:id="R140fe5c558a44a2b"/>
    <p:sldId xmlns:r="http://schemas.openxmlformats.org/officeDocument/2006/relationships" id="274" r:id="R28859dfc81154982"/>
    <p:sldId xmlns:r="http://schemas.openxmlformats.org/officeDocument/2006/relationships" id="275" r:id="Rd5aec704f1b74ed8"/>
    <p:sldId xmlns:r="http://schemas.openxmlformats.org/officeDocument/2006/relationships" id="276" r:id="R0bc4bde966d949fd"/>
    <p:sldId xmlns:r="http://schemas.openxmlformats.org/officeDocument/2006/relationships" id="277" r:id="R90cf01997638450b"/>
    <p:sldId xmlns:r="http://schemas.openxmlformats.org/officeDocument/2006/relationships" id="278" r:id="Rf028393571d24802"/>
    <p:sldId xmlns:r="http://schemas.openxmlformats.org/officeDocument/2006/relationships" id="279" r:id="R2e682149e6024648"/>
    <p:sldId xmlns:r="http://schemas.openxmlformats.org/officeDocument/2006/relationships" id="280" r:id="R3c52884238764a04"/>
    <p:sldId xmlns:r="http://schemas.openxmlformats.org/officeDocument/2006/relationships" id="281" r:id="Racba555e1a7b4fd4"/>
    <p:sldId xmlns:r="http://schemas.openxmlformats.org/officeDocument/2006/relationships" id="282" r:id="Rb40d6d244ab14093"/>
    <p:sldId xmlns:r="http://schemas.openxmlformats.org/officeDocument/2006/relationships" id="283" r:id="Rea560c577fc44bcf"/>
    <p:sldId xmlns:r="http://schemas.openxmlformats.org/officeDocument/2006/relationships" id="284" r:id="R4ff9a8a0b76d4b0d"/>
    <p:sldId xmlns:r="http://schemas.openxmlformats.org/officeDocument/2006/relationships" id="285" r:id="R56dd1f95f8f14693"/>
    <p:sldId xmlns:r="http://schemas.openxmlformats.org/officeDocument/2006/relationships" id="286" r:id="R00f92a7abd964fee"/>
    <p:sldId xmlns:r="http://schemas.openxmlformats.org/officeDocument/2006/relationships" id="287" r:id="R51d7297e99514e78"/>
    <p:sldId xmlns:r="http://schemas.openxmlformats.org/officeDocument/2006/relationships" id="288" r:id="R9a1d5c8fbf9d4a38"/>
    <p:sldId xmlns:r="http://schemas.openxmlformats.org/officeDocument/2006/relationships" id="289" r:id="R47f7d423890b4a92"/>
    <p:sldId xmlns:r="http://schemas.openxmlformats.org/officeDocument/2006/relationships" id="290" r:id="R070b760c49664fe8"/>
    <p:sldId xmlns:r="http://schemas.openxmlformats.org/officeDocument/2006/relationships" id="291" r:id="Ra97cc7a3631d421e"/>
    <p:sldId xmlns:r="http://schemas.openxmlformats.org/officeDocument/2006/relationships" id="292" r:id="Rdaaf3674814443f1"/>
    <p:sldId xmlns:r="http://schemas.openxmlformats.org/officeDocument/2006/relationships" id="293" r:id="Rc36cac7677654ecd"/>
    <p:sldId xmlns:r="http://schemas.openxmlformats.org/officeDocument/2006/relationships" id="294" r:id="Re84fd4afc71a407b"/>
    <p:sldId xmlns:r="http://schemas.openxmlformats.org/officeDocument/2006/relationships" id="295" r:id="R319efc3e2abd4e4d"/>
    <p:sldId xmlns:r="http://schemas.openxmlformats.org/officeDocument/2006/relationships" id="296" r:id="Rb934a5e643bd4416"/>
    <p:sldId xmlns:r="http://schemas.openxmlformats.org/officeDocument/2006/relationships" id="297" r:id="R1738f0dced7e46c7"/>
    <p:sldId xmlns:r="http://schemas.openxmlformats.org/officeDocument/2006/relationships" id="298" r:id="R66ea6ee12ac3493e"/>
    <p:sldId xmlns:r="http://schemas.openxmlformats.org/officeDocument/2006/relationships" id="299" r:id="R48e560b50c984c78"/>
    <p:sldId xmlns:r="http://schemas.openxmlformats.org/officeDocument/2006/relationships" id="300" r:id="R54a4577de5f74574"/>
    <p:sldId xmlns:r="http://schemas.openxmlformats.org/officeDocument/2006/relationships" id="301" r:id="R397f3e869c554402"/>
    <p:sldId xmlns:r="http://schemas.openxmlformats.org/officeDocument/2006/relationships" id="302" r:id="R0777742c19e045ec"/>
    <p:sldId xmlns:r="http://schemas.openxmlformats.org/officeDocument/2006/relationships" id="303" r:id="R764bb760f7144e04"/>
    <p:sldId xmlns:r="http://schemas.openxmlformats.org/officeDocument/2006/relationships" id="304" r:id="Rc65c64c220644980"/>
    <p:sldId xmlns:r="http://schemas.openxmlformats.org/officeDocument/2006/relationships" id="305" r:id="R54df0068c23f450b"/>
    <p:sldId xmlns:r="http://schemas.openxmlformats.org/officeDocument/2006/relationships" id="306" r:id="Rc1b161dce32f4c61"/>
    <p:sldId xmlns:r="http://schemas.openxmlformats.org/officeDocument/2006/relationships" id="307" r:id="R6d1294b2b5a84448"/>
    <p:sldId xmlns:r="http://schemas.openxmlformats.org/officeDocument/2006/relationships" id="308" r:id="Rb13c21119818418c"/>
    <p:sldId xmlns:r="http://schemas.openxmlformats.org/officeDocument/2006/relationships" id="309" r:id="R827e7f5da8a54398"/>
    <p:sldId xmlns:r="http://schemas.openxmlformats.org/officeDocument/2006/relationships" id="310" r:id="R9ab38249ea3b4518"/>
    <p:sldId xmlns:r="http://schemas.openxmlformats.org/officeDocument/2006/relationships" id="311" r:id="Rb2d0ef3f235549a0"/>
    <p:sldId xmlns:r="http://schemas.openxmlformats.org/officeDocument/2006/relationships" id="312" r:id="R6994211b209d4503"/>
    <p:sldId xmlns:r="http://schemas.openxmlformats.org/officeDocument/2006/relationships" id="313" r:id="R692fa064050c457a"/>
    <p:sldId xmlns:r="http://schemas.openxmlformats.org/officeDocument/2006/relationships" id="314" r:id="R5262579241574fa2"/>
    <p:sldId xmlns:r="http://schemas.openxmlformats.org/officeDocument/2006/relationships" id="315" r:id="R536316b9300649cb"/>
    <p:sldId xmlns:r="http://schemas.openxmlformats.org/officeDocument/2006/relationships" id="316" r:id="R233cc5ec30914161"/>
    <p:sldId xmlns:r="http://schemas.openxmlformats.org/officeDocument/2006/relationships" id="317" r:id="R03c8fba630ef49e2"/>
    <p:sldId xmlns:r="http://schemas.openxmlformats.org/officeDocument/2006/relationships" id="318" r:id="R41567ef3a4cc4ae0"/>
    <p:sldId xmlns:r="http://schemas.openxmlformats.org/officeDocument/2006/relationships" id="319" r:id="Ra78f07324e5c4120"/>
    <p:sldId xmlns:r="http://schemas.openxmlformats.org/officeDocument/2006/relationships" id="320" r:id="R501475b7d0604c4f"/>
    <p:sldId xmlns:r="http://schemas.openxmlformats.org/officeDocument/2006/relationships" id="321" r:id="Rc268016748f84047"/>
    <p:sldId xmlns:r="http://schemas.openxmlformats.org/officeDocument/2006/relationships" id="322" r:id="Ra0ccd0e2d7b642ad"/>
    <p:sldId xmlns:r="http://schemas.openxmlformats.org/officeDocument/2006/relationships" id="323" r:id="Rffd3f824f8664613"/>
    <p:sldId xmlns:r="http://schemas.openxmlformats.org/officeDocument/2006/relationships" id="324" r:id="R3c4f93d93bcf4cac"/>
    <p:sldId xmlns:r="http://schemas.openxmlformats.org/officeDocument/2006/relationships" id="325" r:id="Re43f0b537e68422b"/>
    <p:sldId xmlns:r="http://schemas.openxmlformats.org/officeDocument/2006/relationships" id="326" r:id="Re051c386c8994787"/>
    <p:sldId xmlns:r="http://schemas.openxmlformats.org/officeDocument/2006/relationships" id="327" r:id="Raf7e3ea8385e4768"/>
    <p:sldId xmlns:r="http://schemas.openxmlformats.org/officeDocument/2006/relationships" id="328" r:id="R3cca16d21a454b55"/>
    <p:sldId xmlns:r="http://schemas.openxmlformats.org/officeDocument/2006/relationships" id="329" r:id="R0b1db3c42831438a"/>
    <p:sldId xmlns:r="http://schemas.openxmlformats.org/officeDocument/2006/relationships" id="330" r:id="Rf0f228cecd384066"/>
    <p:sldId xmlns:r="http://schemas.openxmlformats.org/officeDocument/2006/relationships" id="331" r:id="R7e4995d617b84566"/>
    <p:sldId xmlns:r="http://schemas.openxmlformats.org/officeDocument/2006/relationships" id="332" r:id="R6d829d9891ec4ab3"/>
    <p:sldId xmlns:r="http://schemas.openxmlformats.org/officeDocument/2006/relationships" id="333" r:id="R363d117df7964863"/>
    <p:sldId xmlns:r="http://schemas.openxmlformats.org/officeDocument/2006/relationships" id="334" r:id="Rd445a2a235c049e5"/>
    <p:sldId xmlns:r="http://schemas.openxmlformats.org/officeDocument/2006/relationships" id="335" r:id="Rd40677e95b9c40d4"/>
    <p:sldId xmlns:r="http://schemas.openxmlformats.org/officeDocument/2006/relationships" id="336" r:id="Rbbdeb5bd143b48a5"/>
    <p:sldId xmlns:r="http://schemas.openxmlformats.org/officeDocument/2006/relationships" id="337" r:id="Rd933691b0ea44f73"/>
    <p:sldId xmlns:r="http://schemas.openxmlformats.org/officeDocument/2006/relationships" id="338" r:id="Rc9e2adf439224df6"/>
    <p:sldId xmlns:r="http://schemas.openxmlformats.org/officeDocument/2006/relationships" id="339" r:id="Racab41e5c1f14688"/>
    <p:sldId xmlns:r="http://schemas.openxmlformats.org/officeDocument/2006/relationships" id="340" r:id="R0b356079f220409b"/>
    <p:sldId xmlns:r="http://schemas.openxmlformats.org/officeDocument/2006/relationships" id="341" r:id="Ra71aea467af7440b"/>
    <p:sldId xmlns:r="http://schemas.openxmlformats.org/officeDocument/2006/relationships" id="342" r:id="R8d5aef3028b94bc1"/>
    <p:sldId xmlns:r="http://schemas.openxmlformats.org/officeDocument/2006/relationships" id="343" r:id="R0f8c050663ea4cd2"/>
    <p:sldId xmlns:r="http://schemas.openxmlformats.org/officeDocument/2006/relationships" id="344" r:id="R4cb3cb29aaac4fe1"/>
    <p:sldId xmlns:r="http://schemas.openxmlformats.org/officeDocument/2006/relationships" id="345" r:id="Re6e11bc6ab0f4d77"/>
    <p:sldId xmlns:r="http://schemas.openxmlformats.org/officeDocument/2006/relationships" id="346" r:id="R5380cc71d9f84c11"/>
    <p:sldId xmlns:r="http://schemas.openxmlformats.org/officeDocument/2006/relationships" id="347" r:id="Rc8d394deb9ef4704"/>
    <p:sldId xmlns:r="http://schemas.openxmlformats.org/officeDocument/2006/relationships" id="348" r:id="R38152669415f4f76"/>
    <p:sldId xmlns:r="http://schemas.openxmlformats.org/officeDocument/2006/relationships" id="349" r:id="R35c4e2e46c704cba"/>
    <p:sldId xmlns:r="http://schemas.openxmlformats.org/officeDocument/2006/relationships" id="350" r:id="R053186c853e14236"/>
    <p:sldId xmlns:r="http://schemas.openxmlformats.org/officeDocument/2006/relationships" id="351" r:id="R300c2eb5c6054783"/>
    <p:sldId xmlns:r="http://schemas.openxmlformats.org/officeDocument/2006/relationships" id="352" r:id="Rde0026e906434542"/>
    <p:sldId xmlns:r="http://schemas.openxmlformats.org/officeDocument/2006/relationships" id="353" r:id="R363d94ad23f649fd"/>
    <p:sldId xmlns:r="http://schemas.openxmlformats.org/officeDocument/2006/relationships" id="354" r:id="Rc4035618ba0d4e5f"/>
    <p:sldId xmlns:r="http://schemas.openxmlformats.org/officeDocument/2006/relationships" id="355" r:id="R070b642025f64d73"/>
    <p:sldId xmlns:r="http://schemas.openxmlformats.org/officeDocument/2006/relationships" id="356" r:id="R458bd647fb754d99"/>
    <p:sldId xmlns:r="http://schemas.openxmlformats.org/officeDocument/2006/relationships" id="357" r:id="Rffede3e82c7340a7"/>
    <p:sldId xmlns:r="http://schemas.openxmlformats.org/officeDocument/2006/relationships" id="358" r:id="Rc249d8e9d66b4b6e"/>
    <p:sldId xmlns:r="http://schemas.openxmlformats.org/officeDocument/2006/relationships" id="359" r:id="Rd5246b913d7b4878"/>
    <p:sldId xmlns:r="http://schemas.openxmlformats.org/officeDocument/2006/relationships" id="360" r:id="R78f5b119cab04652"/>
    <p:sldId xmlns:r="http://schemas.openxmlformats.org/officeDocument/2006/relationships" id="361" r:id="R6173d4a699054046"/>
    <p:sldId xmlns:r="http://schemas.openxmlformats.org/officeDocument/2006/relationships" id="362" r:id="Rb84966bae1b34d6e"/>
    <p:sldId xmlns:r="http://schemas.openxmlformats.org/officeDocument/2006/relationships" id="363" r:id="R75672db98b574a57"/>
    <p:sldId xmlns:r="http://schemas.openxmlformats.org/officeDocument/2006/relationships" id="364" r:id="R1e8115fb2ae340a6"/>
    <p:sldId xmlns:r="http://schemas.openxmlformats.org/officeDocument/2006/relationships" id="365" r:id="R98ae04d40a1b41fc"/>
    <p:sldId xmlns:r="http://schemas.openxmlformats.org/officeDocument/2006/relationships" id="366" r:id="Rc7b7040e87a24973"/>
    <p:sldId xmlns:r="http://schemas.openxmlformats.org/officeDocument/2006/relationships" id="367" r:id="Re0d5d7287b744458"/>
    <p:sldId xmlns:r="http://schemas.openxmlformats.org/officeDocument/2006/relationships" id="368" r:id="R48d48895db36425b"/>
    <p:sldId xmlns:r="http://schemas.openxmlformats.org/officeDocument/2006/relationships" id="369" r:id="R7bb8f457824b4e76"/>
    <p:sldId xmlns:r="http://schemas.openxmlformats.org/officeDocument/2006/relationships" id="370" r:id="Re79f10b99b404758"/>
    <p:sldId xmlns:r="http://schemas.openxmlformats.org/officeDocument/2006/relationships" id="371" r:id="R2cc81831e3af49cd"/>
    <p:sldId xmlns:r="http://schemas.openxmlformats.org/officeDocument/2006/relationships" id="372" r:id="Re5871edadc444a23"/>
    <p:sldId xmlns:r="http://schemas.openxmlformats.org/officeDocument/2006/relationships" id="373" r:id="Ra31702f2d111411e"/>
    <p:sldId xmlns:r="http://schemas.openxmlformats.org/officeDocument/2006/relationships" id="374" r:id="R2623b6c0b3224f88"/>
    <p:sldId xmlns:r="http://schemas.openxmlformats.org/officeDocument/2006/relationships" id="375" r:id="R52aab45ba3344633"/>
    <p:sldId xmlns:r="http://schemas.openxmlformats.org/officeDocument/2006/relationships" id="376" r:id="Rf8351f8fd63241ac"/>
    <p:sldId xmlns:r="http://schemas.openxmlformats.org/officeDocument/2006/relationships" id="377" r:id="Ree31d092581748e3"/>
    <p:sldId xmlns:r="http://schemas.openxmlformats.org/officeDocument/2006/relationships" id="378" r:id="Rde9446aa5d2e4229"/>
    <p:sldId xmlns:r="http://schemas.openxmlformats.org/officeDocument/2006/relationships" id="379" r:id="Rc689b7d696344589"/>
    <p:sldId xmlns:r="http://schemas.openxmlformats.org/officeDocument/2006/relationships" id="380" r:id="R50f04bdc95d343eb"/>
    <p:sldId xmlns:r="http://schemas.openxmlformats.org/officeDocument/2006/relationships" id="381" r:id="R72c91227e0bd4d62"/>
    <p:sldId xmlns:r="http://schemas.openxmlformats.org/officeDocument/2006/relationships" id="382" r:id="R972f4c0256564e4f"/>
    <p:sldId xmlns:r="http://schemas.openxmlformats.org/officeDocument/2006/relationships" id="383" r:id="R6e554dfd1cf64bb4"/>
    <p:sldId xmlns:r="http://schemas.openxmlformats.org/officeDocument/2006/relationships" id="384" r:id="R6e6ba031440146a1"/>
    <p:sldId xmlns:r="http://schemas.openxmlformats.org/officeDocument/2006/relationships" id="385" r:id="Rb6db6118368c472a"/>
    <p:sldId xmlns:r="http://schemas.openxmlformats.org/officeDocument/2006/relationships" id="386" r:id="Rec50f648ef994566"/>
    <p:sldId xmlns:r="http://schemas.openxmlformats.org/officeDocument/2006/relationships" id="387" r:id="R397d05c2637943a6"/>
    <p:sldId xmlns:r="http://schemas.openxmlformats.org/officeDocument/2006/relationships" id="388" r:id="Rb8c01f91f5684eb7"/>
    <p:sldId xmlns:r="http://schemas.openxmlformats.org/officeDocument/2006/relationships" id="389" r:id="R571b399231754263"/>
    <p:sldId xmlns:r="http://schemas.openxmlformats.org/officeDocument/2006/relationships" id="390" r:id="R03a439b726564cda"/>
    <p:sldId xmlns:r="http://schemas.openxmlformats.org/officeDocument/2006/relationships" id="391" r:id="R7ec0239cfeda4d86"/>
    <p:sldId xmlns:r="http://schemas.openxmlformats.org/officeDocument/2006/relationships" id="392" r:id="R009cd1e66d504374"/>
    <p:sldId xmlns:r="http://schemas.openxmlformats.org/officeDocument/2006/relationships" id="393" r:id="R4b0041ae69f8499b"/>
    <p:sldId xmlns:r="http://schemas.openxmlformats.org/officeDocument/2006/relationships" id="394" r:id="R9572ddea7b254249"/>
    <p:sldId xmlns:r="http://schemas.openxmlformats.org/officeDocument/2006/relationships" id="395" r:id="R38ef4ae9239646d9"/>
    <p:sldId xmlns:r="http://schemas.openxmlformats.org/officeDocument/2006/relationships" id="396" r:id="Ra1434f9908a94fb6"/>
    <p:sldId xmlns:r="http://schemas.openxmlformats.org/officeDocument/2006/relationships" id="397" r:id="R6bdee20256034e14"/>
    <p:sldId xmlns:r="http://schemas.openxmlformats.org/officeDocument/2006/relationships" id="398" r:id="R9b00ee4686664047"/>
    <p:sldId xmlns:r="http://schemas.openxmlformats.org/officeDocument/2006/relationships" id="399" r:id="R7eb1cbd0febb4f40"/>
    <p:sldId xmlns:r="http://schemas.openxmlformats.org/officeDocument/2006/relationships" id="400" r:id="Rdae25ba385554392"/>
    <p:sldId xmlns:r="http://schemas.openxmlformats.org/officeDocument/2006/relationships" id="401" r:id="R8c7d1dfacf7546e5"/>
    <p:sldId xmlns:r="http://schemas.openxmlformats.org/officeDocument/2006/relationships" id="402" r:id="Rfb895f3be4d14366"/>
    <p:sldId xmlns:r="http://schemas.openxmlformats.org/officeDocument/2006/relationships" id="403" r:id="R68b9b6a033da4323"/>
    <p:sldId xmlns:r="http://schemas.openxmlformats.org/officeDocument/2006/relationships" id="404" r:id="Rb623de03b7e74b53"/>
    <p:sldId xmlns:r="http://schemas.openxmlformats.org/officeDocument/2006/relationships" id="405" r:id="R61819700bf704fa5"/>
    <p:sldId xmlns:r="http://schemas.openxmlformats.org/officeDocument/2006/relationships" id="406" r:id="Rac9520826a164c93"/>
    <p:sldId xmlns:r="http://schemas.openxmlformats.org/officeDocument/2006/relationships" id="407" r:id="Rb8997c96e7f849ac"/>
    <p:sldId xmlns:r="http://schemas.openxmlformats.org/officeDocument/2006/relationships" id="408" r:id="Rfea1493e713d4d01"/>
    <p:sldId xmlns:r="http://schemas.openxmlformats.org/officeDocument/2006/relationships" id="409" r:id="Ra658f77b94e44e34"/>
    <p:sldId xmlns:r="http://schemas.openxmlformats.org/officeDocument/2006/relationships" id="410" r:id="R81fab236e1d340af"/>
    <p:sldId xmlns:r="http://schemas.openxmlformats.org/officeDocument/2006/relationships" id="411" r:id="R16f53dd35f4d4b3d"/>
    <p:sldId xmlns:r="http://schemas.openxmlformats.org/officeDocument/2006/relationships" id="412" r:id="R40d223b9f19240d8"/>
    <p:sldId xmlns:r="http://schemas.openxmlformats.org/officeDocument/2006/relationships" id="413" r:id="R339b732b3d8f4a49"/>
    <p:sldId xmlns:r="http://schemas.openxmlformats.org/officeDocument/2006/relationships" id="414" r:id="Rd8d7253ef41742f6"/>
    <p:sldId xmlns:r="http://schemas.openxmlformats.org/officeDocument/2006/relationships" id="415" r:id="Rcc3ec236d9a047a3"/>
    <p:sldId xmlns:r="http://schemas.openxmlformats.org/officeDocument/2006/relationships" id="416" r:id="R65407ea8eb8e4ff1"/>
    <p:sldId xmlns:r="http://schemas.openxmlformats.org/officeDocument/2006/relationships" id="417" r:id="R35ca95ca67884070"/>
    <p:sldId xmlns:r="http://schemas.openxmlformats.org/officeDocument/2006/relationships" id="418" r:id="Reaa9a3c708464cc0"/>
    <p:sldId xmlns:r="http://schemas.openxmlformats.org/officeDocument/2006/relationships" id="419" r:id="Rd8d92721909f493a"/>
    <p:sldId xmlns:r="http://schemas.openxmlformats.org/officeDocument/2006/relationships" id="420" r:id="R29d7130fabbe4199"/>
    <p:sldId xmlns:r="http://schemas.openxmlformats.org/officeDocument/2006/relationships" id="421" r:id="R0d47c82461494f60"/>
    <p:sldId xmlns:r="http://schemas.openxmlformats.org/officeDocument/2006/relationships" id="422" r:id="R0ad664246536425a"/>
    <p:sldId xmlns:r="http://schemas.openxmlformats.org/officeDocument/2006/relationships" id="423" r:id="R73825ca1ad074206"/>
    <p:sldId xmlns:r="http://schemas.openxmlformats.org/officeDocument/2006/relationships" id="424" r:id="Re07a30e9dc5c40eb"/>
    <p:sldId xmlns:r="http://schemas.openxmlformats.org/officeDocument/2006/relationships" id="425" r:id="Re6c9b8b17597401b"/>
    <p:sldId xmlns:r="http://schemas.openxmlformats.org/officeDocument/2006/relationships" id="426" r:id="Rc187f348f7a24e56"/>
    <p:sldId xmlns:r="http://schemas.openxmlformats.org/officeDocument/2006/relationships" id="427" r:id="R7a3c977446ea412d"/>
    <p:sldId xmlns:r="http://schemas.openxmlformats.org/officeDocument/2006/relationships" id="428" r:id="Re0ef40fb4f7d4152"/>
    <p:sldId xmlns:r="http://schemas.openxmlformats.org/officeDocument/2006/relationships" id="429" r:id="Rfc4a88e774d344fd"/>
    <p:sldId xmlns:r="http://schemas.openxmlformats.org/officeDocument/2006/relationships" id="430" r:id="Rabd15f1d1e944ce6"/>
    <p:sldId xmlns:r="http://schemas.openxmlformats.org/officeDocument/2006/relationships" id="431" r:id="Ra3b1042f40dc4cc5"/>
    <p:sldId xmlns:r="http://schemas.openxmlformats.org/officeDocument/2006/relationships" id="432" r:id="R9111963f7cea4ce8"/>
    <p:sldId xmlns:r="http://schemas.openxmlformats.org/officeDocument/2006/relationships" id="433" r:id="R36b41793b7be49ac"/>
    <p:sldId xmlns:r="http://schemas.openxmlformats.org/officeDocument/2006/relationships" id="434" r:id="Rc98bb9a6c718436f"/>
    <p:sldId xmlns:r="http://schemas.openxmlformats.org/officeDocument/2006/relationships" id="435" r:id="R572e5604942b4c2a"/>
    <p:sldId xmlns:r="http://schemas.openxmlformats.org/officeDocument/2006/relationships" id="436" r:id="Rf59f8479f43f47ae"/>
    <p:sldId xmlns:r="http://schemas.openxmlformats.org/officeDocument/2006/relationships" id="437" r:id="R1ed5e8b09dd24845"/>
    <p:sldId xmlns:r="http://schemas.openxmlformats.org/officeDocument/2006/relationships" id="438" r:id="R50af942c8330418b"/>
    <p:sldId xmlns:r="http://schemas.openxmlformats.org/officeDocument/2006/relationships" id="439" r:id="R6cd35ebe7d9d4221"/>
    <p:sldId xmlns:r="http://schemas.openxmlformats.org/officeDocument/2006/relationships" id="440" r:id="R8cb74d128a60422f"/>
    <p:sldId xmlns:r="http://schemas.openxmlformats.org/officeDocument/2006/relationships" id="441" r:id="Rd2ddcae2fba5473b"/>
    <p:sldId xmlns:r="http://schemas.openxmlformats.org/officeDocument/2006/relationships" id="442" r:id="R14367be49fd34899"/>
    <p:sldId xmlns:r="http://schemas.openxmlformats.org/officeDocument/2006/relationships" id="443" r:id="Rf1f35b034e6840a8"/>
    <p:sldId xmlns:r="http://schemas.openxmlformats.org/officeDocument/2006/relationships" id="444" r:id="R664abbdd6745467c"/>
    <p:sldId xmlns:r="http://schemas.openxmlformats.org/officeDocument/2006/relationships" id="445" r:id="Refcd4f99347a42c5"/>
    <p:sldId xmlns:r="http://schemas.openxmlformats.org/officeDocument/2006/relationships" id="446" r:id="Reeb0a93eda3247f7"/>
    <p:sldId xmlns:r="http://schemas.openxmlformats.org/officeDocument/2006/relationships" id="447" r:id="R424c43b4fc45423b"/>
    <p:sldId xmlns:r="http://schemas.openxmlformats.org/officeDocument/2006/relationships" id="448" r:id="R440fc60e05d24bb9"/>
    <p:sldId xmlns:r="http://schemas.openxmlformats.org/officeDocument/2006/relationships" id="449" r:id="Rcbdf7dcb2f674742"/>
    <p:sldId xmlns:r="http://schemas.openxmlformats.org/officeDocument/2006/relationships" id="450" r:id="Ra9b0679444f64a42"/>
    <p:sldId xmlns:r="http://schemas.openxmlformats.org/officeDocument/2006/relationships" id="451" r:id="Rfc269fb7116f469f"/>
    <p:sldId xmlns:r="http://schemas.openxmlformats.org/officeDocument/2006/relationships" id="452" r:id="Ra830e98383ec49a6"/>
    <p:sldId xmlns:r="http://schemas.openxmlformats.org/officeDocument/2006/relationships" id="453" r:id="Rd852ed9dccbe4bc4"/>
    <p:sldId xmlns:r="http://schemas.openxmlformats.org/officeDocument/2006/relationships" id="454" r:id="R5ff9d4fbc9fd4db7"/>
    <p:sldId xmlns:r="http://schemas.openxmlformats.org/officeDocument/2006/relationships" id="455" r:id="Rc935c4fd66814bca"/>
    <p:sldId xmlns:r="http://schemas.openxmlformats.org/officeDocument/2006/relationships" id="456" r:id="R8e216f08f6d040b2"/>
    <p:sldId xmlns:r="http://schemas.openxmlformats.org/officeDocument/2006/relationships" id="457" r:id="R4dc907d9f2514015"/>
    <p:sldId xmlns:r="http://schemas.openxmlformats.org/officeDocument/2006/relationships" id="458" r:id="R051344c4a596413c"/>
    <p:sldId xmlns:r="http://schemas.openxmlformats.org/officeDocument/2006/relationships" id="459" r:id="R58ee4c4c72b245e2"/>
    <p:sldId xmlns:r="http://schemas.openxmlformats.org/officeDocument/2006/relationships" id="460" r:id="Rbb9bb3e497e345f9"/>
    <p:sldId xmlns:r="http://schemas.openxmlformats.org/officeDocument/2006/relationships" id="461" r:id="R05dba560db3f48a8"/>
    <p:sldId xmlns:r="http://schemas.openxmlformats.org/officeDocument/2006/relationships" id="462" r:id="R17949ba64c124298"/>
    <p:sldId xmlns:r="http://schemas.openxmlformats.org/officeDocument/2006/relationships" id="463" r:id="R568b69dde0cb4ccf"/>
    <p:sldId xmlns:r="http://schemas.openxmlformats.org/officeDocument/2006/relationships" id="464" r:id="R4e4578623ef343da"/>
    <p:sldId xmlns:r="http://schemas.openxmlformats.org/officeDocument/2006/relationships" id="465" r:id="R69ab991b6d904183"/>
    <p:sldId xmlns:r="http://schemas.openxmlformats.org/officeDocument/2006/relationships" id="466" r:id="Rd47c1971db374640"/>
    <p:sldId xmlns:r="http://schemas.openxmlformats.org/officeDocument/2006/relationships" id="467" r:id="Rd650efdf383a4883"/>
    <p:sldId xmlns:r="http://schemas.openxmlformats.org/officeDocument/2006/relationships" id="468" r:id="Ra660aa9831fd4051"/>
    <p:sldId xmlns:r="http://schemas.openxmlformats.org/officeDocument/2006/relationships" id="469" r:id="R25c8e27efd134d77"/>
    <p:sldId xmlns:r="http://schemas.openxmlformats.org/officeDocument/2006/relationships" id="470" r:id="R2e32ecb18a8a4f63"/>
    <p:sldId xmlns:r="http://schemas.openxmlformats.org/officeDocument/2006/relationships" id="471" r:id="R770f7ba3689e4b87"/>
    <p:sldId xmlns:r="http://schemas.openxmlformats.org/officeDocument/2006/relationships" id="472" r:id="R48dc0246556c4608"/>
    <p:sldId xmlns:r="http://schemas.openxmlformats.org/officeDocument/2006/relationships" id="473" r:id="Rda456db2fd4d44af"/>
    <p:sldId xmlns:r="http://schemas.openxmlformats.org/officeDocument/2006/relationships" id="474" r:id="R002ac69d9615419b"/>
    <p:sldId xmlns:r="http://schemas.openxmlformats.org/officeDocument/2006/relationships" id="475" r:id="Rc05fd8c2f0bb42d7"/>
    <p:sldId xmlns:r="http://schemas.openxmlformats.org/officeDocument/2006/relationships" id="476" r:id="Rb093cc550db24a55"/>
    <p:sldId xmlns:r="http://schemas.openxmlformats.org/officeDocument/2006/relationships" id="477" r:id="R5ca1d8c5d30f4632"/>
    <p:sldId xmlns:r="http://schemas.openxmlformats.org/officeDocument/2006/relationships" id="478" r:id="R7851a49c0d8f4af0"/>
    <p:sldId xmlns:r="http://schemas.openxmlformats.org/officeDocument/2006/relationships" id="479" r:id="R2adeb833a7e6437d"/>
    <p:sldId xmlns:r="http://schemas.openxmlformats.org/officeDocument/2006/relationships" id="480" r:id="R8a2e75a1307d41ae"/>
    <p:sldId xmlns:r="http://schemas.openxmlformats.org/officeDocument/2006/relationships" id="481" r:id="Rbaebc0a0ac0a41e0"/>
    <p:sldId xmlns:r="http://schemas.openxmlformats.org/officeDocument/2006/relationships" id="482" r:id="Rf40232b78ed944d2"/>
    <p:sldId xmlns:r="http://schemas.openxmlformats.org/officeDocument/2006/relationships" id="483" r:id="Re7fc28846daa4f22"/>
    <p:sldId xmlns:r="http://schemas.openxmlformats.org/officeDocument/2006/relationships" id="484" r:id="R79415bce63944124"/>
    <p:sldId xmlns:r="http://schemas.openxmlformats.org/officeDocument/2006/relationships" id="485" r:id="R20237415ddf24b13"/>
    <p:sldId xmlns:r="http://schemas.openxmlformats.org/officeDocument/2006/relationships" id="486" r:id="Ra0a8fe4e9ccd407d"/>
    <p:sldId xmlns:r="http://schemas.openxmlformats.org/officeDocument/2006/relationships" id="487" r:id="R9c6acbaef5e7415f"/>
    <p:sldId xmlns:r="http://schemas.openxmlformats.org/officeDocument/2006/relationships" id="488" r:id="R71417403041f430b"/>
    <p:sldId xmlns:r="http://schemas.openxmlformats.org/officeDocument/2006/relationships" id="489" r:id="Rd2b6aaaba7f44541"/>
    <p:sldId xmlns:r="http://schemas.openxmlformats.org/officeDocument/2006/relationships" id="490" r:id="Rf731bd1bd5664171"/>
    <p:sldId xmlns:r="http://schemas.openxmlformats.org/officeDocument/2006/relationships" id="491" r:id="R5efd87f4f6c2408e"/>
    <p:sldId xmlns:r="http://schemas.openxmlformats.org/officeDocument/2006/relationships" id="492" r:id="Rae0bad9a62384aca"/>
    <p:sldId xmlns:r="http://schemas.openxmlformats.org/officeDocument/2006/relationships" id="493" r:id="R81a43d03b7634b28"/>
    <p:sldId xmlns:r="http://schemas.openxmlformats.org/officeDocument/2006/relationships" id="494" r:id="R1360c1fa2a214f50"/>
    <p:sldId xmlns:r="http://schemas.openxmlformats.org/officeDocument/2006/relationships" id="495" r:id="Ra7d21a2e3ac24c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af6c7f35424c3b" /><Relationship Type="http://schemas.openxmlformats.org/officeDocument/2006/relationships/slideMaster" Target="/ppt/slideMasters/slideMaster1.xml" Id="R699777faf58a4903" /><Relationship Type="http://schemas.openxmlformats.org/officeDocument/2006/relationships/notesMaster" Target="/ppt/notesMasters/notesMaster1.xml" Id="Rf44eda2dd7824265" /><Relationship Type="http://schemas.openxmlformats.org/officeDocument/2006/relationships/presProps" Target="/ppt/presProps.xml" Id="R2de336904b734c1c" /><Relationship Type="http://schemas.openxmlformats.org/officeDocument/2006/relationships/tableStyles" Target="/ppt/tableStyles.xml" Id="Raa27b7114bb74d9a" /><Relationship Type="http://schemas.openxmlformats.org/officeDocument/2006/relationships/slide" Target="/ppt/slides/slide1.xml" Id="R60ee1cfc543448a4" /><Relationship Type="http://schemas.openxmlformats.org/officeDocument/2006/relationships/slide" Target="/ppt/slides/slide2.xml" Id="Rd34daa0d87e64d8f" /><Relationship Type="http://schemas.openxmlformats.org/officeDocument/2006/relationships/slide" Target="/ppt/slides/slide3.xml" Id="Rfe4e37265c564ce5" /><Relationship Type="http://schemas.openxmlformats.org/officeDocument/2006/relationships/slide" Target="/ppt/slides/slide4.xml" Id="R26d900a98fa2435e" /><Relationship Type="http://schemas.openxmlformats.org/officeDocument/2006/relationships/slide" Target="/ppt/slides/slide5.xml" Id="R9b22337f1e234d0f" /><Relationship Type="http://schemas.openxmlformats.org/officeDocument/2006/relationships/slide" Target="/ppt/slides/slide6.xml" Id="R18d8b8cb8039494f" /><Relationship Type="http://schemas.openxmlformats.org/officeDocument/2006/relationships/slide" Target="/ppt/slides/slide7.xml" Id="R921008459fc94197" /><Relationship Type="http://schemas.openxmlformats.org/officeDocument/2006/relationships/slide" Target="/ppt/slides/slide8.xml" Id="R98edfd0fe5d342ad" /><Relationship Type="http://schemas.openxmlformats.org/officeDocument/2006/relationships/slide" Target="/ppt/slides/slide9.xml" Id="R3587c302b1cf481d" /><Relationship Type="http://schemas.openxmlformats.org/officeDocument/2006/relationships/slide" Target="/ppt/slides/slide10.xml" Id="Rf6c4cc1376854288" /><Relationship Type="http://schemas.openxmlformats.org/officeDocument/2006/relationships/slide" Target="/ppt/slides/slide11.xml" Id="R918fdff2c8024a6f" /><Relationship Type="http://schemas.openxmlformats.org/officeDocument/2006/relationships/slide" Target="/ppt/slides/slide12.xml" Id="Ra5a96e3c56cc4e79" /><Relationship Type="http://schemas.openxmlformats.org/officeDocument/2006/relationships/slide" Target="/ppt/slides/slide13.xml" Id="R83e9dbf754464a0a" /><Relationship Type="http://schemas.openxmlformats.org/officeDocument/2006/relationships/slide" Target="/ppt/slides/slide14.xml" Id="R433ff9993c8a4835" /><Relationship Type="http://schemas.openxmlformats.org/officeDocument/2006/relationships/slide" Target="/ppt/slides/slide15.xml" Id="R8677d854b3ef41be" /><Relationship Type="http://schemas.openxmlformats.org/officeDocument/2006/relationships/slide" Target="/ppt/slides/slide16.xml" Id="R3d7c7113c6e94136" /><Relationship Type="http://schemas.openxmlformats.org/officeDocument/2006/relationships/slide" Target="/ppt/slides/slide17.xml" Id="R3f7906cab6f8449a" /><Relationship Type="http://schemas.openxmlformats.org/officeDocument/2006/relationships/slide" Target="/ppt/slides/slide18.xml" Id="R140fe5c558a44a2b" /><Relationship Type="http://schemas.openxmlformats.org/officeDocument/2006/relationships/slide" Target="/ppt/slides/slide19.xml" Id="R28859dfc81154982" /><Relationship Type="http://schemas.openxmlformats.org/officeDocument/2006/relationships/slide" Target="/ppt/slides/slide20.xml" Id="Rd5aec704f1b74ed8" /><Relationship Type="http://schemas.openxmlformats.org/officeDocument/2006/relationships/slide" Target="/ppt/slides/slide21.xml" Id="R0bc4bde966d949fd" /><Relationship Type="http://schemas.openxmlformats.org/officeDocument/2006/relationships/slide" Target="/ppt/slides/slide22.xml" Id="R90cf01997638450b" /><Relationship Type="http://schemas.openxmlformats.org/officeDocument/2006/relationships/slide" Target="/ppt/slides/slide23.xml" Id="Rf028393571d24802" /><Relationship Type="http://schemas.openxmlformats.org/officeDocument/2006/relationships/slide" Target="/ppt/slides/slide24.xml" Id="R2e682149e6024648" /><Relationship Type="http://schemas.openxmlformats.org/officeDocument/2006/relationships/slide" Target="/ppt/slides/slide25.xml" Id="R3c52884238764a04" /><Relationship Type="http://schemas.openxmlformats.org/officeDocument/2006/relationships/slide" Target="/ppt/slides/slide26.xml" Id="Racba555e1a7b4fd4" /><Relationship Type="http://schemas.openxmlformats.org/officeDocument/2006/relationships/slide" Target="/ppt/slides/slide27.xml" Id="Rb40d6d244ab14093" /><Relationship Type="http://schemas.openxmlformats.org/officeDocument/2006/relationships/slide" Target="/ppt/slides/slide28.xml" Id="Rea560c577fc44bcf" /><Relationship Type="http://schemas.openxmlformats.org/officeDocument/2006/relationships/slide" Target="/ppt/slides/slide29.xml" Id="R4ff9a8a0b76d4b0d" /><Relationship Type="http://schemas.openxmlformats.org/officeDocument/2006/relationships/slide" Target="/ppt/slides/slide30.xml" Id="R56dd1f95f8f14693" /><Relationship Type="http://schemas.openxmlformats.org/officeDocument/2006/relationships/slide" Target="/ppt/slides/slide31.xml" Id="R00f92a7abd964fee" /><Relationship Type="http://schemas.openxmlformats.org/officeDocument/2006/relationships/slide" Target="/ppt/slides/slide32.xml" Id="R51d7297e99514e78" /><Relationship Type="http://schemas.openxmlformats.org/officeDocument/2006/relationships/slide" Target="/ppt/slides/slide33.xml" Id="R9a1d5c8fbf9d4a38" /><Relationship Type="http://schemas.openxmlformats.org/officeDocument/2006/relationships/slide" Target="/ppt/slides/slide34.xml" Id="R47f7d423890b4a92" /><Relationship Type="http://schemas.openxmlformats.org/officeDocument/2006/relationships/slide" Target="/ppt/slides/slide35.xml" Id="R070b760c49664fe8" /><Relationship Type="http://schemas.openxmlformats.org/officeDocument/2006/relationships/slide" Target="/ppt/slides/slide36.xml" Id="Ra97cc7a3631d421e" /><Relationship Type="http://schemas.openxmlformats.org/officeDocument/2006/relationships/slide" Target="/ppt/slides/slide37.xml" Id="Rdaaf3674814443f1" /><Relationship Type="http://schemas.openxmlformats.org/officeDocument/2006/relationships/slide" Target="/ppt/slides/slide38.xml" Id="Rc36cac7677654ecd" /><Relationship Type="http://schemas.openxmlformats.org/officeDocument/2006/relationships/slide" Target="/ppt/slides/slide39.xml" Id="Re84fd4afc71a407b" /><Relationship Type="http://schemas.openxmlformats.org/officeDocument/2006/relationships/slide" Target="/ppt/slides/slide40.xml" Id="R319efc3e2abd4e4d" /><Relationship Type="http://schemas.openxmlformats.org/officeDocument/2006/relationships/slide" Target="/ppt/slides/slide41.xml" Id="Rb934a5e643bd4416" /><Relationship Type="http://schemas.openxmlformats.org/officeDocument/2006/relationships/slide" Target="/ppt/slides/slide42.xml" Id="R1738f0dced7e46c7" /><Relationship Type="http://schemas.openxmlformats.org/officeDocument/2006/relationships/slide" Target="/ppt/slides/slide43.xml" Id="R66ea6ee12ac3493e" /><Relationship Type="http://schemas.openxmlformats.org/officeDocument/2006/relationships/slide" Target="/ppt/slides/slide44.xml" Id="R48e560b50c984c78" /><Relationship Type="http://schemas.openxmlformats.org/officeDocument/2006/relationships/slide" Target="/ppt/slides/slide45.xml" Id="R54a4577de5f74574" /><Relationship Type="http://schemas.openxmlformats.org/officeDocument/2006/relationships/slide" Target="/ppt/slides/slide46.xml" Id="R397f3e869c554402" /><Relationship Type="http://schemas.openxmlformats.org/officeDocument/2006/relationships/slide" Target="/ppt/slides/slide47.xml" Id="R0777742c19e045ec" /><Relationship Type="http://schemas.openxmlformats.org/officeDocument/2006/relationships/slide" Target="/ppt/slides/slide48.xml" Id="R764bb760f7144e04" /><Relationship Type="http://schemas.openxmlformats.org/officeDocument/2006/relationships/slide" Target="/ppt/slides/slide49.xml" Id="Rc65c64c220644980" /><Relationship Type="http://schemas.openxmlformats.org/officeDocument/2006/relationships/slide" Target="/ppt/slides/slide50.xml" Id="R54df0068c23f450b" /><Relationship Type="http://schemas.openxmlformats.org/officeDocument/2006/relationships/slide" Target="/ppt/slides/slide51.xml" Id="Rc1b161dce32f4c61" /><Relationship Type="http://schemas.openxmlformats.org/officeDocument/2006/relationships/slide" Target="/ppt/slides/slide52.xml" Id="R6d1294b2b5a84448" /><Relationship Type="http://schemas.openxmlformats.org/officeDocument/2006/relationships/slide" Target="/ppt/slides/slide53.xml" Id="Rb13c21119818418c" /><Relationship Type="http://schemas.openxmlformats.org/officeDocument/2006/relationships/slide" Target="/ppt/slides/slide54.xml" Id="R827e7f5da8a54398" /><Relationship Type="http://schemas.openxmlformats.org/officeDocument/2006/relationships/slide" Target="/ppt/slides/slide55.xml" Id="R9ab38249ea3b4518" /><Relationship Type="http://schemas.openxmlformats.org/officeDocument/2006/relationships/slide" Target="/ppt/slides/slide56.xml" Id="Rb2d0ef3f235549a0" /><Relationship Type="http://schemas.openxmlformats.org/officeDocument/2006/relationships/slide" Target="/ppt/slides/slide57.xml" Id="R6994211b209d4503" /><Relationship Type="http://schemas.openxmlformats.org/officeDocument/2006/relationships/slide" Target="/ppt/slides/slide58.xml" Id="R692fa064050c457a" /><Relationship Type="http://schemas.openxmlformats.org/officeDocument/2006/relationships/slide" Target="/ppt/slides/slide59.xml" Id="R5262579241574fa2" /><Relationship Type="http://schemas.openxmlformats.org/officeDocument/2006/relationships/slide" Target="/ppt/slides/slide60.xml" Id="R536316b9300649cb" /><Relationship Type="http://schemas.openxmlformats.org/officeDocument/2006/relationships/slide" Target="/ppt/slides/slide61.xml" Id="R233cc5ec30914161" /><Relationship Type="http://schemas.openxmlformats.org/officeDocument/2006/relationships/slide" Target="/ppt/slides/slide62.xml" Id="R03c8fba630ef49e2" /><Relationship Type="http://schemas.openxmlformats.org/officeDocument/2006/relationships/slide" Target="/ppt/slides/slide63.xml" Id="R41567ef3a4cc4ae0" /><Relationship Type="http://schemas.openxmlformats.org/officeDocument/2006/relationships/slide" Target="/ppt/slides/slide64.xml" Id="Ra78f07324e5c4120" /><Relationship Type="http://schemas.openxmlformats.org/officeDocument/2006/relationships/slide" Target="/ppt/slides/slide65.xml" Id="R501475b7d0604c4f" /><Relationship Type="http://schemas.openxmlformats.org/officeDocument/2006/relationships/slide" Target="/ppt/slides/slide66.xml" Id="Rc268016748f84047" /><Relationship Type="http://schemas.openxmlformats.org/officeDocument/2006/relationships/slide" Target="/ppt/slides/slide67.xml" Id="Ra0ccd0e2d7b642ad" /><Relationship Type="http://schemas.openxmlformats.org/officeDocument/2006/relationships/slide" Target="/ppt/slides/slide68.xml" Id="Rffd3f824f8664613" /><Relationship Type="http://schemas.openxmlformats.org/officeDocument/2006/relationships/slide" Target="/ppt/slides/slide69.xml" Id="R3c4f93d93bcf4cac" /><Relationship Type="http://schemas.openxmlformats.org/officeDocument/2006/relationships/slide" Target="/ppt/slides/slide70.xml" Id="Re43f0b537e68422b" /><Relationship Type="http://schemas.openxmlformats.org/officeDocument/2006/relationships/slide" Target="/ppt/slides/slide71.xml" Id="Re051c386c8994787" /><Relationship Type="http://schemas.openxmlformats.org/officeDocument/2006/relationships/slide" Target="/ppt/slides/slide72.xml" Id="Raf7e3ea8385e4768" /><Relationship Type="http://schemas.openxmlformats.org/officeDocument/2006/relationships/slide" Target="/ppt/slides/slide73.xml" Id="R3cca16d21a454b55" /><Relationship Type="http://schemas.openxmlformats.org/officeDocument/2006/relationships/slide" Target="/ppt/slides/slide74.xml" Id="R0b1db3c42831438a" /><Relationship Type="http://schemas.openxmlformats.org/officeDocument/2006/relationships/slide" Target="/ppt/slides/slide75.xml" Id="Rf0f228cecd384066" /><Relationship Type="http://schemas.openxmlformats.org/officeDocument/2006/relationships/slide" Target="/ppt/slides/slide76.xml" Id="R7e4995d617b84566" /><Relationship Type="http://schemas.openxmlformats.org/officeDocument/2006/relationships/slide" Target="/ppt/slides/slide77.xml" Id="R6d829d9891ec4ab3" /><Relationship Type="http://schemas.openxmlformats.org/officeDocument/2006/relationships/slide" Target="/ppt/slides/slide78.xml" Id="R363d117df7964863" /><Relationship Type="http://schemas.openxmlformats.org/officeDocument/2006/relationships/slide" Target="/ppt/slides/slide79.xml" Id="Rd445a2a235c049e5" /><Relationship Type="http://schemas.openxmlformats.org/officeDocument/2006/relationships/slide" Target="/ppt/slides/slide80.xml" Id="Rd40677e95b9c40d4" /><Relationship Type="http://schemas.openxmlformats.org/officeDocument/2006/relationships/slide" Target="/ppt/slides/slide81.xml" Id="Rbbdeb5bd143b48a5" /><Relationship Type="http://schemas.openxmlformats.org/officeDocument/2006/relationships/slide" Target="/ppt/slides/slide82.xml" Id="Rd933691b0ea44f73" /><Relationship Type="http://schemas.openxmlformats.org/officeDocument/2006/relationships/slide" Target="/ppt/slides/slide83.xml" Id="Rc9e2adf439224df6" /><Relationship Type="http://schemas.openxmlformats.org/officeDocument/2006/relationships/slide" Target="/ppt/slides/slide84.xml" Id="Racab41e5c1f14688" /><Relationship Type="http://schemas.openxmlformats.org/officeDocument/2006/relationships/slide" Target="/ppt/slides/slide85.xml" Id="R0b356079f220409b" /><Relationship Type="http://schemas.openxmlformats.org/officeDocument/2006/relationships/slide" Target="/ppt/slides/slide86.xml" Id="Ra71aea467af7440b" /><Relationship Type="http://schemas.openxmlformats.org/officeDocument/2006/relationships/slide" Target="/ppt/slides/slide87.xml" Id="R8d5aef3028b94bc1" /><Relationship Type="http://schemas.openxmlformats.org/officeDocument/2006/relationships/slide" Target="/ppt/slides/slide88.xml" Id="R0f8c050663ea4cd2" /><Relationship Type="http://schemas.openxmlformats.org/officeDocument/2006/relationships/slide" Target="/ppt/slides/slide89.xml" Id="R4cb3cb29aaac4fe1" /><Relationship Type="http://schemas.openxmlformats.org/officeDocument/2006/relationships/slide" Target="/ppt/slides/slide90.xml" Id="Re6e11bc6ab0f4d77" /><Relationship Type="http://schemas.openxmlformats.org/officeDocument/2006/relationships/slide" Target="/ppt/slides/slide91.xml" Id="R5380cc71d9f84c11" /><Relationship Type="http://schemas.openxmlformats.org/officeDocument/2006/relationships/slide" Target="/ppt/slides/slide92.xml" Id="Rc8d394deb9ef4704" /><Relationship Type="http://schemas.openxmlformats.org/officeDocument/2006/relationships/slide" Target="/ppt/slides/slide93.xml" Id="R38152669415f4f76" /><Relationship Type="http://schemas.openxmlformats.org/officeDocument/2006/relationships/slide" Target="/ppt/slides/slide94.xml" Id="R35c4e2e46c704cba" /><Relationship Type="http://schemas.openxmlformats.org/officeDocument/2006/relationships/slide" Target="/ppt/slides/slide95.xml" Id="R053186c853e14236" /><Relationship Type="http://schemas.openxmlformats.org/officeDocument/2006/relationships/slide" Target="/ppt/slides/slide96.xml" Id="R300c2eb5c6054783" /><Relationship Type="http://schemas.openxmlformats.org/officeDocument/2006/relationships/slide" Target="/ppt/slides/slide97.xml" Id="Rde0026e906434542" /><Relationship Type="http://schemas.openxmlformats.org/officeDocument/2006/relationships/slide" Target="/ppt/slides/slide98.xml" Id="R363d94ad23f649fd" /><Relationship Type="http://schemas.openxmlformats.org/officeDocument/2006/relationships/slide" Target="/ppt/slides/slide99.xml" Id="Rc4035618ba0d4e5f" /><Relationship Type="http://schemas.openxmlformats.org/officeDocument/2006/relationships/slide" Target="/ppt/slides/slide100.xml" Id="R070b642025f64d73" /><Relationship Type="http://schemas.openxmlformats.org/officeDocument/2006/relationships/slide" Target="/ppt/slides/slide101.xml" Id="R458bd647fb754d99" /><Relationship Type="http://schemas.openxmlformats.org/officeDocument/2006/relationships/slide" Target="/ppt/slides/slide102.xml" Id="Rffede3e82c7340a7" /><Relationship Type="http://schemas.openxmlformats.org/officeDocument/2006/relationships/slide" Target="/ppt/slides/slide103.xml" Id="Rc249d8e9d66b4b6e" /><Relationship Type="http://schemas.openxmlformats.org/officeDocument/2006/relationships/slide" Target="/ppt/slides/slide104.xml" Id="Rd5246b913d7b4878" /><Relationship Type="http://schemas.openxmlformats.org/officeDocument/2006/relationships/slide" Target="/ppt/slides/slide105.xml" Id="R78f5b119cab04652" /><Relationship Type="http://schemas.openxmlformats.org/officeDocument/2006/relationships/slide" Target="/ppt/slides/slide106.xml" Id="R6173d4a699054046" /><Relationship Type="http://schemas.openxmlformats.org/officeDocument/2006/relationships/slide" Target="/ppt/slides/slide107.xml" Id="Rb84966bae1b34d6e" /><Relationship Type="http://schemas.openxmlformats.org/officeDocument/2006/relationships/slide" Target="/ppt/slides/slide108.xml" Id="R75672db98b574a57" /><Relationship Type="http://schemas.openxmlformats.org/officeDocument/2006/relationships/slide" Target="/ppt/slides/slide109.xml" Id="R1e8115fb2ae340a6" /><Relationship Type="http://schemas.openxmlformats.org/officeDocument/2006/relationships/slide" Target="/ppt/slides/slide110.xml" Id="R98ae04d40a1b41fc" /><Relationship Type="http://schemas.openxmlformats.org/officeDocument/2006/relationships/slide" Target="/ppt/slides/slide111.xml" Id="Rc7b7040e87a24973" /><Relationship Type="http://schemas.openxmlformats.org/officeDocument/2006/relationships/slide" Target="/ppt/slides/slide112.xml" Id="Re0d5d7287b744458" /><Relationship Type="http://schemas.openxmlformats.org/officeDocument/2006/relationships/slide" Target="/ppt/slides/slide113.xml" Id="R48d48895db36425b" /><Relationship Type="http://schemas.openxmlformats.org/officeDocument/2006/relationships/slide" Target="/ppt/slides/slide114.xml" Id="R7bb8f457824b4e76" /><Relationship Type="http://schemas.openxmlformats.org/officeDocument/2006/relationships/slide" Target="/ppt/slides/slide115.xml" Id="Re79f10b99b404758" /><Relationship Type="http://schemas.openxmlformats.org/officeDocument/2006/relationships/slide" Target="/ppt/slides/slide116.xml" Id="R2cc81831e3af49cd" /><Relationship Type="http://schemas.openxmlformats.org/officeDocument/2006/relationships/slide" Target="/ppt/slides/slide117.xml" Id="Re5871edadc444a23" /><Relationship Type="http://schemas.openxmlformats.org/officeDocument/2006/relationships/slide" Target="/ppt/slides/slide118.xml" Id="Ra31702f2d111411e" /><Relationship Type="http://schemas.openxmlformats.org/officeDocument/2006/relationships/slide" Target="/ppt/slides/slide119.xml" Id="R2623b6c0b3224f88" /><Relationship Type="http://schemas.openxmlformats.org/officeDocument/2006/relationships/slide" Target="/ppt/slides/slide120.xml" Id="R52aab45ba3344633" /><Relationship Type="http://schemas.openxmlformats.org/officeDocument/2006/relationships/slide" Target="/ppt/slides/slide121.xml" Id="Rf8351f8fd63241ac" /><Relationship Type="http://schemas.openxmlformats.org/officeDocument/2006/relationships/slide" Target="/ppt/slides/slide122.xml" Id="Ree31d092581748e3" /><Relationship Type="http://schemas.openxmlformats.org/officeDocument/2006/relationships/slide" Target="/ppt/slides/slide123.xml" Id="Rde9446aa5d2e4229" /><Relationship Type="http://schemas.openxmlformats.org/officeDocument/2006/relationships/slide" Target="/ppt/slides/slide124.xml" Id="Rc689b7d696344589" /><Relationship Type="http://schemas.openxmlformats.org/officeDocument/2006/relationships/slide" Target="/ppt/slides/slide125.xml" Id="R50f04bdc95d343eb" /><Relationship Type="http://schemas.openxmlformats.org/officeDocument/2006/relationships/slide" Target="/ppt/slides/slide126.xml" Id="R72c91227e0bd4d62" /><Relationship Type="http://schemas.openxmlformats.org/officeDocument/2006/relationships/slide" Target="/ppt/slides/slide127.xml" Id="R972f4c0256564e4f" /><Relationship Type="http://schemas.openxmlformats.org/officeDocument/2006/relationships/slide" Target="/ppt/slides/slide128.xml" Id="R6e554dfd1cf64bb4" /><Relationship Type="http://schemas.openxmlformats.org/officeDocument/2006/relationships/slide" Target="/ppt/slides/slide129.xml" Id="R6e6ba031440146a1" /><Relationship Type="http://schemas.openxmlformats.org/officeDocument/2006/relationships/slide" Target="/ppt/slides/slide130.xml" Id="Rb6db6118368c472a" /><Relationship Type="http://schemas.openxmlformats.org/officeDocument/2006/relationships/slide" Target="/ppt/slides/slide131.xml" Id="Rec50f648ef994566" /><Relationship Type="http://schemas.openxmlformats.org/officeDocument/2006/relationships/slide" Target="/ppt/slides/slide132.xml" Id="R397d05c2637943a6" /><Relationship Type="http://schemas.openxmlformats.org/officeDocument/2006/relationships/slide" Target="/ppt/slides/slide133.xml" Id="Rb8c01f91f5684eb7" /><Relationship Type="http://schemas.openxmlformats.org/officeDocument/2006/relationships/slide" Target="/ppt/slides/slide134.xml" Id="R571b399231754263" /><Relationship Type="http://schemas.openxmlformats.org/officeDocument/2006/relationships/slide" Target="/ppt/slides/slide135.xml" Id="R03a439b726564cda" /><Relationship Type="http://schemas.openxmlformats.org/officeDocument/2006/relationships/slide" Target="/ppt/slides/slide136.xml" Id="R7ec0239cfeda4d86" /><Relationship Type="http://schemas.openxmlformats.org/officeDocument/2006/relationships/slide" Target="/ppt/slides/slide137.xml" Id="R009cd1e66d504374" /><Relationship Type="http://schemas.openxmlformats.org/officeDocument/2006/relationships/slide" Target="/ppt/slides/slide138.xml" Id="R4b0041ae69f8499b" /><Relationship Type="http://schemas.openxmlformats.org/officeDocument/2006/relationships/slide" Target="/ppt/slides/slide139.xml" Id="R9572ddea7b254249" /><Relationship Type="http://schemas.openxmlformats.org/officeDocument/2006/relationships/slide" Target="/ppt/slides/slide140.xml" Id="R38ef4ae9239646d9" /><Relationship Type="http://schemas.openxmlformats.org/officeDocument/2006/relationships/slide" Target="/ppt/slides/slide141.xml" Id="Ra1434f9908a94fb6" /><Relationship Type="http://schemas.openxmlformats.org/officeDocument/2006/relationships/slide" Target="/ppt/slides/slide142.xml" Id="R6bdee20256034e14" /><Relationship Type="http://schemas.openxmlformats.org/officeDocument/2006/relationships/slide" Target="/ppt/slides/slide143.xml" Id="R9b00ee4686664047" /><Relationship Type="http://schemas.openxmlformats.org/officeDocument/2006/relationships/slide" Target="/ppt/slides/slide144.xml" Id="R7eb1cbd0febb4f40" /><Relationship Type="http://schemas.openxmlformats.org/officeDocument/2006/relationships/slide" Target="/ppt/slides/slide145.xml" Id="Rdae25ba385554392" /><Relationship Type="http://schemas.openxmlformats.org/officeDocument/2006/relationships/slide" Target="/ppt/slides/slide146.xml" Id="R8c7d1dfacf7546e5" /><Relationship Type="http://schemas.openxmlformats.org/officeDocument/2006/relationships/slide" Target="/ppt/slides/slide147.xml" Id="Rfb895f3be4d14366" /><Relationship Type="http://schemas.openxmlformats.org/officeDocument/2006/relationships/slide" Target="/ppt/slides/slide148.xml" Id="R68b9b6a033da4323" /><Relationship Type="http://schemas.openxmlformats.org/officeDocument/2006/relationships/slide" Target="/ppt/slides/slide149.xml" Id="Rb623de03b7e74b53" /><Relationship Type="http://schemas.openxmlformats.org/officeDocument/2006/relationships/slide" Target="/ppt/slides/slide150.xml" Id="R61819700bf704fa5" /><Relationship Type="http://schemas.openxmlformats.org/officeDocument/2006/relationships/slide" Target="/ppt/slides/slide151.xml" Id="Rac9520826a164c93" /><Relationship Type="http://schemas.openxmlformats.org/officeDocument/2006/relationships/slide" Target="/ppt/slides/slide152.xml" Id="Rb8997c96e7f849ac" /><Relationship Type="http://schemas.openxmlformats.org/officeDocument/2006/relationships/slide" Target="/ppt/slides/slide153.xml" Id="Rfea1493e713d4d01" /><Relationship Type="http://schemas.openxmlformats.org/officeDocument/2006/relationships/slide" Target="/ppt/slides/slide154.xml" Id="Ra658f77b94e44e34" /><Relationship Type="http://schemas.openxmlformats.org/officeDocument/2006/relationships/slide" Target="/ppt/slides/slide155.xml" Id="R81fab236e1d340af" /><Relationship Type="http://schemas.openxmlformats.org/officeDocument/2006/relationships/slide" Target="/ppt/slides/slide156.xml" Id="R16f53dd35f4d4b3d" /><Relationship Type="http://schemas.openxmlformats.org/officeDocument/2006/relationships/slide" Target="/ppt/slides/slide157.xml" Id="R40d223b9f19240d8" /><Relationship Type="http://schemas.openxmlformats.org/officeDocument/2006/relationships/slide" Target="/ppt/slides/slide158.xml" Id="R339b732b3d8f4a49" /><Relationship Type="http://schemas.openxmlformats.org/officeDocument/2006/relationships/slide" Target="/ppt/slides/slide159.xml" Id="Rd8d7253ef41742f6" /><Relationship Type="http://schemas.openxmlformats.org/officeDocument/2006/relationships/slide" Target="/ppt/slides/slide160.xml" Id="Rcc3ec236d9a047a3" /><Relationship Type="http://schemas.openxmlformats.org/officeDocument/2006/relationships/slide" Target="/ppt/slides/slide161.xml" Id="R65407ea8eb8e4ff1" /><Relationship Type="http://schemas.openxmlformats.org/officeDocument/2006/relationships/slide" Target="/ppt/slides/slide162.xml" Id="R35ca95ca67884070" /><Relationship Type="http://schemas.openxmlformats.org/officeDocument/2006/relationships/slide" Target="/ppt/slides/slide163.xml" Id="Reaa9a3c708464cc0" /><Relationship Type="http://schemas.openxmlformats.org/officeDocument/2006/relationships/slide" Target="/ppt/slides/slide164.xml" Id="Rd8d92721909f493a" /><Relationship Type="http://schemas.openxmlformats.org/officeDocument/2006/relationships/slide" Target="/ppt/slides/slide165.xml" Id="R29d7130fabbe4199" /><Relationship Type="http://schemas.openxmlformats.org/officeDocument/2006/relationships/slide" Target="/ppt/slides/slide166.xml" Id="R0d47c82461494f60" /><Relationship Type="http://schemas.openxmlformats.org/officeDocument/2006/relationships/slide" Target="/ppt/slides/slide167.xml" Id="R0ad664246536425a" /><Relationship Type="http://schemas.openxmlformats.org/officeDocument/2006/relationships/slide" Target="/ppt/slides/slide168.xml" Id="R73825ca1ad074206" /><Relationship Type="http://schemas.openxmlformats.org/officeDocument/2006/relationships/slide" Target="/ppt/slides/slide169.xml" Id="Re07a30e9dc5c40eb" /><Relationship Type="http://schemas.openxmlformats.org/officeDocument/2006/relationships/slide" Target="/ppt/slides/slide170.xml" Id="Re6c9b8b17597401b" /><Relationship Type="http://schemas.openxmlformats.org/officeDocument/2006/relationships/slide" Target="/ppt/slides/slide171.xml" Id="Rc187f348f7a24e56" /><Relationship Type="http://schemas.openxmlformats.org/officeDocument/2006/relationships/slide" Target="/ppt/slides/slide172.xml" Id="R7a3c977446ea412d" /><Relationship Type="http://schemas.openxmlformats.org/officeDocument/2006/relationships/slide" Target="/ppt/slides/slide173.xml" Id="Re0ef40fb4f7d4152" /><Relationship Type="http://schemas.openxmlformats.org/officeDocument/2006/relationships/slide" Target="/ppt/slides/slide174.xml" Id="Rfc4a88e774d344fd" /><Relationship Type="http://schemas.openxmlformats.org/officeDocument/2006/relationships/slide" Target="/ppt/slides/slide175.xml" Id="Rabd15f1d1e944ce6" /><Relationship Type="http://schemas.openxmlformats.org/officeDocument/2006/relationships/slide" Target="/ppt/slides/slide176.xml" Id="Ra3b1042f40dc4cc5" /><Relationship Type="http://schemas.openxmlformats.org/officeDocument/2006/relationships/slide" Target="/ppt/slides/slide177.xml" Id="R9111963f7cea4ce8" /><Relationship Type="http://schemas.openxmlformats.org/officeDocument/2006/relationships/slide" Target="/ppt/slides/slide178.xml" Id="R36b41793b7be49ac" /><Relationship Type="http://schemas.openxmlformats.org/officeDocument/2006/relationships/slide" Target="/ppt/slides/slide179.xml" Id="Rc98bb9a6c718436f" /><Relationship Type="http://schemas.openxmlformats.org/officeDocument/2006/relationships/slide" Target="/ppt/slides/slide180.xml" Id="R572e5604942b4c2a" /><Relationship Type="http://schemas.openxmlformats.org/officeDocument/2006/relationships/slide" Target="/ppt/slides/slide181.xml" Id="Rf59f8479f43f47ae" /><Relationship Type="http://schemas.openxmlformats.org/officeDocument/2006/relationships/slide" Target="/ppt/slides/slide182.xml" Id="R1ed5e8b09dd24845" /><Relationship Type="http://schemas.openxmlformats.org/officeDocument/2006/relationships/slide" Target="/ppt/slides/slide183.xml" Id="R50af942c8330418b" /><Relationship Type="http://schemas.openxmlformats.org/officeDocument/2006/relationships/slide" Target="/ppt/slides/slide184.xml" Id="R6cd35ebe7d9d4221" /><Relationship Type="http://schemas.openxmlformats.org/officeDocument/2006/relationships/slide" Target="/ppt/slides/slide185.xml" Id="R8cb74d128a60422f" /><Relationship Type="http://schemas.openxmlformats.org/officeDocument/2006/relationships/slide" Target="/ppt/slides/slide186.xml" Id="Rd2ddcae2fba5473b" /><Relationship Type="http://schemas.openxmlformats.org/officeDocument/2006/relationships/slide" Target="/ppt/slides/slide187.xml" Id="R14367be49fd34899" /><Relationship Type="http://schemas.openxmlformats.org/officeDocument/2006/relationships/slide" Target="/ppt/slides/slide188.xml" Id="Rf1f35b034e6840a8" /><Relationship Type="http://schemas.openxmlformats.org/officeDocument/2006/relationships/slide" Target="/ppt/slides/slide189.xml" Id="R664abbdd6745467c" /><Relationship Type="http://schemas.openxmlformats.org/officeDocument/2006/relationships/slide" Target="/ppt/slides/slide190.xml" Id="Refcd4f99347a42c5" /><Relationship Type="http://schemas.openxmlformats.org/officeDocument/2006/relationships/slide" Target="/ppt/slides/slide191.xml" Id="Reeb0a93eda3247f7" /><Relationship Type="http://schemas.openxmlformats.org/officeDocument/2006/relationships/slide" Target="/ppt/slides/slide192.xml" Id="R424c43b4fc45423b" /><Relationship Type="http://schemas.openxmlformats.org/officeDocument/2006/relationships/slide" Target="/ppt/slides/slide193.xml" Id="R440fc60e05d24bb9" /><Relationship Type="http://schemas.openxmlformats.org/officeDocument/2006/relationships/slide" Target="/ppt/slides/slide194.xml" Id="Rcbdf7dcb2f674742" /><Relationship Type="http://schemas.openxmlformats.org/officeDocument/2006/relationships/slide" Target="/ppt/slides/slide195.xml" Id="Ra9b0679444f64a42" /><Relationship Type="http://schemas.openxmlformats.org/officeDocument/2006/relationships/slide" Target="/ppt/slides/slide196.xml" Id="Rfc269fb7116f469f" /><Relationship Type="http://schemas.openxmlformats.org/officeDocument/2006/relationships/slide" Target="/ppt/slides/slide197.xml" Id="Ra830e98383ec49a6" /><Relationship Type="http://schemas.openxmlformats.org/officeDocument/2006/relationships/slide" Target="/ppt/slides/slide198.xml" Id="Rd852ed9dccbe4bc4" /><Relationship Type="http://schemas.openxmlformats.org/officeDocument/2006/relationships/slide" Target="/ppt/slides/slide199.xml" Id="R5ff9d4fbc9fd4db7" /><Relationship Type="http://schemas.openxmlformats.org/officeDocument/2006/relationships/slide" Target="/ppt/slides/slide200.xml" Id="Rc935c4fd66814bca" /><Relationship Type="http://schemas.openxmlformats.org/officeDocument/2006/relationships/slide" Target="/ppt/slides/slide201.xml" Id="R8e216f08f6d040b2" /><Relationship Type="http://schemas.openxmlformats.org/officeDocument/2006/relationships/slide" Target="/ppt/slides/slide202.xml" Id="R4dc907d9f2514015" /><Relationship Type="http://schemas.openxmlformats.org/officeDocument/2006/relationships/slide" Target="/ppt/slides/slide203.xml" Id="R051344c4a596413c" /><Relationship Type="http://schemas.openxmlformats.org/officeDocument/2006/relationships/slide" Target="/ppt/slides/slide204.xml" Id="R58ee4c4c72b245e2" /><Relationship Type="http://schemas.openxmlformats.org/officeDocument/2006/relationships/slide" Target="/ppt/slides/slide205.xml" Id="Rbb9bb3e497e345f9" /><Relationship Type="http://schemas.openxmlformats.org/officeDocument/2006/relationships/slide" Target="/ppt/slides/slide206.xml" Id="R05dba560db3f48a8" /><Relationship Type="http://schemas.openxmlformats.org/officeDocument/2006/relationships/slide" Target="/ppt/slides/slide207.xml" Id="R17949ba64c124298" /><Relationship Type="http://schemas.openxmlformats.org/officeDocument/2006/relationships/slide" Target="/ppt/slides/slide208.xml" Id="R568b69dde0cb4ccf" /><Relationship Type="http://schemas.openxmlformats.org/officeDocument/2006/relationships/slide" Target="/ppt/slides/slide209.xml" Id="R4e4578623ef343da" /><Relationship Type="http://schemas.openxmlformats.org/officeDocument/2006/relationships/slide" Target="/ppt/slides/slide210.xml" Id="R69ab991b6d904183" /><Relationship Type="http://schemas.openxmlformats.org/officeDocument/2006/relationships/slide" Target="/ppt/slides/slide211.xml" Id="Rd47c1971db374640" /><Relationship Type="http://schemas.openxmlformats.org/officeDocument/2006/relationships/slide" Target="/ppt/slides/slide212.xml" Id="Rd650efdf383a4883" /><Relationship Type="http://schemas.openxmlformats.org/officeDocument/2006/relationships/slide" Target="/ppt/slides/slide213.xml" Id="Ra660aa9831fd4051" /><Relationship Type="http://schemas.openxmlformats.org/officeDocument/2006/relationships/slide" Target="/ppt/slides/slide214.xml" Id="R25c8e27efd134d77" /><Relationship Type="http://schemas.openxmlformats.org/officeDocument/2006/relationships/slide" Target="/ppt/slides/slide215.xml" Id="R2e32ecb18a8a4f63" /><Relationship Type="http://schemas.openxmlformats.org/officeDocument/2006/relationships/slide" Target="/ppt/slides/slide216.xml" Id="R770f7ba3689e4b87" /><Relationship Type="http://schemas.openxmlformats.org/officeDocument/2006/relationships/slide" Target="/ppt/slides/slide217.xml" Id="R48dc0246556c4608" /><Relationship Type="http://schemas.openxmlformats.org/officeDocument/2006/relationships/slide" Target="/ppt/slides/slide218.xml" Id="Rda456db2fd4d44af" /><Relationship Type="http://schemas.openxmlformats.org/officeDocument/2006/relationships/slide" Target="/ppt/slides/slide219.xml" Id="R002ac69d9615419b" /><Relationship Type="http://schemas.openxmlformats.org/officeDocument/2006/relationships/slide" Target="/ppt/slides/slide220.xml" Id="Rc05fd8c2f0bb42d7" /><Relationship Type="http://schemas.openxmlformats.org/officeDocument/2006/relationships/slide" Target="/ppt/slides/slide221.xml" Id="Rb093cc550db24a55" /><Relationship Type="http://schemas.openxmlformats.org/officeDocument/2006/relationships/slide" Target="/ppt/slides/slide222.xml" Id="R5ca1d8c5d30f4632" /><Relationship Type="http://schemas.openxmlformats.org/officeDocument/2006/relationships/slide" Target="/ppt/slides/slide223.xml" Id="R7851a49c0d8f4af0" /><Relationship Type="http://schemas.openxmlformats.org/officeDocument/2006/relationships/slide" Target="/ppt/slides/slide224.xml" Id="R2adeb833a7e6437d" /><Relationship Type="http://schemas.openxmlformats.org/officeDocument/2006/relationships/slide" Target="/ppt/slides/slide225.xml" Id="R8a2e75a1307d41ae" /><Relationship Type="http://schemas.openxmlformats.org/officeDocument/2006/relationships/slide" Target="/ppt/slides/slide226.xml" Id="Rbaebc0a0ac0a41e0" /><Relationship Type="http://schemas.openxmlformats.org/officeDocument/2006/relationships/slide" Target="/ppt/slides/slide227.xml" Id="Rf40232b78ed944d2" /><Relationship Type="http://schemas.openxmlformats.org/officeDocument/2006/relationships/slide" Target="/ppt/slides/slide228.xml" Id="Re7fc28846daa4f22" /><Relationship Type="http://schemas.openxmlformats.org/officeDocument/2006/relationships/slide" Target="/ppt/slides/slide229.xml" Id="R79415bce63944124" /><Relationship Type="http://schemas.openxmlformats.org/officeDocument/2006/relationships/slide" Target="/ppt/slides/slide230.xml" Id="R20237415ddf24b13" /><Relationship Type="http://schemas.openxmlformats.org/officeDocument/2006/relationships/slide" Target="/ppt/slides/slide231.xml" Id="Ra0a8fe4e9ccd407d" /><Relationship Type="http://schemas.openxmlformats.org/officeDocument/2006/relationships/slide" Target="/ppt/slides/slide232.xml" Id="R9c6acbaef5e7415f" /><Relationship Type="http://schemas.openxmlformats.org/officeDocument/2006/relationships/slide" Target="/ppt/slides/slide233.xml" Id="R71417403041f430b" /><Relationship Type="http://schemas.openxmlformats.org/officeDocument/2006/relationships/slide" Target="/ppt/slides/slide234.xml" Id="Rd2b6aaaba7f44541" /><Relationship Type="http://schemas.openxmlformats.org/officeDocument/2006/relationships/slide" Target="/ppt/slides/slide235.xml" Id="Rf731bd1bd5664171" /><Relationship Type="http://schemas.openxmlformats.org/officeDocument/2006/relationships/slide" Target="/ppt/slides/slide236.xml" Id="R5efd87f4f6c2408e" /><Relationship Type="http://schemas.openxmlformats.org/officeDocument/2006/relationships/slide" Target="/ppt/slides/slide237.xml" Id="Rae0bad9a62384aca" /><Relationship Type="http://schemas.openxmlformats.org/officeDocument/2006/relationships/slide" Target="/ppt/slides/slide238.xml" Id="R81a43d03b7634b28" /><Relationship Type="http://schemas.openxmlformats.org/officeDocument/2006/relationships/slide" Target="/ppt/slides/slide239.xml" Id="R1360c1fa2a214f50" /><Relationship Type="http://schemas.openxmlformats.org/officeDocument/2006/relationships/slide" Target="/ppt/slides/slide240.xml" Id="Ra7d21a2e3ac24c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51569de30048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7f340144b242de" /><Relationship Type="http://schemas.openxmlformats.org/officeDocument/2006/relationships/notesMaster" Target="/ppt/notesMasters/notesMaster1.xml" Id="Rbb09e963e41746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17ce249a5a4668" /><Relationship Type="http://schemas.openxmlformats.org/officeDocument/2006/relationships/notesMaster" Target="/ppt/notesMasters/notesMaster1.xml" Id="R63897c7636f849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b62ab66f3a426c" /><Relationship Type="http://schemas.openxmlformats.org/officeDocument/2006/relationships/notesMaster" Target="/ppt/notesMasters/notesMaster1.xml" Id="R831bac6fe0794b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65a4a1fe4547ed" /><Relationship Type="http://schemas.openxmlformats.org/officeDocument/2006/relationships/notesMaster" Target="/ppt/notesMasters/notesMaster1.xml" Id="Re02cbccd1939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9d84bb288d4f5d" /><Relationship Type="http://schemas.openxmlformats.org/officeDocument/2006/relationships/notesMaster" Target="/ppt/notesMasters/notesMaster1.xml" Id="R8ba056ae477a40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4983d4547f4a7f" /><Relationship Type="http://schemas.openxmlformats.org/officeDocument/2006/relationships/notesMaster" Target="/ppt/notesMasters/notesMaster1.xml" Id="R0e5cd680c5994f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0ab084a6474ced" /><Relationship Type="http://schemas.openxmlformats.org/officeDocument/2006/relationships/notesMaster" Target="/ppt/notesMasters/notesMaster1.xml" Id="Rdbf84af9d5aa4f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c7ae9449654402" /><Relationship Type="http://schemas.openxmlformats.org/officeDocument/2006/relationships/notesMaster" Target="/ppt/notesMasters/notesMaster1.xml" Id="Re2a3fe3d494b4d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b035d8cfe34277" /><Relationship Type="http://schemas.openxmlformats.org/officeDocument/2006/relationships/notesMaster" Target="/ppt/notesMasters/notesMaster1.xml" Id="R8c5154ba9e5a4b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c55ffd51104008" /><Relationship Type="http://schemas.openxmlformats.org/officeDocument/2006/relationships/notesMaster" Target="/ppt/notesMasters/notesMaster1.xml" Id="Rc0d55a4b9d5b45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be25886d354129" /><Relationship Type="http://schemas.openxmlformats.org/officeDocument/2006/relationships/notesMaster" Target="/ppt/notesMasters/notesMaster1.xml" Id="R99f12fa464904c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2b6c0546194bd4" /><Relationship Type="http://schemas.openxmlformats.org/officeDocument/2006/relationships/notesMaster" Target="/ppt/notesMasters/notesMaster1.xml" Id="R03a68b90c34546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24f88c3f534523" /><Relationship Type="http://schemas.openxmlformats.org/officeDocument/2006/relationships/notesMaster" Target="/ppt/notesMasters/notesMaster1.xml" Id="Rfd7caffc164a4a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0ba2cfdf354b29" /><Relationship Type="http://schemas.openxmlformats.org/officeDocument/2006/relationships/notesMaster" Target="/ppt/notesMasters/notesMaster1.xml" Id="Rde8c3a36d8c54d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5f035fe1b443f1" /><Relationship Type="http://schemas.openxmlformats.org/officeDocument/2006/relationships/notesMaster" Target="/ppt/notesMasters/notesMaster1.xml" Id="Rea7d3f03481d45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98711e2950491d" /><Relationship Type="http://schemas.openxmlformats.org/officeDocument/2006/relationships/notesMaster" Target="/ppt/notesMasters/notesMaster1.xml" Id="R48f83f7f680343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6df32ffb9874320" /><Relationship Type="http://schemas.openxmlformats.org/officeDocument/2006/relationships/notesMaster" Target="/ppt/notesMasters/notesMaster1.xml" Id="R16ff2196b26d4a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683aa4604a44ab" /><Relationship Type="http://schemas.openxmlformats.org/officeDocument/2006/relationships/notesMaster" Target="/ppt/notesMasters/notesMaster1.xml" Id="R6a670f47de4048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09ee5bf98124099" /><Relationship Type="http://schemas.openxmlformats.org/officeDocument/2006/relationships/notesMaster" Target="/ppt/notesMasters/notesMaster1.xml" Id="Rd0be4e9c1bff4b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112d79c4544457" /><Relationship Type="http://schemas.openxmlformats.org/officeDocument/2006/relationships/notesMaster" Target="/ppt/notesMasters/notesMaster1.xml" Id="Reb655420698c4d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c811848988746a2" /><Relationship Type="http://schemas.openxmlformats.org/officeDocument/2006/relationships/notesMaster" Target="/ppt/notesMasters/notesMaster1.xml" Id="R3817d7d0dd374e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55c04f12ffe4339" /><Relationship Type="http://schemas.openxmlformats.org/officeDocument/2006/relationships/notesMaster" Target="/ppt/notesMasters/notesMaster1.xml" Id="R9b71c302579b4e4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68cdbacd6b54073" /><Relationship Type="http://schemas.openxmlformats.org/officeDocument/2006/relationships/notesMaster" Target="/ppt/notesMasters/notesMaster1.xml" Id="R596c352330f142d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5bb326396904640" /><Relationship Type="http://schemas.openxmlformats.org/officeDocument/2006/relationships/notesMaster" Target="/ppt/notesMasters/notesMaster1.xml" Id="R81073fd9586340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9c847b198864300" /><Relationship Type="http://schemas.openxmlformats.org/officeDocument/2006/relationships/notesMaster" Target="/ppt/notesMasters/notesMaster1.xml" Id="Rb9fdb5579d8f4ec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0550a472bb491c" /><Relationship Type="http://schemas.openxmlformats.org/officeDocument/2006/relationships/notesMaster" Target="/ppt/notesMasters/notesMaster1.xml" Id="Rde351d5dd082412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aa3f70f05e54965" /><Relationship Type="http://schemas.openxmlformats.org/officeDocument/2006/relationships/notesMaster" Target="/ppt/notesMasters/notesMaster1.xml" Id="Rda11147292864cf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dc78c88f30748f7" /><Relationship Type="http://schemas.openxmlformats.org/officeDocument/2006/relationships/notesMaster" Target="/ppt/notesMasters/notesMaster1.xml" Id="R067f82112cf541d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d60d2a3cbcd44b8" /><Relationship Type="http://schemas.openxmlformats.org/officeDocument/2006/relationships/notesMaster" Target="/ppt/notesMasters/notesMaster1.xml" Id="R08af79ddbdef47d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053c637381d47f7" /><Relationship Type="http://schemas.openxmlformats.org/officeDocument/2006/relationships/notesMaster" Target="/ppt/notesMasters/notesMaster1.xml" Id="Re4966f9503ec435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a4877c784954a3e" /><Relationship Type="http://schemas.openxmlformats.org/officeDocument/2006/relationships/notesMaster" Target="/ppt/notesMasters/notesMaster1.xml" Id="R21d85dc50c104b4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80747b3a5c94127" /><Relationship Type="http://schemas.openxmlformats.org/officeDocument/2006/relationships/notesMaster" Target="/ppt/notesMasters/notesMaster1.xml" Id="Rc3529f44dd1c4ef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b467ee58897447f" /><Relationship Type="http://schemas.openxmlformats.org/officeDocument/2006/relationships/notesMaster" Target="/ppt/notesMasters/notesMaster1.xml" Id="Rda72fabb8362480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5a1ed97019542cc" /><Relationship Type="http://schemas.openxmlformats.org/officeDocument/2006/relationships/notesMaster" Target="/ppt/notesMasters/notesMaster1.xml" Id="R299cbb7681654f6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780e941918e4b48" /><Relationship Type="http://schemas.openxmlformats.org/officeDocument/2006/relationships/notesMaster" Target="/ppt/notesMasters/notesMaster1.xml" Id="Rfb11f02d1a9b43d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263b0aa8af0416f" /><Relationship Type="http://schemas.openxmlformats.org/officeDocument/2006/relationships/notesMaster" Target="/ppt/notesMasters/notesMaster1.xml" Id="R2e84b1ab2b424dd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1db30e28e014a7a" /><Relationship Type="http://schemas.openxmlformats.org/officeDocument/2006/relationships/notesMaster" Target="/ppt/notesMasters/notesMaster1.xml" Id="Rf826563b574b4e1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483882142244463" /><Relationship Type="http://schemas.openxmlformats.org/officeDocument/2006/relationships/notesMaster" Target="/ppt/notesMasters/notesMaster1.xml" Id="R20cb552cbb744d2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830793cd04d48cb" /><Relationship Type="http://schemas.openxmlformats.org/officeDocument/2006/relationships/notesMaster" Target="/ppt/notesMasters/notesMaster1.xml" Id="R41a42a7914b9452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2ae048d4e534e24" /><Relationship Type="http://schemas.openxmlformats.org/officeDocument/2006/relationships/notesMaster" Target="/ppt/notesMasters/notesMaster1.xml" Id="R58472e0e94ed424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77f36e021a045d7" /><Relationship Type="http://schemas.openxmlformats.org/officeDocument/2006/relationships/notesMaster" Target="/ppt/notesMasters/notesMaster1.xml" Id="R8be8d9273c2a4e8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da8bd08c5204ed8" /><Relationship Type="http://schemas.openxmlformats.org/officeDocument/2006/relationships/notesMaster" Target="/ppt/notesMasters/notesMaster1.xml" Id="R1c7e97b653c64e7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e66c0483b5c48c5" /><Relationship Type="http://schemas.openxmlformats.org/officeDocument/2006/relationships/notesMaster" Target="/ppt/notesMasters/notesMaster1.xml" Id="R70058313086841f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a444417f3d44a29" /><Relationship Type="http://schemas.openxmlformats.org/officeDocument/2006/relationships/notesMaster" Target="/ppt/notesMasters/notesMaster1.xml" Id="Rcc67b77067524e9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bae308479014e95" /><Relationship Type="http://schemas.openxmlformats.org/officeDocument/2006/relationships/notesMaster" Target="/ppt/notesMasters/notesMaster1.xml" Id="Rb995a47e36d6433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35228d6d6654c95" /><Relationship Type="http://schemas.openxmlformats.org/officeDocument/2006/relationships/notesMaster" Target="/ppt/notesMasters/notesMaster1.xml" Id="Ra3ccda6027ab410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29fa21e07c24d13" /><Relationship Type="http://schemas.openxmlformats.org/officeDocument/2006/relationships/notesMaster" Target="/ppt/notesMasters/notesMaster1.xml" Id="R6bf3400a9a3a48d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ffad36188064c85" /><Relationship Type="http://schemas.openxmlformats.org/officeDocument/2006/relationships/notesMaster" Target="/ppt/notesMasters/notesMaster1.xml" Id="Rf4fce14b31f6420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4459e5bb5834db4" /><Relationship Type="http://schemas.openxmlformats.org/officeDocument/2006/relationships/notesMaster" Target="/ppt/notesMasters/notesMaster1.xml" Id="Rf2adce15ac52448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df3170f09c574a3a" /><Relationship Type="http://schemas.openxmlformats.org/officeDocument/2006/relationships/notesMaster" Target="/ppt/notesMasters/notesMaster1.xml" Id="R51adfdc6eeb8401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7095a153e634cf7" /><Relationship Type="http://schemas.openxmlformats.org/officeDocument/2006/relationships/notesMaster" Target="/ppt/notesMasters/notesMaster1.xml" Id="R075c840674ac474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e466bec6dbf4aba" /><Relationship Type="http://schemas.openxmlformats.org/officeDocument/2006/relationships/notesMaster" Target="/ppt/notesMasters/notesMaster1.xml" Id="Rf84552a8abca44a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c81100bdb8c41b2" /><Relationship Type="http://schemas.openxmlformats.org/officeDocument/2006/relationships/notesMaster" Target="/ppt/notesMasters/notesMaster1.xml" Id="R1d5f3307e32e40d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326b5affe23420f" /><Relationship Type="http://schemas.openxmlformats.org/officeDocument/2006/relationships/notesMaster" Target="/ppt/notesMasters/notesMaster1.xml" Id="R99fc1a1288264ed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4bdc652d3ab4f3b" /><Relationship Type="http://schemas.openxmlformats.org/officeDocument/2006/relationships/notesMaster" Target="/ppt/notesMasters/notesMaster1.xml" Id="R79a5acaf9acd4ce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40a4f442d61496a" /><Relationship Type="http://schemas.openxmlformats.org/officeDocument/2006/relationships/notesMaster" Target="/ppt/notesMasters/notesMaster1.xml" Id="R5d7ef5370be6440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ad53d4ebf3841ae" /><Relationship Type="http://schemas.openxmlformats.org/officeDocument/2006/relationships/notesMaster" Target="/ppt/notesMasters/notesMaster1.xml" Id="Rddc3a4c825e84f7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aeeb2e6b70342b4" /><Relationship Type="http://schemas.openxmlformats.org/officeDocument/2006/relationships/notesMaster" Target="/ppt/notesMasters/notesMaster1.xml" Id="R799266852df4404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040b36a13a04d37" /><Relationship Type="http://schemas.openxmlformats.org/officeDocument/2006/relationships/notesMaster" Target="/ppt/notesMasters/notesMaster1.xml" Id="Rcb3b858dfebd474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0fe9f499277e4dcd" /><Relationship Type="http://schemas.openxmlformats.org/officeDocument/2006/relationships/notesMaster" Target="/ppt/notesMasters/notesMaster1.xml" Id="Rbd53abe75b4a432a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bcd05ec690149b3" /><Relationship Type="http://schemas.openxmlformats.org/officeDocument/2006/relationships/notesMaster" Target="/ppt/notesMasters/notesMaster1.xml" Id="Ra966217bf98d44f2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e9ec5cb283647ea" /><Relationship Type="http://schemas.openxmlformats.org/officeDocument/2006/relationships/notesMaster" Target="/ppt/notesMasters/notesMaster1.xml" Id="R515f31909a3f4cd3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73e38e883f3844f0" /><Relationship Type="http://schemas.openxmlformats.org/officeDocument/2006/relationships/notesMaster" Target="/ppt/notesMasters/notesMaster1.xml" Id="R7ed20e4bb4da4026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9b5fe5cffd194afa" /><Relationship Type="http://schemas.openxmlformats.org/officeDocument/2006/relationships/notesMaster" Target="/ppt/notesMasters/notesMaster1.xml" Id="R454578f9aec1452f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f2f428d5a0941e7" /><Relationship Type="http://schemas.openxmlformats.org/officeDocument/2006/relationships/notesMaster" Target="/ppt/notesMasters/notesMaster1.xml" Id="Ra6ebdc07647f42e6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92571b1ac4684209" /><Relationship Type="http://schemas.openxmlformats.org/officeDocument/2006/relationships/notesMaster" Target="/ppt/notesMasters/notesMaster1.xml" Id="R6a80d543bb38456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baa478644ae4485e" /><Relationship Type="http://schemas.openxmlformats.org/officeDocument/2006/relationships/notesMaster" Target="/ppt/notesMasters/notesMaster1.xml" Id="Rf07c7b474a2a4463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8597abdb72a4123" /><Relationship Type="http://schemas.openxmlformats.org/officeDocument/2006/relationships/notesMaster" Target="/ppt/notesMasters/notesMaster1.xml" Id="R85f8520a2f314d7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c1c697a8bfdf432c" /><Relationship Type="http://schemas.openxmlformats.org/officeDocument/2006/relationships/notesMaster" Target="/ppt/notesMasters/notesMaster1.xml" Id="Rd8af298e786c428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8dbcca72f2f436c" /><Relationship Type="http://schemas.openxmlformats.org/officeDocument/2006/relationships/notesMaster" Target="/ppt/notesMasters/notesMaster1.xml" Id="R3b111cf967044003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ca4e0d8e46624417" /><Relationship Type="http://schemas.openxmlformats.org/officeDocument/2006/relationships/notesMaster" Target="/ppt/notesMasters/notesMaster1.xml" Id="R15410e09b84f426f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e4a40a94a798400d" /><Relationship Type="http://schemas.openxmlformats.org/officeDocument/2006/relationships/notesMaster" Target="/ppt/notesMasters/notesMaster1.xml" Id="R0485b08cb09d4ffe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d4837ac4f6204eda" /><Relationship Type="http://schemas.openxmlformats.org/officeDocument/2006/relationships/notesMaster" Target="/ppt/notesMasters/notesMaster1.xml" Id="Rc9939c8c9f0141c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40233fa182b430c" /><Relationship Type="http://schemas.openxmlformats.org/officeDocument/2006/relationships/notesMaster" Target="/ppt/notesMasters/notesMaster1.xml" Id="Rbae60706cf0b4550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5d218ad03abc4ae7" /><Relationship Type="http://schemas.openxmlformats.org/officeDocument/2006/relationships/notesMaster" Target="/ppt/notesMasters/notesMaster1.xml" Id="R75df15118c2e4ed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b38a52a1f14418c" /><Relationship Type="http://schemas.openxmlformats.org/officeDocument/2006/relationships/notesMaster" Target="/ppt/notesMasters/notesMaster1.xml" Id="Rccb2519c1c95472d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a08e4fa9e4314c65" /><Relationship Type="http://schemas.openxmlformats.org/officeDocument/2006/relationships/notesMaster" Target="/ppt/notesMasters/notesMaster1.xml" Id="Rc11a41480acf4bd1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c919d1fd91349b4" /><Relationship Type="http://schemas.openxmlformats.org/officeDocument/2006/relationships/notesMaster" Target="/ppt/notesMasters/notesMaster1.xml" Id="R799917bb578442cc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a8ea14cf304a4fe8" /><Relationship Type="http://schemas.openxmlformats.org/officeDocument/2006/relationships/notesMaster" Target="/ppt/notesMasters/notesMaster1.xml" Id="Rf08cd06e0df148f6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faaaf7d1c8524b77" /><Relationship Type="http://schemas.openxmlformats.org/officeDocument/2006/relationships/notesMaster" Target="/ppt/notesMasters/notesMaster1.xml" Id="R5bd6bb36ef784fb2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ffaafd5a700c4f21" /><Relationship Type="http://schemas.openxmlformats.org/officeDocument/2006/relationships/notesMaster" Target="/ppt/notesMasters/notesMaster1.xml" Id="Rf815967bdec645ae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8dd82fe83ebf4b6f" /><Relationship Type="http://schemas.openxmlformats.org/officeDocument/2006/relationships/notesMaster" Target="/ppt/notesMasters/notesMaster1.xml" Id="R34588d62b8994f7e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b6f18e45077b4ba0" /><Relationship Type="http://schemas.openxmlformats.org/officeDocument/2006/relationships/notesMaster" Target="/ppt/notesMasters/notesMaster1.xml" Id="Ra63a706269aa4fd3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b589db04de64400a" /><Relationship Type="http://schemas.openxmlformats.org/officeDocument/2006/relationships/notesMaster" Target="/ppt/notesMasters/notesMaster1.xml" Id="Rf179c1bedfa8431e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7ee88418aa524203" /><Relationship Type="http://schemas.openxmlformats.org/officeDocument/2006/relationships/notesMaster" Target="/ppt/notesMasters/notesMaster1.xml" Id="Rc7b1621c593e47ad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b7c9de85c044b7b" /><Relationship Type="http://schemas.openxmlformats.org/officeDocument/2006/relationships/notesMaster" Target="/ppt/notesMasters/notesMaster1.xml" Id="Rc745cfb2f00b4a02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43a4075c64584c1d" /><Relationship Type="http://schemas.openxmlformats.org/officeDocument/2006/relationships/notesMaster" Target="/ppt/notesMasters/notesMaster1.xml" Id="R013b6bf562a04205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12bed75dfba94156" /><Relationship Type="http://schemas.openxmlformats.org/officeDocument/2006/relationships/notesMaster" Target="/ppt/notesMasters/notesMaster1.xml" Id="R2a41bafee2fe4331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ac99247330464609" /><Relationship Type="http://schemas.openxmlformats.org/officeDocument/2006/relationships/notesMaster" Target="/ppt/notesMasters/notesMaster1.xml" Id="R5b18589cce7b4716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6a131a23f39c4a65" /><Relationship Type="http://schemas.openxmlformats.org/officeDocument/2006/relationships/notesMaster" Target="/ppt/notesMasters/notesMaster1.xml" Id="R0893eeaa80fd48e0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70644ee1128d4cc6" /><Relationship Type="http://schemas.openxmlformats.org/officeDocument/2006/relationships/notesMaster" Target="/ppt/notesMasters/notesMaster1.xml" Id="R60b40cba38cc4d6b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fd71b7547c474197" /><Relationship Type="http://schemas.openxmlformats.org/officeDocument/2006/relationships/notesMaster" Target="/ppt/notesMasters/notesMaster1.xml" Id="Ra86fc06ada7048a0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66b70d4ebc5f411c" /><Relationship Type="http://schemas.openxmlformats.org/officeDocument/2006/relationships/notesMaster" Target="/ppt/notesMasters/notesMaster1.xml" Id="R92f3d6a7a5bb4f2c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ebb817455c4e4b5a" /><Relationship Type="http://schemas.openxmlformats.org/officeDocument/2006/relationships/notesMaster" Target="/ppt/notesMasters/notesMaster1.xml" Id="R47b95a9738834377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4e820382b6674238" /><Relationship Type="http://schemas.openxmlformats.org/officeDocument/2006/relationships/notesMaster" Target="/ppt/notesMasters/notesMaster1.xml" Id="R402a4132373b4a33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8576335f1fd04631" /><Relationship Type="http://schemas.openxmlformats.org/officeDocument/2006/relationships/notesMaster" Target="/ppt/notesMasters/notesMaster1.xml" Id="R3bd981c2fef545e9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e1c50eac502b4321" /><Relationship Type="http://schemas.openxmlformats.org/officeDocument/2006/relationships/notesMaster" Target="/ppt/notesMasters/notesMaster1.xml" Id="Refa574567f764377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789d09f954b34de3" /><Relationship Type="http://schemas.openxmlformats.org/officeDocument/2006/relationships/notesMaster" Target="/ppt/notesMasters/notesMaster1.xml" Id="Rcab89bd1da634428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affec2a26a434d05" /><Relationship Type="http://schemas.openxmlformats.org/officeDocument/2006/relationships/notesMaster" Target="/ppt/notesMasters/notesMaster1.xml" Id="Rba462ea885e24bc3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e800c10eda234511" /><Relationship Type="http://schemas.openxmlformats.org/officeDocument/2006/relationships/notesMaster" Target="/ppt/notesMasters/notesMaster1.xml" Id="Re3e47d1e73914d1b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64f6d96c61c44c1c" /><Relationship Type="http://schemas.openxmlformats.org/officeDocument/2006/relationships/notesMaster" Target="/ppt/notesMasters/notesMaster1.xml" Id="R38f4e7fafa2e4ede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b3220fca63d340b2" /><Relationship Type="http://schemas.openxmlformats.org/officeDocument/2006/relationships/notesMaster" Target="/ppt/notesMasters/notesMaster1.xml" Id="R5c1ab248ed934828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41a1d849abb44e57" /><Relationship Type="http://schemas.openxmlformats.org/officeDocument/2006/relationships/notesMaster" Target="/ppt/notesMasters/notesMaster1.xml" Id="Rd0a532eeba4645b8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f59c271a5eb0474b" /><Relationship Type="http://schemas.openxmlformats.org/officeDocument/2006/relationships/notesMaster" Target="/ppt/notesMasters/notesMaster1.xml" Id="Refece5002648497d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88ddc65ff51e424c" /><Relationship Type="http://schemas.openxmlformats.org/officeDocument/2006/relationships/notesMaster" Target="/ppt/notesMasters/notesMaster1.xml" Id="Re81f062197a44571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9297608550b94d4f" /><Relationship Type="http://schemas.openxmlformats.org/officeDocument/2006/relationships/notesMaster" Target="/ppt/notesMasters/notesMaster1.xml" Id="R5e4cacf5221145f5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f07a25f288f14738" /><Relationship Type="http://schemas.openxmlformats.org/officeDocument/2006/relationships/notesMaster" Target="/ppt/notesMasters/notesMaster1.xml" Id="R7f021cac46ea4f4c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6094e935b809410c" /><Relationship Type="http://schemas.openxmlformats.org/officeDocument/2006/relationships/notesMaster" Target="/ppt/notesMasters/notesMaster1.xml" Id="Rc7374481635e486d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323a29fca13f417f" /><Relationship Type="http://schemas.openxmlformats.org/officeDocument/2006/relationships/notesMaster" Target="/ppt/notesMasters/notesMaster1.xml" Id="Rc39d6c150ca04c45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1cc00426a52c451f" /><Relationship Type="http://schemas.openxmlformats.org/officeDocument/2006/relationships/notesMaster" Target="/ppt/notesMasters/notesMaster1.xml" Id="R9c9d5825261c476e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bc15c3e36aa744b7" /><Relationship Type="http://schemas.openxmlformats.org/officeDocument/2006/relationships/notesMaster" Target="/ppt/notesMasters/notesMaster1.xml" Id="Rd9ab0703be3c4319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58d928ac82f945e3" /><Relationship Type="http://schemas.openxmlformats.org/officeDocument/2006/relationships/notesMaster" Target="/ppt/notesMasters/notesMaster1.xml" Id="R09e8aee512494b1c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a52da0c6ffcc49e4" /><Relationship Type="http://schemas.openxmlformats.org/officeDocument/2006/relationships/notesMaster" Target="/ppt/notesMasters/notesMaster1.xml" Id="R511d74d16ac84a0f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2cbc84009c044b92" /><Relationship Type="http://schemas.openxmlformats.org/officeDocument/2006/relationships/notesMaster" Target="/ppt/notesMasters/notesMaster1.xml" Id="R5853718cf0a242b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a9c9ab0f8ba549f6" /><Relationship Type="http://schemas.openxmlformats.org/officeDocument/2006/relationships/notesMaster" Target="/ppt/notesMasters/notesMaster1.xml" Id="R6902f5966b54430c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1ea12adf22894db3" /><Relationship Type="http://schemas.openxmlformats.org/officeDocument/2006/relationships/notesMaster" Target="/ppt/notesMasters/notesMaster1.xml" Id="Rd37f0985c1e54bb9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50fe226c332f45d4" /><Relationship Type="http://schemas.openxmlformats.org/officeDocument/2006/relationships/notesMaster" Target="/ppt/notesMasters/notesMaster1.xml" Id="Rc85caee557af4af7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67c95d2374de4d59" /><Relationship Type="http://schemas.openxmlformats.org/officeDocument/2006/relationships/notesMaster" Target="/ppt/notesMasters/notesMaster1.xml" Id="R1372b46f5a884957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1284e85ac39440b9" /><Relationship Type="http://schemas.openxmlformats.org/officeDocument/2006/relationships/notesMaster" Target="/ppt/notesMasters/notesMaster1.xml" Id="R58bee6dd73b84cba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0341b4a8bca0416d" /><Relationship Type="http://schemas.openxmlformats.org/officeDocument/2006/relationships/notesMaster" Target="/ppt/notesMasters/notesMaster1.xml" Id="R8cc50afd569e4c34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69e2e54b035e4d26" /><Relationship Type="http://schemas.openxmlformats.org/officeDocument/2006/relationships/notesMaster" Target="/ppt/notesMasters/notesMaster1.xml" Id="R879d2c8299754b56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bf4c205e721a4e21" /><Relationship Type="http://schemas.openxmlformats.org/officeDocument/2006/relationships/notesMaster" Target="/ppt/notesMasters/notesMaster1.xml" Id="R5f4b0dc652084fdc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557b73b9259b4e4d" /><Relationship Type="http://schemas.openxmlformats.org/officeDocument/2006/relationships/notesMaster" Target="/ppt/notesMasters/notesMaster1.xml" Id="R1937c2928fff4f86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8181cce5b7634b1b" /><Relationship Type="http://schemas.openxmlformats.org/officeDocument/2006/relationships/notesMaster" Target="/ppt/notesMasters/notesMaster1.xml" Id="R86e4e8d2bd6d4d98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d9a9274ca0764ce5" /><Relationship Type="http://schemas.openxmlformats.org/officeDocument/2006/relationships/notesMaster" Target="/ppt/notesMasters/notesMaster1.xml" Id="Rff6e68bad4fa4dd5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063d1e0a3550424d" /><Relationship Type="http://schemas.openxmlformats.org/officeDocument/2006/relationships/notesMaster" Target="/ppt/notesMasters/notesMaster1.xml" Id="Ra79978b89dca4353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d4c85900d83a4233" /><Relationship Type="http://schemas.openxmlformats.org/officeDocument/2006/relationships/notesMaster" Target="/ppt/notesMasters/notesMaster1.xml" Id="R1148973459dd4904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6e54bc341fc74b66" /><Relationship Type="http://schemas.openxmlformats.org/officeDocument/2006/relationships/notesMaster" Target="/ppt/notesMasters/notesMaster1.xml" Id="R5aadb8604882418a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ed2d3a530e8e4656" /><Relationship Type="http://schemas.openxmlformats.org/officeDocument/2006/relationships/notesMaster" Target="/ppt/notesMasters/notesMaster1.xml" Id="R0d0b2a097f0141ed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1a2e36408c1f4695" /><Relationship Type="http://schemas.openxmlformats.org/officeDocument/2006/relationships/notesMaster" Target="/ppt/notesMasters/notesMaster1.xml" Id="R9b97b862ebe74ab4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8bec2bc9250c4c8b" /><Relationship Type="http://schemas.openxmlformats.org/officeDocument/2006/relationships/notesMaster" Target="/ppt/notesMasters/notesMaster1.xml" Id="R8ccda79051d04095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152acb9e5ecd4a18" /><Relationship Type="http://schemas.openxmlformats.org/officeDocument/2006/relationships/notesMaster" Target="/ppt/notesMasters/notesMaster1.xml" Id="R103e0c25018541d8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1887574c6b59456d" /><Relationship Type="http://schemas.openxmlformats.org/officeDocument/2006/relationships/notesMaster" Target="/ppt/notesMasters/notesMaster1.xml" Id="Rd718ab20b222455b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d442122fb2174d55" /><Relationship Type="http://schemas.openxmlformats.org/officeDocument/2006/relationships/notesMaster" Target="/ppt/notesMasters/notesMaster1.xml" Id="R89c83c61bc29451c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d8515de13afe48bd" /><Relationship Type="http://schemas.openxmlformats.org/officeDocument/2006/relationships/notesMaster" Target="/ppt/notesMasters/notesMaster1.xml" Id="R6588bd4f20af437c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fd637ff2137740cc" /><Relationship Type="http://schemas.openxmlformats.org/officeDocument/2006/relationships/notesMaster" Target="/ppt/notesMasters/notesMaster1.xml" Id="R39649af735e541c7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5c0b436b35244e98" /><Relationship Type="http://schemas.openxmlformats.org/officeDocument/2006/relationships/notesMaster" Target="/ppt/notesMasters/notesMaster1.xml" Id="Rde362230148a432a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b383002fd4604706" /><Relationship Type="http://schemas.openxmlformats.org/officeDocument/2006/relationships/notesMaster" Target="/ppt/notesMasters/notesMaster1.xml" Id="Rd9820ce7b912464c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a267ce6372cf457f" /><Relationship Type="http://schemas.openxmlformats.org/officeDocument/2006/relationships/notesMaster" Target="/ppt/notesMasters/notesMaster1.xml" Id="Rb3a71d6bc16b415c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866f50d8121b4102" /><Relationship Type="http://schemas.openxmlformats.org/officeDocument/2006/relationships/notesMaster" Target="/ppt/notesMasters/notesMaster1.xml" Id="R72811ef567574109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16f6b2522318409e" /><Relationship Type="http://schemas.openxmlformats.org/officeDocument/2006/relationships/notesMaster" Target="/ppt/notesMasters/notesMaster1.xml" Id="R84e6af310010463d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50c596992f3447ae" /><Relationship Type="http://schemas.openxmlformats.org/officeDocument/2006/relationships/notesMaster" Target="/ppt/notesMasters/notesMaster1.xml" Id="R736675f49c68472e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4a209d5f622a4e7f" /><Relationship Type="http://schemas.openxmlformats.org/officeDocument/2006/relationships/notesMaster" Target="/ppt/notesMasters/notesMaster1.xml" Id="Rdca43927cff44e4e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6ea88cc2a1af41e0" /><Relationship Type="http://schemas.openxmlformats.org/officeDocument/2006/relationships/notesMaster" Target="/ppt/notesMasters/notesMaster1.xml" Id="R5f292b5a427d4b31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64b35d5ae1274784" /><Relationship Type="http://schemas.openxmlformats.org/officeDocument/2006/relationships/notesMaster" Target="/ppt/notesMasters/notesMaster1.xml" Id="R8935106efd894145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bc6e14a85dc3473b" /><Relationship Type="http://schemas.openxmlformats.org/officeDocument/2006/relationships/notesMaster" Target="/ppt/notesMasters/notesMaster1.xml" Id="Ra0e1e86ce8b449e2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eb499b4a68284cc5" /><Relationship Type="http://schemas.openxmlformats.org/officeDocument/2006/relationships/notesMaster" Target="/ppt/notesMasters/notesMaster1.xml" Id="R5996db446e414b10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33ce688e253d4132" /><Relationship Type="http://schemas.openxmlformats.org/officeDocument/2006/relationships/notesMaster" Target="/ppt/notesMasters/notesMaster1.xml" Id="R10afae7d110244d0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0361b03ddad74f6d" /><Relationship Type="http://schemas.openxmlformats.org/officeDocument/2006/relationships/notesMaster" Target="/ppt/notesMasters/notesMaster1.xml" Id="Raaa67ae9ef9e49a6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93e14cdbb49b427e" /><Relationship Type="http://schemas.openxmlformats.org/officeDocument/2006/relationships/notesMaster" Target="/ppt/notesMasters/notesMaster1.xml" Id="Rb9137462456e4eba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9967bce36fff4eae" /><Relationship Type="http://schemas.openxmlformats.org/officeDocument/2006/relationships/notesMaster" Target="/ppt/notesMasters/notesMaster1.xml" Id="R22604709dadb415c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1c2bf6e60fb34028" /><Relationship Type="http://schemas.openxmlformats.org/officeDocument/2006/relationships/notesMaster" Target="/ppt/notesMasters/notesMaster1.xml" Id="R14bc3325b02940db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045f6bd004844f3d" /><Relationship Type="http://schemas.openxmlformats.org/officeDocument/2006/relationships/notesMaster" Target="/ppt/notesMasters/notesMaster1.xml" Id="R10c2f9bd0eaa462a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b8dc02bf86084b84" /><Relationship Type="http://schemas.openxmlformats.org/officeDocument/2006/relationships/notesMaster" Target="/ppt/notesMasters/notesMaster1.xml" Id="Rb578a0d3f4c6482a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fcc57d7cdc3f4a46" /><Relationship Type="http://schemas.openxmlformats.org/officeDocument/2006/relationships/notesMaster" Target="/ppt/notesMasters/notesMaster1.xml" Id="Rcd2ce85d2409442d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f82db96813004b3f" /><Relationship Type="http://schemas.openxmlformats.org/officeDocument/2006/relationships/notesMaster" Target="/ppt/notesMasters/notesMaster1.xml" Id="Rb558e87440ed455d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acaf585b57b14a0d" /><Relationship Type="http://schemas.openxmlformats.org/officeDocument/2006/relationships/notesMaster" Target="/ppt/notesMasters/notesMaster1.xml" Id="Rd39922f0fd3f4512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388397fc0bb44614" /><Relationship Type="http://schemas.openxmlformats.org/officeDocument/2006/relationships/notesMaster" Target="/ppt/notesMasters/notesMaster1.xml" Id="R01d9cc633b29407e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9f37b65e877e4140" /><Relationship Type="http://schemas.openxmlformats.org/officeDocument/2006/relationships/notesMaster" Target="/ppt/notesMasters/notesMaster1.xml" Id="Re67996938b4c4d90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879dfb82ae6346d8" /><Relationship Type="http://schemas.openxmlformats.org/officeDocument/2006/relationships/notesMaster" Target="/ppt/notesMasters/notesMaster1.xml" Id="Rf386d20414774c7a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34d0d0e1a9934733" /><Relationship Type="http://schemas.openxmlformats.org/officeDocument/2006/relationships/notesMaster" Target="/ppt/notesMasters/notesMaster1.xml" Id="Rf708c38fe79b4d25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08e3da6fc60f473e" /><Relationship Type="http://schemas.openxmlformats.org/officeDocument/2006/relationships/notesMaster" Target="/ppt/notesMasters/notesMaster1.xml" Id="R6aa9b113573d4509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4def1048f844449a" /><Relationship Type="http://schemas.openxmlformats.org/officeDocument/2006/relationships/notesMaster" Target="/ppt/notesMasters/notesMaster1.xml" Id="Rd4d33683ae354c01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367d72161a714aa3" /><Relationship Type="http://schemas.openxmlformats.org/officeDocument/2006/relationships/notesMaster" Target="/ppt/notesMasters/notesMaster1.xml" Id="R229d5cc82cc146b2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9fc3035e5ff34c87" /><Relationship Type="http://schemas.openxmlformats.org/officeDocument/2006/relationships/notesMaster" Target="/ppt/notesMasters/notesMaster1.xml" Id="Rebd9a80f2d6e40cc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a99a30ff3711419e" /><Relationship Type="http://schemas.openxmlformats.org/officeDocument/2006/relationships/notesMaster" Target="/ppt/notesMasters/notesMaster1.xml" Id="Rc6a14fafb602472d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2694e30d527f4798" /><Relationship Type="http://schemas.openxmlformats.org/officeDocument/2006/relationships/notesMaster" Target="/ppt/notesMasters/notesMaster1.xml" Id="Raf0f0932ae2e453a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908972293f044e81" /><Relationship Type="http://schemas.openxmlformats.org/officeDocument/2006/relationships/notesMaster" Target="/ppt/notesMasters/notesMaster1.xml" Id="Rffe5a139d2334fb7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58990c92ad264327" /><Relationship Type="http://schemas.openxmlformats.org/officeDocument/2006/relationships/notesMaster" Target="/ppt/notesMasters/notesMaster1.xml" Id="Rd75872f98ba84861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174d4bdff5d348d2" /><Relationship Type="http://schemas.openxmlformats.org/officeDocument/2006/relationships/notesMaster" Target="/ppt/notesMasters/notesMaster1.xml" Id="R5ff24f4305094046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88cbe583a6784db0" /><Relationship Type="http://schemas.openxmlformats.org/officeDocument/2006/relationships/notesMaster" Target="/ppt/notesMasters/notesMaster1.xml" Id="R799f8d255ca64968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8b05742e16f947fb" /><Relationship Type="http://schemas.openxmlformats.org/officeDocument/2006/relationships/notesMaster" Target="/ppt/notesMasters/notesMaster1.xml" Id="R116ca835ed52447d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5c115b3f66784d1b" /><Relationship Type="http://schemas.openxmlformats.org/officeDocument/2006/relationships/notesMaster" Target="/ppt/notesMasters/notesMaster1.xml" Id="Rddc606197b02454e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9191392a3f8c416b" /><Relationship Type="http://schemas.openxmlformats.org/officeDocument/2006/relationships/notesMaster" Target="/ppt/notesMasters/notesMaster1.xml" Id="Rdb3e432f1846470e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b90c8cdbb02c4159" /><Relationship Type="http://schemas.openxmlformats.org/officeDocument/2006/relationships/notesMaster" Target="/ppt/notesMasters/notesMaster1.xml" Id="Rbd9d47cf152f4de9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2cc73116f81b4391" /><Relationship Type="http://schemas.openxmlformats.org/officeDocument/2006/relationships/notesMaster" Target="/ppt/notesMasters/notesMaster1.xml" Id="R62598abbf77f4f85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8c917c4748614d7c" /><Relationship Type="http://schemas.openxmlformats.org/officeDocument/2006/relationships/notesMaster" Target="/ppt/notesMasters/notesMaster1.xml" Id="Rb625a59ad82941ab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25edd1d9b4e345f8" /><Relationship Type="http://schemas.openxmlformats.org/officeDocument/2006/relationships/notesMaster" Target="/ppt/notesMasters/notesMaster1.xml" Id="R6b4e33f4bf844a03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22c1386b6b4242ac" /><Relationship Type="http://schemas.openxmlformats.org/officeDocument/2006/relationships/notesMaster" Target="/ppt/notesMasters/notesMaster1.xml" Id="R9bc79f4f21dc4edb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a2d0a27f35f94451" /><Relationship Type="http://schemas.openxmlformats.org/officeDocument/2006/relationships/notesMaster" Target="/ppt/notesMasters/notesMaster1.xml" Id="R5edea2f1b05b4130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fbcd68aae4ba479f" /><Relationship Type="http://schemas.openxmlformats.org/officeDocument/2006/relationships/notesMaster" Target="/ppt/notesMasters/notesMaster1.xml" Id="R0c58cb259b144500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a538b7655f9b429d" /><Relationship Type="http://schemas.openxmlformats.org/officeDocument/2006/relationships/notesMaster" Target="/ppt/notesMasters/notesMaster1.xml" Id="R50cf8e05346d498a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e359fe5dd6fb4c42" /><Relationship Type="http://schemas.openxmlformats.org/officeDocument/2006/relationships/notesMaster" Target="/ppt/notesMasters/notesMaster1.xml" Id="R8ae131ab71ea4f25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3b07a7b8174d4174" /><Relationship Type="http://schemas.openxmlformats.org/officeDocument/2006/relationships/notesMaster" Target="/ppt/notesMasters/notesMaster1.xml" Id="R7d80cbda3178499f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fc691b660dad4a7c" /><Relationship Type="http://schemas.openxmlformats.org/officeDocument/2006/relationships/notesMaster" Target="/ppt/notesMasters/notesMaster1.xml" Id="Rabac497cc01b48c1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3b40b40a55f540a1" /><Relationship Type="http://schemas.openxmlformats.org/officeDocument/2006/relationships/notesMaster" Target="/ppt/notesMasters/notesMaster1.xml" Id="Reb1c97aa2a1540ea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c86d24391b574296" /><Relationship Type="http://schemas.openxmlformats.org/officeDocument/2006/relationships/notesMaster" Target="/ppt/notesMasters/notesMaster1.xml" Id="R53467ee4b5cb4c0b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bc992c916b524dd0" /><Relationship Type="http://schemas.openxmlformats.org/officeDocument/2006/relationships/notesMaster" Target="/ppt/notesMasters/notesMaster1.xml" Id="Reac210b3c2604ebd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7809b6d3bdfc4251" /><Relationship Type="http://schemas.openxmlformats.org/officeDocument/2006/relationships/notesMaster" Target="/ppt/notesMasters/notesMaster1.xml" Id="Rea613b896cf94f5b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e1396195003b4637" /><Relationship Type="http://schemas.openxmlformats.org/officeDocument/2006/relationships/notesMaster" Target="/ppt/notesMasters/notesMaster1.xml" Id="R4f9d8eb167a041d7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9d74d21e19d243ee" /><Relationship Type="http://schemas.openxmlformats.org/officeDocument/2006/relationships/notesMaster" Target="/ppt/notesMasters/notesMaster1.xml" Id="R9ceef1529f1f4dfb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74ef6366940f457f" /><Relationship Type="http://schemas.openxmlformats.org/officeDocument/2006/relationships/notesMaster" Target="/ppt/notesMasters/notesMaster1.xml" Id="R1748fd0396e04244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f2b97b4f8ce34cc2" /><Relationship Type="http://schemas.openxmlformats.org/officeDocument/2006/relationships/notesMaster" Target="/ppt/notesMasters/notesMaster1.xml" Id="R08c8a7094e1c48c5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55175e2da64e4d92" /><Relationship Type="http://schemas.openxmlformats.org/officeDocument/2006/relationships/notesMaster" Target="/ppt/notesMasters/notesMaster1.xml" Id="Rf015b0fdc3524b4f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f6d4e41a78ba4abd" /><Relationship Type="http://schemas.openxmlformats.org/officeDocument/2006/relationships/notesMaster" Target="/ppt/notesMasters/notesMaster1.xml" Id="R9f23a1adf5344d43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d4b325710aa74d3e" /><Relationship Type="http://schemas.openxmlformats.org/officeDocument/2006/relationships/notesMaster" Target="/ppt/notesMasters/notesMaster1.xml" Id="Re7cf007e495c4dd1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17f694d51f784c4d" /><Relationship Type="http://schemas.openxmlformats.org/officeDocument/2006/relationships/notesMaster" Target="/ppt/notesMasters/notesMaster1.xml" Id="Rca1b3d6ca8c7446d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1683a9ca5a2342d8" /><Relationship Type="http://schemas.openxmlformats.org/officeDocument/2006/relationships/notesMaster" Target="/ppt/notesMasters/notesMaster1.xml" Id="R39cac833ebb440bb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67b9edcdef5148d0" /><Relationship Type="http://schemas.openxmlformats.org/officeDocument/2006/relationships/notesMaster" Target="/ppt/notesMasters/notesMaster1.xml" Id="R77ac4674d7ee4670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ff9007e726204e53" /><Relationship Type="http://schemas.openxmlformats.org/officeDocument/2006/relationships/notesMaster" Target="/ppt/notesMasters/notesMaster1.xml" Id="R2a38ae35ba874ebd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b9e926d8f8a4466c" /><Relationship Type="http://schemas.openxmlformats.org/officeDocument/2006/relationships/notesMaster" Target="/ppt/notesMasters/notesMaster1.xml" Id="Rdfc7da4b94144d9e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23714f7425ed48f0" /><Relationship Type="http://schemas.openxmlformats.org/officeDocument/2006/relationships/notesMaster" Target="/ppt/notesMasters/notesMaster1.xml" Id="R3039ca48b35c4604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7b739f1ffc0242b1" /><Relationship Type="http://schemas.openxmlformats.org/officeDocument/2006/relationships/notesMaster" Target="/ppt/notesMasters/notesMaster1.xml" Id="R52373f100de7474a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e39f38f04c4b4142" /><Relationship Type="http://schemas.openxmlformats.org/officeDocument/2006/relationships/notesMaster" Target="/ppt/notesMasters/notesMaster1.xml" Id="R0ffadbeff0cc406b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23b948872e3e464c" /><Relationship Type="http://schemas.openxmlformats.org/officeDocument/2006/relationships/notesMaster" Target="/ppt/notesMasters/notesMaster1.xml" Id="R39ad239a54a34802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51436420a8164bf4" /><Relationship Type="http://schemas.openxmlformats.org/officeDocument/2006/relationships/notesMaster" Target="/ppt/notesMasters/notesMaster1.xml" Id="R8a3fb74f4a4742e3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4b8177c3b1d849a5" /><Relationship Type="http://schemas.openxmlformats.org/officeDocument/2006/relationships/notesMaster" Target="/ppt/notesMasters/notesMaster1.xml" Id="Rb6ee4bd964044f0b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4bc5164db5cd451b" /><Relationship Type="http://schemas.openxmlformats.org/officeDocument/2006/relationships/notesMaster" Target="/ppt/notesMasters/notesMaster1.xml" Id="Rd55c93e61dd64341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ec8a4ee9d9754695" /><Relationship Type="http://schemas.openxmlformats.org/officeDocument/2006/relationships/notesMaster" Target="/ppt/notesMasters/notesMaster1.xml" Id="R32585efa32874f13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7bd2d4b9504647b9" /><Relationship Type="http://schemas.openxmlformats.org/officeDocument/2006/relationships/notesMaster" Target="/ppt/notesMasters/notesMaster1.xml" Id="Rcaacc42c601c47c5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365aa59c4cd04063" /><Relationship Type="http://schemas.openxmlformats.org/officeDocument/2006/relationships/notesMaster" Target="/ppt/notesMasters/notesMaster1.xml" Id="R17039846baf9434c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55e52f4c442b47c5" /><Relationship Type="http://schemas.openxmlformats.org/officeDocument/2006/relationships/notesMaster" Target="/ppt/notesMasters/notesMaster1.xml" Id="R099c22abf21e43b9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1bbc84d066cb48a4" /><Relationship Type="http://schemas.openxmlformats.org/officeDocument/2006/relationships/notesMaster" Target="/ppt/notesMasters/notesMaster1.xml" Id="Rc681eb1459ce49cf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3db5a70c108b43e7" /><Relationship Type="http://schemas.openxmlformats.org/officeDocument/2006/relationships/notesMaster" Target="/ppt/notesMasters/notesMaster1.xml" Id="R7b631ab59dc1446d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e83419338acb478e" /><Relationship Type="http://schemas.openxmlformats.org/officeDocument/2006/relationships/notesMaster" Target="/ppt/notesMasters/notesMaster1.xml" Id="R89edbec35a4d4f22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9f44e5f31e9649d2" /><Relationship Type="http://schemas.openxmlformats.org/officeDocument/2006/relationships/notesMaster" Target="/ppt/notesMasters/notesMaster1.xml" Id="R3340692324244958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bb7c93bd44634fb3" /><Relationship Type="http://schemas.openxmlformats.org/officeDocument/2006/relationships/notesMaster" Target="/ppt/notesMasters/notesMaster1.xml" Id="R4a5b37f5b97c4b6d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b49b3ea1b75e43eb" /><Relationship Type="http://schemas.openxmlformats.org/officeDocument/2006/relationships/notesMaster" Target="/ppt/notesMasters/notesMaster1.xml" Id="R69eb147ba43a4a1b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c3a79ed6bf334339" /><Relationship Type="http://schemas.openxmlformats.org/officeDocument/2006/relationships/notesMaster" Target="/ppt/notesMasters/notesMaster1.xml" Id="R63047a73b39141f3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bb5ab2c973ad46ce" /><Relationship Type="http://schemas.openxmlformats.org/officeDocument/2006/relationships/notesMaster" Target="/ppt/notesMasters/notesMaster1.xml" Id="Rb809d647afb64a58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37cda75d5ca04ae8" /><Relationship Type="http://schemas.openxmlformats.org/officeDocument/2006/relationships/notesMaster" Target="/ppt/notesMasters/notesMaster1.xml" Id="R7b9dd6077de644de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63d8542280b041cb" /><Relationship Type="http://schemas.openxmlformats.org/officeDocument/2006/relationships/notesMaster" Target="/ppt/notesMasters/notesMaster1.xml" Id="Re0cde65a17a54caa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45b59619f8304164" /><Relationship Type="http://schemas.openxmlformats.org/officeDocument/2006/relationships/notesMaster" Target="/ppt/notesMasters/notesMaster1.xml" Id="Rc006ecbb1b2f4c4a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ca8dd0a7a88a4c34" /><Relationship Type="http://schemas.openxmlformats.org/officeDocument/2006/relationships/notesMaster" Target="/ppt/notesMasters/notesMaster1.xml" Id="Rd36749eb26894846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1c912e66a474467a" /><Relationship Type="http://schemas.openxmlformats.org/officeDocument/2006/relationships/notesMaster" Target="/ppt/notesMasters/notesMaster1.xml" Id="Rab66e702f5ed4744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9d3a988860d34acd" /><Relationship Type="http://schemas.openxmlformats.org/officeDocument/2006/relationships/notesMaster" Target="/ppt/notesMasters/notesMaster1.xml" Id="Rde701e418502492a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f0667974d3364410" /><Relationship Type="http://schemas.openxmlformats.org/officeDocument/2006/relationships/notesMaster" Target="/ppt/notesMasters/notesMaster1.xml" Id="R469b7a7d4ca94508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39a7872ff1a94d49" /><Relationship Type="http://schemas.openxmlformats.org/officeDocument/2006/relationships/notesMaster" Target="/ppt/notesMasters/notesMaster1.xml" Id="R005629fa88a64752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b16bc30653604aa2" /><Relationship Type="http://schemas.openxmlformats.org/officeDocument/2006/relationships/notesMaster" Target="/ppt/notesMasters/notesMaster1.xml" Id="R280af043d3814450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89bb0ef321cd4d5d" /><Relationship Type="http://schemas.openxmlformats.org/officeDocument/2006/relationships/notesMaster" Target="/ppt/notesMasters/notesMaster1.xml" Id="R149f6ee38cb24973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f6fdcbb355bd4d38" /><Relationship Type="http://schemas.openxmlformats.org/officeDocument/2006/relationships/notesMaster" Target="/ppt/notesMasters/notesMaster1.xml" Id="R387cb9c91b4c4e19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1f7ab0dd665d4b07" /><Relationship Type="http://schemas.openxmlformats.org/officeDocument/2006/relationships/notesMaster" Target="/ppt/notesMasters/notesMaster1.xml" Id="R324f3e09ec244448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971387fc52ea413e" /><Relationship Type="http://schemas.openxmlformats.org/officeDocument/2006/relationships/notesMaster" Target="/ppt/notesMasters/notesMaster1.xml" Id="R8012ea79959f46d9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4bb2755f9ba74c7d" /><Relationship Type="http://schemas.openxmlformats.org/officeDocument/2006/relationships/notesMaster" Target="/ppt/notesMasters/notesMaster1.xml" Id="R30f118a62d26476f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8b038e2bd57349da" /><Relationship Type="http://schemas.openxmlformats.org/officeDocument/2006/relationships/notesMaster" Target="/ppt/notesMasters/notesMaster1.xml" Id="R73b97c690bee4eec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0295f4c6cac943bb" /><Relationship Type="http://schemas.openxmlformats.org/officeDocument/2006/relationships/notesMaster" Target="/ppt/notesMasters/notesMaster1.xml" Id="R2b4ca7c12680431d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13709e53f0784920" /><Relationship Type="http://schemas.openxmlformats.org/officeDocument/2006/relationships/notesMaster" Target="/ppt/notesMasters/notesMaster1.xml" Id="Rafa1695ac4d04041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be89cef797c1452d" /><Relationship Type="http://schemas.openxmlformats.org/officeDocument/2006/relationships/notesMaster" Target="/ppt/notesMasters/notesMaster1.xml" Id="R2e02b54249c14b3b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5187c971f1934d22" /><Relationship Type="http://schemas.openxmlformats.org/officeDocument/2006/relationships/notesMaster" Target="/ppt/notesMasters/notesMaster1.xml" Id="R35cf898bf99b4f0d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bbe7c0f92f4d4519" /><Relationship Type="http://schemas.openxmlformats.org/officeDocument/2006/relationships/notesMaster" Target="/ppt/notesMasters/notesMaster1.xml" Id="Rfda34dc2f52544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1차시의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현재 차시와 강의·시연·소프트웨어 실습 비중을 한 번에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https://docs.github.com/repositories/creating-and-managing-repositories/quickstart-for-repositories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local:data/day3_review_cases/unsafe_pr.diff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2차시의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local:.gitignore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https://docs.github.com/rest/authentication/authenticating-to-the-rest-api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local:.gitignore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local:.gitignore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local:.gitignore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local:.gitignore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local:.gitignore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local:data/day4_github/pr_fixture.json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3차시의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local:output/day4-github/read-result.json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https://git-scm.com/book/en/v2/Getting-Started-First-Time-Git-Setup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local:output/day4-github/read-result.json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local:output/day4-github/read-result.json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local:output/day4-github/read-result.json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local:output/day4-github/read-result.json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- local:output/day4-github/read-result.json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4차시의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https://docs.langchain.com/oss/python/langgraph/overview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5차시의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https://docs.langchain.com/oss/python/langgraph/persistence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6차시의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local:src/langgraph_lab.py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local:web-demo/app.js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7차시의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local:src/course_services/contracts.py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8차시의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생각 활동이 아니라 직접 IDE·notebook·terminal에서 실행하는 구간임을 분명히 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local:materials/day4/day4_service_lab.ipynb</a:t>
            </a:r>
          </a:p>
          <a:p xmlns:a="http://schemas.openxmlformats.org/drawingml/2006/main">
            <a:r>
              <a:t>- local:src/course_services/github_service.py</a:t>
            </a:r>
          </a:p>
          <a:p xmlns:a="http://schemas.openxmlformats.org/drawingml/2006/main">
            <a:r>
              <a:t>- local:.env.sample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4dd5cbbf347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c5b84a3ec244a0" /><Relationship Type="http://schemas.openxmlformats.org/officeDocument/2006/relationships/slideLayout" Target="/ppt/slideLayouts/slideLayout1.xml" Id="Rf908cae56b7443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08cae56b7443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14b9f75e24992" /><Relationship Type="http://schemas.openxmlformats.org/officeDocument/2006/relationships/notesSlide" Target="/ppt/notesSlides/notesSlide1.xml" Id="R865cc1811bc841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1d60023714140" /><Relationship Type="http://schemas.openxmlformats.org/officeDocument/2006/relationships/notesSlide" Target="/ppt/notesSlides/notesSlide2.xml" Id="R8bd935a15ebb48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bc043b835404e" /><Relationship Type="http://schemas.openxmlformats.org/officeDocument/2006/relationships/notesSlide" Target="/ppt/notesSlides/notesSlide3.xml" Id="R233ac099df2f4d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28e6a84204629" /><Relationship Type="http://schemas.openxmlformats.org/officeDocument/2006/relationships/notesSlide" Target="/ppt/notesSlides/notesSlide4.xml" Id="R8be7f4036dc547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efa4f3ae8417c" /><Relationship Type="http://schemas.openxmlformats.org/officeDocument/2006/relationships/notesSlide" Target="/ppt/notesSlides/notesSlide5.xml" Id="R2524c2246ba645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c9e338a3f45fc" /><Relationship Type="http://schemas.openxmlformats.org/officeDocument/2006/relationships/notesSlide" Target="/ppt/notesSlides/notesSlide6.xml" Id="Rf80bde671bce48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c31a6a08b4339" /><Relationship Type="http://schemas.openxmlformats.org/officeDocument/2006/relationships/notesSlide" Target="/ppt/notesSlides/notesSlide7.xml" Id="R10753501d7fe4e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3727d62c14b87" /><Relationship Type="http://schemas.openxmlformats.org/officeDocument/2006/relationships/notesSlide" Target="/ppt/notesSlides/notesSlide8.xml" Id="R002f61be37e345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2adbfdba44703" /><Relationship Type="http://schemas.openxmlformats.org/officeDocument/2006/relationships/notesSlide" Target="/ppt/notesSlides/notesSlide9.xml" Id="R1a079d83d2f345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7e4ee4c2f4198" /><Relationship Type="http://schemas.openxmlformats.org/officeDocument/2006/relationships/notesSlide" Target="/ppt/notesSlides/notesSlide10.xml" Id="R817a2493e2e948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31acf995844e4" /><Relationship Type="http://schemas.openxmlformats.org/officeDocument/2006/relationships/notesSlide" Target="/ppt/notesSlides/notesSlide11.xml" Id="Rae36ea003fc348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b7088d64841d3" /><Relationship Type="http://schemas.openxmlformats.org/officeDocument/2006/relationships/notesSlide" Target="/ppt/notesSlides/notesSlide12.xml" Id="R63ad3cf9d21447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a971094084d07" /><Relationship Type="http://schemas.openxmlformats.org/officeDocument/2006/relationships/notesSlide" Target="/ppt/notesSlides/notesSlide13.xml" Id="R6a415a78ca4747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ef94e65db40ac" /><Relationship Type="http://schemas.openxmlformats.org/officeDocument/2006/relationships/image" Target="/ppt/media/image.jpeg" Id="R9ab17ac740b3450e" /><Relationship Type="http://schemas.openxmlformats.org/officeDocument/2006/relationships/notesSlide" Target="/ppt/notesSlides/notesSlide14.xml" Id="Rb0b7b63e490746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01299c7fd4c14" /><Relationship Type="http://schemas.openxmlformats.org/officeDocument/2006/relationships/notesSlide" Target="/ppt/notesSlides/notesSlide15.xml" Id="Rb41ddde030d04c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2c7cafee544ba" /><Relationship Type="http://schemas.openxmlformats.org/officeDocument/2006/relationships/notesSlide" Target="/ppt/notesSlides/notesSlide16.xml" Id="Rf1166ca515c548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e131aa49a4664" /><Relationship Type="http://schemas.openxmlformats.org/officeDocument/2006/relationships/notesSlide" Target="/ppt/notesSlides/notesSlide17.xml" Id="R2829444e8f8d420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62d9c5c9a4873" /><Relationship Type="http://schemas.openxmlformats.org/officeDocument/2006/relationships/notesSlide" Target="/ppt/notesSlides/notesSlide18.xml" Id="R30bb879b1b4e4aa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9fbc53801483d" /><Relationship Type="http://schemas.openxmlformats.org/officeDocument/2006/relationships/notesSlide" Target="/ppt/notesSlides/notesSlide19.xml" Id="R2f203e8e7dd54d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308b765184da1" /><Relationship Type="http://schemas.openxmlformats.org/officeDocument/2006/relationships/notesSlide" Target="/ppt/notesSlides/notesSlide20.xml" Id="Ra4820d29345a46f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f0a3f11bf4a14" /><Relationship Type="http://schemas.openxmlformats.org/officeDocument/2006/relationships/notesSlide" Target="/ppt/notesSlides/notesSlide21.xml" Id="R1326792a080647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1177d0c454720" /><Relationship Type="http://schemas.openxmlformats.org/officeDocument/2006/relationships/notesSlide" Target="/ppt/notesSlides/notesSlide22.xml" Id="Rf32e5bc394da4ba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e93f5d6504f6d" /><Relationship Type="http://schemas.openxmlformats.org/officeDocument/2006/relationships/notesSlide" Target="/ppt/notesSlides/notesSlide23.xml" Id="R50894abb10e74e5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598692db043ec" /><Relationship Type="http://schemas.openxmlformats.org/officeDocument/2006/relationships/notesSlide" Target="/ppt/notesSlides/notesSlide24.xml" Id="R56b8e13b9b1f447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4b18c2bbd46a3" /><Relationship Type="http://schemas.openxmlformats.org/officeDocument/2006/relationships/notesSlide" Target="/ppt/notesSlides/notesSlide25.xml" Id="R351a93a5d6994b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17286d16e47fc" /><Relationship Type="http://schemas.openxmlformats.org/officeDocument/2006/relationships/notesSlide" Target="/ppt/notesSlides/notesSlide26.xml" Id="R12b78842f273499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6a744623d42df" /><Relationship Type="http://schemas.openxmlformats.org/officeDocument/2006/relationships/notesSlide" Target="/ppt/notesSlides/notesSlide27.xml" Id="R092f1e0f46de4d6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e72e6f09a4ab6" /><Relationship Type="http://schemas.openxmlformats.org/officeDocument/2006/relationships/notesSlide" Target="/ppt/notesSlides/notesSlide28.xml" Id="R65154d1c2db84b5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a5f43e95b4563" /><Relationship Type="http://schemas.openxmlformats.org/officeDocument/2006/relationships/notesSlide" Target="/ppt/notesSlides/notesSlide29.xml" Id="R83f1512e65374c2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2f86ccb2d421c" /><Relationship Type="http://schemas.openxmlformats.org/officeDocument/2006/relationships/notesSlide" Target="/ppt/notesSlides/notesSlide30.xml" Id="R060e6ebb620447e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fc6626c6846ea" /><Relationship Type="http://schemas.openxmlformats.org/officeDocument/2006/relationships/notesSlide" Target="/ppt/notesSlides/notesSlide31.xml" Id="Ra66b9d62e28745b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0a47005fb44d7" /><Relationship Type="http://schemas.openxmlformats.org/officeDocument/2006/relationships/notesSlide" Target="/ppt/notesSlides/notesSlide32.xml" Id="R8e17403f703f446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3caa853bb4926" /><Relationship Type="http://schemas.openxmlformats.org/officeDocument/2006/relationships/notesSlide" Target="/ppt/notesSlides/notesSlide33.xml" Id="Rd5e74e0be519479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ef17abc254330" /><Relationship Type="http://schemas.openxmlformats.org/officeDocument/2006/relationships/notesSlide" Target="/ppt/notesSlides/notesSlide34.xml" Id="R97e7c793806148c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50755720b4f02" /><Relationship Type="http://schemas.openxmlformats.org/officeDocument/2006/relationships/notesSlide" Target="/ppt/notesSlides/notesSlide35.xml" Id="R5dac7da35443499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435f566604337" /><Relationship Type="http://schemas.openxmlformats.org/officeDocument/2006/relationships/notesSlide" Target="/ppt/notesSlides/notesSlide36.xml" Id="Rc0cd8ab225314cf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664787f224525" /><Relationship Type="http://schemas.openxmlformats.org/officeDocument/2006/relationships/notesSlide" Target="/ppt/notesSlides/notesSlide37.xml" Id="R667e56ab37e74f2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d3e2cb9fa42bf" /><Relationship Type="http://schemas.openxmlformats.org/officeDocument/2006/relationships/notesSlide" Target="/ppt/notesSlides/notesSlide38.xml" Id="R403e0a3d3b674d0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4dc35564445b1" /><Relationship Type="http://schemas.openxmlformats.org/officeDocument/2006/relationships/notesSlide" Target="/ppt/notesSlides/notesSlide39.xml" Id="Rad077e512e31426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a30cbc6e64861" /><Relationship Type="http://schemas.openxmlformats.org/officeDocument/2006/relationships/notesSlide" Target="/ppt/notesSlides/notesSlide40.xml" Id="R8eafd90fcbb8488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e683e810840d9" /><Relationship Type="http://schemas.openxmlformats.org/officeDocument/2006/relationships/notesSlide" Target="/ppt/notesSlides/notesSlide41.xml" Id="R8f438df2112348b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8e9d4f7d14449" /><Relationship Type="http://schemas.openxmlformats.org/officeDocument/2006/relationships/notesSlide" Target="/ppt/notesSlides/notesSlide42.xml" Id="R79da5afbf4dd40f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6f574d0624fb6" /><Relationship Type="http://schemas.openxmlformats.org/officeDocument/2006/relationships/notesSlide" Target="/ppt/notesSlides/notesSlide43.xml" Id="R3f4028de54e3428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55abdeadc465c" /><Relationship Type="http://schemas.openxmlformats.org/officeDocument/2006/relationships/image" Target="/ppt/media/image2.jpeg" Id="Rb86d3c0885994c1c" /><Relationship Type="http://schemas.openxmlformats.org/officeDocument/2006/relationships/notesSlide" Target="/ppt/notesSlides/notesSlide44.xml" Id="R747a6add6f4c45d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b57f7392e4c1b" /><Relationship Type="http://schemas.openxmlformats.org/officeDocument/2006/relationships/notesSlide" Target="/ppt/notesSlides/notesSlide45.xml" Id="R4d56daf5ce8d4b7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71e43660a4c2d" /><Relationship Type="http://schemas.openxmlformats.org/officeDocument/2006/relationships/notesSlide" Target="/ppt/notesSlides/notesSlide46.xml" Id="Re88d453c8e7d440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8111e4f4a455f" /><Relationship Type="http://schemas.openxmlformats.org/officeDocument/2006/relationships/notesSlide" Target="/ppt/notesSlides/notesSlide47.xml" Id="R5fd6d9ab1e6f415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cf5d2e4c94823" /><Relationship Type="http://schemas.openxmlformats.org/officeDocument/2006/relationships/notesSlide" Target="/ppt/notesSlides/notesSlide48.xml" Id="R3693890746704af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48fa3aee5408b" /><Relationship Type="http://schemas.openxmlformats.org/officeDocument/2006/relationships/notesSlide" Target="/ppt/notesSlides/notesSlide49.xml" Id="Rcdc85a99130342a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858d2dd814b28" /><Relationship Type="http://schemas.openxmlformats.org/officeDocument/2006/relationships/notesSlide" Target="/ppt/notesSlides/notesSlide50.xml" Id="R4129e05f8e26446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acd5d50064e8c" /><Relationship Type="http://schemas.openxmlformats.org/officeDocument/2006/relationships/notesSlide" Target="/ppt/notesSlides/notesSlide51.xml" Id="R59e8da538a8d4e8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3d129259f41ab" /><Relationship Type="http://schemas.openxmlformats.org/officeDocument/2006/relationships/notesSlide" Target="/ppt/notesSlides/notesSlide52.xml" Id="R8172584537724f5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ce7fecea24a48" /><Relationship Type="http://schemas.openxmlformats.org/officeDocument/2006/relationships/notesSlide" Target="/ppt/notesSlides/notesSlide53.xml" Id="R6f1357d3ea4f44c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6787941a34574" /><Relationship Type="http://schemas.openxmlformats.org/officeDocument/2006/relationships/notesSlide" Target="/ppt/notesSlides/notesSlide54.xml" Id="R36091baea6de48c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4af8ae29048cf" /><Relationship Type="http://schemas.openxmlformats.org/officeDocument/2006/relationships/notesSlide" Target="/ppt/notesSlides/notesSlide55.xml" Id="R7745d7dc5225464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2dbe5edb74e58" /><Relationship Type="http://schemas.openxmlformats.org/officeDocument/2006/relationships/notesSlide" Target="/ppt/notesSlides/notesSlide56.xml" Id="R5747a22696184c6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2d62322884b82" /><Relationship Type="http://schemas.openxmlformats.org/officeDocument/2006/relationships/notesSlide" Target="/ppt/notesSlides/notesSlide57.xml" Id="R42553f502bb8436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aaeee2ae841d1" /><Relationship Type="http://schemas.openxmlformats.org/officeDocument/2006/relationships/notesSlide" Target="/ppt/notesSlides/notesSlide58.xml" Id="R6615389ac723412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cbd6e2a5c43e2" /><Relationship Type="http://schemas.openxmlformats.org/officeDocument/2006/relationships/notesSlide" Target="/ppt/notesSlides/notesSlide59.xml" Id="R843d60993064462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9d63fed7f4d8d" /><Relationship Type="http://schemas.openxmlformats.org/officeDocument/2006/relationships/notesSlide" Target="/ppt/notesSlides/notesSlide60.xml" Id="Rde98f910dfad4b59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fe6fa0cac4609" /><Relationship Type="http://schemas.openxmlformats.org/officeDocument/2006/relationships/notesSlide" Target="/ppt/notesSlides/notesSlide61.xml" Id="R33dc283e5c234a0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fabc40d98409e" /><Relationship Type="http://schemas.openxmlformats.org/officeDocument/2006/relationships/notesSlide" Target="/ppt/notesSlides/notesSlide62.xml" Id="R9855addb8be54277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9e4821a6e4e2b" /><Relationship Type="http://schemas.openxmlformats.org/officeDocument/2006/relationships/notesSlide" Target="/ppt/notesSlides/notesSlide63.xml" Id="Rdb9cb06825e14db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c1bb332944177" /><Relationship Type="http://schemas.openxmlformats.org/officeDocument/2006/relationships/notesSlide" Target="/ppt/notesSlides/notesSlide64.xml" Id="R64e8fe46238848d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70e3a7b644aab" /><Relationship Type="http://schemas.openxmlformats.org/officeDocument/2006/relationships/notesSlide" Target="/ppt/notesSlides/notesSlide65.xml" Id="Rc843c698de6344f3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340b07e2f4e96" /><Relationship Type="http://schemas.openxmlformats.org/officeDocument/2006/relationships/notesSlide" Target="/ppt/notesSlides/notesSlide66.xml" Id="Ra7a43790b00e4e55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fc28d7bd548f4" /><Relationship Type="http://schemas.openxmlformats.org/officeDocument/2006/relationships/notesSlide" Target="/ppt/notesSlides/notesSlide67.xml" Id="R4a3db0235b4c486a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91344695e4cb7" /><Relationship Type="http://schemas.openxmlformats.org/officeDocument/2006/relationships/notesSlide" Target="/ppt/notesSlides/notesSlide68.xml" Id="R75b0ab5af23240b8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8b6ec99664441" /><Relationship Type="http://schemas.openxmlformats.org/officeDocument/2006/relationships/notesSlide" Target="/ppt/notesSlides/notesSlide69.xml" Id="Rfbcf708ef8714340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021edd56440c1" /><Relationship Type="http://schemas.openxmlformats.org/officeDocument/2006/relationships/notesSlide" Target="/ppt/notesSlides/notesSlide70.xml" Id="R43640e46f99b4a4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fe637e7ab4f97" /><Relationship Type="http://schemas.openxmlformats.org/officeDocument/2006/relationships/notesSlide" Target="/ppt/notesSlides/notesSlide71.xml" Id="Ra1a6391d6c934a1e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d77c3ede943e9" /><Relationship Type="http://schemas.openxmlformats.org/officeDocument/2006/relationships/notesSlide" Target="/ppt/notesSlides/notesSlide72.xml" Id="R42c46799f338434a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33aa8edc640d4" /><Relationship Type="http://schemas.openxmlformats.org/officeDocument/2006/relationships/notesSlide" Target="/ppt/notesSlides/notesSlide73.xml" Id="Rff14cc90dab24c44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2469482c84fcf" /><Relationship Type="http://schemas.openxmlformats.org/officeDocument/2006/relationships/image" Target="/ppt/media/image3.jpeg" Id="Rdc81a4d30d2e47b8" /><Relationship Type="http://schemas.openxmlformats.org/officeDocument/2006/relationships/notesSlide" Target="/ppt/notesSlides/notesSlide74.xml" Id="R24b80850024c4eef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81c9290bd459d" /><Relationship Type="http://schemas.openxmlformats.org/officeDocument/2006/relationships/notesSlide" Target="/ppt/notesSlides/notesSlide75.xml" Id="R17b54c418cb04021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768416afe47ba" /><Relationship Type="http://schemas.openxmlformats.org/officeDocument/2006/relationships/notesSlide" Target="/ppt/notesSlides/notesSlide76.xml" Id="R954052e6f05c40ec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f4fc0072e41fa" /><Relationship Type="http://schemas.openxmlformats.org/officeDocument/2006/relationships/notesSlide" Target="/ppt/notesSlides/notesSlide77.xml" Id="R8564406682a547e5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a975937014d12" /><Relationship Type="http://schemas.openxmlformats.org/officeDocument/2006/relationships/notesSlide" Target="/ppt/notesSlides/notesSlide78.xml" Id="Rf9503ed1ed134362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b8353993d4bd9" /><Relationship Type="http://schemas.openxmlformats.org/officeDocument/2006/relationships/notesSlide" Target="/ppt/notesSlides/notesSlide79.xml" Id="Ra27cee76f6e944ba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8d2cd9bcf4ac2" /><Relationship Type="http://schemas.openxmlformats.org/officeDocument/2006/relationships/notesSlide" Target="/ppt/notesSlides/notesSlide80.xml" Id="R51b8d76aa9a74154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3080f76bc48c2" /><Relationship Type="http://schemas.openxmlformats.org/officeDocument/2006/relationships/notesSlide" Target="/ppt/notesSlides/notesSlide81.xml" Id="R20239e9102674b03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2074b833045ea" /><Relationship Type="http://schemas.openxmlformats.org/officeDocument/2006/relationships/notesSlide" Target="/ppt/notesSlides/notesSlide82.xml" Id="R70f7bfd5526540df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83d7996e9486f" /><Relationship Type="http://schemas.openxmlformats.org/officeDocument/2006/relationships/notesSlide" Target="/ppt/notesSlides/notesSlide83.xml" Id="R37e851bfda144acf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4060d14d343cf" /><Relationship Type="http://schemas.openxmlformats.org/officeDocument/2006/relationships/notesSlide" Target="/ppt/notesSlides/notesSlide84.xml" Id="R1a0082ab8b40414a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144c3228847a9" /><Relationship Type="http://schemas.openxmlformats.org/officeDocument/2006/relationships/notesSlide" Target="/ppt/notesSlides/notesSlide85.xml" Id="R200b6b4a14064ff7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6cec7bb5d4bc8" /><Relationship Type="http://schemas.openxmlformats.org/officeDocument/2006/relationships/notesSlide" Target="/ppt/notesSlides/notesSlide86.xml" Id="Rcf2f62c5f8564fee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89268c3ed46e7" /><Relationship Type="http://schemas.openxmlformats.org/officeDocument/2006/relationships/notesSlide" Target="/ppt/notesSlides/notesSlide87.xml" Id="R57044c1693634d79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8430e20e240f4" /><Relationship Type="http://schemas.openxmlformats.org/officeDocument/2006/relationships/notesSlide" Target="/ppt/notesSlides/notesSlide88.xml" Id="R529f890cb0ea476e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fd36e3b594cc9" /><Relationship Type="http://schemas.openxmlformats.org/officeDocument/2006/relationships/notesSlide" Target="/ppt/notesSlides/notesSlide89.xml" Id="R3cf7102912984308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f963ebbcf4e1b" /><Relationship Type="http://schemas.openxmlformats.org/officeDocument/2006/relationships/notesSlide" Target="/ppt/notesSlides/notesSlide90.xml" Id="Rb9eded75509a46d8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a57049b384036" /><Relationship Type="http://schemas.openxmlformats.org/officeDocument/2006/relationships/notesSlide" Target="/ppt/notesSlides/notesSlide91.xml" Id="Rd6d9dc4fe6a54f40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8252a5ca94baa" /><Relationship Type="http://schemas.openxmlformats.org/officeDocument/2006/relationships/notesSlide" Target="/ppt/notesSlides/notesSlide92.xml" Id="Rc63c290561a2485e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7527a5e7c4acb" /><Relationship Type="http://schemas.openxmlformats.org/officeDocument/2006/relationships/notesSlide" Target="/ppt/notesSlides/notesSlide93.xml" Id="R44351f8773a14345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9aa8b0b8e4ef3" /><Relationship Type="http://schemas.openxmlformats.org/officeDocument/2006/relationships/notesSlide" Target="/ppt/notesSlides/notesSlide94.xml" Id="Rf97608e9ff6742b0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7b21e90ea4bed" /><Relationship Type="http://schemas.openxmlformats.org/officeDocument/2006/relationships/notesSlide" Target="/ppt/notesSlides/notesSlide95.xml" Id="R986c3aef545944ac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022fc4ec848c0" /><Relationship Type="http://schemas.openxmlformats.org/officeDocument/2006/relationships/notesSlide" Target="/ppt/notesSlides/notesSlide96.xml" Id="Ra7d50667c5484473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1d6fa69564827" /><Relationship Type="http://schemas.openxmlformats.org/officeDocument/2006/relationships/notesSlide" Target="/ppt/notesSlides/notesSlide97.xml" Id="Re347838116b84cc5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baa18282a497b" /><Relationship Type="http://schemas.openxmlformats.org/officeDocument/2006/relationships/notesSlide" Target="/ppt/notesSlides/notesSlide98.xml" Id="R9dc297ef267045d3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d705fa2464dc2" /><Relationship Type="http://schemas.openxmlformats.org/officeDocument/2006/relationships/notesSlide" Target="/ppt/notesSlides/notesSlide99.xml" Id="R2e63ef68cde7498b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d45538acf4156" /><Relationship Type="http://schemas.openxmlformats.org/officeDocument/2006/relationships/notesSlide" Target="/ppt/notesSlides/notesSlide100.xml" Id="R683e6104842d4f89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33a7e96834e22" /><Relationship Type="http://schemas.openxmlformats.org/officeDocument/2006/relationships/notesSlide" Target="/ppt/notesSlides/notesSlide101.xml" Id="R9559a9e059464957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859072a244cb9" /><Relationship Type="http://schemas.openxmlformats.org/officeDocument/2006/relationships/notesSlide" Target="/ppt/notesSlides/notesSlide102.xml" Id="Rf05d68e447eb423c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e03086e9f4132" /><Relationship Type="http://schemas.openxmlformats.org/officeDocument/2006/relationships/notesSlide" Target="/ppt/notesSlides/notesSlide103.xml" Id="R71baf2367d374db5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0fb42b6574f6d" /><Relationship Type="http://schemas.openxmlformats.org/officeDocument/2006/relationships/image" Target="/ppt/media/image4.jpeg" Id="R23c49d00e04b4b01" /><Relationship Type="http://schemas.openxmlformats.org/officeDocument/2006/relationships/notesSlide" Target="/ppt/notesSlides/notesSlide104.xml" Id="Rc0938ec974574d4b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b9fdf1dba4bb0" /><Relationship Type="http://schemas.openxmlformats.org/officeDocument/2006/relationships/notesSlide" Target="/ppt/notesSlides/notesSlide105.xml" Id="R615fb10721774582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09fc540e3432b" /><Relationship Type="http://schemas.openxmlformats.org/officeDocument/2006/relationships/notesSlide" Target="/ppt/notesSlides/notesSlide106.xml" Id="Rb0af3b114b6e410b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efb11bb67496c" /><Relationship Type="http://schemas.openxmlformats.org/officeDocument/2006/relationships/notesSlide" Target="/ppt/notesSlides/notesSlide107.xml" Id="R2489c17a7f0f4bef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ea3108daa449e" /><Relationship Type="http://schemas.openxmlformats.org/officeDocument/2006/relationships/notesSlide" Target="/ppt/notesSlides/notesSlide108.xml" Id="R3a8c264d504b44db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9b5ab0f0b4004" /><Relationship Type="http://schemas.openxmlformats.org/officeDocument/2006/relationships/notesSlide" Target="/ppt/notesSlides/notesSlide109.xml" Id="Rb5c65ad1b37f4a1c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0e3c6333c40e4" /><Relationship Type="http://schemas.openxmlformats.org/officeDocument/2006/relationships/notesSlide" Target="/ppt/notesSlides/notesSlide110.xml" Id="Rb90f6b20c2a74fd1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bb340ad324294" /><Relationship Type="http://schemas.openxmlformats.org/officeDocument/2006/relationships/notesSlide" Target="/ppt/notesSlides/notesSlide111.xml" Id="R0babee95dd374767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615b7513d482e" /><Relationship Type="http://schemas.openxmlformats.org/officeDocument/2006/relationships/notesSlide" Target="/ppt/notesSlides/notesSlide112.xml" Id="R6ea5ab987a164f38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44347a20b45aa" /><Relationship Type="http://schemas.openxmlformats.org/officeDocument/2006/relationships/notesSlide" Target="/ppt/notesSlides/notesSlide113.xml" Id="R7e95cc57b81c41bd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6f7846b584fa9" /><Relationship Type="http://schemas.openxmlformats.org/officeDocument/2006/relationships/notesSlide" Target="/ppt/notesSlides/notesSlide114.xml" Id="R56712aae504b4bd1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6ba74777b44a9" /><Relationship Type="http://schemas.openxmlformats.org/officeDocument/2006/relationships/notesSlide" Target="/ppt/notesSlides/notesSlide115.xml" Id="Rab603abba3cd4f4a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c07b1d3524ca2" /><Relationship Type="http://schemas.openxmlformats.org/officeDocument/2006/relationships/notesSlide" Target="/ppt/notesSlides/notesSlide116.xml" Id="R4e661dfa3f434518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8834507ef4064" /><Relationship Type="http://schemas.openxmlformats.org/officeDocument/2006/relationships/notesSlide" Target="/ppt/notesSlides/notesSlide117.xml" Id="Rd34433cbfdf24346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b58db39524510" /><Relationship Type="http://schemas.openxmlformats.org/officeDocument/2006/relationships/notesSlide" Target="/ppt/notesSlides/notesSlide118.xml" Id="Rd156e6e606ea4f52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0650d08474ad4" /><Relationship Type="http://schemas.openxmlformats.org/officeDocument/2006/relationships/notesSlide" Target="/ppt/notesSlides/notesSlide119.xml" Id="R50e8d67b433749c3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9ad96a9244d95" /><Relationship Type="http://schemas.openxmlformats.org/officeDocument/2006/relationships/notesSlide" Target="/ppt/notesSlides/notesSlide120.xml" Id="R2998cf1017c44c85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14b80f4c64b8c" /><Relationship Type="http://schemas.openxmlformats.org/officeDocument/2006/relationships/notesSlide" Target="/ppt/notesSlides/notesSlide121.xml" Id="R02e5efa49b794e73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7ff734d694351" /><Relationship Type="http://schemas.openxmlformats.org/officeDocument/2006/relationships/notesSlide" Target="/ppt/notesSlides/notesSlide122.xml" Id="R2cdc753644c6423d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7c626b2c04b05" /><Relationship Type="http://schemas.openxmlformats.org/officeDocument/2006/relationships/notesSlide" Target="/ppt/notesSlides/notesSlide123.xml" Id="Rea1c607fcced4e01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02598d8534b84" /><Relationship Type="http://schemas.openxmlformats.org/officeDocument/2006/relationships/notesSlide" Target="/ppt/notesSlides/notesSlide124.xml" Id="R5210fa73f45d4ced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79e275ad244ab" /><Relationship Type="http://schemas.openxmlformats.org/officeDocument/2006/relationships/notesSlide" Target="/ppt/notesSlides/notesSlide125.xml" Id="R0dda66d3e9a1439d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d80793ec54cf1" /><Relationship Type="http://schemas.openxmlformats.org/officeDocument/2006/relationships/notesSlide" Target="/ppt/notesSlides/notesSlide126.xml" Id="R342bd312369c4d93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c9e4cb98c4ee8" /><Relationship Type="http://schemas.openxmlformats.org/officeDocument/2006/relationships/notesSlide" Target="/ppt/notesSlides/notesSlide127.xml" Id="R84663a88a9ee4ae5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a7bedacbe4afa" /><Relationship Type="http://schemas.openxmlformats.org/officeDocument/2006/relationships/notesSlide" Target="/ppt/notesSlides/notesSlide128.xml" Id="R0f5b8e4fd95e4823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8acc5b14f4766" /><Relationship Type="http://schemas.openxmlformats.org/officeDocument/2006/relationships/notesSlide" Target="/ppt/notesSlides/notesSlide129.xml" Id="R034f6adc251c45f6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82927ce8942d0" /><Relationship Type="http://schemas.openxmlformats.org/officeDocument/2006/relationships/notesSlide" Target="/ppt/notesSlides/notesSlide130.xml" Id="Ra59e9ac936a04cd0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dda320d0149a5" /><Relationship Type="http://schemas.openxmlformats.org/officeDocument/2006/relationships/notesSlide" Target="/ppt/notesSlides/notesSlide131.xml" Id="R66b23b3114294b95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0f7dbaef144f3" /><Relationship Type="http://schemas.openxmlformats.org/officeDocument/2006/relationships/notesSlide" Target="/ppt/notesSlides/notesSlide132.xml" Id="R20190fa296734e3c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37e7877314a5e" /><Relationship Type="http://schemas.openxmlformats.org/officeDocument/2006/relationships/notesSlide" Target="/ppt/notesSlides/notesSlide133.xml" Id="R241a437948bd4894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c1643bf044123" /><Relationship Type="http://schemas.openxmlformats.org/officeDocument/2006/relationships/image" Target="/ppt/media/image5.jpeg" Id="Rbeac41a12a01466c" /><Relationship Type="http://schemas.openxmlformats.org/officeDocument/2006/relationships/notesSlide" Target="/ppt/notesSlides/notesSlide134.xml" Id="Rd54126cc529842f7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d42e41069463c" /><Relationship Type="http://schemas.openxmlformats.org/officeDocument/2006/relationships/notesSlide" Target="/ppt/notesSlides/notesSlide135.xml" Id="R359316c155a54ee3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1213ef53c4b7a" /><Relationship Type="http://schemas.openxmlformats.org/officeDocument/2006/relationships/notesSlide" Target="/ppt/notesSlides/notesSlide136.xml" Id="R939c8ce0e48d4485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b0758d1f04f8f" /><Relationship Type="http://schemas.openxmlformats.org/officeDocument/2006/relationships/notesSlide" Target="/ppt/notesSlides/notesSlide137.xml" Id="Re84ad92637394f62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ec57445024c66" /><Relationship Type="http://schemas.openxmlformats.org/officeDocument/2006/relationships/notesSlide" Target="/ppt/notesSlides/notesSlide138.xml" Id="R557817c692da41d2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ba3e6d3704d8d" /><Relationship Type="http://schemas.openxmlformats.org/officeDocument/2006/relationships/notesSlide" Target="/ppt/notesSlides/notesSlide139.xml" Id="R662cd62812df4c65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fea053f1e4cce" /><Relationship Type="http://schemas.openxmlformats.org/officeDocument/2006/relationships/notesSlide" Target="/ppt/notesSlides/notesSlide140.xml" Id="Ra1bca8aca8354d68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c15aabfce4c21" /><Relationship Type="http://schemas.openxmlformats.org/officeDocument/2006/relationships/notesSlide" Target="/ppt/notesSlides/notesSlide141.xml" Id="Rfea0e9de7be54960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468675dda4b0e" /><Relationship Type="http://schemas.openxmlformats.org/officeDocument/2006/relationships/notesSlide" Target="/ppt/notesSlides/notesSlide142.xml" Id="Rb87275bfda484362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e60442f6b41a3" /><Relationship Type="http://schemas.openxmlformats.org/officeDocument/2006/relationships/notesSlide" Target="/ppt/notesSlides/notesSlide143.xml" Id="R5433ad7b6d80483b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008f100864dbe" /><Relationship Type="http://schemas.openxmlformats.org/officeDocument/2006/relationships/notesSlide" Target="/ppt/notesSlides/notesSlide144.xml" Id="R80c35d9ed1124dfd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49f75a3c84e4b" /><Relationship Type="http://schemas.openxmlformats.org/officeDocument/2006/relationships/notesSlide" Target="/ppt/notesSlides/notesSlide145.xml" Id="R72359d0e0ff14c14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ba28b0d6f4b89" /><Relationship Type="http://schemas.openxmlformats.org/officeDocument/2006/relationships/notesSlide" Target="/ppt/notesSlides/notesSlide146.xml" Id="R1247fc5c0763401b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5010c054b43b8" /><Relationship Type="http://schemas.openxmlformats.org/officeDocument/2006/relationships/notesSlide" Target="/ppt/notesSlides/notesSlide147.xml" Id="Re99e6029aae14a83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63eb3db5848eb" /><Relationship Type="http://schemas.openxmlformats.org/officeDocument/2006/relationships/notesSlide" Target="/ppt/notesSlides/notesSlide148.xml" Id="Rbb844ba73a8d4434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cf87f9c69440e" /><Relationship Type="http://schemas.openxmlformats.org/officeDocument/2006/relationships/notesSlide" Target="/ppt/notesSlides/notesSlide149.xml" Id="Ra4fca1df1f5045c6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be3edb3604145" /><Relationship Type="http://schemas.openxmlformats.org/officeDocument/2006/relationships/notesSlide" Target="/ppt/notesSlides/notesSlide150.xml" Id="R7a8be9f692914161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5d111eb8f49f0" /><Relationship Type="http://schemas.openxmlformats.org/officeDocument/2006/relationships/notesSlide" Target="/ppt/notesSlides/notesSlide151.xml" Id="Rb4c6085ea53247d2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11e1854334b0a" /><Relationship Type="http://schemas.openxmlformats.org/officeDocument/2006/relationships/notesSlide" Target="/ppt/notesSlides/notesSlide152.xml" Id="R1c87793d6c2a4448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cdf46767e4e84" /><Relationship Type="http://schemas.openxmlformats.org/officeDocument/2006/relationships/notesSlide" Target="/ppt/notesSlides/notesSlide153.xml" Id="R0efc749e48d74a8e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1c3d4b76f45fa" /><Relationship Type="http://schemas.openxmlformats.org/officeDocument/2006/relationships/notesSlide" Target="/ppt/notesSlides/notesSlide154.xml" Id="Ra6e40c407b624ee0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2d3f5adc148f1" /><Relationship Type="http://schemas.openxmlformats.org/officeDocument/2006/relationships/notesSlide" Target="/ppt/notesSlides/notesSlide155.xml" Id="R66c3e1c45e994c5a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0a16e9dce4bb2" /><Relationship Type="http://schemas.openxmlformats.org/officeDocument/2006/relationships/notesSlide" Target="/ppt/notesSlides/notesSlide156.xml" Id="R6d4e0c5e6db542cf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b76ec51b84658" /><Relationship Type="http://schemas.openxmlformats.org/officeDocument/2006/relationships/notesSlide" Target="/ppt/notesSlides/notesSlide157.xml" Id="R7be911f6af654f8e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5ba937afc4307" /><Relationship Type="http://schemas.openxmlformats.org/officeDocument/2006/relationships/notesSlide" Target="/ppt/notesSlides/notesSlide158.xml" Id="R742a4f35a11c476d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4be5dcb444e02" /><Relationship Type="http://schemas.openxmlformats.org/officeDocument/2006/relationships/notesSlide" Target="/ppt/notesSlides/notesSlide159.xml" Id="R4505f137039a4b1e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dddcff0214a29" /><Relationship Type="http://schemas.openxmlformats.org/officeDocument/2006/relationships/notesSlide" Target="/ppt/notesSlides/notesSlide160.xml" Id="Recb662b13e70437e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f641eec624456" /><Relationship Type="http://schemas.openxmlformats.org/officeDocument/2006/relationships/notesSlide" Target="/ppt/notesSlides/notesSlide161.xml" Id="R63883b4905bc46d7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0d31a28b449f7" /><Relationship Type="http://schemas.openxmlformats.org/officeDocument/2006/relationships/notesSlide" Target="/ppt/notesSlides/notesSlide162.xml" Id="Rab86558778504ba4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6fd9a7a684527" /><Relationship Type="http://schemas.openxmlformats.org/officeDocument/2006/relationships/notesSlide" Target="/ppt/notesSlides/notesSlide163.xml" Id="R957c79e6a5dc4099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d21ad332e4442" /><Relationship Type="http://schemas.openxmlformats.org/officeDocument/2006/relationships/image" Target="/ppt/media/image6.jpeg" Id="R2f0a98e8c78f45ca" /><Relationship Type="http://schemas.openxmlformats.org/officeDocument/2006/relationships/notesSlide" Target="/ppt/notesSlides/notesSlide164.xml" Id="R5c1610f34b934936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a8015758245fc" /><Relationship Type="http://schemas.openxmlformats.org/officeDocument/2006/relationships/notesSlide" Target="/ppt/notesSlides/notesSlide165.xml" Id="Rddac1ce533b24833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0c6baabb14e90" /><Relationship Type="http://schemas.openxmlformats.org/officeDocument/2006/relationships/notesSlide" Target="/ppt/notesSlides/notesSlide166.xml" Id="R8cd066eeabc544fa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3fdda8dfc4572" /><Relationship Type="http://schemas.openxmlformats.org/officeDocument/2006/relationships/notesSlide" Target="/ppt/notesSlides/notesSlide167.xml" Id="R237be30eed354962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9864e32ed4d1a" /><Relationship Type="http://schemas.openxmlformats.org/officeDocument/2006/relationships/notesSlide" Target="/ppt/notesSlides/notesSlide168.xml" Id="R795fd4187bf84b8d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e22f728bc43e5" /><Relationship Type="http://schemas.openxmlformats.org/officeDocument/2006/relationships/notesSlide" Target="/ppt/notesSlides/notesSlide169.xml" Id="R71202130e37d4574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7c2a74ac7447c" /><Relationship Type="http://schemas.openxmlformats.org/officeDocument/2006/relationships/notesSlide" Target="/ppt/notesSlides/notesSlide170.xml" Id="R2eb0575ffe6442e4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e989360854b4f" /><Relationship Type="http://schemas.openxmlformats.org/officeDocument/2006/relationships/notesSlide" Target="/ppt/notesSlides/notesSlide171.xml" Id="R4838502e34ef4373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03cc0b6d34454" /><Relationship Type="http://schemas.openxmlformats.org/officeDocument/2006/relationships/notesSlide" Target="/ppt/notesSlides/notesSlide172.xml" Id="R9448dc500f1e45cf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288c042f44ee5" /><Relationship Type="http://schemas.openxmlformats.org/officeDocument/2006/relationships/notesSlide" Target="/ppt/notesSlides/notesSlide173.xml" Id="R901403f54ae44223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be201d150495b" /><Relationship Type="http://schemas.openxmlformats.org/officeDocument/2006/relationships/notesSlide" Target="/ppt/notesSlides/notesSlide174.xml" Id="R45c7398bebdf4634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35ffad5f44e0e" /><Relationship Type="http://schemas.openxmlformats.org/officeDocument/2006/relationships/notesSlide" Target="/ppt/notesSlides/notesSlide175.xml" Id="Rf89904c10684481b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3b0b2cbc64ee5" /><Relationship Type="http://schemas.openxmlformats.org/officeDocument/2006/relationships/notesSlide" Target="/ppt/notesSlides/notesSlide176.xml" Id="Rc463e5ef575e485e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48b5adaf54883" /><Relationship Type="http://schemas.openxmlformats.org/officeDocument/2006/relationships/notesSlide" Target="/ppt/notesSlides/notesSlide177.xml" Id="Rfa6877c73f8449a1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fa419d8a24164" /><Relationship Type="http://schemas.openxmlformats.org/officeDocument/2006/relationships/notesSlide" Target="/ppt/notesSlides/notesSlide178.xml" Id="Read7943ee8c44754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4167e0e5746a9" /><Relationship Type="http://schemas.openxmlformats.org/officeDocument/2006/relationships/notesSlide" Target="/ppt/notesSlides/notesSlide179.xml" Id="Rb2eb622f74244364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a1071f4c34d47" /><Relationship Type="http://schemas.openxmlformats.org/officeDocument/2006/relationships/notesSlide" Target="/ppt/notesSlides/notesSlide180.xml" Id="Rb9a6a3c5ba264a0c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79a4ba1014450" /><Relationship Type="http://schemas.openxmlformats.org/officeDocument/2006/relationships/notesSlide" Target="/ppt/notesSlides/notesSlide181.xml" Id="R24e427d0e9fb40ec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325a16ef24e57" /><Relationship Type="http://schemas.openxmlformats.org/officeDocument/2006/relationships/notesSlide" Target="/ppt/notesSlides/notesSlide182.xml" Id="Rd0c60f3cac3a49ed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421f57039428d" /><Relationship Type="http://schemas.openxmlformats.org/officeDocument/2006/relationships/notesSlide" Target="/ppt/notesSlides/notesSlide183.xml" Id="Rdd6267c7d873417c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5395feaf54ec8" /><Relationship Type="http://schemas.openxmlformats.org/officeDocument/2006/relationships/notesSlide" Target="/ppt/notesSlides/notesSlide184.xml" Id="R8960cd0f49f14d05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b2bd7b48a4f55" /><Relationship Type="http://schemas.openxmlformats.org/officeDocument/2006/relationships/notesSlide" Target="/ppt/notesSlides/notesSlide185.xml" Id="R9ab624f8ba9c4759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3246206194951" /><Relationship Type="http://schemas.openxmlformats.org/officeDocument/2006/relationships/notesSlide" Target="/ppt/notesSlides/notesSlide186.xml" Id="Rc26df8f48fc44ffe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61dffefb840c0" /><Relationship Type="http://schemas.openxmlformats.org/officeDocument/2006/relationships/notesSlide" Target="/ppt/notesSlides/notesSlide187.xml" Id="Rb4b64eb933494315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772bb53cb44c0" /><Relationship Type="http://schemas.openxmlformats.org/officeDocument/2006/relationships/notesSlide" Target="/ppt/notesSlides/notesSlide188.xml" Id="R6e3c2dc00c5642d3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b0b261b724748" /><Relationship Type="http://schemas.openxmlformats.org/officeDocument/2006/relationships/notesSlide" Target="/ppt/notesSlides/notesSlide189.xml" Id="R5c93f6001add46ed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f94cb1f8d4040" /><Relationship Type="http://schemas.openxmlformats.org/officeDocument/2006/relationships/notesSlide" Target="/ppt/notesSlides/notesSlide190.xml" Id="R5dd2b1fc073f40c7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1fc6f29864542" /><Relationship Type="http://schemas.openxmlformats.org/officeDocument/2006/relationships/notesSlide" Target="/ppt/notesSlides/notesSlide191.xml" Id="R713d40023c3e412b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84fedb2334fb6" /><Relationship Type="http://schemas.openxmlformats.org/officeDocument/2006/relationships/notesSlide" Target="/ppt/notesSlides/notesSlide192.xml" Id="R3b7ef35c63c940c5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1872485294f37" /><Relationship Type="http://schemas.openxmlformats.org/officeDocument/2006/relationships/notesSlide" Target="/ppt/notesSlides/notesSlide193.xml" Id="R58f1c2aee5134da8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489fb403249d6" /><Relationship Type="http://schemas.openxmlformats.org/officeDocument/2006/relationships/image" Target="/ppt/media/image7.jpeg" Id="Ra9bae65f63a94dd1" /><Relationship Type="http://schemas.openxmlformats.org/officeDocument/2006/relationships/notesSlide" Target="/ppt/notesSlides/notesSlide194.xml" Id="R65ac0d34f99c4f56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149e48aa34cdd" /><Relationship Type="http://schemas.openxmlformats.org/officeDocument/2006/relationships/notesSlide" Target="/ppt/notesSlides/notesSlide195.xml" Id="Recfa52281481498e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a6c5df8334919" /><Relationship Type="http://schemas.openxmlformats.org/officeDocument/2006/relationships/notesSlide" Target="/ppt/notesSlides/notesSlide196.xml" Id="R92f7d9a57edd4104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ef116190f43ea" /><Relationship Type="http://schemas.openxmlformats.org/officeDocument/2006/relationships/notesSlide" Target="/ppt/notesSlides/notesSlide197.xml" Id="R466c5910f837464f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7d1f34d8c4fae" /><Relationship Type="http://schemas.openxmlformats.org/officeDocument/2006/relationships/notesSlide" Target="/ppt/notesSlides/notesSlide198.xml" Id="Rab5acfbda65e4491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f4a36a811477a" /><Relationship Type="http://schemas.openxmlformats.org/officeDocument/2006/relationships/notesSlide" Target="/ppt/notesSlides/notesSlide199.xml" Id="R6b76e36fb5854d36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ca142f0ca4113" /><Relationship Type="http://schemas.openxmlformats.org/officeDocument/2006/relationships/notesSlide" Target="/ppt/notesSlides/notesSlide200.xml" Id="R0d6a037b1b8e4982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7b73a745b45bd" /><Relationship Type="http://schemas.openxmlformats.org/officeDocument/2006/relationships/notesSlide" Target="/ppt/notesSlides/notesSlide201.xml" Id="Rd269ec47311c4957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d1844bb00459f" /><Relationship Type="http://schemas.openxmlformats.org/officeDocument/2006/relationships/notesSlide" Target="/ppt/notesSlides/notesSlide202.xml" Id="Rfbcbca3829d245ac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eda2d028e41ad" /><Relationship Type="http://schemas.openxmlformats.org/officeDocument/2006/relationships/notesSlide" Target="/ppt/notesSlides/notesSlide203.xml" Id="Rac8eb2e6162b45fa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dbade96cd47a1" /><Relationship Type="http://schemas.openxmlformats.org/officeDocument/2006/relationships/notesSlide" Target="/ppt/notesSlides/notesSlide204.xml" Id="Ra0706bcb29f549de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b97ed6d08450d" /><Relationship Type="http://schemas.openxmlformats.org/officeDocument/2006/relationships/notesSlide" Target="/ppt/notesSlides/notesSlide205.xml" Id="R1b4e85a8d1db4094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8e66978854a9b" /><Relationship Type="http://schemas.openxmlformats.org/officeDocument/2006/relationships/notesSlide" Target="/ppt/notesSlides/notesSlide206.xml" Id="R19fc7c67685c4f0d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699dceaa6455a" /><Relationship Type="http://schemas.openxmlformats.org/officeDocument/2006/relationships/notesSlide" Target="/ppt/notesSlides/notesSlide207.xml" Id="R43a7f083ee804f1e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2547c8c56492b" /><Relationship Type="http://schemas.openxmlformats.org/officeDocument/2006/relationships/notesSlide" Target="/ppt/notesSlides/notesSlide208.xml" Id="R3bc7e985e4874281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5052dd25f4191" /><Relationship Type="http://schemas.openxmlformats.org/officeDocument/2006/relationships/notesSlide" Target="/ppt/notesSlides/notesSlide209.xml" Id="R080b73f1488a4f93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163b7b16a4c59" /><Relationship Type="http://schemas.openxmlformats.org/officeDocument/2006/relationships/notesSlide" Target="/ppt/notesSlides/notesSlide210.xml" Id="Rb25f404fe8044e11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3068dd00d4f76" /><Relationship Type="http://schemas.openxmlformats.org/officeDocument/2006/relationships/notesSlide" Target="/ppt/notesSlides/notesSlide211.xml" Id="R39dd7d0f3f3749d1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bf72dfda14de7" /><Relationship Type="http://schemas.openxmlformats.org/officeDocument/2006/relationships/notesSlide" Target="/ppt/notesSlides/notesSlide212.xml" Id="Rdc142b26d7d543e0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4310d580f4d88" /><Relationship Type="http://schemas.openxmlformats.org/officeDocument/2006/relationships/notesSlide" Target="/ppt/notesSlides/notesSlide213.xml" Id="Rdcb3a0819412486a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283a5a8d14642" /><Relationship Type="http://schemas.openxmlformats.org/officeDocument/2006/relationships/notesSlide" Target="/ppt/notesSlides/notesSlide214.xml" Id="R8f7a80db94de408f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1789bda884aa5" /><Relationship Type="http://schemas.openxmlformats.org/officeDocument/2006/relationships/notesSlide" Target="/ppt/notesSlides/notesSlide215.xml" Id="Rfe8e41f514c44612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4dd59bb3747d4" /><Relationship Type="http://schemas.openxmlformats.org/officeDocument/2006/relationships/notesSlide" Target="/ppt/notesSlides/notesSlide216.xml" Id="Rff159f668bd24d51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6583c8a9149a3" /><Relationship Type="http://schemas.openxmlformats.org/officeDocument/2006/relationships/notesSlide" Target="/ppt/notesSlides/notesSlide217.xml" Id="R9e56cf1689454d9e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f40dcf23345c9" /><Relationship Type="http://schemas.openxmlformats.org/officeDocument/2006/relationships/notesSlide" Target="/ppt/notesSlides/notesSlide218.xml" Id="R2053626d6a2741e2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78ff97a6543b3" /><Relationship Type="http://schemas.openxmlformats.org/officeDocument/2006/relationships/notesSlide" Target="/ppt/notesSlides/notesSlide219.xml" Id="R02895e3590f54d69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8ee11398549a4" /><Relationship Type="http://schemas.openxmlformats.org/officeDocument/2006/relationships/notesSlide" Target="/ppt/notesSlides/notesSlide220.xml" Id="Rcf3e9264bf304d12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dd3b756f848ca" /><Relationship Type="http://schemas.openxmlformats.org/officeDocument/2006/relationships/notesSlide" Target="/ppt/notesSlides/notesSlide221.xml" Id="R99f5eac8bc1140b6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2eb18c5cd42c2" /><Relationship Type="http://schemas.openxmlformats.org/officeDocument/2006/relationships/notesSlide" Target="/ppt/notesSlides/notesSlide222.xml" Id="R64e3b76a870a44e8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fc90557c74645" /><Relationship Type="http://schemas.openxmlformats.org/officeDocument/2006/relationships/notesSlide" Target="/ppt/notesSlides/notesSlide223.xml" Id="R4ff8bf023cb6448b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38a8bfc974cde" /><Relationship Type="http://schemas.openxmlformats.org/officeDocument/2006/relationships/image" Target="/ppt/media/image8.jpeg" Id="R1b68dd47f4ff4360" /><Relationship Type="http://schemas.openxmlformats.org/officeDocument/2006/relationships/notesSlide" Target="/ppt/notesSlides/notesSlide224.xml" Id="R719bc102de064f21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d8c799f6e40fa" /><Relationship Type="http://schemas.openxmlformats.org/officeDocument/2006/relationships/notesSlide" Target="/ppt/notesSlides/notesSlide225.xml" Id="R2ad0374c0fb04bae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eaea64bfb4e6a" /><Relationship Type="http://schemas.openxmlformats.org/officeDocument/2006/relationships/notesSlide" Target="/ppt/notesSlides/notesSlide226.xml" Id="Rf7a2472fa14847ab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b86a010d34ff4" /><Relationship Type="http://schemas.openxmlformats.org/officeDocument/2006/relationships/notesSlide" Target="/ppt/notesSlides/notesSlide227.xml" Id="Rae338443731140f7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a905597bf4698" /><Relationship Type="http://schemas.openxmlformats.org/officeDocument/2006/relationships/notesSlide" Target="/ppt/notesSlides/notesSlide228.xml" Id="Rd69128068d2e4c27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1b430b1f145de" /><Relationship Type="http://schemas.openxmlformats.org/officeDocument/2006/relationships/notesSlide" Target="/ppt/notesSlides/notesSlide229.xml" Id="R5f0f8a373e04495b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6f43b3adf4a3a" /><Relationship Type="http://schemas.openxmlformats.org/officeDocument/2006/relationships/notesSlide" Target="/ppt/notesSlides/notesSlide230.xml" Id="Recb7dd58d3c74d59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51be412c34243" /><Relationship Type="http://schemas.openxmlformats.org/officeDocument/2006/relationships/notesSlide" Target="/ppt/notesSlides/notesSlide231.xml" Id="R9557c796b59e4e85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e206966b84e3b" /><Relationship Type="http://schemas.openxmlformats.org/officeDocument/2006/relationships/notesSlide" Target="/ppt/notesSlides/notesSlide232.xml" Id="Re0c25822b6394ab4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ad9405f8e49bf" /><Relationship Type="http://schemas.openxmlformats.org/officeDocument/2006/relationships/notesSlide" Target="/ppt/notesSlides/notesSlide233.xml" Id="R847b8e24a7fd4bef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e0251dc064bc9" /><Relationship Type="http://schemas.openxmlformats.org/officeDocument/2006/relationships/notesSlide" Target="/ppt/notesSlides/notesSlide234.xml" Id="R017e178f086d4102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ac32fc5d34ca3" /><Relationship Type="http://schemas.openxmlformats.org/officeDocument/2006/relationships/notesSlide" Target="/ppt/notesSlides/notesSlide235.xml" Id="R2877f0e4b7a94598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ed1be01274a08" /><Relationship Type="http://schemas.openxmlformats.org/officeDocument/2006/relationships/notesSlide" Target="/ppt/notesSlides/notesSlide236.xml" Id="Rdf74c27bd21a4a5c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2c60bf87f4311" /><Relationship Type="http://schemas.openxmlformats.org/officeDocument/2006/relationships/notesSlide" Target="/ppt/notesSlides/notesSlide237.xml" Id="R0cf214e0de9b468b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fb445ff0443e3" /><Relationship Type="http://schemas.openxmlformats.org/officeDocument/2006/relationships/notesSlide" Target="/ppt/notesSlides/notesSlide238.xml" Id="R45eff991a5574f85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ce71f3f204cc1" /><Relationship Type="http://schemas.openxmlformats.org/officeDocument/2006/relationships/notesSlide" Target="/ppt/notesSlides/notesSlide239.xml" Id="R9befe356adf24d63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38df373d14020" /><Relationship Type="http://schemas.openxmlformats.org/officeDocument/2006/relationships/notesSlide" Target="/ppt/notesSlides/notesSlide240.xml" Id="Re23dcb5fa75541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5B279-B32B-44F6-BA85-8125FAD8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D4A9F-138D-406F-B6D4-7DD62BD5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IPA · LLM AGENT &amp; 업무자동화 40H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20330-7324-44D3-AA45-C24E103C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09:00-09:50  (쉬는 시간 11:30-12:00)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CFF20-1359-47C5-B4B8-AEFE0D70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 자동화는 target을 정확히 읽는 것부터 시작합니다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9852F-92C0-463B-92B3-1418D2AD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repository·PR number·head SHA·diff를 fixture에서 읽는다.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1D411-700C-4E91-B63B-A587E1AB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7C3F6-B6C5-42A0-9A32-4D15F49D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21231-1E25-4510-BF37-8C5D1855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C4AE8-7C23-4A5B-866C-5ABA8BD5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30AFF-69C8-465C-8874-4918C71B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data/day4_github/pr_fixture.json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C9AC3-30AB-489E-BF9B-C4059FA2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10E1B-D2FD-4790-8D44-7B6AA47B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pr_target.json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4AAB4-4C05-4DEF-BBF8-CF7AF037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4 · GitHub PR 자동화 · 1차시</a:t>
            </a:r>
          </a:p>
        </p:txBody>
      </p:sp>
    </p:spTree>
    <p:extLst>
      <p:ext uri="{BB962C8B-B14F-4D97-AF65-F5344CB8AC3E}">
        <p14:creationId xmlns:p14="http://schemas.microsoft.com/office/powerpoint/2010/main" val="822398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438C85-D30E-4A2C-A5D5-51A0C96C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하루 전체 시간표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D1D16-49D8-4767-AA52-54A0CFE5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4일차는 여덟 개 차시로 하나의 서비스를 완성합니다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C9A76-7A28-4147-8525-6B7BADEE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A4194-318F-4C29-B600-FBD7C078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DA5C7-9779-47FD-8050-A3B52BF8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23635-102A-4A91-B4BA-162FF2AB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FC97A-E90D-4238-BE15-A310FB64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오전 3개 차시 뒤 30분 휴식, 12:00-13:00 점심, 오후 5개 차시 뒤 휴식과 Q&amp;A로 마무리합니다.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26F2F-D78E-481F-ABD2-43B17873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56D19-1C9D-46A9-A942-074E3506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EAA83-243B-4517-B261-170EF771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145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8AAEC-4EAC-442F-9301-3BB93E6D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907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E9203-10D1-4EC0-8FC9-343D865A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14500"/>
            <a:ext cx="405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AE388-6F84-4D90-AB18-BE0385AD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90700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배우는 내용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B6727-B4F2-4A81-8540-2B193C2F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1839C-8336-4338-9808-C291073B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9CA2A-709D-47AC-AC49-8EE8E205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145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F0400-8961-4AF0-890E-176A198D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D7A04-1356-4972-AD7E-ABA6E13E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97F0F-A8DB-477D-A2CF-4506060C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4F148-2D4B-4F07-BC8F-ED3869C9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76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E8AD7-2839-4C65-A932-BB85C4BB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43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FB639-9D08-48EA-98D4-6205FB79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3D65B-52DB-410A-BB8F-897002BA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3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자동화는 target을 정확히 읽는 것부터 시작합니다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0EAEB-6CEB-48C6-8A85-5114A687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D943D-4C9E-4ECE-90B3-64C27372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8C0D1F-D473-4C17-BA82-267EB3C5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38BA0F-5F1E-410E-A132-1C55CF3F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43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pr_target.json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78F8A-8863-483A-8D0F-6C5432BF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CBF2C-E31B-4BF7-963F-20E0B42C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D5FBBD-C6E0-42BE-B6AA-90DB7AE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52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D10FF8-C062-4A12-9276-4FB08A96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19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B3943D-A4F5-4A9F-81C9-438A0668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52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A9A6DD-C1FF-4DFE-A7BD-BF3073EB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토큰은 기능이 아니라 권한과 만료를 가진 비밀입니다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96056D-F3F8-4FB4-9691-59CBE6D2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35333E-38D4-414D-AE38-965D1D01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2A2CD7-C674-4F11-9A9C-2A185332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AB5573-E7AB-47F5-A51E-8F925B35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72EA67-C7D2-4871-B8F1-1ED5F43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75663C-B18D-4202-BDAA-FE002E84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2C7B3E-6DA2-4180-833B-EA92A2F2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28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08CC18-CE8B-472A-93BE-AFA7B00D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5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36DC90-3266-414D-9211-385BEEBE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2D5F39-5D39-4283-ABF1-1269FAC7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95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REST client는 status code를 복구 결정으로 바꿔야 합니다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037E89-0892-456C-BD29-7FA2F489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D60840-54A1-4D4C-A02A-68747B16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95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AE4C36-2A2A-48DD-9701-1877761D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C561B9-BF93-4967-9C21-7F43155B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95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github_read_result.json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4B01B7-36E8-48E0-B403-350CCC98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C439B5-4FDE-4544-B695-C0596609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7EB03E-F630-44ED-95D3-5ED7A1F1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05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F6F518-89DD-4117-B27D-4F30ACD9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71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745521-BD1C-478F-98B1-92DC2DF8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05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9585AE-3022-4DC0-A486-BAA83D4C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71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state에는 다음 결정을 위한 값만 둡니다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FDC20A-7804-4DE6-9C07-7C7D5B19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ED47FD-9640-4DD5-B8B7-BD13644B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71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FED532-793E-4356-861C-A2BF7DEA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05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F1E49D-1A30-4172-B2F8-4B776BFB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71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compiled_review_graph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28B87D-A80C-4D36-A408-3782BFD1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736D0E-085C-4509-84E5-8E7A1296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09A4A9-AB16-4F1F-82D8-FC34B666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5061F33-BB9E-4B07-ADC2-13813CA8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48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52E492-9555-433F-870F-ED3EF4FE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485DF1-AA1A-46F9-AB34-0A4D7CE8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48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재시작 가능한 workflow는 같은 일을 두 번 하지 않습니다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927E94-FC52-4349-A21D-3B0F9E98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14B7C1-4DDA-4792-9A0E-1FF205F5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48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BE1ACB-B666-4585-874B-31716C51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5C2972-DF9C-4D23-8D31-A2FB1E85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48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checkpoint_and_audit.json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0700B71-BD9E-4E13-BBD7-84F6E289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6F68BB8-50DF-4B47-86AE-07A2EF19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904229D-A983-4ED7-BB72-3CE66A5D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57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C3F31AE-B050-472D-A336-233BBF25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24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43C7E7C-38F8-436F-953C-E7EBE263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57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C676A64-C2D7-4685-9487-26A42AD1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24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Approval은 버튼보다 검토할 정보가 중요합니다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3C41581-5433-400B-A756-9B56C3F3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57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7A72C8F-A43D-45F3-90CC-C650B441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24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EC583AD-B679-4D0A-9C0C-1538FBF2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57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5EC223-45BF-4BDA-88E5-070E4270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24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review_decision.json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CA7E74-AA2B-483D-A6E7-86973DB4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1CBA522-A1F1-4DF7-9050-656A2C48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0CE620A-4760-4D5C-AF84-BBBA9DE1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33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BE92446-EB08-4621-BEF1-248B1F65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00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FD29B2-0364-4C39-BF92-FE0BC40A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33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9A00726-A4D0-4D3B-830F-4F6849C3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Dry-run은 실제 게시 직전의 완성된 결과여야 합니다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4E30F17-950A-48F2-9BCC-B7EE1498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77FAE62-A486-4741-8183-B4AD7B8D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33B78BF-B6AF-40A6-8FEB-4F5E8A55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33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485D939-6232-4A37-AA0C-5AE38351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00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review_comment_plan.json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CDD6611-3896-4799-9C0D-084751CA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44C7FF0-0344-4269-BA58-F1BE9B17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391B3E-5D59-484A-AC95-88C33704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10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6286A8E-73BD-44F6-AF81-157784BC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76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5F24F46-8FA1-4849-BCE1-89289576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1B1656F-575A-4B50-B22F-396831DE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76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GitHub 쓰기는 본인 sandbox에서 한 건만 실행합니다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778737F-B6B4-4392-A460-29391346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10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756B48C-4024-4292-B2B6-2A632C50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76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소프트웨어 실습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5D7C1E4-EED5-4B51-B883-58D0C13E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10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65231B0-E66C-4BEE-89FE-F6289C61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76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day4_audit_record.json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50FB5DD-B090-4804-BAD6-14C3CA59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11:30-12:00 쉬는 시간 · 12:00-13:00 점심시간 · 17:10-17:40 쉬는 시간 · 17:40-18:00 Q&amp;A·실행 복구</a:t>
            </a:r>
          </a:p>
        </p:txBody>
      </p:sp>
    </p:spTree>
    <p:extLst>
      <p:ext uri="{BB962C8B-B14F-4D97-AF65-F5344CB8AC3E}">
        <p14:creationId xmlns:p14="http://schemas.microsoft.com/office/powerpoint/2010/main" val="4267409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2A70C-528E-4E46-B391-082B4D9B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대상 commit이 바뀌면 이전 line mapping과 review comment가 stale해진다.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D74A3-6B24-4A79-A89E-DC33289C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B278B-50BF-4DFA-B4D8-E8E9A6B3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210D7-4655-4881-AE50-94282607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E9B3C-6061-43C8-A78E-28DD5928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7669F-B676-48D4-8852-277E1E2F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repository·PR number·head SHA·diff를 fixture에서 읽는다.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A3829-C08C-4E90-90B7-C3AECD1F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1A986-D92B-40DA-BB13-E041EAD9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pr_target.json</a:t>
            </a:r>
          </a:p>
        </p:txBody>
      </p:sp>
    </p:spTree>
    <p:extLst>
      <p:ext uri="{BB962C8B-B14F-4D97-AF65-F5344CB8AC3E}">
        <p14:creationId xmlns:p14="http://schemas.microsoft.com/office/powerpoint/2010/main" val="8198290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3245D-9CFC-448C-BA0B-58D38331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ABF54-C7BE-472B-BF69-9E4D79DF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15F66-FC92-4304-9909-E05E0E2E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A065A-F4CE-4FB3-8D08-27821ECA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C511A-13DF-401F-A278-BCCFED98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FACDB-031E-48B6-B6FC-FBE4785C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9D4EB-B0A3-4991-9DFC-E20A3A19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2815D-1A69-4F5C-98F6-CE89E42F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repository·PR number·head SHA·diff를 fixture에서 읽는다.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6EC65-1A99-40AD-8573-92312D26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2F6FD-5786-4571-A3DA-2EBF3D63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6650D-6917-4F5F-BA20-7A8C676B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화면에 보이는 PR 제목만 믿고 repo·number·SHA를 확인하지 않는다.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DA0E4-4FBC-419C-A172-1D016B8F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AFF0B-AEB8-44CC-9E93-B68F69EB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8A3B9-A410-4600-90F0-EBEF7F8C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pr_target.json에서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929109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68D88E-C784-47F1-9FC6-36AC0E92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74B6C-3A76-4CF4-9C5D-8D6AF225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1C4B1-8B6E-4B1F-B449-4F5044BC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A3829-7913-4EFE-943C-52936BCF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CC920-4653-433E-9120-1B5930B3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36599-5545-4F26-B066-FE5834A6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CE181-A199-40A0-948F-D85D8649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C3CAA-A5D7-4F80-9FC3-9FCDFE52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347ED-634A-44C3-9723-4269B4C1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B6FD1-4571-4B64-B6BC-B10DBDFD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280C0-DA89-42EE-9E5B-F0631E9D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EA0BF-EA63-4CFB-BB3C-E335EFE3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53C53-B353-4A43-9D81-366167D8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CF1B6-382A-45C4-A364-0C20E9F3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변경을 검토·병합하는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9B9C1-B893-487B-B3E1-383D82F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4FF95-5CDE-4E08-92DD-6D32C4A0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F3AD5-6BE5-479F-A5B6-92B02746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41E07-D3CE-4C87-82AF-C1F98AD5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특정 시점의 변경 묶음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8B305-25DA-47F9-8659-F3D4B2B2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497BA-A624-4DED-AD3B-E53B1594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Head SHA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2DAB4-C2C8-4758-B371-0D7DF8DE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A698BC-245F-4312-9DAF-640CABAE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최신 commit 식별자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1ADB7E-8D91-4606-85A2-637DC646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C34B78-8A1B-43A6-93BE-664FED5D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comment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4D653D-B974-4FDC-A64B-FCC0C3FC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0D45F3-F5E9-4169-A4B0-4949D100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line에 붙는 의견</a:t>
            </a:r>
          </a:p>
        </p:txBody>
      </p:sp>
    </p:spTree>
    <p:extLst>
      <p:ext uri="{BB962C8B-B14F-4D97-AF65-F5344CB8AC3E}">
        <p14:creationId xmlns:p14="http://schemas.microsoft.com/office/powerpoint/2010/main" val="9277602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D10EC-DAEF-4312-B893-D103D6F2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D8E6C-C8AA-491F-9C8B-5E4E3D90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2690A-A015-4DB0-B88E-279FFFF2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42A4B-CC2D-42BB-BBA6-4F79FA35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AA056-A184-4C52-B8AE-29BD1848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13238-7841-49CA-AA74-365C64E7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BB5CC-EBC8-4A73-AC90-58C871A0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E28CA-3A1F-439B-A5CC-C78EE320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data/day4_github/pr_fixture.json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CFE77-D3E6-4E31-92D2-998F2FB8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56C9E-0F3F-4D9B-9284-15026E77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A0FF4-6334-45CC-81A3-2013CA75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load → target validate → head SHA 고정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6E704-103E-4884-A1B5-4E5FE994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FDF34-5110-4E39-81FA-6C0800D7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BF17C-9BC9-416E-9B08-3A86EDAC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pr_target.json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6D163-DD4D-4910-B81A-2F61AE48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1610E-AD83-4408-B490-690FBD3B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4BCBD-EE6C-43AC-A3BF-2116CE8D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synthetic fixture가 PullRequestTarget으로 validate된다.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필드 누락이나 workspace 밖 fixture는 구조화 오류다.</a:t>
            </a:r>
          </a:p>
        </p:txBody>
      </p:sp>
    </p:spTree>
    <p:extLst>
      <p:ext uri="{BB962C8B-B14F-4D97-AF65-F5344CB8AC3E}">
        <p14:creationId xmlns:p14="http://schemas.microsoft.com/office/powerpoint/2010/main" val="19051276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E03C58-0052-488B-A550-4F3EFA03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CDF8E-333D-4841-B0F6-7314B0C7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DF786-8669-491D-B2FC-7DF7BC46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5DB0A-259D-4AC9-91E4-803EDAC5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D05EA-F347-4908-8C5C-43629717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85040-D36D-4AEE-B022-53BA8308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CF7AB-CFBC-4B51-974D-C6DE146F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B4D37-38A0-4E1B-89A1-37C59483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2E82F-C97D-4B9B-B739-7E477FBD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19656-7FDD-4B47-9E74-28E8D243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3DFC9-8FFB-4818-B361-C10CC5DE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80999-D694-4AF9-AFEC-1AD4E76A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target 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560CF-2016-4EE1-8726-8D9CB4B7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39E7A-3228-4BA7-BC89-1DC5318D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8BD0F-09FD-4022-B5BF-EB225964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head SHA 고정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25165-FB92-4C6C-A571-E9088844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5368C-EF2F-46FC-A0AE-5DE91AD6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67B5A-DCFE-473C-9C68-F27DF300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75134-E598-4914-9D02-9D30B520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4FD5E-CE98-4A74-9592-7EE87975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C93F2-7D08-4544-B211-2891AC50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read-only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AA887-8870-4C2B-9FF4-2819FBAA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pr_target.json에서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016356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81CBE-3062-4523-A59F-8EB46EE8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401FD-5E79-411C-95A6-B3196959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33376-E4B0-4B5A-9C84-2BDC532A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F0243-373E-4BDE-8E22-3A7DF688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245D6-8E25-4A51-B128-56C9811B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4C6ED-5152-403E-B42C-375E29D5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A97DF-4B0C-4450-AC55-E9B1CA63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1411E-2F34-4292-9800-ECA22500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synthetic fixture가 PullRequestTarget으로 validate된다.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B5EBF-3C7F-4BF0-8CD9-BE9EA381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7BBC1-C8AE-471F-95F3-454D27CB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B3A18-D1EC-484A-9E1C-B13A01AE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필드 누락이나 workspace 밖 fixture는 구조화 오류다.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DFC85-4FDB-4831-A83B-B215F08C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E7638-CD04-4401-951A-3D1A07BC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150C3-8D95-4EF0-BF62-DE77053A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4CB2F-BBA7-4670-B40D-89899302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F8B76-54A1-4F3D-B025-E65F5BF2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ED18C-BD21-4E5B-91F9-EF5E29E1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식별자·pr_target.json</a:t>
            </a:r>
          </a:p>
        </p:txBody>
      </p:sp>
    </p:spTree>
    <p:extLst>
      <p:ext uri="{BB962C8B-B14F-4D97-AF65-F5344CB8AC3E}">
        <p14:creationId xmlns:p14="http://schemas.microsoft.com/office/powerpoint/2010/main" val="20570651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BF7A4-BDDA-4B72-9641-B793492B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483F5-D2B2-4121-9396-B6C8F187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CA266-C751-4287-A864-7527EA6E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A8ECA-3333-4253-B386-38EBB722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C96CD-41A3-4BB5-91C1-9E07CD12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0062E-191A-4A1A-A9E7-D56CB103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54676-FFD9-4FA2-A660-B61CBC03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3D0E3-1053-41CF-829A-6EC83547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34C4A-78DE-4FB0-BB70-7D81D1AA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data/day4_github/pr_fixture.json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CF6F4-559A-4A21-8951-6F843887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CCA70-9447-488B-8FE5-96B361EB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7AD54-F690-47EB-8092-786249EA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CB4CC-668F-4DE1-A38F-5E7AC64A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A781B-69E0-4A68-A859-26763A46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0143F-7610-4460-8FB9-BED22DC3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data/day3_review_cases/unsafe_pr.diff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DBB2A-4039-4398-B58A-0D8E8ADB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CC379-A2C9-4816-83C4-0C9A56CA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4F988-4362-4F5A-9476-562BC49B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325532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E1F2B-E25F-4E5E-BF37-88E0E77D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59167-67E9-4245-9222-000BEABB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자동화는 target을 정확히 읽는 것부터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67206-A1BE-4866-833D-2F70C67E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D3F0B-391A-4DAA-9A35-566A19BC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04A9E-7A30-4B5E-944A-4874618D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413D2-3C69-4E3F-B260-D2D8BF97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7EBCD-2B1F-4863-A124-59A26284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대상 commit이 바뀌면 이전 line mapping과 review comment가 stale해진다.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F23CB-E03E-41AD-8F15-75D047AE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B2A6F-94CD-487A-8265-0D3C22E8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947AE-DA33-480E-BEA1-F51F3DD6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화면에 보이는 PR 제목만 믿고 repo·number·SHA를 확인하지 않는다.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1A129-DF63-4B8E-838F-E6BC750C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쓰기 전 target 세 필드를 payload와 승인 화면에 다시 표시한다.</a:t>
            </a:r>
          </a:p>
        </p:txBody>
      </p:sp>
    </p:spTree>
    <p:extLst>
      <p:ext uri="{BB962C8B-B14F-4D97-AF65-F5344CB8AC3E}">
        <p14:creationId xmlns:p14="http://schemas.microsoft.com/office/powerpoint/2010/main" val="4643198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001AA0-F9DD-45EC-A55A-9FE61187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C0824-02F0-4C58-930C-7BAA4AB0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23E6B-0088-45E2-B94F-E16DD1B4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946FE-D8DA-49F5-A7D5-4CC5DB73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9AE83-F749-49DA-957E-731623EB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EF1AA-6033-4CF4-BB33-03A93386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538A3-C62D-4607-801A-CD30F613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F2962-B2F9-419D-9B35-5570EE9A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F92CA-1CD2-46DE-9742-7E22E10F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6D93E-6D66-4D41-81DA-346F1904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2B85D-1701-45B3-A3FD-2543DB6F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367E5-5F5D-440B-BA94-7E503099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884A4-72C8-495C-B0E9-94E5440E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CF1F7-9D9E-4245-87CC-52A2B536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6C997-2F85-4611-B20C-A33A197B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3DBD5-1400-46A2-86CE-508663F8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변경을 검토·병합하는 요청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E5F07-D1D2-464C-A25B-E1202197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FF544-D116-4E0A-8392-0C5AA995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9B041-53E4-48B9-82EB-042D814E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2B229-5834-4D35-92E1-D15CBC7E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AC77CD-A32F-4BFD-9D7E-CE1CB244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5A647-EF2F-47A2-937C-7F41447A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특정 시점의 변경 묶음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20D59A-CFE5-4FC7-8637-1220D1A9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55C6D-BBCD-4BC6-A45F-088A941E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F33E1-70B0-4F55-84B1-4DA69E5D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3A3A57-472D-4742-8D7E-E1F41F65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Head SHA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1260D-1000-44A1-88AF-B7A123D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F6E7E0-4060-488E-A4D7-C2C51718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최신 commit 식별자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D6FB68-6FF7-40EC-BDD4-92AD41D0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143B21-E067-4644-BFEE-E3F3BFC6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F7FD5E-2C47-43FE-AD01-63D73750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3B19AD-D0E4-4AEF-AB10-27077915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 comment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49570-1A62-4D64-A026-B85DC4AE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E8E4D2-535D-47AC-B87B-9DB665E0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diff line에 붙는 의견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8B7276-7A7E-4C07-9FE6-D253C64A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57D8A3-C0D1-4975-A105-D65BC9BE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1967810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A1219-CD99-4B26-9294-58026276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B8F8C-AEC6-4E45-8AAC-534FFC41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E109E-D1CE-4880-9686-3D93F227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FD22B-AA69-4532-8799-DFEB11B1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1A288-3F9A-4938-A167-CBB3B695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95C41-00B1-430D-B49E-0423A0F7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57405-95B4-4EC2-899F-D8D75C87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DE693-C1BA-494F-B928-7BF11E8A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FE2BE-5841-461C-87C0-553830DF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화면에 보이는 PR 제목만 믿고 repo·number·SHA를 확인하지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769B0-7B81-478B-8E20-7FFCF058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95A16-3A61-4C9A-9C14-CB3ED4C1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대상 commit이 바뀌면 이전 line mapping과 review comment가 stale해진다.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B2B65-123C-449A-91B0-222BCA14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0740083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5204C-5BFB-4EF1-BE5E-9D210360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9F07C-3150-4FA8-B556-5706C1F6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F3A16-ED6A-4A40-BD3C-AC3E8976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401B3-F396-4531-B0D3-52201FFC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FEDD2-7F40-4B3C-B0B7-44A3A6B6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CAFA1-5B2E-4CA7-BCA1-6E42CFC4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81CB5-0DA5-4FC2-B294-811243E7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87887-B715-4373-AFE5-7C0FC358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85DE4-42DD-4F43-8023-18ECAC53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필드 누락이나 workspace 밖 fixture는 구조화 오류다.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B208F-D8E5-4DDF-BDE9-6D9AE76A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7F56E-3C90-48BD-95A0-28D3D396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982BC-6DAF-474C-9513-DA687C47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화면에 보이는 PR 제목만 믿고 repo·number·SHA를 확인하지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43804-ED99-4420-8B13-B6475085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938B4-F24C-49BF-A9E0-BC41A92A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FA141A-BE34-42BC-A0F8-6A8405A1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쓰기 전 target 세 필드를 payload와 승인 화면에 다시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8DB111-CF86-4B96-810D-2D4FD912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D283D-DAFC-4147-ABCE-969CDD69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5774F-D553-4451-B17E-BD169B91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pr_target.json과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5928938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0E818-8202-4B54-8A17-0B3DD930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1FC6D-046C-40B5-8A52-1D92B404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27563-889B-4F9C-AB23-0083CB3C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CF75B-A229-410B-99E9-4456D406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D8851-B321-4D9C-9B52-FC28ED55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2F08F-287F-4438-AFDD-A7824D3D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17ac740b3450e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69664-9813-44F6-B129-B148DADE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loader에 필수 field·workspace path test를 추가한다.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752E3-9E43-4DDB-80B9-2ECD276C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2732879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20EA0-9911-4144-91A7-89FE86A4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254FF-41DD-423E-80F4-E9DC7D3F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2C9B3-F35F-4F48-A2A8-B3829D04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689EE-6A9E-4B7A-95C4-7A9AAA58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7A964-43CC-46AC-95BD-270BC2DC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5AEAA-E765-4342-8EFD-10C84446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41848-3650-434D-9CC8-8D155C09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B4D7B-3CF7-48CD-8BC2-170DC454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FD210-4ACB-4DA0-BD10-DD1C6EF1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 loader에 필수 field·workspace path test를 추가한다.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4B50F-409F-4172-B3BB-D416B833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2BE97-9DC8-4E3E-97AB-17B2D9CB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600D4-A41B-4F74-8595-B8940BCE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data/day3_review_cases/unsafe_pr.diff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605A9-1EF9-4F7D-847C-C5174C8E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8F43F-3BE1-4459-AAC5-D74E49A3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50F87-7950-4226-B29B-49C83E4B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synthetic fixture가 PullRequestTarget으로 validate된다.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필드 누락이나 workspace 밖 fixture는 구조화 오류다.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C3683-A5C9-4804-B5C4-5BE8A33F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274DB-E7F6-428E-9CE4-409DCF84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96AAC-D672-410D-9604-15786A51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2415719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C44DB-DF03-486D-86E1-AB73FF57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927A3-6E04-458F-9FC6-7DFFD43C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0A374-3ACD-4F0C-B7DE-32F909FE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04C41-2A3B-4C86-958C-4DF516A2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D0BF1-4C8D-4098-9EFE-7F0F4592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B855C-502D-4302-9DDB-8506249F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99ADB-1188-47AB-9EDE-A8C6EC3B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8C263-3DF5-4B4B-8A74-866B8FCF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D6718-7B15-4951-8411-D7409E27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58D20-2111-4927-B7B1-AA6DF874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6437B-8ABD-48E7-A154-9EAA4EA1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47A3C-DDA5-4E46-A613-24B9C4C5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D96DA-286A-4C24-B294-A3ADF86C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A1253-A138-415B-9A82-169C68A5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synthetic fixture가 PullRequestTarget으로 validate된다.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4C0B6-B761-44E7-BDDE-4E4E8E7C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53FB3-C619-4E85-A4C6-66EB397A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9BC79-0C0C-4B60-9B54-D471ED1C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A7C89-A7ED-45B6-9ACB-07A2EA4C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필드 누락이나 workspace 밖 fixture는 구조화 오류다.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4ADFF-5B7B-4E14-AC31-FA6ECB9B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43005-6D75-4C57-B576-4633F340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71DF0-806B-45F6-A8AC-8F5E4D22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710D1E-391D-4937-B524-35F56E7B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3612568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C8B8A-1B03-4EE4-B904-DABFBA4D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45A71-61C8-4610-8D88-2BDECEBE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F8317-DA45-4460-9414-D8721EB7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1D88A-94F1-4FE8-A135-C307EFA6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1C998-187A-4F14-B1FF-21811B82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5BE76-B839-4D1D-AD3A-D734304C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7EEC7-48A2-49D4-96E3-66BE491B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A1D59-F726-4560-9CF7-D895B258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DD281-CC64-4DB9-B928-9D329C86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data/day4_github/pr_fixture.json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CD2DB-FB25-45A0-8EAD-90EE8474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5428F-3A44-46C2-9D29-AED46A36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3E287-06E5-4C5C-B347-24B3B8DC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src/course_services/github_service.py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8D818-BD07-40EC-B25E-B240C064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75B44-1F88-41CD-AF59-24DD06BD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4B62A-B9F5-4DF0-A947-6BE48A23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BECEC-DDB4-430D-B353-C26D8D9D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DB05B-9933-417B-BFD8-EF95CEEA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BA6A5-9B34-4F2E-AF30-40E60DDF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synthetic fixture가 PullRequestTarget으로 validate된다.</a:t>
            </a:r>
          </a:p>
        </p:txBody>
      </p:sp>
    </p:spTree>
    <p:extLst>
      <p:ext uri="{BB962C8B-B14F-4D97-AF65-F5344CB8AC3E}">
        <p14:creationId xmlns:p14="http://schemas.microsoft.com/office/powerpoint/2010/main" val="8030633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6BDD9-59C7-4D6C-A44E-87F55097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B35A8-0DC4-48EE-B52B-701569C7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37104-3F53-4B50-B955-B3B9EED6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D3B33-3861-42F7-8E78-E1EB1665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8D9B2-681D-4D9F-9D4E-4924BE88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6313A-A670-4030-83B2-2C610146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595D8-87AF-436C-BC03-CCE241E3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5272F-CCD5-4111-99EB-F03F419B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EDFD6-6C03-41A7-B401-67655ACD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 -k github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8CC68-7850-4B1C-ADF4-C81A75AE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4DFA9-B01C-4B8D-8222-CA02A1E0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8205024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AAC41-6D9C-43A2-B823-0001264D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DDE72-6ED5-4AA8-AE2F-371A703D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09B64-926A-4764-919F-4E7C6511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C397B-D367-4E6A-AF08-97018359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C17E4-7395-4445-9CEE-F3C33A2B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CA796-62AF-4369-8295-A5FB2319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7FC46-7E85-4B03-A4AE-CF6FD255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2EAB9-4DD2-4A0C-B9E9-C67AD8B2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05AC3-6120-468A-8212-EF8EA505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48AD8-A97E-4F6C-A382-E634D6DF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pr_target.json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6FFD1-E444-4AD0-B749-73838A27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E3630-86A7-4394-9C94-C186F967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8EBD0-F779-4760-8CC8-73E8412B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synthetic fixture가 PullRequestTarget으로 validate된다.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필드 누락이나 workspace 밖 fixture는 구조화 오류다.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1026203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68A62-23B7-4938-9DC5-C994F1D8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A590D-E032-4D67-90C3-7BF7D6B1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CC4E4-102B-4AA4-9EE2-30694D82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299F2-FE6E-40DA-81FE-024FAFA6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E26C6-AF3D-440C-B978-9B10F1E7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210A3-0524-4CF5-BF7F-152146F8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5CA11-4F6B-4592-847E-022CDB90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8C196-DA80-45FE-A633-F04712C2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화면에 보이는 PR 제목만 믿고 repo·number·SHA를 확인하지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4FAF8-D847-41A1-B83E-A0AE0931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7A5EF-9824-4CDC-85F2-DB914072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DAD54-BC81-4041-A822-79B0DCEC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쓰기 전 target 세 필드를 payload와 승인 화면에 다시 표시한다.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B0E43-6323-4A39-8EA3-E98C0DCE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필드 누락이나 workspace 밖 fixture는 구조화 오류다.</a:t>
            </a:r>
          </a:p>
        </p:txBody>
      </p:sp>
    </p:spTree>
    <p:extLst>
      <p:ext uri="{BB962C8B-B14F-4D97-AF65-F5344CB8AC3E}">
        <p14:creationId xmlns:p14="http://schemas.microsoft.com/office/powerpoint/2010/main" val="3100031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16AEB-2C68-404B-866B-B5CCDF6D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A6E8E-4497-4B9F-8CDD-6B23FB2E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0BFFD-CF8E-4222-8D80-7B75640C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12B62-C88D-4377-A7C0-D95AA300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51451-4FDF-46DA-86FD-3EF68162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62223-1774-4FAC-A392-F8A85B6A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000D8-C618-4788-9CAA-75919AA6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614C5-5790-4AA2-8F78-B9BE1462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3E4F3-24A7-4EBF-B850-13849CD0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0A642-3B4C-4478-8EE6-7B4982E0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9884A-D114-48FE-9FA3-4589D9B1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0709B-D78D-4AC2-8E4C-5DEE1CA6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synthetic fixture가 PullRequestTarget으로 validate된다.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pr_target.json 저장</a:t>
            </a:r>
          </a:p>
        </p:txBody>
      </p:sp>
    </p:spTree>
    <p:extLst>
      <p:ext uri="{BB962C8B-B14F-4D97-AF65-F5344CB8AC3E}">
        <p14:creationId xmlns:p14="http://schemas.microsoft.com/office/powerpoint/2010/main" val="12931361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C8177-7B50-47EF-9E56-989E5591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A34A2-BBAD-4EEF-B839-5347CC71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FDB61-D7F6-408D-9A53-777A4E19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67267-CF5E-4777-86F5-23E5CA43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B048D-B01E-4F31-A704-1FC30409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B1DA8-22BB-414C-9881-350052A4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EB07F-91AB-4CAC-87DC-1D612147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data/day4_github/pr_fixture.json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3FAF5-45E2-4F14-B642-5E9344FC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5FA45A-1234-4513-8F25-EFFD2B7B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pr_target.json</a:t>
            </a:r>
          </a:p>
        </p:txBody>
      </p:sp>
    </p:spTree>
    <p:extLst>
      <p:ext uri="{BB962C8B-B14F-4D97-AF65-F5344CB8AC3E}">
        <p14:creationId xmlns:p14="http://schemas.microsoft.com/office/powerpoint/2010/main" val="3936352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2D19D-2B08-43C9-9E71-7C490AF2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95232-653A-45C0-8878-A174E87F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5A591-3F27-4EA6-A074-721A0256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08DE9-AF5E-4692-AD19-58D11467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B32A5-D1C7-49D1-AFF1-DB2F3577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CA1CA-6EB6-4D4F-85F6-E74264C3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90DE3-F0C7-4CC6-A7DA-A7D45115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 -k github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synthetic fixture가 PullRequestTarget으로 validate된다.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2A93B-57E2-4341-86BF-EB9627E9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04BA1-E0DA-4AA8-BFD1-2B26E01D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pr_target.json</a:t>
            </a:r>
          </a:p>
        </p:txBody>
      </p:sp>
    </p:spTree>
    <p:extLst>
      <p:ext uri="{BB962C8B-B14F-4D97-AF65-F5344CB8AC3E}">
        <p14:creationId xmlns:p14="http://schemas.microsoft.com/office/powerpoint/2010/main" val="7733224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31FE9-87BC-41B4-8121-04D56DD8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E7DD5-35CB-43C5-B74D-16C2656B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3B009-8858-4317-9A9E-D94C9F80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D9EDE-E76B-4BD6-87B7-A41658AB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DF21E-0BDC-4236-A617-036C3DB6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3F96F-9EB5-46F7-A1F0-8AB972B3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F4CEE-C9EE-4368-9408-57DB4491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필드 누락이나 workspace 밖 fixture는 구조화 오류다.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쓰기 전 target 세 필드를 payload와 승인 화면에 다시 표시한다.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90C79-E985-4065-A4C2-3840EA20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BAE10-4D9A-458A-BC6F-67321EDC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4382761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0CB6B-AB4B-4208-8361-6A982C49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374A7-4F2E-45ED-84D5-C1258255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12D46-4B55-42A1-8A09-E07DB0BA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E79D6-4A59-4171-B06C-C14FA859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E9D6F-8AC2-4DD7-B532-388101BF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010DE-5C58-45D0-94BC-FA9FFEC7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F81B8-6B78-44C4-B990-7AE0E422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900CF-A2FA-4B30-87A3-A6CEF751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2E42D-D301-43A9-9D9F-489C9E18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synthetic fixture가 PullRequestTarget으로 validate된다.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C479A-E74D-465E-ABE4-8376A874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E6824-A16A-491C-AD95-A2463547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4059C-9668-4648-ADA5-7CF71272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2C82B-EC30-4DB5-BBBC-84F88DC2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45B45-840D-48C3-912D-54D6A5A6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D161F-C41E-44BC-8D08-58F73648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16D42-C8B1-44DA-B149-BC700060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5927C-6667-4BAA-9914-7F3BC18C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9947A-6F93-4285-A453-81A38362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612076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25B28-F9A4-40A8-9000-2D0C07D6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1B1B5-D15A-44D0-AEE9-67AA3938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21F34-7B29-407A-910A-66AF1CF7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194CB-D5DB-4F47-B6D9-F151EF7C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06876-8BC0-4A7C-B0C5-07790191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5B013-F87F-4901-BB45-46AC9334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CB301-FE4B-47BF-B215-3336165E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F7273-80A2-48D9-A0B3-4A0A87FD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D47E1-115D-4AC5-914F-6A045245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필드 누락이나 workspace 밖 fixture는 구조화 오류다.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D7048-EEA8-415E-8BB9-06EC333F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3A52F-BFAF-4277-A53C-AC2E9DF3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16D6B-E0E8-4C63-9BCC-D0B740EE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7704A-CC92-4286-A293-2B6EA7F6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E0C75-8304-479F-B968-4B936F96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2658A-AE9D-48D5-B30C-77B2F344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902E1-8638-49F9-B39D-FB460123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88A8A-38FB-4FDA-B19E-1F1EAD20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21212-351E-4737-B2B7-9B5C3017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55305815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1E95A-1B5D-4AD8-B380-6E43EA10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C11F9-1906-46E8-8363-C5180B3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5BDF8-5798-48B6-9C3B-218073DF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9D9E8-C278-425E-9F2F-83EFD891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372EB-92DE-45E8-9323-7349C5A9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E5CE9-1BAB-4741-8114-65CA5377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DDD5A-D233-49C1-AE9B-2180890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사내 repo PR을 읽어 검토 대기열을 만드는 read-only 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05B37-615D-4613-AAA7-7D6610AB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BFFC2-9A5A-4500-B7F6-934E2ADF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AFB30-D8D0-47C3-929F-0EA67D28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3C5F5A-A73C-46E3-BD62-477F6289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E8056-ABCE-46A1-9DAF-C3C90A10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42339-008F-4B1A-B3F2-0B00F56B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7338B-684B-466A-946A-1BDA2F2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11F08-745B-4BF5-A8CC-A94DA1FE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E646B-31CF-4602-9DA4-E7116E02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88615-400D-43E0-A0BD-7E17A763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48548-4025-4D5B-BE88-1D84E655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4D8D3-E8AB-4155-893B-767214A2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pr_target.json을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15477397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E0C0D-13EA-4E04-84CF-83130C80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92F5A-4BDF-4FB4-BE4E-D15372BF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97410-6040-4EB3-9A4C-F5383DD3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64898-F9F8-4E83-89D5-F694512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C70C9-FAAC-4C92-A991-A004DA20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1876D-8C5E-4AAF-8503-64FC9D71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10D30-805D-4F0A-9714-0F577447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사내 repo PR을 읽어 검토 대기열을 만드는 read-only 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7AFD5-B4F8-48E0-A019-F87DDE5B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8B4F8-5FD0-4CC8-87E2-99FDA273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B4693-60F7-4B12-8164-617389F9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D9D2B-744A-44D9-A00D-19DF92B6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B1A85-3118-4910-BEAC-34512EF3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A99C8-28FF-4257-9CB4-8A9CF22E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0A69B-259D-4115-89E8-C36E792A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52C82-30EB-49BC-BB44-C0EE3547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65451-FAD1-440C-BE19-E1A0C9EC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7842C5-1616-44A4-B21F-45EB6878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11D33-705B-4240-BBAC-36AC1843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AB624D-9112-4496-8B48-A32ED39D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pr_target.json과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2317330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77F81-749C-4654-848D-39A3F171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3C2F0-4CB8-4A9F-9FDB-4DD9E2CE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1AF79-7223-4800-9F0A-67E48A4E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87AE5-8B0E-44A4-BBFF-0177EEC3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9A685-392B-4A46-9FA3-5961FC1D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C1429-E684-4DB5-BFFF-33EEFBA6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DA24E-9B16-4594-B899-F651EB89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36A88-435D-42ED-8A29-1285471D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6F9F8-4B4F-4537-AF6F-F01915FD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synthetic fixture가 PullRequestTarget으로 validate된다.로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C4D3A-BDD7-4252-BB3A-7BFE4F73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F74E2-5765-4503-AA23-A478B7F7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0229E-F9AC-4AA3-9F00-7A970284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599BD-CD54-485D-8470-9BE7C246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735D0-ABA5-4416-B6C8-5BD9BED4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96DB4-5C98-46ED-ADD1-DE30389B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쓰기 전 target 세 필드를 payload와 승인 화면에 다시 표시한다.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F7B52-851E-4E0E-9651-51315EC5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8FB58-057A-48D1-AE33-94D4D0F4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84AD9-B46C-4B83-ABB9-B4F4138A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pr_target.json에서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8375756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8CC15-A48E-480F-91CF-53995CA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BD458-D2F5-48CB-A13D-C0718B1A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2DDAC-8EE6-461A-ADDD-5CFBB5C2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F83B6-1141-422A-9B80-989C7B1A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0CE23-6A03-407A-B2F8-66F8CC11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C4118-D1F4-4376-B995-EDA13872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03DBA-BE6B-4E72-8223-6E384113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F76CD-4131-4C94-9563-DE8BC539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D406F-C1C3-4E6E-9622-C812EEF9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PR 자동화는 target을 정확히 읽는 것부터 시작합니다이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344F4-AC13-4C8A-9FD9-BAF3B6DF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24615-88B5-49EB-BDDD-941A0A27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A80B8-9C09-494A-8744-15E2AF6F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github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7D533-B412-4699-82B4-17993036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985C7-20A2-4BFE-9ECB-C1F89D54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BC1B2-76CB-4D42-945F-080EBC5A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pr_target.json과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281CC-77B3-4EDE-A5A9-EF5954CF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토큰은 기능이 아니라 권한과 만료를 가진 비밀입니다</a:t>
            </a:r>
          </a:p>
        </p:txBody>
      </p:sp>
    </p:spTree>
    <p:extLst>
      <p:ext uri="{BB962C8B-B14F-4D97-AF65-F5344CB8AC3E}">
        <p14:creationId xmlns:p14="http://schemas.microsoft.com/office/powerpoint/2010/main" val="14935411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BF986-68FF-41A5-81FC-B2DBFAF6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C4F65-F00F-4182-AB8A-03D65E43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4 · 2차시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17E29-6262-47EA-B68B-A30A904E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09:50-10:40  (쉬는 시간 11:30-12:00)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33592-453F-4247-BF11-2E1D81F1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토큰은 기능이 아니라 권한과 만료를 가진 비밀입니다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26E06-F7EA-4265-B318-A3E3E2B0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fine-grained token과 최소 repository permission을 설명한다.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4741F-71C6-466A-9C94-1653F6D8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45FEB-8404-44E9-9330-D8627845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A26C3-9B71-47FB-988F-AEEE5EC2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D72AC-58FA-49A8-AD04-744EA2CE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343AC-CAB3-4DBE-8ACB-8BB68D75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.gitignore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71BB6-8191-4CE1-88BD-789C3494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816F5-B0B6-43E9-9A98-D5732750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B1805-DBDB-436F-9232-70A53CBC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4 · GitHub PR 자동화 · 2차시</a:t>
            </a:r>
          </a:p>
        </p:txBody>
      </p:sp>
    </p:spTree>
    <p:extLst>
      <p:ext uri="{BB962C8B-B14F-4D97-AF65-F5344CB8AC3E}">
        <p14:creationId xmlns:p14="http://schemas.microsoft.com/office/powerpoint/2010/main" val="148262908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8CDBC0-9A88-419E-9D8A-2ED0E7C0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37BF9-D745-4C4A-9114-A547B4FF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A5802-FFD3-4EAF-BB4D-A42210FE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ECAF5-CB2C-457C-A774-B1111956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CAB29-E406-4905-A968-CEBE6A75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F025E-A26E-41B9-ADEA-D9F42E88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075A3-1488-48D3-B91B-15333109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9F313-71E2-48E2-887E-E9A7E195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C49C2-E46E-40E3-96D1-D780CEE9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pr_target.json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8EA22-8AFC-4E94-8251-9999EBD6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6E083-0C91-4365-8A05-845D0410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6F7F2-F7D0-4435-BE12-38293943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토큰은 기능이 아니라 권한과 만료를 가진 비밀입니다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AF8DD-D2B5-4427-AB7B-9A90BD75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EB109-E49C-44FB-8857-7CB8D1CF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3FB5B-6398-4F6B-B2CC-C7BB14E7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2C750-21F0-4006-B1E0-0373E73F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ED0C0-F234-4257-B4AE-8DE12A10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0597A-C991-4C7E-98ED-8E4AC1D2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REST client는 status code를 복구 결정으로 바꿔야 합니다</a:t>
            </a:r>
          </a:p>
        </p:txBody>
      </p:sp>
    </p:spTree>
    <p:extLst>
      <p:ext uri="{BB962C8B-B14F-4D97-AF65-F5344CB8AC3E}">
        <p14:creationId xmlns:p14="http://schemas.microsoft.com/office/powerpoint/2010/main" val="122446145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6A944-DA73-41CB-BCAB-B0CAB5EC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교육용 token 하나가 실수로 commit되면 저장소 전체 위험으로 번진다.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74B06-4CF2-4FF1-AA49-E6BEE5ED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39B22-3E34-4C84-9AE0-C4C871B6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0E3C5-A8DA-4C25-9DB4-3C36BE4B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218F7-02DD-4E6E-A67D-102E96BB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F4398-58B0-47DE-8358-F7F3AE41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fine-grained token과 최소 repository permission을 설명한다.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0DDB3-FA51-4B60-B81C-405571D5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12D0E-E307-4BAE-ADFD-A4167FCD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.env.sample</a:t>
            </a:r>
          </a:p>
        </p:txBody>
      </p:sp>
    </p:spTree>
    <p:extLst>
      <p:ext uri="{BB962C8B-B14F-4D97-AF65-F5344CB8AC3E}">
        <p14:creationId xmlns:p14="http://schemas.microsoft.com/office/powerpoint/2010/main" val="144573121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0CDF6-D863-4D3F-B9FE-F9B50CC6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D2B3A-BB28-4024-8B53-DCDD03F4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81F22-D747-4FDC-AB67-1BCCF9B6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5ED6E-1C40-4CDC-B0BE-4EE35534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F7753-C66C-4F3B-BBB8-4A3E1A8E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B891D-1822-4795-A390-959071BC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81C0D-CC42-41A1-B06E-BB28B603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4B2BC-5589-4778-8CE7-B4F40981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fine-grained token과 최소 repository permission을 설명한다.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F9282-AF83-4A3B-836A-96840F18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AB074-945C-4F25-88A1-6CF1D355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6B422-6A52-41CB-955B-4919AA7F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token 값을 notebook output이나 screenshot에 노출한다.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43D292-E2AF-4E7D-A7A4-84D2056E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95B0F-D177-4DE9-8CDF-302BDD50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92931-408C-4553-8286-5572296D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45096308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7EC978-D0AC-4D25-A2F1-E33C33BA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5B0B3-A2D3-4395-9A92-C9803095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488F4-D5FE-4DFA-B1C2-25C9BA07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C0687-B83F-47F7-B3CB-4DCBE277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D784E-902F-4439-A18F-DEEB22DC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D6FA8-0434-4A3E-BB7C-FDDFCD41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242E7-80D6-42CD-94BB-9A4C40CF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3B3A0-F74A-4040-853F-333FCB72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BACF5-B695-404C-A68A-0A55F619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33014-3E17-43E9-A5CE-67146EC3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3D8EB-4F8A-4408-AAE6-DA2B004F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84070-3A93-44E6-800E-D7E908F1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5A1EB-2C31-4B7B-A993-F0FF6CB1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C1237-9FA6-4D9F-AB7A-21F44B67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개인 API 접근 토큰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A90D2-3E91-45BA-ABFF-A587450A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FCB74-3469-4540-BA80-DEF054E6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Fine-grained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02371-3BBD-4C85-8833-5A3A461F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81726-2A37-4D59-BFC3-14796550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대상과 권한을 좁힌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B1B0D-D7A6-4C48-8F2F-5B4F51C7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FAEFB-9129-41DA-896E-93B7B78F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734EE-8667-4D97-A467-3492FB62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33A9A-8C7B-440B-8255-35FC1F45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소스·로그에 남기면 안 되는 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E6081-75B0-405D-A34A-A1EE40FC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01AAC-6889-421E-B6A2-E275F404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Least privilege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D70EC1-2234-44B8-A1AB-AD2E2BA5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E39DE1-33FC-45E1-91F9-BA8615C1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필요한 최소 권한만 부여</a:t>
            </a:r>
          </a:p>
        </p:txBody>
      </p:sp>
    </p:spTree>
    <p:extLst>
      <p:ext uri="{BB962C8B-B14F-4D97-AF65-F5344CB8AC3E}">
        <p14:creationId xmlns:p14="http://schemas.microsoft.com/office/powerpoint/2010/main" val="17353333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7BDC8-B50A-49A3-B48E-F13DB173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A5682-B42B-42F1-95DD-42406226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64E30-937E-496D-9B0D-DD27AC33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A353E-C970-4133-BD5A-72F580F7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2E8B2-D341-4187-A967-87908EFF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9BCA5-06E1-456C-99D8-77BCF218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C1242-428B-453D-972A-E7D58275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E22D5-4951-4D95-AD79-CD8E9B1D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18B52-1405-45A8-B67E-36055582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9FBEA-9705-4024-B923-C16C20E8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8078E-5068-4FB9-8A61-15048C1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권한 목록 → sandbox repo → .env local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44F43-4336-45EC-BBD9-4B3A7455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2FA6F-D9F6-45D1-9AD8-CD3057EA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05AD2-9645-47CA-A5B5-39AD0709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105C2-BA02-46D1-BBC1-9E9F9E1B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E1427-55CC-47AF-91B7-22187060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71ED4-04A3-45ED-AE63-6920BD90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.env는 ignore되고 .env.sample만 추적된다.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token이 없으면 401을 재시도하지 않고 실행을 중단한다.</a:t>
            </a:r>
          </a:p>
        </p:txBody>
      </p:sp>
    </p:spTree>
    <p:extLst>
      <p:ext uri="{BB962C8B-B14F-4D97-AF65-F5344CB8AC3E}">
        <p14:creationId xmlns:p14="http://schemas.microsoft.com/office/powerpoint/2010/main" val="34786362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7E4E3-4049-4AF5-82F0-030BBF5D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6C073-413A-49F2-B6F2-C1CE0965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99FA2-ED72-47DD-A665-56694118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D441D-4034-4586-A0F3-6C176517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4801F-C880-4B12-A67F-B029A1ED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0E837-F3BD-4CFB-B8BA-DAB9FFD9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01294-8D51-4A78-8E2F-ACC3ED23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AAB4B-A72D-4FEC-9D6D-6A015CF1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93B66-60A9-403A-B364-B6EB7B5D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권한 목록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69777-2751-4A14-BCB4-85BAFC88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5C11C-3A8E-482C-9A96-7374F1C1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AA15C-5FA8-49CD-810C-BC6AA764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sandbox repo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0EFBF-567C-49C6-A584-F6662340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AD641-39D2-495F-A84D-15403696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65D2B-D82E-43FA-970A-33584D7E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 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9E6B7-C886-4F17-9829-FF4CB51E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9CFCB-9BB6-40F0-8AF7-B13E74C5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9033E-0BDF-49BE-88F7-DE8AA008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.gitignore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9546E-7297-4AFD-BA6D-764E2E8B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E0E4C-F1F1-4817-AD1E-8B1DF16D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C69BA-590C-48F5-8569-93B2C81D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만료·폐기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0F601-FCB7-4E0C-9484-934F17D0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.env.sample에서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5009582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0256F-B3D8-4A5E-B009-1DC83709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9B70B-D447-4730-9333-1DDEFE59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ED1AB-E7C4-4837-A508-90B0374F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27F25-4DD5-44A4-9D46-4946BCE2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B69F1-4767-481A-986D-7B5BB895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E7C11-AA54-40E3-B197-C2A14166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73D6E-6F8E-45B4-9073-C39ECAEE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A6EAF-B7FB-49CF-AC2B-EACD2CD6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.env는 ignore되고 .env.sample만 추적된다.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91B11-2779-4193-8BFD-2C9C85ED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EF3C6-785C-46ED-8FA7-FD6F2EBB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66F63-071E-466F-BCDB-F219E2E6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token이 없으면 401을 재시도하지 않고 실행을 중단한다.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EFF41-48B7-403B-AE3C-52243A71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FFA5F-7EC7-4771-8899-6F88871B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4F526-DE94-4796-BFEC-9E80F28F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BE530-568A-49D9-BB25-4C83CBC7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4CFCF-2203-4A8C-9F95-F333CAD6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F7613-2F0C-48E1-B82D-24935164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식별자·.env.sample</a:t>
            </a:r>
          </a:p>
        </p:txBody>
      </p:sp>
    </p:spTree>
    <p:extLst>
      <p:ext uri="{BB962C8B-B14F-4D97-AF65-F5344CB8AC3E}">
        <p14:creationId xmlns:p14="http://schemas.microsoft.com/office/powerpoint/2010/main" val="3449229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A3824-3BF6-43AA-870F-B61C6199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F7A9C-7C9F-44E8-8C1D-D32FF341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7CC83-AB74-4DA7-8213-E29116EA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B74FD-8B28-4855-96EE-A26B614C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8CBCE-1D3D-418E-A232-139C399C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CF898-69E1-4CD8-87A2-93BF264F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065F5-DCAD-4A01-9995-CDEC7405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9E5A4-8D0D-4DAD-9FCB-F35F51CE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284B0-C92D-41FD-974A-DDD89AE7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4BD04-B29E-4B07-AA7A-3E6E78BD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AA02E-01B4-4CAB-A6C1-5B9DE240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B3F8A-B2AF-4B5A-AAC1-DEDA1827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.gitignore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F8F6D-EB3C-4D0A-A08F-2B678903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05A06-DB9A-4409-BF4A-BE3C04DB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5F231-6F18-4E4C-BFAE-09B7F3D8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09C0B-D9A3-464C-8194-11949F8A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C62D3-8CCA-4C26-A0B6-86DF6897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EC24A-A017-41FD-9DC7-FF860091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data/day4_github/pr_fixture.json</a:t>
            </a:r>
          </a:p>
        </p:txBody>
      </p:sp>
    </p:spTree>
    <p:extLst>
      <p:ext uri="{BB962C8B-B14F-4D97-AF65-F5344CB8AC3E}">
        <p14:creationId xmlns:p14="http://schemas.microsoft.com/office/powerpoint/2010/main" val="15345230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61260-0504-449C-998D-A1452143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E2801-B34B-411C-A353-A6397356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토큰은 기능이 아니라 권한과 만료를 가진 비밀입니다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E6801-2149-4CDF-9697-B0364E98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DD43B-11C9-4ADC-BA8D-64A2A857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B9264-6BEA-48A2-BC5A-0AD29FB8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20B34-633F-4118-98D2-28790A65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651C8-8147-425F-AE88-933EB608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교육용 token 하나가 실수로 commit되면 저장소 전체 위험으로 번진다.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95250-7B55-4899-85FF-BF39C1B1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CE403-71D6-4E35-83E2-74EC6A92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EF033-97B1-4527-8021-ACE98487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token 값을 notebook output이나 screenshot에 노출한다.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F1C70-6227-4CE9-89CC-8B8DA06E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존재 여부만 bool로 확인하고 노출된 token은 즉시 폐기·재발급한다.</a:t>
            </a:r>
          </a:p>
        </p:txBody>
      </p:sp>
    </p:spTree>
    <p:extLst>
      <p:ext uri="{BB962C8B-B14F-4D97-AF65-F5344CB8AC3E}">
        <p14:creationId xmlns:p14="http://schemas.microsoft.com/office/powerpoint/2010/main" val="147067831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97ED4A-13BA-4CE3-8A14-81623471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CEB1A-6A22-4824-8AB4-234765B1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CA837-866B-4CCE-BA59-B8284C3F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E1426-35EA-43CE-8D80-29887113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DA076-3DDE-429F-9A74-20286AC5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3F5B2-847B-4DC9-B3EB-3BBAB699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E1C85-21AC-4C13-8B8E-8503AB4A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5CDA6-1697-44AF-99B6-4C95616E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57380-F216-495F-AF7C-7D928B97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09BF2-61A2-4C2A-94A3-753AF62B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E9AFF-E47A-425E-B239-66CFD728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E9726-0E08-4ED5-8CE9-B421F603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36EA7-6805-4ED8-87EE-6AE6A24E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EA837-035A-455A-A8E5-883D8FE8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82ABB-D07F-4201-A69F-04871444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D46E2-2A66-4354-A115-677E2B08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개인 API 접근 토큰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363C5-9813-46B5-9E69-DB0F570A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9DE38-915A-401E-BD70-C7CE324D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9B9F6-132A-422D-ADD1-E53DCD9A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42724-B5E2-4322-9395-969980EE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Fine-grained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FFD28-60E5-4DF6-8B35-E76D4669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02A689-46A0-4DBE-9FED-422833FD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대상과 권한을 좁힌 token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FF732-CA8D-4076-8623-9D0F76CD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ED4DA-F9D5-4572-84FC-5CBA4041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2A0ED-9059-4DE8-8973-52DE7388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F94F6-248C-4EDE-9230-7E8D1CF8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39025-EC2A-46DA-A37E-805DC473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587F1-2DBD-4AEB-9401-A738B9AE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소스·로그에 남기면 안 되는 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A8594A-0FCB-4D60-8503-E3524175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E5E9B6-3F2D-4617-A60C-933F51E4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6CE7FD-C813-4A9B-8E60-0A079278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211F7B-7788-44D6-A5AA-56E25097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Least privilege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69B4CC-6AC2-45C0-A375-CE702376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7C68DB-7D6D-4F2F-9D43-07164589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필요한 최소 권한만 부여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0D294-0589-4D99-8715-506BB0E4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863B00-FCFC-4016-B772-AA492F67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05557053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B8B60-FEB5-4E04-AD1C-2936EA93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E4F98-12B2-44BE-A2BD-A2F7337B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CD737-2C2B-4DBC-834F-5292F91C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347F7-8A05-4B50-AF7D-6BA40E13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F66D1-7102-4399-9AB7-077D0D55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E6390-8369-4D97-BA48-0807D49A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71DE3-AAF3-4C5F-B72B-2242AFED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968F4-A09C-4368-B6DB-6C4A9B61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01CF4-6B97-4E98-9C95-1D4BCBA3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token 값을 notebook output이나 screenshot에 노출한다.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7C5A9-4CE7-44C3-826A-5367D526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78FA2-EAD9-47DA-B3E1-954E7179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교육용 token 하나가 실수로 commit되면 저장소 전체 위험으로 번진다.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FA3E4-E97B-4BB8-94BA-0F7D6B24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0389910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1450A-7B23-4651-B5DC-BF2D942B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1F47D-A0CF-45EF-8242-EBE8510A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F2CD4-C293-430A-AC9C-E43A1C11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AF273-34EE-491F-BE5E-09CCE22A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3AD21-F719-4760-AB35-28F13C8D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33A86-1581-44D0-8216-F90C524C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02D2B-CDAE-4987-82EC-BC70D865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1C9CD-A4C3-47E0-8480-7AEC64B0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94CA0-BC7A-4E6B-B503-3B8B479E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token이 없으면 401을 재시도하지 않고 실행을 중단한다.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F789E-1D1A-4B68-9531-295E14B7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2AC43-EC1A-42DE-8BCF-5CD7CFC9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FD24D-A342-4A82-B4A2-F77B803E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token 값을 notebook output이나 screenshot에 노출한다.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5E9E6-960F-46EC-A54C-43B92370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BB06A-FE73-4B15-90E9-E19469B3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1506C-BB85-47D0-9BAA-F57A31E3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존재 여부만 bool로 확인하고 노출된 token은 즉시 폐기·재발급한다.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7FC96-EB6A-4314-9E0F-15739414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137F3-2B16-40D0-863A-E0F6C0BE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1356E-D4A6-4C04-BC4E-38D7DB36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.env.sample과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00271365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427EF-CCF7-41F5-9AF5-CB70849B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C7751-5A0C-43B0-9CAC-4FBC72CE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7C436-92DE-47D5-8568-38DB43AB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E4207-7084-4917-8F87-B624AF4A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F1752-C604-48A3-ACBE-AFBDEFF2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C5A18-86F9-4AAA-9D7B-BDBCFC66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d3c0885994c1c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70628-F58E-4994-BF11-DCF1F947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secret을 읽거나 출력하지 않는 범위에서 config validation만 구현한다.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EEFB3-3B7A-4769-BA74-12F8AB89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18917344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4F2D8-E0EC-49DB-BB89-ACAD2475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D2BEE-611C-456B-A8FC-40BBB971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89657-6645-4556-A2BB-F2895B52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50A09-CC35-44E0-86DB-19891A22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B040E-0825-4C2F-97FB-E7592EFF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27251-5237-4250-876C-26EF84E6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5DCB8-2869-405A-93EF-00DF4BB7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78DC2-21F0-4608-BA63-8DF7DEEA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1F699-0498-47B9-AC51-16CC9C45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secret을 읽거나 출력하지 않는 범위에서 config validation만 구현한다.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E1926-98A6-4EBD-925C-EF8CD27C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6D6C2-15F9-4AC3-9A21-A9A3FD9B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FDFC5-EFD6-478F-9A04-1611687F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.gitignore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434F1-4CF8-41EE-921F-8C1DEB47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C725C-65B2-4A3F-A8E0-88A8846C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708D4-086F-44AE-86F0-F7F0DD3D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.env는 ignore되고 .env.sample만 추적된다.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token이 없으면 401을 재시도하지 않고 실행을 중단한다.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338C8-A2A8-4495-9733-5E66BA93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97F30-DA44-4292-A4A1-96FA05DB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68E64-FD26-48B2-981E-E33C2A9E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81251625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95639-F811-4709-8BFB-5282DF79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52492-9DD2-4198-A62B-7F639415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66803-5C45-4128-AEFA-32290384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BCF2B-9D96-4496-9445-8EBF14EF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18A65-C7F8-4A22-84B5-47716C53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60C8D-3333-4B01-9FFE-E02A7661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4AE4C-9EEC-4A5F-B477-4DE614C9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DC02E-36D1-4E12-9AAC-D9090F99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ABC4F-A794-4165-B661-80400609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33307-D54C-40E6-A266-5A618C66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5F506-979C-4429-9681-D20F4F80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47AF7-6129-4705-9252-C5F8FA19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80DEC-FF0D-433B-9E1E-8CF6707F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5EE61-E215-4DE7-901F-F243795C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.env는 ignore되고 .env.sample만 추적된다.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857833-23D8-44C6-BDDC-C1944F21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00FB7-156A-471A-BC83-E8DD9E88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3367E-E51B-4D79-B4EB-6F599DE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47829-75E2-4944-9721-67056A61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token이 없으면 401을 재시도하지 않고 실행을 중단한다.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6989F-1EB9-4B52-8FFD-CBA8364B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A76D0-38DB-4EBB-8D92-0E5556D2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7A9D6-BBEB-4905-9611-80FC12A6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27DCD-CA8C-4B24-9243-7C855777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66421776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B0FC7-7407-46B8-8CB3-162EC7FA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9B296-0DFE-47E4-A985-074D5813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10AA6-8268-4F62-8ABD-98A7CE78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5D7DB-2DAC-4BF0-8292-CF8F2A7F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44F35-08ED-4D45-B05A-B5914030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7F685-F997-46CD-9109-D1EC1FE6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DDAF9-8816-430E-B2EB-44C88552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51980-696A-4072-8AA6-D19E0F98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2C64F-DAC8-4270-8D1C-E57BB34A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.env.sample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6F5BD-DB2F-4978-8AE9-6BF662DB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EAD5E-E52C-4BF9-8BB6-C62DDD92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59A7F-7E2F-4D4C-AB91-EA9AFAEB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.gitignore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34045-3B91-435F-8C87-70BE0CB7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865DA-F053-4497-A842-C775A1D8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60276-8E92-41CF-BECA-DB8F0C51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git check-ignore -v .env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D0FFE-4AB5-4876-B1B1-8D3AA069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A54AD-D79E-4518-BEAB-4CDA9B62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49430-835B-4ECD-8FA6-2A9AECD6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.env는 ignore되고 .env.sample만 추적된다.</a:t>
            </a:r>
          </a:p>
        </p:txBody>
      </p:sp>
    </p:spTree>
    <p:extLst>
      <p:ext uri="{BB962C8B-B14F-4D97-AF65-F5344CB8AC3E}">
        <p14:creationId xmlns:p14="http://schemas.microsoft.com/office/powerpoint/2010/main" val="176531302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6DE17-323D-4EF0-9910-201FE45A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9ECBA-20AA-4B93-80E1-493C3741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993F1-E45B-463B-9937-23681FDF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EA0BD-CF15-48E7-B69F-BFD3C5CD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C3AE4-619C-44BE-BC74-D1C25723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97507-0220-4691-B007-95C2EF6D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D71CD-E067-488E-9610-0149A3C9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422A9-91B7-4895-9A03-7A2DF149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6744F-71EC-43C3-88B2-CD9DCCC6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git check-ignore -v .env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05F7B-C3D1-409B-9FE2-AAA661E0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BCF37-9211-4AC7-A40B-670A4383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52968042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4F2FA-93E3-42CF-90CF-D98B0084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43896-DAF9-4E49-BD65-96789794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1941C-F6F3-4E71-9784-B428C91C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9C076-1A46-4520-B1C0-E31D2CCE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A8149-6EE0-4F5D-990E-CCFB9B12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E2F32-1F70-4419-A7A0-A228BD00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E4926-07B1-45AA-B482-4BC614B1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690AC-8C83-40F6-BAC5-4CF98833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C1FD9-FD39-4DBA-A369-A85823A7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13714-C5B0-47CB-82D2-93B2CE0C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B80E9-216A-4925-8562-26F33DB3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3A366-E4E0-4500-86D3-858A44A5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DBDE5-5510-40A9-9918-A7BFE09D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.env는 ignore되고 .env.sample만 추적된다.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token이 없으면 401을 재시도하지 않고 실행을 중단한다.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55135824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E5EA0-1CE7-4DD5-972F-B94C0667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FA593-274F-4B03-9D6A-BCC19313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C7379-241F-4743-BFA2-FFFCFD10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0DEE8-85C4-4F51-B86D-14A96F62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F02FB-7753-432E-B040-66E58979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96A91-9BAA-4B8E-8DDE-EB933609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E2169-4B50-4B13-974F-98B2FF61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14A1A-B977-43BA-AAAB-F7EE852E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token 값을 notebook output이나 screenshot에 노출한다.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F33E8-3C0C-4CC4-B4D4-BECC3DDA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FD47D-6BA2-474D-9845-6FCB04DE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EF3B5-834B-472F-ADE4-53A99E9F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존재 여부만 bool로 확인하고 노출된 token은 즉시 폐기·재발급한다.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6872E-1505-42D7-BF3B-68E954F2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token이 없으면 401을 재시도하지 않고 실행을 중단한다.</a:t>
            </a:r>
          </a:p>
        </p:txBody>
      </p:sp>
    </p:spTree>
    <p:extLst>
      <p:ext uri="{BB962C8B-B14F-4D97-AF65-F5344CB8AC3E}">
        <p14:creationId xmlns:p14="http://schemas.microsoft.com/office/powerpoint/2010/main" val="126681276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991FF-07F0-4D80-BDD2-BEB53C37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44AEE-B36D-4D17-8845-C202EB13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70831-6F97-454C-BE40-892704F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1F546-2949-49C5-A865-57BB9F6F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15DD8-FDCC-4FCD-BF90-32D3D5E1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2A02D-859B-41CB-8752-423A9E52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DF2F3-D04E-4FEC-A8E1-ABB6E1F3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172E8-3B7D-422F-9EC5-65390E7D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data/day4_github/pr_fixture.json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4C7E1-0F4D-4CEF-9EB4-487C8CBC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7BC9E-5BCF-4800-BFE9-EDF4C24E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741E6-07EA-422A-BED1-94195B9D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119C7-A3CE-4B5B-8905-55DC3573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.env는 ignore되고 .env.sample만 추적된다.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 저장</a:t>
            </a:r>
          </a:p>
        </p:txBody>
      </p:sp>
    </p:spTree>
    <p:extLst>
      <p:ext uri="{BB962C8B-B14F-4D97-AF65-F5344CB8AC3E}">
        <p14:creationId xmlns:p14="http://schemas.microsoft.com/office/powerpoint/2010/main" val="148614589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44D15-754F-48B3-85A1-34BC7614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46E7F-B189-435C-94C7-E52E37D1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D4302-9E41-4663-85F9-3DE5483E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4AE15-281F-4680-838B-FE536913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671C0-7149-4EF1-9423-E6A27F19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192BE-D723-4847-925F-4EF9F5DC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040EE-6FCB-4943-856F-91A8CE12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.env.sample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D245B-F58F-4D93-A5A6-DAEA81EF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ACCD7-AFF5-4D35-9749-2EFC38A8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.env.sample</a:t>
            </a:r>
          </a:p>
        </p:txBody>
      </p:sp>
    </p:spTree>
    <p:extLst>
      <p:ext uri="{BB962C8B-B14F-4D97-AF65-F5344CB8AC3E}">
        <p14:creationId xmlns:p14="http://schemas.microsoft.com/office/powerpoint/2010/main" val="23880786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C983C-60F7-4B90-8BF6-7D4B9FC5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5BA10-4674-4934-9219-F2EAB907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4104A-F584-407A-B45E-FCCA1B4C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F3947-272D-4062-B160-3417975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62D97-9BE1-4E07-B6F5-8CB2DBB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44E57-CEBF-4AC3-A437-33603DED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2D1E4-9032-4D17-B47B-06F2CBBD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 check-ignore -v .env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.env는 ignore되고 .env.sample만 추적된다.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61692-57ED-473C-A349-0FF9F3EF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A36C2-13F2-47C4-A236-D1635F32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.env.sample</a:t>
            </a:r>
          </a:p>
        </p:txBody>
      </p:sp>
    </p:spTree>
    <p:extLst>
      <p:ext uri="{BB962C8B-B14F-4D97-AF65-F5344CB8AC3E}">
        <p14:creationId xmlns:p14="http://schemas.microsoft.com/office/powerpoint/2010/main" val="118970319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59918-33B2-4EC6-95D5-09984325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A218B-EB78-4CF8-8AF4-6DE54C16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1BB43-AC6C-496F-A8F5-58F4C56E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5F03F-B8A3-464B-B54E-5F2E3151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E77BB-EABE-407E-AE3E-8BC9E126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FCC9E-55CB-48FB-B305-850ED14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61659-E2C1-49CC-A79F-3E441D61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token이 없으면 401을 재시도하지 않고 실행을 중단한다.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존재 여부만 bool로 확인하고 노출된 token은 즉시 폐기·재발급한다.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8B5CC-8411-4429-911A-E951B3A9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C77AA-913B-4C83-A966-9E940B9F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41693993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E26AB-FF3E-451D-A887-F66735F4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134AE-1D1F-4578-BF60-B08C7704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74A1D-EA36-4C93-87B3-A7B93D73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B815A-F07A-4E77-8122-56E343A2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1D2A0-CAB5-45F2-B055-7D5935A0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FC8C4-29F7-4309-A9F4-6565A079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F0D6B-10C3-454D-B175-E038683A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0EE93-9113-4335-8ACA-205B7D9A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9BE38-4D41-4557-AE56-1247A171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.env는 ignore되고 .env.sample만 추적된다.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1DA6B-23E7-425B-B83E-7AE68541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B2388-B33F-4BB7-91BA-0EBF622F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CF982-550A-4492-892C-0C732EBB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60F9E-2DD5-4CD4-B664-BD2F09A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53038F-E756-47D1-A3FD-DF34E04E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3C2F7-6333-4B34-B912-CAD31D6C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5361D-D7B7-4AC3-A66B-4543EAF8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EC280-AA88-4473-9D25-5851337A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E0D78-5595-41CA-8500-006983E3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08324434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CC810-4D75-40BB-86D7-66A3B914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C1653-E9A1-40EA-8B4F-0B421B6F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D0B48-0AB2-439A-8D90-67C344E0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CF9AB-1D3E-445D-A0FC-82248D5C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5C50B-C7AD-45BD-BDB8-7225ACFA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0E251-AA9F-4560-9688-ED761589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F519E-6073-4F6B-835B-82E02475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F0455-E7D5-4964-A9C9-7F3A06D6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77059-26FB-487A-BD1B-ABB80B1C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token이 없으면 401을 재시도하지 않고 실행을 중단한다.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E9D18-0C05-433B-9A04-AF89412D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C94B0-9178-41EE-B4A2-EBCD0233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6DEDA-475A-4D5A-AC0A-02CAD4F5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050B2-5D94-4449-98C5-7A489C3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9C33C-63D9-47DD-9928-CFD33686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4AB7B-04AA-4921-9065-87D398BF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666FF-B56A-44E5-AF35-56D79B72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31047-3CC5-4B36-9A23-6C53033E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AFBE2-5BB6-42B7-B7C6-4C525384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93207662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6A37B-7FD4-41FA-8B38-0C94CFD7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AAFAE-580A-482E-B3A6-D521F684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3E679-AE94-4C24-A261-2134A297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3FF85-B4CE-4190-AA3F-C42A1286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A0ED9-1306-4928-819A-5200FB44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72F17-C061-4109-9E1D-74041B74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9A346-46EA-40BF-97D8-A9B38E0E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교육에서는 mock, 운영에서는 App token·short-lived credential 고려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C445B-1D49-4AD8-A54F-79E970F8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063D5-8012-48C6-8C67-1808E6AE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527D4-9DB2-4B33-9719-1161103A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CAF4F-B63C-4BAC-966D-9E8B1CF3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C733F-8BB7-41A5-8247-7CDAF3F8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CA0F4-C44E-44B0-9E15-94C35C62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15182-214B-464E-975F-E199ADF5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DEB9C-B17F-4391-93B0-3A0F46D7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A3ADE-2B94-46FD-B2D6-EC5A2897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F641F-50D6-48B7-9A11-979C4257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A30AF-7AA5-4594-95C0-B893C936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F0778-290C-4F75-B37A-42CE9872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47810043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8D553-17B7-490D-8FDD-BDC185FC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0B3E5-6705-43C4-B0D5-77DB7C27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C4BEB-FDEF-4B4E-B648-CC3B87DA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E4A6F-1B06-4A7E-B4BE-3F4C9FED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568A0-17BF-494D-B597-76207A60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62680-84BB-4846-BA7C-0DFC213A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A2872-399D-4FB0-9119-0DF5C0C5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교육에서는 mock, 운영에서는 App token·short-lived credential 고려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8E876-B757-442D-9AF0-5698AC46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41681-5C99-43DD-8E30-CCC159B4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81C5B-4985-47D7-A40E-924199B9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8AEE0-833C-4635-888F-1F801269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763A8-2BF2-43EF-845A-B82D7235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9FD85-B500-4698-A917-4667E0B1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1A03F-4F6B-462E-B003-F7BFEF74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F5007-0D8D-4A31-B071-FE07631F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F2EDC-EAFD-43BB-A1A2-EE598B40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19432-FE56-4A52-9791-82DB1D0D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B1409-08D2-49D0-92B6-30B8A803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DDB0B5-54F3-4C8D-8351-1A722470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94496785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018E8-DBD8-4F04-B288-2F292261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73832-EF80-4761-BAC5-32BA3388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C6A5D-D80D-498A-8CFE-79EC9CF3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8B2DD-72DF-4CA5-9AC3-EA18643A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D762E-C771-44D4-AF74-67D22F35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0511E-2E91-4BCF-ADF5-D9B478C9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058A0-EF40-4FB8-B5DD-48D74DE7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F8EE4-9046-4AAB-AC3B-CD771AE7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23E62-54D2-4DC4-9E40-B9062FCA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.env는 ignore되고 .env.sample만 추적된다.로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9E6F4-F341-4FAF-AA64-3C5309C9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D02E2-36C7-47B0-9D62-521B28F0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F46CE-AF84-4C00-863E-C3D7073F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95D4F-00DC-4D9E-8387-8C88F496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5F716-2C70-4119-A9C0-60B824CE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B1FBC-98A7-4455-9D71-F06D78BD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존재 여부만 bool로 확인하고 노출된 token은 즉시 폐기·재발급한다.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AC970-B812-4C2A-8098-D5384DA7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2E7B8-7F47-40F6-B2C0-E3F5DB50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970D6-DA85-4E7D-843D-3F4D7F2A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49020734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FF57E-262D-4209-BFEF-E3E6DD4B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C4C8E-3A75-4764-AA18-015562F0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C7CF0-CFEA-4A91-B32E-490455B8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0A7A-F61A-44BA-BF7C-87F7C4F1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81ECF-C019-4B91-BC54-8330C340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7C102-37DB-4DCE-B8D9-8BE4E069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D7538-C20C-463C-908F-1B3C581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A7A71-5D37-43C5-802A-6E1475E6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92200-112D-4267-9FF1-3B18BD2B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토큰은 기능이 아니라 권한과 만료를 가진 비밀입니다이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CFD48-FB78-4D57-AF14-ED2E3C5E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92374-25F5-4668-B7B0-15D06C9A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F55D9-EC8A-44A2-B02C-F03B80C3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git check-ignore -v .env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86898-017A-4C02-A802-80B61BF0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FEF07-D96D-4FD9-BDA1-7D3B3997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42572-2A30-4714-8D75-78580F82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.env.sample과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D7CD4-078F-426F-B379-6BC37468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REST client는 status code를 복구 결정으로 바꿔야 합니다</a:t>
            </a:r>
          </a:p>
        </p:txBody>
      </p:sp>
    </p:spTree>
    <p:extLst>
      <p:ext uri="{BB962C8B-B14F-4D97-AF65-F5344CB8AC3E}">
        <p14:creationId xmlns:p14="http://schemas.microsoft.com/office/powerpoint/2010/main" val="143534322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641F9-93FB-4353-9FCF-2C20CB9B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BA33E-2638-4430-B67F-23967E9E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4 · 3차시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B7A0B-A110-44B4-8DDB-DF23ED30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10:40-11:30  (쉬는 시간 11:30-12:00)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58448-DD1C-42D1-A7E6-F5B214CD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REST client는 status code를 복구 결정으로 바꿔야 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144CB-BB17-4ACF-8C7E-969145C2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read-only PR 조회와 pagination·rate limit 계약을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B304E-83FD-45F3-9238-568CB7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634B9-62B9-45A0-A0AA-3769397E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C6D2B-7F05-42E8-9BF6-C374B909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B7EFC-A70F-4DEE-A946-7BE444FB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872FD-3D22-4D52-898E-DF168835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A81C4-9D21-4961-A99B-E179A72C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A36E1-62F4-4261-8279-7E6FF54B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github_read_result.json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7D02D-867B-4F66-A0B8-D510127A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4 · GitHub PR 자동화 · 3차시</a:t>
            </a:r>
          </a:p>
        </p:txBody>
      </p:sp>
    </p:spTree>
    <p:extLst>
      <p:ext uri="{BB962C8B-B14F-4D97-AF65-F5344CB8AC3E}">
        <p14:creationId xmlns:p14="http://schemas.microsoft.com/office/powerpoint/2010/main" val="23339738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40671-5611-4CAB-B9AF-6AD577BC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70CD5-5261-44FD-823E-75511632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01960-B5D5-4412-9105-83BE276A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54F61-0E44-46E6-BA80-FBB87F7E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FEED7-BDA9-40A2-9E1E-4E34AC0B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909EB-1A4C-4BEB-B2D1-E16A467C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FBAA9-3AB1-49EF-BA78-49F51D6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FADCA-0BF5-4592-89EC-CC50A28D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326FB-1099-4D1F-A3EF-E05210D6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62E80-D96C-4273-A11A-E4D64C46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CBFD2-78AC-469D-BBCA-D04E736A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DF1A4-C458-4614-8771-31EF56A9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REST client는 status code를 복구 결정으로 바꿔야 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94E6D3-6926-466E-B025-33C62D15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E64C6-A94E-4564-B48D-5B77B055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675FF-0EE8-43D2-BEB1-A3B7F3E7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github_read_result.json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B58B8-28F3-4F60-A67B-2F40DD1C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93D63-31FC-4BDE-A21B-7453CA03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084B0-2245-476E-BA15-3634DDD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state에는 다음 결정을 위한 값만 둡니다</a:t>
            </a:r>
          </a:p>
        </p:txBody>
      </p:sp>
    </p:spTree>
    <p:extLst>
      <p:ext uri="{BB962C8B-B14F-4D97-AF65-F5344CB8AC3E}">
        <p14:creationId xmlns:p14="http://schemas.microsoft.com/office/powerpoint/2010/main" val="151313715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5E315-A72A-4B84-899B-09233045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오류를 같은 retry로 처리하면 인증 문제와 rate limit이 장애를 키운다.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B87D9-6E16-4D47-BA9F-DDC60457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F48B5-8133-462B-958C-1D20F1F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627EB-AEAE-44C1-9B7B-9A960CA7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AEBA5-DF5B-413D-9FEA-98237237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49FD5-525F-463E-9717-F95DA6FE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read-only PR 조회와 pagination·rate limit 계약을 만든다.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AF4F0-C615-4F49-B4C6-A2EDC92B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BF08C-BB38-4C0D-A784-3701C723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github_read_result.json</a:t>
            </a:r>
          </a:p>
        </p:txBody>
      </p:sp>
    </p:spTree>
    <p:extLst>
      <p:ext uri="{BB962C8B-B14F-4D97-AF65-F5344CB8AC3E}">
        <p14:creationId xmlns:p14="http://schemas.microsoft.com/office/powerpoint/2010/main" val="68697676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35866-F1F1-4A0B-A42D-ACC4B963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E59F9-D502-449C-8EEB-9030BC02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B47F2-690A-49D8-A91E-DAECDD8E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75867-017A-4E47-9874-985D4F20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9B2C4-4663-4A7C-9F2F-623A5CDE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35CCF-E8D4-46D5-A32E-C07A54CE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DE3D5-D886-41E5-A598-32405D9D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546C6-E9EF-45C5-A3E6-864CDC49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read-only PR 조회와 pagination·rate limit 계약을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B3A1E-0CA8-4735-A836-F3D45CF1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07AD5-B29B-4909-9C0C-C9EBD57C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2F7B9-FE56-4766-9D76-4668FE11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401·403·404·422·429를 모두 세 번 retry한다.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5C945-3AB1-4C68-A65D-3200F492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517B1-A7BB-471E-B079-F6CF9697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433AF-8986-4D47-B8C0-DC9FE964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github_read_result.json에서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13069526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58C0D-BFE0-4ECA-9684-828CDB3A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62B0C-BD4E-413F-9F75-66123EDA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4E4CB-C0FC-4B8F-968C-0EB753DB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54DA9-D4D8-4866-B219-47C7B0D3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F5F23-9924-4A30-9910-55F65AF0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16696-CD89-45C6-97A2-BFBE6292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4545D-6C92-466C-9FD2-09A73DD1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96E8B-1C0A-4CE5-A9D8-5CDAAB29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16EE8-4BF2-4AE8-B024-342BC8E8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333E1-3420-4989-BCF0-FAE643F1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E0953-387D-4C94-BB39-D72CF000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7E38E-0420-4E32-A8ED-15658B53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64C83-92BD-4A43-9BDE-6DF3E414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6EF9A-C0AB-46B9-BA4F-8FF08665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HTTP resource 단위 API 방식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0DD72-7BEB-4C35-982D-140228E0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74A1D-C152-466B-B460-BFD98855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Pagination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261E5-2D44-445D-BDEF-4EF9DBAD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384C8-4BE6-4357-8D87-DCD8AEB1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여러 페이지로 결과를 나눔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5FFA0-BFC0-4872-A06C-79BEC11E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CD61D-30FE-4D22-B06F-1E71BA63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Rate limit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6364A-F4EC-4124-9C2C-28A69B4A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E7F24-3104-42A8-BC3E-2C84169A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시간당 요청 제한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606CC-58A8-4F5E-BC41-20ED5CAD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66594C-F8B9-42A3-B41E-9F3F7F68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Retry-After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2E82AA-6C18-4F91-A3BB-119ED630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CDA3D7-2DE6-4A46-A955-9A0FB939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다시 요청 가능한 시각 힌트</a:t>
            </a:r>
          </a:p>
        </p:txBody>
      </p:sp>
    </p:spTree>
    <p:extLst>
      <p:ext uri="{BB962C8B-B14F-4D97-AF65-F5344CB8AC3E}">
        <p14:creationId xmlns:p14="http://schemas.microsoft.com/office/powerpoint/2010/main" val="53468516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C12BE-DCD5-4BE9-BB38-69BA4999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990DC-9EA5-4526-89F7-02C09BCD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14068-8902-4813-AB23-08B78B4A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F2381-B72B-4170-8DC4-995D02BB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D7CBA-78FD-4CCA-8BAD-5F5CC42A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6C80C-441D-43DF-9759-56C12085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43007-A9C4-4288-881B-C0320C1D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E998F-D1FD-42D1-8FAF-F1D9CFBA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F1C43-A602-413F-BC0E-B73F7742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267B7-FE60-4597-80B6-03382BB6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1176C-F926-400B-B5EB-B11C897C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GET request → status classify → pagination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45788-14E8-4936-87E3-9DDF35D9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99880-406C-45D4-B197-49B7D02A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D4403-AB47-43E6-B8D6-66BE5E6C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github_read_result.json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A1C3A-B619-40D4-8227-57851D53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2BF12-D729-4861-86B3-A18500EE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A5A94-AF62-4D95-92D1-EAD8ECD8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200 응답은 target·diff·rate metadata를 반환한다.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429만 Retry-After와 최대 횟수 안에서 재시도한다.</a:t>
            </a:r>
          </a:p>
        </p:txBody>
      </p:sp>
    </p:spTree>
    <p:extLst>
      <p:ext uri="{BB962C8B-B14F-4D97-AF65-F5344CB8AC3E}">
        <p14:creationId xmlns:p14="http://schemas.microsoft.com/office/powerpoint/2010/main" val="2041285705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AADBA-506D-4C1E-8E6B-C36B7B7B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CA922-4D9A-4318-AF60-3216A35A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137EA-10DB-4CBA-BC6B-155DC6E1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D7EA0-78EA-4F85-BD29-0B0381C6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11567-DD29-4810-8C5E-7ACB2210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D1005-87CA-4170-8817-F917BBB7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48456-3BE0-4CBA-B58C-C4D8D3A0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16B9A-F116-470F-A7AC-17396D46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876B3-4B19-4B91-B0BE-73DD7273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GET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3C649-6B5C-4A3A-B078-21D1AC8C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D67D9-6C1B-46C1-ACA6-6E594EDF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897FE-EB55-4D69-8D77-F30A25BE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 classify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95182-A31C-4A46-B86D-50A132CD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A7F4D-574E-4C92-8FF9-A24F6E15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327D5-B10D-423B-84AB-CFAC98CB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pagination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1D81F-0313-4E0D-BCB9-6A89F545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E4AA1-AA03-4211-8822-1757771F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9388C-2585-4855-8F5C-EE53B274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bounded backoff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A618B-049D-4132-8CC1-85A3E053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D1631-C320-4A92-BC91-E0C831C4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5C1EF-EE09-47DA-A7F6-258085D1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structured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9A4F0-68EF-48D7-AAF6-EA04747F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github_read_result.json에서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3778449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FD12F-439F-482C-9820-B96A62B7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6AF76-1E7D-4038-B8CE-39F23764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24B3C-3A12-419E-9898-D8A09F5A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81782-C3D8-4813-8C39-269ED774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A7A20-70FA-4403-A512-3D41885A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47D13-1432-4115-96F6-7203F15F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62445-EA7C-4092-9011-8CCA09DE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CEE2F-932D-47A4-A282-C3A4D12D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200 응답은 target·diff·rate metadata를 반환한다.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A4935-23D9-40D8-A74A-3ED8177D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174A8-C75E-45F4-88DE-327EEA21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CAEFD-2800-43C2-A24B-74E8B0F7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429만 Retry-After와 최대 횟수 안에서 재시도한다.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6DDAA-81E8-4A6D-893A-3996BF5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62CA1-16C1-4E59-8279-D1AB7F6A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50BC4-08BB-47EC-BF47-CA9B6150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17E84-D74B-4628-AA0B-1847511C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7BA00-DF59-48CD-9D2D-B281BE99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D1146-EE8F-4B42-9AA0-41170CCB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식별자·github_read_result.json</a:t>
            </a:r>
          </a:p>
        </p:txBody>
      </p:sp>
    </p:spTree>
    <p:extLst>
      <p:ext uri="{BB962C8B-B14F-4D97-AF65-F5344CB8AC3E}">
        <p14:creationId xmlns:p14="http://schemas.microsoft.com/office/powerpoint/2010/main" val="54073748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9ABE8A-7E09-4077-8975-335F73D1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1F3C9-8061-4418-AD1F-F1157AF6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A4CD6-677A-4636-81C7-417A93FC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92223-FD62-4BEF-9BA6-509EAA05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69BEF-DDB9-4C60-AB5F-57A2B4C1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68AD2-60DE-4013-9D8E-5249B9C4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72C3D-7AC4-40C0-9BBA-DC8C049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AE727-C5FC-4C0E-A1FE-C94CAD92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966C6-5817-4E10-80D6-BF1B24FE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33415-A408-4D33-86C6-7A68B169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6138B-B4FF-4251-A3A1-96DAF318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27244-229B-4AB3-B5A0-AD1BC91F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A8553-B465-4F54-8610-852055CA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36F20-CB13-49CE-ADA7-5FE498C5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6803F-CECC-46C6-B864-491BC322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9CE66-F9A5-4B12-8B4C-26AE22CC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3EF302-D2AD-43C7-9FEE-CA008888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96C11-B787-4536-99CF-6B9FBCEB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output/day4-github/read-result.json</a:t>
            </a:r>
          </a:p>
        </p:txBody>
      </p:sp>
    </p:spTree>
    <p:extLst>
      <p:ext uri="{BB962C8B-B14F-4D97-AF65-F5344CB8AC3E}">
        <p14:creationId xmlns:p14="http://schemas.microsoft.com/office/powerpoint/2010/main" val="36241844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E1177-660D-4997-89C5-3CFE251F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3745E-EA59-4F6A-A024-3BF766BD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REST client는 status code를 복구 결정으로 바꿔야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29D90-F507-4585-BFE1-5DE7C57A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D24B5-2B58-4105-913F-FD40164A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D5549-1470-459E-B429-983E73BE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7CBD4-91D7-430E-897A-043EAB0E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77558-6BE6-4A7C-9402-B2462265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오류를 같은 retry로 처리하면 인증 문제와 rate limit이 장애를 키운다.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36D6F-D729-406B-B3B3-CCCBD960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40214-542F-4041-883A-C214A61A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80C8F-CB8A-409A-8DE0-274735B7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401·403·404·422·429를 모두 세 번 retry한다.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F5685-0265-4DCA-8102-60339BDC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재인증·권한 확인·target 확인·diff 갱신·대기 경로를 error code별로 나눈다.</a:t>
            </a:r>
          </a:p>
        </p:txBody>
      </p:sp>
    </p:spTree>
    <p:extLst>
      <p:ext uri="{BB962C8B-B14F-4D97-AF65-F5344CB8AC3E}">
        <p14:creationId xmlns:p14="http://schemas.microsoft.com/office/powerpoint/2010/main" val="1264108797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6F27A9-96EB-4A13-9948-91FDF2DC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5FAC7-3542-40D3-B334-6A252CEF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9FC32-A3B0-4C07-B05B-0D353322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E6994-F974-47EF-8DCC-8F900869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D5B3A-A882-4A75-8C77-650BC481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01C23-43EC-48B3-B220-B2A60A8E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F5171-2981-4BB9-B4BD-3B265CB9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1849D-ADD4-43C6-81C1-F26BD830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3BDFC-0C61-4A1E-83F9-863AD1C1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81B98-9033-484A-9EE3-14E8E5B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0F8D4-FCBA-4A20-B932-AF7BC381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7873F-B8CE-46AA-BD8F-7D898A1C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79294-6722-4FC9-B78C-757EED55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E8133-3AD3-4B24-909A-6727BFF9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FEBB4-FA41-4783-88F2-AD19F6B2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9CBE4-9A31-4F7B-BAC2-B1D05C87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HTTP resource 단위 API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A7876-9B93-45F6-AFF1-7940BDF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D8D34-E4DD-4F09-94AB-A34B0E5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0422F-E04D-4EFC-BABC-604B9DCD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91585-6171-41F7-8E2F-28F09264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Pagination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0126F-065E-4410-8BC6-AD85FA99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F8669-2FE1-45C9-92B9-37CE75FD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여러 페이지로 결과를 나눔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360604-0A2B-4094-AE2B-5B347B01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B71B5-0B06-40BD-B525-25A3EC55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21F515-85A0-40DB-8DAF-264450E5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9923A-5BE3-46DA-8387-E46C024C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Rate limit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EAFB65-3361-44BA-9FD0-DCA7E863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578914-2F62-403E-9EC7-85B3C175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시간당 요청 제한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A9F110-2653-414C-B29D-FF7149FF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8C41C-EC4F-443B-A8F8-E792E8B0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B26E3A-70D7-4575-B89F-43E9B672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3373BA-2B1A-4A94-880C-CBAD982D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Retry-After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AAAF7D-4B4A-48D8-A18A-A16443F7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E7D40C-79F1-4750-A9A5-9B7CA318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다시 요청 가능한 시각 힌트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6FE654-BA5A-4500-9AB1-24A70020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40DDEB-3576-474C-AA2B-87C65757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94702970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8371B-DCF5-4DD9-A0A6-81AB2BB4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C8783-8C02-467C-A3B8-B90282B2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193DA-7859-49D5-8EF5-F189C63C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AE431-33EB-4A3E-8E09-A1C487E0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E9183-CFA6-4F27-9DF0-9C8B2FF5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84311-BC85-48FD-A54A-16C7A54D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F7E64-E757-4253-8E81-F05FB313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54365-0497-48F2-81C8-8D0119A2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D1A68-50D0-4ED2-A7C7-082CCC88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401·403·404·422·429를 모두 세 번 retry한다.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43D34-FDFB-4C74-A7C2-29D6B264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AD1F3-0B38-4FF0-8AE5-CF865359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오류를 같은 retry로 처리하면 인증 문제와 rate limit이 장애를 키운다.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DA202-D176-4202-B43E-4CF2B6E1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3659293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A2FE1-DB49-49B5-95A8-AD4509B6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88A39-6608-4471-A07F-8F7BD107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53C00-AF53-4C6C-ABE4-7C62091E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65CD8-587C-4F31-ACC1-2D60FA65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45488-AD6D-4BC8-B4B8-B3891A57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1B2BC-A3D4-4EE9-8340-D2383669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F5E9B-E3F3-4D81-AD6B-B5FA0EF3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07C4F-2FAA-46AD-B306-88AC28E9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2E8CA-9F01-43EF-AEC4-7061E5AB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429만 Retry-After와 최대 횟수 안에서 재시도한다.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73E2B-99C5-4968-A23D-9773CE3C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A73D9-1942-46C3-B485-3EE58B72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29FDA-AFC8-48CF-B836-DBAF9440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401·403·404·422·429를 모두 세 번 retry한다.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5E41F-AA51-4A76-9753-D585D56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77300-FD29-40C3-ABC7-E372EDEF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2F201-8CFA-4894-B659-988DE7FC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재인증·권한 확인·target 확인·diff 갱신·대기 경로를 error code별로 나눈다.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316AA-1658-4183-A628-FB471219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1FDD5-5E62-4DBE-BBC4-6942368F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9E201-33AF-4C77-9449-E6259967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github_read_result.json과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86213285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F51D4-A856-4127-ADF9-344723E4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4C54C-7634-43F1-BF9A-74AEEA69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1E3D5-15FB-4E3E-9616-8EF65328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16119-18EF-4F96-809C-892D78B5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2073B-4E62-46A7-A090-1B95B859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65D9C-B5FA-4B81-85CC-1E658F08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1a4d30d2e47b8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77090-EC15-4C09-823E-BE01B145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fake HTTP response로 각 status code의 결정론 test를 작성한다.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61119-FFA9-44D3-AE3C-0B0059AF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035065261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89FD6-B1C2-40A4-82CC-3358FC1F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15BB8-A1A2-4859-A065-3AD3CEA7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A9478-EA7E-4B88-B9BB-58A74A4F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9F049-7522-4FD4-9865-2EF9CEE2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855F7-6128-4D60-8A3B-94D3E887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C8DAC-6313-42E7-929A-CD821634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806AB-FD66-4AD9-AB0B-35449380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8983A-0351-48E7-BA99-32A8F657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4D984-428A-48A3-9C42-93EF4FE7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fake HTTP response로 각 status code의 결정론 test를 작성한다.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AD700-EA22-4392-AEC3-8778B03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36AE5-86B4-47E3-AAAF-CC0C1B27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28763-1CC1-48B1-BB7B-60DECA3C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4D539-4CA8-4BB6-B4EB-B7C2805D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F27C7-09F3-43A9-942B-938D1AF1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91EAB-5951-4C1B-AF95-37B79F2E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200 응답은 target·diff·rate metadata를 반환한다.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429만 Retry-After와 최대 횟수 안에서 재시도한다.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EF50C-B0F8-4EAB-99AB-91BCB2FE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32B8B-1E8A-4448-9CB8-D2146FF1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5424FC-E84A-44C8-96DB-84167B9E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36084359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354DE8-3891-4E28-9071-AE3003AF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FB16D-08C7-4935-9E46-16B61B33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9B0FA-C346-4A25-94EE-43DB0A75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B7C9A-48E8-422A-8A83-11D61661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C7B4D-4616-496A-8F51-0C0C3C09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71020-5BC0-4042-AA5C-C8D20C30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63370-D68F-411D-8475-C4273293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E9C4C-DF32-480F-A56C-557D3B2E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8818B-A353-4368-85FC-560FA3CA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5749C-B840-465F-B006-68EBD239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A5674-7158-491C-A979-7B4CFB54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0C241-5F80-46BD-B0D7-1D660F38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EDA3D-33E2-4A29-934C-5EF0178D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5F9B3-81D1-4AA6-A958-A840BA05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200 응답은 target·diff·rate metadata를 반환한다.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90BA9-E061-4E13-8A54-A0D9A322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FB7787-4077-4838-8B21-2290ACA4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7085F-E85F-41F1-9253-100B09F8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14BEC-F1CE-4E42-9A1A-6B7931E1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429만 Retry-After와 최대 횟수 안에서 재시도한다.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D2CA4-7C06-45E1-991E-6A86012E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D2FD1-E08B-4281-9F3F-C6932CBC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06ADB-7AEE-4C7F-B0C9-B6FBC08D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4A9B2-CAEF-4FDB-BD47-2DB4E479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829452937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26F2C-4728-4CEE-8089-AB2C6E2C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FBC47-0E55-45A5-AD2B-833CC092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8BF6B-6FAE-4E31-B8AC-5EBA484B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8353B-EE59-4101-B4BF-C8D62331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76DCF-948D-495C-8E26-292AA7FA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B0D8A-E101-4E91-A284-7BDEF63D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6773A-4ED5-475C-80B7-546B63F9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F4F5E-F84E-4468-9986-2BA7B1EE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0C978-AA3E-467D-BA4C-93941CA3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src/course_services/github_service.py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E9F3C-8D59-47AC-AE24-F4E39F3A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1BDBD-B503-41DF-8025-472B5657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6EA15-550B-40B4-B4F2-AE25D641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materials/day4/day4_service_lab.ipynb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C549C-521D-4DD4-AC79-4B19E7B5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1A820-8DFE-4752-A894-2695D620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6132B-3706-4DDA-8C96-8F6FC113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84C4D-13B6-4F9D-895B-F363E925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2D3E8-47CD-4E0A-820E-9B9F4CA6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1A19E-F285-4910-9B8F-CFDBB454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200 응답은 target·diff·rate metadata를 반환한다.</a:t>
            </a:r>
          </a:p>
        </p:txBody>
      </p:sp>
    </p:spTree>
    <p:extLst>
      <p:ext uri="{BB962C8B-B14F-4D97-AF65-F5344CB8AC3E}">
        <p14:creationId xmlns:p14="http://schemas.microsoft.com/office/powerpoint/2010/main" val="831249041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DE292-B52C-4CAF-9432-2480892F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8C0B3-5A51-4D44-B968-8636CB39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8A2FF-8592-405B-8494-F29C91B6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68DD9-06D0-41AF-8CED-5B1F48EB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C05D0-1610-4BBD-B8DC-F490B5AA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DD4F1-F84F-4CF1-BBE1-9134006C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3FF1E-8389-458E-A285-C5DFD5C6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FCA6C-F4E8-43F6-8476-E6EFC755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19D70-E568-45BB-8E1A-D82445F7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35521-4D40-4FA6-999E-60F6D834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A04BB-C5D1-4E71-85DE-60135AE5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850524516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2CB5A-1E20-4615-A380-ADA88608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174AB-709A-4182-B0E3-42476144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B66A5-F755-4907-87F9-ADEAC045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9450A-9752-4520-A654-C9908253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1FDA7-FA5D-46ED-8115-5DC53C16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126A6-503E-44AC-A3AD-41368E35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C5670-BD68-4C0B-9DB6-7704A6CA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4C5F9-4ACB-4FCC-9769-1EBF2E36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2C2C1-2379-4842-A28B-94ABB805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7BFCA-D091-4530-A2A9-EDD95D23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github_read_result.json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57DD8-8819-49B6-8EFB-23716590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3AF5C-F49F-45C3-99C2-341DF756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03ABB-63DC-460E-BBC1-A3E911DA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200 응답은 target·diff·rate metadata를 반환한다.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429만 Retry-After와 최대 횟수 안에서 재시도한다.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81941942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64F8E-EFBA-4CAD-AB98-2FD3C80D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53B7D-F31A-49DE-9A33-CFCA9BA7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94E42-8214-4C06-8F24-6ED639BC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F268B-0FCF-4A45-9B0D-D9C1BAC2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DA319-1686-46C3-8067-B1449241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6E199-C81E-4E68-8C11-6EA79A9A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510A4-B1A1-43D0-AA04-74ADA5AB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E9F14-4F59-436F-AF56-A08B96C8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401·403·404·422·429를 모두 세 번 retry한다.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9F6AD-4076-495F-9BD6-6AA13354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A1DFE-A0FE-47A2-888C-46731FE5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8F351-8D4C-4128-A184-37BF6D24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재인증·권한 확인·target 확인·diff 갱신·대기 경로를 error code별로 나눈다.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23A1B-E21F-420B-AE9E-9BC2C7F3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429만 Retry-After와 최대 횟수 안에서 재시도한다.</a:t>
            </a:r>
          </a:p>
        </p:txBody>
      </p:sp>
    </p:spTree>
    <p:extLst>
      <p:ext uri="{BB962C8B-B14F-4D97-AF65-F5344CB8AC3E}">
        <p14:creationId xmlns:p14="http://schemas.microsoft.com/office/powerpoint/2010/main" val="1905227719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CBAB0-8B8D-402A-8BB9-4BD5527D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6F74A-9880-44FF-BC01-D8C34746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3729C-0F02-43B6-B238-9E94E316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4DB9D-672B-4D8D-877A-5F2F244E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74447-3029-4FA3-88B5-32D3345D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D21BC-A8E7-4FF1-9F55-92DAA705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3673C-4812-4A18-B6B0-6C76FE59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33B0A-30E4-4207-A09E-A6FF74B0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output/day4-github/read-result.json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FD49B-837F-4D01-BFB5-B23D9259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648EA-3CDA-4496-8F74-2456285E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10CFB-C66E-4188-906D-51217A96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A3F1C-B006-4DB2-BD5D-7E487B6B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200 응답은 target·diff·rate metadata를 반환한다.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github_read_result.json 저장</a:t>
            </a:r>
          </a:p>
        </p:txBody>
      </p:sp>
    </p:spTree>
    <p:extLst>
      <p:ext uri="{BB962C8B-B14F-4D97-AF65-F5344CB8AC3E}">
        <p14:creationId xmlns:p14="http://schemas.microsoft.com/office/powerpoint/2010/main" val="1991636123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4105B-44A3-4C8B-AF0C-4FA4305F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CD9F0-6CA4-4B1A-AE8B-8EA55EBF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42DCC-D663-4C22-8BA9-71118579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E5A1C-EB79-475D-9CD3-7401563F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43E5B-129F-4097-A4D7-D1AB63D2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1F649-BAED-4548-ACC2-BAEF1075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64AE5-2A8B-404C-B9C0-451CFBB8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src/course_services/github_service.py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CF7DE-E241-4977-8C5E-587AE736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F1AB6-B21A-466F-BBAB-4DC8122C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github_read_result.json</a:t>
            </a:r>
          </a:p>
        </p:txBody>
      </p:sp>
    </p:spTree>
    <p:extLst>
      <p:ext uri="{BB962C8B-B14F-4D97-AF65-F5344CB8AC3E}">
        <p14:creationId xmlns:p14="http://schemas.microsoft.com/office/powerpoint/2010/main" val="1519303098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6124E-22F6-46EE-BB4C-3297917A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984D7-74DB-4A5A-B890-8F9F1B57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C6584-B900-4789-8E2A-8F158493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D5B54-5C01-43BC-BE33-F891F1EF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485E0-6526-4656-9B39-91D972F3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269E1-9949-44AF-9579-07A5D50E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B3028-49DC-4048-99FE-7A9C9BBD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200 응답은 target·diff·rate metadata를 반환한다.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6DDD3-B6CB-41BC-A718-03AFE556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A1C89-B179-4FD4-BD6D-29305E57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github_read_result.json</a:t>
            </a:r>
          </a:p>
        </p:txBody>
      </p:sp>
    </p:spTree>
    <p:extLst>
      <p:ext uri="{BB962C8B-B14F-4D97-AF65-F5344CB8AC3E}">
        <p14:creationId xmlns:p14="http://schemas.microsoft.com/office/powerpoint/2010/main" val="165277634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DBC0C-BF82-41F2-B531-1E4702B2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3DDF7-89CC-4E1C-ABDC-5C485001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E1DD0-4D9F-492A-B1DC-4DBAC1D7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CB0AD-B720-4C13-9B89-8D582633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021E6-C3EC-4576-8D26-486EF93C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551B0-2AC5-434A-815E-E7970E63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E7C08-368A-4889-81D8-CA347BB8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429만 Retry-After와 최대 횟수 안에서 재시도한다.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재인증·권한 확인·target 확인·diff 갱신·대기 경로를 error code별로 나눈다.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81BBA-10D0-4C5E-9BA4-FB68C8BE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8F436-68ED-47A3-BCD5-4BBF939A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500507211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CDDF1-4F30-474B-A2C1-E992A5C9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290DF-3FFE-4692-851B-4E2B329C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5F197-8DFE-4FD0-BEB4-211BDCD0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CC7B1-DDB5-4558-A7F9-80885009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9E882-7D76-4042-896E-D33D60CD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1F0E9-B9E7-49E0-B48A-829A0C12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44839-F582-40F1-8189-F73D8C0F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8135F-7565-4266-8A38-D3A04278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6D5E0-7DF4-4485-A6B4-CC520B11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200 응답은 target·diff·rate metadata를 반환한다.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D1A4B-394F-4EF2-B531-8A3BF289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622B8-24E6-4B01-94D0-74A0B85E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6EA9A-AC50-4EF0-A27A-3C9625EF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E25BF4-6194-4064-8E9A-98D6B2A1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564877-0327-4F88-B8FE-D9383E37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3E8B0-0124-4479-99DF-D60AF6FA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E0FB2-49B0-46A0-A958-AA50E2D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284AB-81AC-479A-BC19-6A617006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62207-3CD2-49DE-9C85-FC320042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42792456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F8B95-78AB-43F5-B5FF-50132577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0BB9B-6AA0-4F4B-82C1-F2BB47DE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1957F-E74E-433D-BBF9-DE69769B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BF230-E4EA-45BC-BB0F-6AA75055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A0EEF-6360-4D28-8EC4-8BAD0BDD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627F4-B08B-45B0-BF97-39149ED3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89DE3-1772-4FF0-ABD5-A0C5BE05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1F814-1D8F-4849-9B45-D90591E1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3D7DA-7B2A-41D0-897D-049F962A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429만 Retry-After와 최대 횟수 안에서 재시도한다.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15655-4E69-468C-AF66-8E2768F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6C861-E6A2-4411-8E5A-C885D143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9D0D9-466E-44AD-A0BD-5535071A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DECB4-C57B-4371-AF84-A0CA78E4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5D6E2-3416-4C9B-B1FE-19EE4467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8CF47-D3F5-46B5-AAA2-07E50339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B9BA1-C204-4C9E-BFE6-783B49EA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A5335-4B3B-4DAB-A4E2-1BD23496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3A4B5-E2A4-40FB-A4E1-90E54B63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850297164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BCD62-4789-43ED-B6AE-D2F6228A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8015C-9968-47B6-BA95-E6D555B2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87C71-3F70-40FA-AB96-99C45CEE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0267E-01C7-4FC8-B1B0-A5F44275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BC463-9B59-4A5D-B421-FE99AE64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7BEC0-77BF-4303-AA26-A8820AAE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E0361-DB2C-45E7-BA78-D5AE2BB2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정보를 안전하게 수집하는 ingestion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33EE4-6E41-4090-B8E4-C5F169A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55D57-7788-4B05-B55C-52615CBD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D8575-4A12-4FA4-87A7-5260E828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24F3A-AC02-4B8D-99E6-ADB43FBC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7F91F-DBF9-4651-A8F8-8CED22B0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4C9D6-EA17-4DA6-BCE8-0041D26E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E7894-D15E-4B0F-9FC2-F960C11F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B130E-554F-4C36-BFC5-990A4015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33DBE-D292-4422-B4C7-84B66F5E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D57A4-BBBC-493F-B6E2-49C5091A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1DDA0-4DE2-4E53-BD7B-BB142C5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DE0E7-1034-42E6-94A1-4DE7EB8A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github_read_result.json을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32335178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C65F5-C378-403E-A9FD-58229A06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44362-3E0F-4C46-8A12-C4020637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2B086-C255-417E-AFF9-4504EFF0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353D7-4507-45FC-AFF0-FE58D3FB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79C7D-EDDB-43B1-A680-B2DCEA53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D7253-7184-44D0-BFB3-33EF296D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7DC04-518D-4D2A-90D0-D89FEE16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정보를 안전하게 수집하는 ingestion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7F558-6355-462C-BBEB-FB201E9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5EB05-16DC-4094-B6D4-2800C0D2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36A4C-E369-4CA5-8452-F4956B82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B6DBC-107C-4605-8A6C-A7FDE86F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BA918-160F-4106-B8D9-BDB26A9C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4AD12-7B9F-4A8A-AE6A-A35C3B02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A25BE-0287-4C80-AC37-F9C74A85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14294-64A0-418B-B05C-DB6256D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5FE62-7BEE-4D4B-B3B0-273A4D7C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D6014-2C1A-42C6-B456-8DA6CDB7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24F00-718D-437E-BABF-EFE99034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276EE-F1E7-4246-A442-0886E2F6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github_read_result.json과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71610753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8BEEF-24E5-4009-8CC2-103BFDCD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3EFD1-DF21-46A9-B0F4-5935D19E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65D0A-2CC5-4B9C-A701-776E72E6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8A34F-A2DE-4B46-81DF-F4D5B109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0FD1E-ED30-4EC5-BD44-E80E4148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860C2-17F4-41B7-A253-BBE3D52E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44BD4-22CF-4948-8AFB-9970F94A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6C10D-5EF4-416F-9B59-2025A370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11042-C207-4AF4-8867-4EAA5BB4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200 응답은 target·diff·rate metadata를 반환한다.로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5CD7C-05D5-43F1-9C66-51DDD742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8A51D-D8E7-4A8B-B50D-9AEB13E3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F1C31-79AC-4005-9E27-3AAE2601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4C98D-081D-4CF6-8EA1-51B2858F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D76CD-894C-4738-A8C4-76D57E7D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BDD36-6799-41CD-B206-251C9EA6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재인증·권한 확인·target 확인·diff 갱신·대기 경로를 error code별로 나눈다.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58580-2E05-42F0-B6B5-201C6755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FD5BAD-FE1F-4F8C-93BB-DA20B374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94A3B-68D2-4E20-A04F-E0EBC185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github_read_result.json에서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2029456952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75C49-F8C2-4FEA-8D74-D8B270E0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E4989-387D-4145-8C51-E102CFD4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A8DD8-5D86-48C0-9F0B-EEA08E1C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498CB-AD22-407D-ABDF-3F885B1B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D82AF-FA05-4C63-B4D5-704104CC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45B0F-3307-4D39-8DEF-58454D14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BE67B-851A-47D9-8002-E8C52FD2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CBD6F-0ED4-4697-9FD1-27176700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7C611-B42C-48C2-8903-067DC60A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REST client는 status code를 복구 결정으로 바꿔야 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2BDAC-D669-4245-9EAE-86F6579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70E05-5EAC-4B5E-8B21-C558D464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59A58-EAFB-488E-871A-FFF9D730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47603-0072-43B7-BF34-02DE5C75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29E1D-CD4F-4EE1-A8B4-FA8C1D2D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7C010-14A4-4C17-99F0-70272324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github_read_result.json과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5AF02-587A-4C5C-A0D6-BC460C42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LangGraph state에는 다음 결정을 위한 값만 둡니다</a:t>
            </a:r>
          </a:p>
        </p:txBody>
      </p:sp>
    </p:spTree>
    <p:extLst>
      <p:ext uri="{BB962C8B-B14F-4D97-AF65-F5344CB8AC3E}">
        <p14:creationId xmlns:p14="http://schemas.microsoft.com/office/powerpoint/2010/main" val="1173170478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60DF6-E5B7-411C-9DB5-A667B10E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4B135-4F71-4B7D-B626-7AC64686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4 · 4차시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644DA-7016-49C2-AD9D-CEB20FBA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13:00-13:50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267CA-DB87-440C-98D4-E2C0CE3E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LangGraph state에는 다음 결정을 위한 값만 둡니다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82697-83FE-4B12-B808-085C0C84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PR review의 node·edge·conditional edge를 조립한다.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8625D-247C-495E-B643-591A872C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C5F67-8594-4630-AA4F-D2852DD9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C4477-8D5C-4581-915C-36D2D89C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797BD-23A8-436E-8D1F-B452F498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3736A-FE91-45B3-ADFB-8F5D0579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src/langgraph_lab.py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src/meeting_agent_workflow.py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EC18A-FC6A-4374-98BB-1251AA2A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B476C-1A95-48F5-8B8D-CF64D173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compiled_review_graph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FB28F-6F96-48FA-8B5C-51460973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4 · GitHub PR 자동화 · 4차시</a:t>
            </a:r>
          </a:p>
        </p:txBody>
      </p:sp>
    </p:spTree>
    <p:extLst>
      <p:ext uri="{BB962C8B-B14F-4D97-AF65-F5344CB8AC3E}">
        <p14:creationId xmlns:p14="http://schemas.microsoft.com/office/powerpoint/2010/main" val="1222677227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6EC6F-0F83-452A-BF77-192532AF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3CB41-F768-4E4A-9A8C-9D0AFB9E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2230F-864D-4FB6-9773-19D918B2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B75EC-BD71-4801-BAC8-6FC8615D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D2E17-409C-4D97-8C56-C91D4AB8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D91D6-46F1-403D-8D5C-07CC2885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9767D-FD5E-4E06-80FE-0214AA70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68DA3-5880-414C-9667-988E6ECD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9460C-4E17-4AB8-B118-13992317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github_read_result.json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132D4-4589-462B-9B4F-F0CE9E53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6F45C-41A4-4A02-A42D-8E1E2124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3708E-7769-467E-8D47-6300E881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state에는 다음 결정을 위한 값만 둡니다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BB54B-EF8F-40F4-BE61-ACD46257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C259B-AA12-440C-8177-042C4647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52A2D-9DC2-40A3-BA3A-E4D92221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compiled_review_graph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6B5F7-3B23-4C6A-A179-C6424FBA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0696A-1F30-4C8F-9CAE-7B0968CE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A758F-83C4-4768-A48F-57223FF1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재시작 가능한 workflow는 같은 일을 두 번 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745435458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23F3F-7B4E-4CE0-B503-A10E9077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원문과 client 객체를 state에 넣으면 checkpoint와 재시작이 불안정해진다.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C19CF-4F8D-46E8-AEB7-856E105E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336A2-AAA8-40D4-B1BF-34E8916C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D8A28-2527-4B61-A7A3-08DCD038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CDFA5-81CC-4157-91AA-37AF32F3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FF48B-C446-400E-9AB7-B7617663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review의 node·edge·conditional edge를 조립한다.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CFEC7-181C-44C5-91B9-C8ACA0A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5B303-16C8-40DB-AE6B-9A1D14D5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compiled_review_graph</a:t>
            </a:r>
          </a:p>
        </p:txBody>
      </p:sp>
    </p:spTree>
    <p:extLst>
      <p:ext uri="{BB962C8B-B14F-4D97-AF65-F5344CB8AC3E}">
        <p14:creationId xmlns:p14="http://schemas.microsoft.com/office/powerpoint/2010/main" val="330056174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477B1-A0DE-46A0-80D7-BBA439C7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8675D-A6FE-435B-A4DE-1FF12E66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BCB0F-97FE-4963-A961-E997158A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C921E-62AA-4954-BDD0-28A068B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7198D-6023-47A0-BB45-8C809385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CB6FA-B9DA-4645-9195-A355B061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A01AC-C4A8-46BC-BBAB-FF450ACF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48032-A99E-44E3-8A90-D048BD27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review의 node·edge·conditional edge를 조립한다.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F4E22-E14B-458B-B82A-59F6CD38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9D0DA-BEA7-4B3D-AC9E-F25864AA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5FFDF-08C7-4747-BB4D-EFCFD41D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state에 token·client·raw audio를 넣어 checkpoint에 남긴다.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5A9BE-D590-4AE3-BC78-5B9D11B2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71E0F-31F1-4C0A-82BA-4927D3EF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591D8-6C23-4870-9038-A32D2790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compiled_review_graph에서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646211890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01608D-BEDE-4F74-AC28-DD4231BB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2A721-883E-4D95-A67B-63A05502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1B17C-F7F6-46C6-846F-1983EA82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CF29E-DF59-4A24-85BC-982A7ACC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E398C-6B09-465E-8726-5194C985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C203A-8B01-493F-A4A1-650B4E0F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71B42-1AD7-49F1-BF51-B17294D0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65DBE-1946-4A57-AE45-445D8ABB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16420-4A1E-4EFF-9991-0A475411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BE7D4-D220-401F-8643-925C3040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3C60F-BA45-47EE-9940-5F6F1F1F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72BC2-DAD9-4DB5-A9B4-8446C6CB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73980-FF56-4840-ADF7-C539EF6E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96947-D216-40E3-A624-93476FFE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node 사이에 전달할 명시 데이터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23429-F746-4F01-9813-B815F2B7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86266-AEB7-4965-9AE2-8A621453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404F6-8F39-4BBA-BC7A-5C21C997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D35BD-D60B-4ABE-BC76-E95F9D7A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책임을 실행하는 함수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077ED-5C8C-4ED9-8245-FF9DB5E7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81D20-8A3B-4AA0-8CD9-697B3A5E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1B214-5783-4C61-BA83-21DD1834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53E5A5-EDE3-4C1F-81AF-348F63A5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실행 순서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D2B9E-0E82-4745-95DC-45FD4CB8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C693D2-7049-4283-A6C1-10A4AAC1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Conditional edge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52A23-3796-4C1C-B09D-3E300563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6AC25-A2D0-448F-96BF-872C6712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상태에 따른 분기</a:t>
            </a:r>
          </a:p>
        </p:txBody>
      </p:sp>
    </p:spTree>
    <p:extLst>
      <p:ext uri="{BB962C8B-B14F-4D97-AF65-F5344CB8AC3E}">
        <p14:creationId xmlns:p14="http://schemas.microsoft.com/office/powerpoint/2010/main" val="284293451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8F13A-081E-422D-A7B9-97B61B80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56DAC-9BBA-4148-A65D-2B222779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F0136-C86E-4B1F-94F9-97C07CFE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18427-E2E7-46BB-9B95-17C1CD66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C4BDA-25AA-4748-AA6A-880C0AE3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C82E7-0F60-4975-9DAF-9195A048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0CDAB-E64C-417A-90EF-F0C35CCA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D382D-85AF-475A-842F-44BEBCE7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src/langgraph_lab.py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F0A9B-286F-4318-ADC9-3865BC5A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19760-C02C-49B4-B40F-8B755A0E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8F63A-280F-491B-B784-AFF67E0C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 target → load diff →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80CA6-68BB-409F-82D1-5701106D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BCF7B-CEF3-4822-A0AA-08B81D76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8ECEC-8EDD-4EB7-A964-657D3B4E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compiled_review_graph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5B1E8-B77F-4D2E-8B7C-4DE51524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A6775E-511B-40B2-9C80-16A3B702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1D5D8-1F47-4E75-AE3D-F9BEB1A5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approve·edit·reject가 서로 다른 terminal state로 간다.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validation error는 publish node에 도달하지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097689325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AB5DA-1021-4AFD-9D49-89DE1C6E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721B2-5192-4D5D-828E-2457F48A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37C65-7F9B-4AEB-B788-4161AA05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BE660-D332-4EA6-A79F-F2CF3184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04789-9C96-4F2D-95F2-E1AFCD5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07D54-9DDC-425B-91C2-570ED850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CAECB-01D8-49B6-B4E0-324692F7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6FF96-15C1-49AF-A228-EC224AE6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FE44C-821A-4D22-B131-31ED70CC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07784-C824-469E-917A-8DFAEA88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3640A-52BC-4DBB-B5E4-1D5DF6DF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AC53C-D27B-4EEA-A7B6-0F9BA890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load diff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77B9B-2DF8-4FF6-919E-D00257F6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B8F4C-77E1-49E9-84A2-F54FDDAD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2B8AB-F35F-4EF6-9E9C-87BD6CBE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4742D-99AC-4E05-B54B-B577338D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36484-95E5-4C11-B60C-1CAA7779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B7E1E5-1B7F-4AE2-941E-85CFE743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1D4C3-B060-4DE7-8677-1C3FCD01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D26F9-15C1-44A6-BB96-14A7EC8B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D77EBA-D204-4E5B-8E0D-6BFD300F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5653F-A046-4250-ADA4-CDE00232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compiled_review_graph에서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133584931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AA983-A1E3-48B6-A4BA-05CDA51C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EEB41-80E9-41CC-8B4E-7E5E0A63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50290-79A7-42FC-A9E2-44A145F3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2BCE8-7A73-47F0-9072-882838C4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A2738-B42F-4CC2-8017-6D804AB4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ED54E-3DFF-49CC-A090-E75A88E8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7B29F-E359-428E-BD44-CDC110B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6BE9A-83AE-4733-BC54-E2EEA5C6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approve·edit·reject가 서로 다른 terminal state로 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E807D-A6FA-4816-AA43-1B98FBF7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51AE6-6413-4055-B2CA-1654823F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233E9-CE09-4D2C-B3B2-9200EA56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validation error는 publish node에 도달하지 않는다.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7E872-39D5-40DC-9392-1091D216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4B690-D85A-4C94-A519-537F30D0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556DF-27CA-4DBA-8FD0-A620291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6B6EC-A883-484E-B253-7E967984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27140-D6DB-4AC7-A956-E889292B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7343D-98BE-4E41-A858-D6F4A320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식별자·compiled_review_graph</a:t>
            </a:r>
          </a:p>
        </p:txBody>
      </p:sp>
    </p:spTree>
    <p:extLst>
      <p:ext uri="{BB962C8B-B14F-4D97-AF65-F5344CB8AC3E}">
        <p14:creationId xmlns:p14="http://schemas.microsoft.com/office/powerpoint/2010/main" val="345112108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AECC5-D261-4E8C-AA31-659B6B02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080B2-AA85-4BBE-8921-7AFAD420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CB066-B0E1-447C-B882-A6676ED0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FB810-6540-489A-AFBF-07839A98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3A75E-E3B6-4A7E-85F8-E27993EB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5A16A-AF4A-425D-982D-6EC1572E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27E02-0690-4730-910F-FBD1DAFE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AA02F-5486-42D2-8DF1-52BA5EA5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F7791-7A01-4664-9AB4-81B848C1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src/langgraph_lab.py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CCAAB-88FD-48E8-9083-979DCD50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61597-63B4-42A4-A797-4A33DAC2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35DC4-811C-4C26-B6F4-3012C839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src/meeting_agent_workflow.py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CBA00-18CE-4414-8224-151B0128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AF924-B6AC-425C-BE15-463E6F82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C8E52-2F79-4970-AAD7-343FAD61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8F619-A6F2-4386-97F9-1BE75D43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42FA1-0A79-42BA-A8B5-59136CC7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B66FCB-FBA8-4895-B297-07A7E2BE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72413336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F25E8-FF22-4E85-82F4-5AB744B1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B7CFA-DD50-4D06-8F8E-B2354BD1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LangGraph state에는 다음 결정을 위한 값만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AD713-2833-41FD-A5B3-1F530C35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50C33-5971-4D20-BCAB-70FB61CA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4DD40-6E85-4DD3-A039-F87A869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12A50-0B1A-40C0-9435-1205A28C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70B86-9BF8-40A8-AC34-F2EDE9E8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원문과 client 객체를 state에 넣으면 checkpoint와 재시작이 불안정해진다.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FAB61-0128-4529-9A68-8D0A51E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1AFC9-503D-487E-B1B6-9860ABE4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A8791-1E46-4AB4-B5D3-2066FA06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state에 token·client·raw audio를 넣어 checkpoint에 남긴다.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DA205-FDCF-4F3F-9815-40503EE1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ID·status·검증 결과만 state에 두고 외부 자원은 adapter 경계에서 주입한다.</a:t>
            </a:r>
          </a:p>
        </p:txBody>
      </p:sp>
    </p:spTree>
    <p:extLst>
      <p:ext uri="{BB962C8B-B14F-4D97-AF65-F5344CB8AC3E}">
        <p14:creationId xmlns:p14="http://schemas.microsoft.com/office/powerpoint/2010/main" val="1606496192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5D85D0-06B9-4147-9D64-2C047A59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CC2B5-285A-4AE0-ADA2-1F97ACD2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64A17-4344-4988-81F9-893DADD8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54CD9-A532-470C-B5BA-59DF6390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46DFB-9139-4362-9F3F-B8AB5F0A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D86E8-4890-4613-8157-38663B77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EB5F2-F3D2-4AD3-B471-BAA742AA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E3FF1-DF5A-4621-8802-C74AA900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5253E-A173-4E61-9924-C4A8FBCB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96A61-C645-4061-841E-CFF8B46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BDF2E-3AD1-462F-B754-8D6419A9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6C8EC-5833-49E5-878A-B58DA920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54CCA-A614-4B4C-B89E-4513BA4A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DC42B-72E0-49B1-B933-8A79B33A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0035E-D170-452A-A393-3A24C00D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C9E37-5C49-4900-8CB9-4F38138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node 사이에 전달할 명시 데이터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EC95F-4A0D-41F8-8B52-DC6EF23E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29B52-ED21-4E24-9B4A-A4BEE24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F7525-21D7-4E0A-9618-0C470462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29742-BDF6-4434-920C-6388BF53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AFA72-BF05-4AD4-9E17-6996C549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B924E-F704-4B01-82CF-786C299A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책임을 실행하는 함수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D20CBE-75F2-48BF-BF34-168859D9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D8D8D-36A9-460B-AD8A-1AEBDE8E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7DB1D-37DA-4575-85A5-87734232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FD252-14FC-47AC-9851-3A48E01A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269257-5B41-458A-BD45-64A1D3C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51E6A3-FCEA-42AC-910E-91CFBA1E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실행 순서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C49014-4F18-4C35-A91A-CD5D4A25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08AA79-C38F-47E2-A22A-DD461A9C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3E8E9A-F305-4AA0-9D69-94F1B7DB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BA254C-62B6-4EA2-8795-06469F5A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Conditional edge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FA6A31-1EEB-4E04-899D-D7DE7FE2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908481-1C13-4BB6-A66F-403683EF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상태에 따른 분기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F31306-8DDD-48E4-B10E-3D080764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9E44B5-E55F-4470-BEAC-AAF83711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332282574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B3EA2-81F9-4171-AE23-FECE2ADE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CD6AA-D866-461F-B4C3-AC20B9B7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01633-E801-403C-BE2A-4376B304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40EC0-C2D8-4AF8-95A7-0FCF1AE0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06CEE-7FA5-413F-A5FD-CBC87EB8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65230-177F-4528-BD94-FD0A7B5B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B0856-D37E-47B2-A989-E2E139BA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BEC47-421F-4A9B-AAA5-5BD0845F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36FA6-ABFA-42C7-928E-39BF92DC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state에 token·client·raw audio를 넣어 checkpoint에 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79E43-8A80-4254-8E32-75128E8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7C42E-6F38-449E-B585-A93C098F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원문과 client 객체를 state에 넣으면 checkpoint와 재시작이 불안정해진다.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ACFB8-C53C-4840-B946-632BFD3F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01974901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6AFE5-8713-4A45-B3FC-56FD12E3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13AF1-9DC9-46BF-B4CD-27E9FE7B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A493B-9C9E-429B-8B36-F51D992E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E526E-4FCA-4E6A-AE88-844B0DD3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F2A3D-7E2F-4188-94CD-D20FE878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507FF-2B78-431F-A0FD-5A8925E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319D8-879F-4DE5-973B-0D81D0D2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0F177-60A3-4802-BEC5-B42276D9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64916-E8E9-4722-9358-F6471819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validation error는 publish node에 도달하지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CBF4D-876B-4B63-B734-47C6697A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F61F3-3B1D-45A5-8431-1AEB0A71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F907B-3EAE-4DA4-89CB-FFCB6375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state에 token·client·raw audio를 넣어 checkpoint에 남긴다.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3651A-04AF-4912-A06F-B2A132A7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70298-678D-4327-A684-4B6DB098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66062-C06D-484D-9FED-7FD46A0C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ID·status·검증 결과만 state에 두고 외부 자원은 adapter 경계에서 주입한다.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7C4B3-9051-4EBB-8754-D3F7EA6D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31F1C-7DDE-48F3-A6A0-703BE259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FABE9-5155-4F6F-AC12-EAB994B5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compiled_review_graph과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212952606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AF542-BF40-4873-913F-F96BE354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586BD-622F-4DFF-A794-0A6F0C35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DB4CD-C1B0-4130-92FB-06F28F01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DAC2A-ED38-42BB-8487-561A6613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3C22F-5EA1-45A6-B3E7-25AA96F4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0613C-4AF0-482B-9EEA-4BDAE780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49d00e04b4b01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AA5B6-30CD-4DF5-A92E-1EBCD08E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기존 service 함수를 node로 감싸되 contract를 바꾸지 않게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0971C-3F25-4D6B-A73C-3B02314C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286103089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8D445-766F-4810-AE98-1FDB40B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644F-07D4-4C6A-A716-22555E4D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CCE70-5DD7-465B-9E9F-060492AB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98199-28E0-4048-B713-C491CDA8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3E175-B700-422D-94E0-1077C2E3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4137C-6AE1-46F1-9A3F-FD49425F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01C50-03CB-4FC3-B78E-B9CA7112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A9712-BDCB-466D-A6BE-2F197193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BFA3A-8925-46A0-B5A2-F3CF0809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기존 service 함수를 node로 감싸되 contract를 바꾸지 않게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8A833-C968-46EB-A59D-E8B22890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61321-333C-46EC-879D-3F154F4A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6A7B6-9D60-42B3-84E6-34C342B1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src/meeting_agent_workflow.py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DDD3C-D458-46FD-9366-DC37A8CE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76CE1-72D0-4001-8729-7AD0F4E3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D0EF4-5553-43BB-A57C-B49ED341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approve·edit·reject가 서로 다른 terminal state로 간다.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validation error는 publish node에 도달하지 않는다.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09A47-7F0D-4748-BDD3-370F9A0A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65A1C-1107-4BB5-8D39-5C7B7959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E55B1-1AB5-45CE-8C05-A302F2E7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2132281376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2B61C-A034-429E-AFB1-CF06075F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218AA-B359-4D6C-B172-2E71DF55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6EAC0-E219-4ECA-BBB5-75CFB9B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909E9-E41E-4E95-9642-BDEC82F6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016BA-BDC0-49B3-A59C-89A1136D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F12F5-D038-4B4B-AC45-249BA162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1E393-C952-45D0-98FC-35BCEDFC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1BDDE-BA4B-4BEA-98E9-999E00CC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088F6-7B91-430D-A56F-D943B239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34624-5B65-4E60-AC10-F5C14701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A4D5B-27EE-4D76-8430-99D01A09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9CA04-15B1-4497-88F3-D92E12F8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52C1D-6161-419D-8F4F-62D5ABB1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70FDC-F2CA-4749-AC5E-8FF48A94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approve·edit·reject가 서로 다른 terminal state로 간다.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75FFC-4A58-4EA1-A330-462DBB6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18243-C605-461F-AD1D-CD0646A1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F7928-4D1C-47D1-96AD-37FE984B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1BAAB-466C-4968-88D4-C6F33327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validation error는 publish node에 도달하지 않는다.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9D3C7-ACC6-4DAA-960B-0CD1DFC8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76C91-42BE-492B-BCC2-6F576EE1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58AD0-AD5E-40C8-8135-99E223B7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77249-093E-415C-89FD-E5EA4871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873224706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920A6-EBD5-4D96-9B3E-5EBA39BB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5CA7C-1FDC-4620-A28E-38563247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1CDF8-F9CC-4CCB-995F-82B031B8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2ADFE-F387-44A1-B2E4-FDB8A5BA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104DC-8CA7-48D3-BF82-C6D20BAA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7C9C5-678B-4B20-B5B5-D4296277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70C0F-4FFC-444F-8FBC-359CDFDF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2652F-8B04-4ED8-B4DD-13CE57A3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5BF9F-01E8-4CFC-8378-D49439FA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src/langgraph_lab.py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89ADE-3002-4C12-87AC-D0FF1D71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4CD3D-CAFC-470E-9D20-3EE615BD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FCD9F-47F7-4974-B6BA-0E7FB49C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src/meeting_agent_workflow.py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7AB84-62D5-42B3-BA3A-EF09F99C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D8702-FD0D-4ECF-8118-D0E0CA39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8E2CE-8CA0-4CBA-8627-83965D3F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src.langgraph_lab --decision 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CC95D-8934-4F63-8D24-0DFF2A08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81148-1962-4A77-B500-9D6C19A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794EB-D2D7-4F9B-98BA-D97B98D8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approve·edit·reject가 서로 다른 terminal state로 간다.</a:t>
            </a:r>
          </a:p>
        </p:txBody>
      </p:sp>
    </p:spTree>
    <p:extLst>
      <p:ext uri="{BB962C8B-B14F-4D97-AF65-F5344CB8AC3E}">
        <p14:creationId xmlns:p14="http://schemas.microsoft.com/office/powerpoint/2010/main" val="1430937739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57610-8056-4731-B3A5-9EF0F222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4713C-D9AF-401B-917C-225CFC58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65F4A-19C9-4FE1-AC84-2F7BD796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4ADBA-0B41-44B5-A6AA-3F848D6F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0DE08-E267-471F-A8C1-AE73A2CC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66F63-581F-4BA3-9375-799F7D46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84EF7-E762-4F40-99DA-50B61FC5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F3B53-7799-4B06-9DF9-A2FF4F67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0144C-32BF-4C3F-B10E-28C4B04F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src.langgraph_lab --decision 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48D0E-1B3D-41AD-81A1-85F306EA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853F1-8C3E-4ACF-962B-8E52DBE7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546053324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8E2C3-2B9D-4486-81F4-33F092EA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4A799-7022-49D8-AFB0-DC0C1166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9633B-4089-450E-A601-B74A83C6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45929-4282-4ACE-A970-F4B40745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85F10-79BB-407A-985A-7211B5FC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4E985-6042-4815-B092-45B2C659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01814-BAFA-41F0-AE02-8E93A9F2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95AB7-E0EC-4297-971E-23F9DBC1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583C6-95C8-420B-BFD0-87A0E585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2FAA0-5184-47B2-92DC-DD402E01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compiled_review_graph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6C6EA-4D8F-4C4A-8DC4-50DDC17B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57790-79BD-4503-8DDC-95FDB063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2CDA8-6C87-4777-A1C5-9F9194D4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approve·edit·reject가 서로 다른 terminal state로 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validation error는 publish node에 도달하지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360315960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7D5D2-139F-4DC1-B4E3-DC8ADA88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C7A9F-3168-4236-9AFE-FC2EDB9D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5A1C6-DE00-4DB8-90A2-56A03A72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727BD-2630-417A-BA76-994CB9C2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E86A2-A56C-48CD-B70A-1E6533B9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9FC73-4758-42A3-8DFA-2CE0624A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39C9B-6F6F-454C-AC79-4339FFA0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578D2-053B-4FA7-B49A-814E7117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state에 token·client·raw audio를 넣어 checkpoint에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74E66-ED07-42BA-8F60-648F1F7D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63509-FB88-4B73-B4EA-799400CB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76EC-3456-432D-BF36-F07954D2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ID·status·검증 결과만 state에 두고 외부 자원은 adapter 경계에서 주입한다.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52AE9-5274-43D9-A79F-57ABD711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validation error는 publish node에 도달하지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906311678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A5EB1-A1E4-4C25-B467-C62C8191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68248-968D-438B-88A2-D2D2BF3A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FB155-F4A2-42DD-9CEF-3F3C7583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EBA7B-DDBC-4B2D-869C-488840C2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4D0A9-2102-46E8-AC8B-14ABFD1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1905F-7329-49D3-AD33-BFB81199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9D163-3AEA-43D6-9402-5135F0DC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82141-7691-4BE8-BFAD-246522A0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B32A1-8364-4C14-A811-106ED47A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AE0B9-F83E-4AEC-B70B-2AC83B11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3048A-DE07-49DD-BF3E-452BE201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812BB-3A9A-4BE0-8B26-2F480897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approve·edit·reject가 서로 다른 terminal state로 간다.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compiled_review_graph 저장</a:t>
            </a:r>
          </a:p>
        </p:txBody>
      </p:sp>
    </p:spTree>
    <p:extLst>
      <p:ext uri="{BB962C8B-B14F-4D97-AF65-F5344CB8AC3E}">
        <p14:creationId xmlns:p14="http://schemas.microsoft.com/office/powerpoint/2010/main" val="1997960871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E3355-FF9A-4D7A-9DBF-B40D2BDD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D60B8-F553-46AB-A378-FFCF09FB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6A454-EDD5-4490-8A82-00BE253E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D2FB6-E901-4249-A0CE-2CBD0580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CD493-9486-4312-B657-FB3253C5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A38CE-B126-490D-8383-6D60A2C4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B94D3-3AEF-492D-9081-5B1F0EEE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src/langgraph_lab.py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7310B-1045-488E-98E1-C11E70E0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0E986-D5AD-4C2A-8A88-97186C66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compiled_review_graph</a:t>
            </a:r>
          </a:p>
        </p:txBody>
      </p:sp>
    </p:spTree>
    <p:extLst>
      <p:ext uri="{BB962C8B-B14F-4D97-AF65-F5344CB8AC3E}">
        <p14:creationId xmlns:p14="http://schemas.microsoft.com/office/powerpoint/2010/main" val="908425965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A19B1-D764-4A29-B15B-D9DB02C7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3F0BC-F02E-4887-90C6-CFAEF66A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E845D-A759-4444-8EE6-AC4EFD8F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17EF9-02D8-48EA-BBE2-D874AB4C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391CF-5F57-4739-B71A-DA47A3C5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0DACF-9FCD-4CC4-98D6-817FDA86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636ED-34F9-4863-8E3F-FAAF4445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src.langgraph_lab --decision all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approve·edit·reject가 서로 다른 terminal state로 간다.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26587-BD4D-47A3-994F-1706B623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2D880-2F75-4C77-898E-D415AFC9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compiled_review_graph</a:t>
            </a:r>
          </a:p>
        </p:txBody>
      </p:sp>
    </p:spTree>
    <p:extLst>
      <p:ext uri="{BB962C8B-B14F-4D97-AF65-F5344CB8AC3E}">
        <p14:creationId xmlns:p14="http://schemas.microsoft.com/office/powerpoint/2010/main" val="715268310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F20EA-8A63-47FE-B603-9F1264DA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24079-AC98-4082-B4F9-E627E3BB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2156F-6976-4028-8FD3-504A3303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FD92A-285E-49BE-B6B3-DA35F6B7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89A4B-0A04-423A-99EE-F10AE1C8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F3210-418B-45B2-B9B6-E07459E2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7BB8C-C586-4753-B8B4-1CE86D0C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validation error는 publish node에 도달하지 않는다.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ID·status·검증 결과만 state에 두고 외부 자원은 adapter 경계에서 주입한다.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45997-7FF8-40D6-8DD7-ECAE4700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9348C-2F69-44F6-8EB5-50EBE7FA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884923216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7AE44-528A-472A-8169-12C89CCB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094CD-A572-4DCF-8BE0-6ED75B67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701C4-DD31-4AE9-8B93-19CF2A15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EDDC5-0132-4397-B7DD-1D80E2C8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81971-F255-46C7-8A8A-CF2F472C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F8C1F-3710-4263-9D52-B863BAC9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88EF6-82FB-4483-BB1A-0B787F13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DD474-9AE3-46C3-8D06-1373653B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F5042-018D-4335-B2EF-4F6A2851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approve·edit·reject가 서로 다른 terminal state로 간다.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58DF8-BE73-4FB4-9D3A-B5F51FDD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C8FE3-67BC-4CEB-869E-C87239AF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F987F-766F-4CEA-A7EC-26CC522A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C9525-2712-41B1-863D-F335DC41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08996-B935-42DE-95F1-7E3844F8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618E6-46E5-45DA-A963-6A400122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C8F2A-FB9B-4CF5-9B91-626216C8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825A9-0313-4912-B530-4C6655EB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D9693-F014-44E8-9E7C-8F6EE69E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2069499337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DC3E9-A2DC-4626-AB3F-D89FFEBF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1801F-40F6-42CE-9AC4-50C969AE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6735D-53B7-4B27-9199-805A7F79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B7ED2-61C2-45DA-9E97-5D30D93C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1EF3B-2FEC-45D0-91B7-9ED52B69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4A701-6952-4439-8547-0079514D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5CC75-3ABE-436A-A253-50E008B2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4995E-6D76-4319-BC2B-5C8958A2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7E8EA-B823-42A6-ADEE-DF378DD8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validation error는 publish node에 도달하지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2661B-3366-47FB-BF8B-F28866DE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78EB3-62BA-48B1-B5CC-60A4D305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D159B-F2DA-41A4-8810-0FAA0223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A34EE-0A24-4695-B403-BEE4AE83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C67FA-55C4-490C-95D7-A23D962A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EA717-6CFC-4D6E-AEBD-B2A7FAA5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E4783-2723-4C09-B239-D735D3A8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D7F4E-CF3D-4799-AD45-D25596A8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3B8A7-C9E8-4A00-9CC5-A912ECF5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428527924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BAA04-6764-4D6C-A3FB-18F57AF6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AFC47-D635-4F5C-BCD7-5F8105C3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0B3E6-CC92-4900-A051-56042781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AC532-97AC-4129-A6E3-240C7A49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8A531-4453-4C0D-892D-8AA23AFE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2A0B2-B96E-43AE-B43D-EE67D842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48C93-FA1E-45AF-A07D-187E50BC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Agent와 PR Agent가 같은 승인 패턴을 재사용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2856B-B72F-4451-94F8-1F55F5C2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CD34D-DF97-4CC1-9644-8023881D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3699E-F3E5-4148-A0C9-ECF0D6C3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A6156-6750-48CB-BAB1-F517172D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EF977-873B-469D-9C78-B9BF5657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76E32-85B1-48A0-A661-D3D8411D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C2B8E-380D-4297-9BD8-74BE2D0C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1F2A4-A240-461C-B2E0-347E5090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A7F63B-F307-4AD4-BB41-95D0AC2B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14386-CF12-4973-8A38-4D5DFA8C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36504-A744-416D-9138-AD20BB6B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D64D2-B629-4267-8B93-7306416C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compiled_review_graph을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100756191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B7D81-44BD-4FDA-9704-0F3C64BB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758B4-69B2-489A-AE30-F4644BAE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C14EA-DB70-40AD-9DBC-3CB7EEB8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30792-8C06-4973-863F-93FC3262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C8C7F-A091-485C-BA98-C04E00E2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30A3D-73D8-48F0-93B2-518AD19F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66BE9-904D-4382-B05D-DD481B61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Agent와 PR Agent가 같은 승인 패턴을 재사용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A5666-FB39-46F2-B09F-6C49573C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49D3B-92DE-4A8A-B0A6-9549544E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B0CAF-910F-4A9E-A4C4-BC5EDB69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8F938-7A23-4734-A8A9-89F12C60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E7AD4-6A62-4312-808A-AEA4629E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952A6-3FA1-47F7-9EEC-860979D8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E5915-0CD9-412D-B242-226B2C69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6F44C-9286-49E9-8D87-8E19078D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54897-EB8B-4067-AED7-198CE968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35A98-84E7-42DC-8959-E5DC2462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F81FC-FC73-4E82-A0FA-055D3B43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AD9F3-D9BC-4725-B59C-E389CF8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compiled_review_graph과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895306695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74F16-D606-4748-9DC6-C86A3E79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B9378-437E-49F2-B8D9-7FB78C9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754DA-F739-4B8E-9AB9-77EF89C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67E16-CCF8-4C82-BE8A-0A2D8D8C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256D0-147C-4D42-8DC0-EB8FE91B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55AB0-A981-43B3-A873-A4D2C57C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2D147-752B-4ABE-8061-3AB9566B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6C2B0-15C0-4F2D-8DE5-DD4BAB99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3FABC-075A-4AA0-B641-C7DDD9B9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approve·edit·reject가 서로 다른 terminal state로 간다.로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5BAFC-AB39-4C46-AE06-2C5E9F28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145C3-AF79-4EDD-8215-8CCB0467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527B7-B84D-4B8B-970A-2EBD8D23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240EB-1978-402B-B305-C9C250A7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79767-46EB-4152-B8ED-464FE36D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EEC81-9253-47E8-9285-138F5E50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ID·status·검증 결과만 state에 두고 외부 자원은 adapter 경계에서 주입한다.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D9201-176F-42E5-8D00-C3899701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242A8-1350-41F8-9A59-359DCF70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BCD67-E50B-43CA-8397-05923C13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compiled_review_graph에서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798781501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F4F29-0C2B-4331-ACE8-184159E7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578A0-E8FB-41C0-BFFB-4A007CFA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A63D7-6532-4C4C-99EE-8354AC7E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08F8F-AB9A-4644-A77F-68558C78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4D7B0-6F24-4039-AB8A-EA870A7C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13:00-13:50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ECA62-A325-4DFA-9B32-CCAB9E84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8E786-28A5-43F7-8FB8-EDF87642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CAADE-750C-45F3-9D9B-D7628D31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7FB74-6D02-4E58-BFDF-3FF50532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LangGraph state에는 다음 결정을 위한 값만 둡니다이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8BE2B-287C-40D0-9F82-2DEAB676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90AF4-228C-4784-AEFB-A5576B67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9E712-DB83-42EC-87DF-BFD377EE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src.langgraph_lab --decision 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DCDEA-856A-479C-A8E6-68F88FEA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54F6D-43BE-4F5E-AF4C-32A95F41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23138-0094-46FA-87BA-F87434E9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compiled_review_graph과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08888-6080-45B7-8963-16617AA3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재시작 가능한 workflow는 같은 일을 두 번 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430452365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294F5-5825-4BB7-941B-FD24BFAA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2DBF2-04F4-441A-836C-DC67BAB3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4 · 5차시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827D2-BB41-4D33-B497-83AF0ADB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13:50-14:40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452B6-E64E-43DD-AF4B-4A8EEB6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재시작 가능한 workflow는 같은 일을 두 번 하지 않습니다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84695-FCCF-4C63-B22F-7F52E856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retry·checkpoint·request ID·idempotency를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51F9E-0794-4BB3-9BA8-A7BCA31E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73C29-810E-4C8A-AF0A-E6800585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99723-958A-4686-A148-F0029A95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7D831-46C9-4C83-AE0D-75B8D35B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791F3-C8E2-419B-88E8-D3DAC382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src/langgraph_lab.py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93283-9A60-4B29-9E04-093818EF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8F16C-BF14-4072-8D79-8E758C8F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checkpoint_and_audit.json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2E139-860A-48BC-A363-8FC02F26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4 · GitHub PR 자동화 · 5차시</a:t>
            </a:r>
          </a:p>
        </p:txBody>
      </p:sp>
    </p:spTree>
    <p:extLst>
      <p:ext uri="{BB962C8B-B14F-4D97-AF65-F5344CB8AC3E}">
        <p14:creationId xmlns:p14="http://schemas.microsoft.com/office/powerpoint/2010/main" val="775079471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689BF-3203-4439-96E2-209FD81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62002-761E-48D2-8049-A8247770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16731-BBFF-4BFD-B058-60A75567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A3E05-5655-47DD-BD71-B08D1B29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34AA9-310B-4F2C-9303-7E81DCC6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B551A-B402-42A5-AC2D-885600FF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73E9E-76DE-4484-8441-682D04D4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BEE29-3D75-4E12-AA34-09112790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BBD74-0EE8-4A63-8A11-33FEC9E3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compiled_review_graph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E85BC-5FB1-4971-BB9F-4AB4FBD8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7964A-E4C6-4BDA-85A4-B30303D8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50085-71B3-4F44-8C43-4B66F56D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재시작 가능한 workflow는 같은 일을 두 번 하지 않습니다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A9951-D5C2-434A-B73F-9A3D5691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2818C-4DAE-419A-B47D-2523347F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24AC7-0962-41E4-B4C4-CD40B3F2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checkpoint_and_audit.json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00DB9-941A-40A3-B562-B8BBA770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DEB14-8932-43B2-AB48-74AEA6FA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2AD80-0DF5-4003-8DF5-4CD48697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Approval은 버튼보다 검토할 정보가 중요합니다</a:t>
            </a:r>
          </a:p>
        </p:txBody>
      </p:sp>
    </p:spTree>
    <p:extLst>
      <p:ext uri="{BB962C8B-B14F-4D97-AF65-F5344CB8AC3E}">
        <p14:creationId xmlns:p14="http://schemas.microsoft.com/office/powerpoint/2010/main" val="732975671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13FFE-CC34-4486-84EB-F030ED0E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 전후 node가 다시 실행돼도 외부 쓰기는 한 번이어야 한다.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26838-2483-497C-BB07-0F6333B0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A32B1-2005-4B31-AD05-0DE41FEE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B4C5A-BE9C-41C4-AF5D-4D1E5926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73E7F-3875-4596-B2D5-FDEE0652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B5833-E5CE-42CC-9230-7003BDCA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retry·checkpoint·request ID·idempotency를 연결한다.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69921-FFB9-4003-90D6-CEF8C1E8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7CC8B-2CF2-46C7-BECC-7C7176B8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checkpoint_and_audit.json</a:t>
            </a:r>
          </a:p>
        </p:txBody>
      </p:sp>
    </p:spTree>
    <p:extLst>
      <p:ext uri="{BB962C8B-B14F-4D97-AF65-F5344CB8AC3E}">
        <p14:creationId xmlns:p14="http://schemas.microsoft.com/office/powerpoint/2010/main" val="1469206179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28EF0-CBC6-4664-BBDF-F33498BD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6C1EB-331C-42E3-81FC-99F9FE52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5E14E-1E75-4C0C-842B-310DFE3D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2E7E8-678F-419C-B1F9-882F3211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47D97-3B55-4683-96DA-3C043B17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8271D-371E-45E5-964C-151F2EBA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85C4A-A534-4656-8BA5-45241C35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C63B1-2252-4C8D-8A37-0832E7DA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retry·checkpoint·request ID·idempotency를 연결한다.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14047-BFE0-4CB3-929F-EC2CABCE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A68B0-7190-457C-B4CB-922803DF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B943D-9113-4564-A09D-06C5A168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timeout 뒤 동일 comment를 다시 게시한다.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05F6D-BA30-4699-8F18-32BDE925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2C3C9-B0AB-4A94-9062-1AA65A23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78C9F-AA6A-497F-AE0C-8445CE25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checkpoint_and_audit.json에서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483772999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040C90-DCFB-41E5-B84E-1EA9F3DA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7D81B-A89B-4AC4-802E-183DE010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CC4AA-8FEF-41DC-87FB-AE22D708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E0CDE-6AA8-488D-ACCF-669DABEC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613BB-1D5B-4C4B-86BD-72A4CDF6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15456-5462-441A-9E61-3268F331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3912A-DD3C-495E-AE72-7580CD51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14AA9-AB5F-429A-95F7-28F09320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9B04E-E5AE-4F01-B538-ACDDCDFE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48C59-E410-4C81-90EF-7C181A3F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40973-16ED-47DA-ADB4-1BBFEA6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4AD90-E9A6-42A4-B38E-84A14D2B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2F4C8-D3AD-4468-ABBE-326A5874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BAEAF-FA83-4AE1-AAC9-EAB08F21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 시 state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21305-C2EE-4F28-817D-3F576EC2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9F660-C81E-4BAB-A8AC-610743CD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Thread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B3563-EDE5-4EB8-9030-74559858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B4F70-BC90-4B7C-9D16-7D2D9296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실행을 이어 가는 식별자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99E7B-2DBC-4C89-9975-D98269FA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11B4D-65F0-4FFB-A08E-9F49E8C1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Idempotency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325E12-3E1E-4975-9950-2705879C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C486D-5A98-4C5F-95C9-B3F6A0C9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요청을 반복해도 결과가 한 번인 성질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16E5F-B503-474E-84B0-92D4D15E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E2E71-AA3F-419E-991F-83FB6F6C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Backoff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C7B124-3D40-4181-872D-76CE7510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BFB73-1652-49B4-BFA2-EEED4D78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재시도 간격을 점차 늘림</a:t>
            </a:r>
          </a:p>
        </p:txBody>
      </p:sp>
    </p:spTree>
    <p:extLst>
      <p:ext uri="{BB962C8B-B14F-4D97-AF65-F5344CB8AC3E}">
        <p14:creationId xmlns:p14="http://schemas.microsoft.com/office/powerpoint/2010/main" val="1805738951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96349-3F45-4A4E-A48C-FF7A1D2D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A9942-CAC3-44BE-86D8-B21899C9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6F3C7-4BAB-41C8-965E-50AB0E2A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B501F-8CE6-40EE-BC7A-BA73CEC9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F4CA2-DB96-431A-929B-6C9F5DCF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18CD2-8C0A-4095-BE11-CB385814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814EF-5316-443A-A565-57550A9D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E74EE-C03C-454C-A91A-24CEED20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47878-3605-450D-971F-047E32A8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4CFBE-ABCA-4571-8460-BBB6CD79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C5C98-11F3-4811-9516-EA366AE4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 ID → checkpoint → bounded retry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AC4DE-BCDD-4987-BF41-2AB070E4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41B54-891A-468F-97CD-3CD3E4C5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D44D2-AA80-4551-804E-AB6B82DC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checkpoint_and_audit.json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17AE2-99E2-486F-AC3B-EA668859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FC35A-EEE3-43B4-BF39-8103261F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446BA-7E99-44EB-8E25-2701A694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첫 실행은 reused=false, 두 번째는 true다.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body나 head SHA가 달라지면 새 승인 대상으로 본다.</a:t>
            </a:r>
          </a:p>
        </p:txBody>
      </p:sp>
    </p:spTree>
    <p:extLst>
      <p:ext uri="{BB962C8B-B14F-4D97-AF65-F5344CB8AC3E}">
        <p14:creationId xmlns:p14="http://schemas.microsoft.com/office/powerpoint/2010/main" val="2017703574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0A0AE-5B17-4119-8323-DF9E4DEF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391CA-9B5F-4AFD-973A-B96F926D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92C8D-3BE9-4F44-8EE2-C29BCAF2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777CE-CD11-4AEF-9879-7567F63C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B924F-ADB2-436C-A10B-49D229E4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4DD98-3194-4F04-8092-2ADC5F43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BA8E8-CBB1-4367-A43C-74C933A6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FFF05-5B97-4F36-B50D-25C777C0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93330-BAF1-4209-9D3E-040EAE4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request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2FDE0-51DE-451A-BECA-02966C58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496CC-6104-4C54-A65A-B8967C0C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8F16F-493D-49D1-99CF-00CADC4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95B1E-4272-4365-9250-9BBBDF6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41034-B45F-46EA-825B-F5492C72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CA4F5-8373-4F54-B88C-603352D9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bounded retry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96D8EB-3F6F-4C78-BBD6-E8661BF8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90ADB-E850-4CAA-8C4A-E04F1B62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04546-F715-458A-B82E-4717FF21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idempotency lookup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721D3-F348-42CD-874D-CAE29CE9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A26E2-4402-4E9B-A610-71C364F3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C0D9B5-E508-4A33-B76A-6BEE4AFF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reuse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820108-6FA4-43F0-8044-EB75509D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checkpoint_and_audit.json에서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711286898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C9EC7-9288-418C-B5C5-92BAFEAC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8DC36-6EC9-4DEE-9A64-84F89AD5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FE7D2-47D3-4383-8925-DDAA551C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F964E-74C0-40D6-9741-D857ACD7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CCFB6-9145-41AF-AD1E-6A1C6B73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44C0E-A692-4F32-BAF9-AF0510C6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2BD73-3743-4A36-A246-BA183ECC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BEBBD-BA86-4C8D-8387-40CBEA00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첫 실행은 reused=false, 두 번째는 true다.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F56B9-F2A0-4E9C-8143-CD655CF0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9300CE-9F42-4B36-BD87-1C3649BC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7E426-C281-4F49-9932-8D90FE0C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body나 head SHA가 달라지면 새 승인 대상으로 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674FB-C12D-436B-A3DB-85975B8A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CD435-6CA7-4466-AC91-5A51B8F2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7D47A-601D-4196-9BDA-76EE99D7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B6F14-A9F8-42DF-AF30-A8530036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8F1E4-B7B0-49A5-B45B-352314F8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E254A-ED00-473D-BEDE-3054D486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식별자·checkpoint_and_audit.json</a:t>
            </a:r>
          </a:p>
        </p:txBody>
      </p:sp>
    </p:spTree>
    <p:extLst>
      <p:ext uri="{BB962C8B-B14F-4D97-AF65-F5344CB8AC3E}">
        <p14:creationId xmlns:p14="http://schemas.microsoft.com/office/powerpoint/2010/main" val="20482214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E6097-182A-4897-8E2D-D98003E3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B095C-56CC-47BD-9C53-472D5010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6585E-EAE9-467C-A56F-075A8E28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F49CC-9AD3-47D1-B28B-E2143B08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DA199-B3A3-40AA-B1E1-AF53165D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9D924-836B-4DDC-8072-5F0B7021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F5A15-BA5D-4296-B8BB-72831B25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E6553-8EE0-4783-886D-2CD45C88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5B83C-BF2F-4686-B7DA-90E86EE4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B9F7F-9CA5-4347-A66C-7ABA0210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98550-6ED1-4B03-9E49-138F042E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9570D-8F81-4789-B64A-13AF0F73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src/langgraph_lab.py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038BC-A3E2-490C-B850-CA5CB547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CCD67-96A2-4298-BB12-0019FCFC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762E1-AF4B-449B-BF6C-6B375C86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5D8BF-DC21-45C0-B1ED-5DE57B83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0D951-B4CA-4D4A-9B08-AC748F07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687AA-CAFC-48BC-9DFE-3B7CEB5C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546273559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79EFB-15E6-4E73-9240-45D02AEF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D15DF-6B4B-42D2-8C28-1FA416C3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재시작 가능한 workflow는 같은 일을 두 번 하지 않습니다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4D3F2-4785-4848-8453-BD150FC7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E0A97-046C-4D77-B13E-FB5B2FB4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04702-88FA-4B53-9705-47DF97ED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0EF8F-3F7B-46C2-9397-8DF5FE97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D8096-8CB6-4B8C-83C8-93743392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 전후 node가 다시 실행돼도 외부 쓰기는 한 번이어야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AD4F8-CB12-4E98-A89F-970C4C1B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A8EDC-1D90-47EE-8BF5-04578D7B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0B1D8-4237-455D-B43C-CDF96D71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timeout 뒤 동일 comment를 다시 게시한다.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B5A1E-5232-47EB-B653-5539BDBD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target·SHA·body hash를 idempotency key로 저장하고 기존 remote result를 재사용한다.</a:t>
            </a:r>
          </a:p>
        </p:txBody>
      </p:sp>
    </p:spTree>
    <p:extLst>
      <p:ext uri="{BB962C8B-B14F-4D97-AF65-F5344CB8AC3E}">
        <p14:creationId xmlns:p14="http://schemas.microsoft.com/office/powerpoint/2010/main" val="1397884389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CCA287-2114-412D-927C-E01C7373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0D3AA-A8E8-40A8-B86F-FB503ACB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D8FE3-CE49-4CED-8DD8-2AFB095A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38236-D981-4597-8B8A-5D8BDA21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7BD17-F0D4-475C-AEBE-281575DD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BDCDB-4FC0-4419-94A5-800EE737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214E9-89C9-4D57-BFF6-C5B0FBEC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5B8C1-C47E-4B5C-92C4-D90C9903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08AFA-5785-4129-8839-2191B6EE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F107D-EB81-402A-B878-70376145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37576-B3BD-4934-B4F3-CE35F886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90FDF-2EA6-43A3-ACD9-A5F37DEB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4327C-BB00-4145-BB9D-19281FC6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0BF0B-3AFC-4C71-B766-6D62A1F1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A9397-A6C0-448C-98F2-8735A23E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690FF-2CB6-4C6E-B321-D2BF5FF6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 시 state 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E44B3-DFFB-4148-A235-155CE72F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14708-6043-4BCE-8183-7615D79D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EE50C-8335-48FD-BA8E-68B3528B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2073E-F45E-428E-B031-C3554987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Thread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E392A8-A8A5-4235-9301-F347F570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80D8AD-FBA8-4C79-82DE-CC797330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실행을 이어 가는 식별자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E719C-A94A-4684-88DF-72C1A74F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F583B6-90FE-48C3-A00A-F2E7E9D3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3A932B-08B8-43DA-9579-53AAC8B0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9DC641-1B75-4B28-A4AE-AAC06F92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Idempotency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9143CB-735D-4153-B663-CBBFE927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CE9721-2E9E-4625-8C05-A70FE55B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요청을 반복해도 결과가 한 번인 성질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572DF5-9F95-4C4D-ACEB-8A543731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39A444-4EDE-436F-B605-41CCED07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4489D3-23BA-4266-BB7B-5FA89B51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20BB84-0E96-40D3-8C25-F43B5F34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Backoff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6C2A5E-A3E4-49C6-8568-2BC463C8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9B6CC1-DCEA-46F2-91F2-19F7BAA4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재시도 간격을 점차 늘림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4A64A8-E80E-42D9-9137-1AC629B0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179E41-6BC7-452A-9A4F-F5775677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598465880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AA941-0F9A-4DE7-97BE-DCD66D45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BEC86-47D6-4DF9-8C02-25D02373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1D468-1CF6-40A6-84D8-82E89D11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3027D-DC31-460B-9725-14662CCD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E8379-4963-4279-8EA5-1E6CD371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69950-090A-47B6-AD04-C15597C8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6F4EC-90C3-4A25-B74E-4714F467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1613D-F3A7-4F0F-AB3F-5BAAC1D2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28564-B31C-4284-A836-4BA35FEB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timeout 뒤 동일 comment를 다시 게시한다.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7E71B-2CBB-4EAC-AAC5-948196C6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D6363-D2AA-4DF9-A26A-74EC03E8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 전후 node가 다시 실행돼도 외부 쓰기는 한 번이어야 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A52F3-9875-4EB1-83DD-CC35FA76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3825990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D9119-F942-428C-8EB3-6873334B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C0FD6-CC2D-4234-86E1-233A3738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F2AB9-2C8E-454A-AF39-FD2834B4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7D742-2AA7-4D50-A840-6AD38A83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5D4A5-E93F-4781-84B0-18F8B489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FF703-F67F-4AAF-8BC1-FECA2B93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E4EB3-11F5-46FE-8F9E-2F68352F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FAEA6-84E2-4DC0-97D5-11FCFD78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F3075-B0A7-40F3-85E5-C4A2E402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body나 head SHA가 달라지면 새 승인 대상으로 본다.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C0AFA-9474-4AB0-B7C5-07024D9D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6993F-0B27-48FA-BC32-D29819CD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E5F30-9870-4D7E-8C8E-893F7488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timeout 뒤 동일 comment를 다시 게시한다.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479C5-59AD-48E6-A39E-EBC5D36A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841B4-4480-4AE7-BDB6-73A6B314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9C3BC-1210-4486-A503-BC5252F1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target·SHA·body hash를 idempotency key로 저장하고 기존 remote result를 재사용한다.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5A158-896C-41CA-8656-600537FF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B0D35-1EB9-472E-A25D-5691DAA2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CC53D-6D45-4162-9671-469514C6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checkpoint_and_audit.json과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796886962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722D7-2316-411D-89BD-4D584A7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F68B4-C323-4D4A-AE54-F5328EE6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CCADF-4D4F-4AC2-B105-6D994A11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A3687-E707-4E09-8D41-028C947D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8FA61-E6B0-4E82-AC5C-8F8A1B82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91825-1FA7-4A1F-BC12-D6212416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c41a12a01466c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71D3C-5F5C-4A31-8FB5-984FD17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plan을 두 번 실행해 publisher call이 1회인지 test한다.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C5328-04A2-44BD-B522-B23099F5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643882190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C671C-9739-40D8-AB54-0CC227AE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15876-8C8E-46A4-9AB9-7AC033EA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3F23E-0DBD-4AD9-AF0B-5B336DCC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043D0-220C-47A0-A368-5634F717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3AC49-01BD-4F5E-8CE8-0C928206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F0685-E71A-4701-B4B7-37654330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A355F-23BC-4721-A021-4B7006C8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B2F51-9822-4BC8-AF28-362569B8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6766E-1B92-4F0C-81B8-0502B915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plan을 두 번 실행해 publisher call이 1회인지 test한다.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C3094-838A-4482-AF2B-F6F98E89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D9D06-52E4-442B-832C-5F02CDBF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7424D-E416-4BCF-85EC-24901E44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src/langgraph_lab.py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2B737-6B76-4E62-A6EC-44B38917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0AAA8-5BAD-49DD-A182-C5F70FB0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4D642-22E5-4E75-B8C4-67C691A8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첫 실행은 reused=false, 두 번째는 true다.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body나 head SHA가 달라지면 새 승인 대상으로 본다.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646EB-4F1D-4C1F-BD23-DA6636BC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1916C-577F-49E8-B45D-A80108F5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567C5-BFBE-4DFD-8567-02CA73D7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256530443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CE0676-FF89-4704-833D-9EF5F958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E4F6B-D37A-41C0-8ACA-1574CE1E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19916-EE0F-4571-8A6C-97A5D686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24374-BA89-48FD-AA2B-D21F6C31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EE19C-2062-44C4-8288-09217DF3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D5022-7104-4000-A5AA-45C9A20D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2BF6A-B9DA-4116-ABF0-12BF1D13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E2A09-C4A1-4463-BF67-78C1B308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38283-1E23-40E2-BAB5-A28B52F8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A78B1-7BE7-4E15-A526-869E451E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86FEC-84C7-48D4-87E0-6A7CE0A4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FDC5E-9F46-4D4C-83A9-8FA049A6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E2882-065F-4BF9-8BC9-2C91A6A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91A4F-CFEB-44DB-87B1-23D138DA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첫 실행은 reused=false, 두 번째는 true다.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A3913-9093-48F9-B1E3-4AA28A21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92F0A-FBBE-4905-9158-C226E594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EA2AC-5638-41AE-B535-2374DE1A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6156C-28B1-419B-B2EA-E1B37D4F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body나 head SHA가 달라지면 새 승인 대상으로 본다.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46774-9F96-46CF-A517-84ECBB18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0796F-0028-418F-AAA4-F257BBE6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1B38AD-A431-491D-80BE-D03E69D5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993CF-0E6B-4014-BA82-D602D9F6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243426752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20B34-D304-408F-BE29-82124755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29DCD-B626-4845-AE58-8BF01E6D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52009-75D5-41E3-9E5C-4985637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E4D22-5864-4CA7-AF23-CDDB4AD6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ACDA4-91B0-4A0D-A9E0-242876EC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E928C-C7BB-4A96-81D3-C9D1C2D1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DF1CA-E922-4D3C-9012-0A310FF1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10065-B7B8-4D9F-82A1-6C70CC5E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614CE-0266-4B60-BE3F-E5482337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src/course_services/github_service.py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D8DF9-74BF-4148-AAE9-B697F360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0CB3A-09DA-44C6-BE70-4E386F6E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99BC7-2BBD-4CB5-ABE4-F37746ED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src/langgraph_lab.py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385F9-FBF0-490C-8CA7-610F5F6A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6DEE2-7351-496D-BA29-042A46AB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C3F5F-A234-4564-A385-F0ADBBAC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idempotent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3F919-41BB-4A9F-A214-100B7E8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62766-8F72-4E9A-B477-D0D230C6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4F9FD-59C4-4E90-9007-DAD62E3F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첫 실행은 reused=false, 두 번째는 true다.</a:t>
            </a:r>
          </a:p>
        </p:txBody>
      </p:sp>
    </p:spTree>
    <p:extLst>
      <p:ext uri="{BB962C8B-B14F-4D97-AF65-F5344CB8AC3E}">
        <p14:creationId xmlns:p14="http://schemas.microsoft.com/office/powerpoint/2010/main" val="2054110454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C8741-59A6-4D82-B541-09CAABCB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82823-03F5-4BC1-8083-983E8066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9CE59-3604-4F40-A20C-79F364EE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13B36-FDCD-4F9D-99FB-8256F3CE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6D471-9064-4421-A371-0209D839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9C9F5-C3B6-427C-BE3A-6C12491A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61C89-032B-43A7-A89F-C1DD5CC1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B2D32-FA25-47F9-88CD-7990E0B3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895DD-58FB-4F17-8D05-207DBE3E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 -k idempotent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8443C-BDD1-44DA-B07D-7D956BEF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0CAC2-1758-4AC7-AEF8-654E1D9C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921452163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05198-DE36-4582-B9B1-D169701C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EDA16-0D99-4102-8891-1B0212E5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52B9B-E18B-4B49-A9F7-24E34A2D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CC492-2B4D-4CC6-950A-036EF9ED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E39EF-6700-4263-B2A4-861B4DC8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028A5-2EAB-4F2B-9479-D4FE0A64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19003-FE1E-411F-BE7E-4D8A67B2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C12F5-A0A8-4486-9FC6-50890912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11A23-49F1-4D15-8EFF-74A36D0C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3E959-502B-41FC-ACE3-A296D14F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checkpoint_and_audit.json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67509-0BC5-43BD-A9E6-DFDE47B7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8845A-7953-460F-A5AE-01B48EF2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6B79F-2431-4DE3-A063-ED66EC8F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첫 실행은 reused=false, 두 번째는 true다.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body나 head SHA가 달라지면 새 승인 대상으로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470369845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B3FDB-BB7D-461E-AA79-1F8B80E7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CEB9C-B1FF-487B-8553-E4D38F2F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842F9-5FBB-4B1E-86A3-0D385AA0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C74D0-D41E-46C0-8A14-0957F5D3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BB0F7-745A-465D-A529-3DF5C575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D1135-F309-41E3-A346-CE570505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D83DD-7577-48DB-91DE-B4CE7197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DBE72-8F0A-4B3A-9A32-57617802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timeout 뒤 동일 comment를 다시 게시한다.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E0726-1BBF-4617-B1F0-28CCE6D5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CA41D-2CD1-4C3C-8D96-7868BED1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C4852-B451-4F5E-818A-E4A71B82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target·SHA·body hash를 idempotency key로 저장하고 기존 remote result를 재사용한다.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720AB-E6AC-4D19-AC60-1A62993E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body나 head SHA가 달라지면 새 승인 대상으로 본다.</a:t>
            </a:r>
          </a:p>
        </p:txBody>
      </p:sp>
    </p:spTree>
    <p:extLst>
      <p:ext uri="{BB962C8B-B14F-4D97-AF65-F5344CB8AC3E}">
        <p14:creationId xmlns:p14="http://schemas.microsoft.com/office/powerpoint/2010/main" val="2142663996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6B103-3AB7-4A28-9AC8-56D61124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3DB83-74EF-44BC-ABCF-6B346E04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E798C-2112-40AE-BA5D-28AF831D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98C6C-C172-4902-BB5E-4AD32220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47B09-C1C3-40A6-B710-E5028375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EB627-3197-43E9-96EB-52316BE2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A1D8D-82A1-4A06-8763-B01024BA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865CD-C973-4427-92BC-21D1357A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6DDEF-D667-457A-A4AF-8EC4270F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E457C-BA08-4596-8EFE-6897B643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C788D-A41D-49FC-BEB7-871D31C7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43237-8B53-42E6-B98D-E67C17EB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첫 실행은 reused=false, 두 번째는 true다.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checkpoint_and_audit.json 저장</a:t>
            </a:r>
          </a:p>
        </p:txBody>
      </p:sp>
    </p:spTree>
    <p:extLst>
      <p:ext uri="{BB962C8B-B14F-4D97-AF65-F5344CB8AC3E}">
        <p14:creationId xmlns:p14="http://schemas.microsoft.com/office/powerpoint/2010/main" val="1110779859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DB62A-EBB8-4AC7-9E9E-AEE44933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14205-BBD2-4848-BD8C-5E7305B1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34F24-3FF5-4D5D-8039-B0831F79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5E5B3-9D9F-4D06-8437-047EEBA9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C4547-1BDF-4DCF-8196-D83EECB5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08749-A995-44A4-A5F7-050F8132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E507D-0DED-4CF8-9907-812B07B1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src/course_services/github_service.py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32D11-A9A2-4EFF-BB01-98CC60CA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709F0-F667-4626-B64A-2C2CF3F9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checkpoint_and_audit.json</a:t>
            </a:r>
          </a:p>
        </p:txBody>
      </p:sp>
    </p:spTree>
    <p:extLst>
      <p:ext uri="{BB962C8B-B14F-4D97-AF65-F5344CB8AC3E}">
        <p14:creationId xmlns:p14="http://schemas.microsoft.com/office/powerpoint/2010/main" val="873560850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634A6-E08F-4B0E-9987-3A580BE0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FD580-6770-452F-B042-FDF4DA64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51E30-A696-4B1A-BDC1-CF8AA49B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6B7B4-AF5D-431E-8EF2-F4915ED8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8D73B-4AB4-47F8-BAB6-A8CAD331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D5558-D726-40BE-89C9-9DCB8EF5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4C391-50FD-459C-A704-6F656E78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 -k idempotent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첫 실행은 reused=false, 두 번째는 true다.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093D9-F953-4603-A1D3-CA9AD65C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BE0D8-0DA1-4C31-937B-BA4B458A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checkpoint_and_audit.json</a:t>
            </a:r>
          </a:p>
        </p:txBody>
      </p:sp>
    </p:spTree>
    <p:extLst>
      <p:ext uri="{BB962C8B-B14F-4D97-AF65-F5344CB8AC3E}">
        <p14:creationId xmlns:p14="http://schemas.microsoft.com/office/powerpoint/2010/main" val="1373413199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8A749-21B9-4476-B9E4-0081E143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E21E1-B045-407E-9E55-EC7CE5E2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38522-7042-4C7A-98DF-DC042351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F4EE3-A875-4B43-993C-E043295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8A603-794F-4280-9857-EE4081A8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E2367-504C-42F6-AB77-7E02FA9F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25D94-00EE-4251-BE5E-A0F8FBEA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body나 head SHA가 달라지면 새 승인 대상으로 본다.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target·SHA·body hash를 idempotency key로 저장하고 기존 remote result를 재사용한다.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E211B-CD35-4AED-887B-EB5344A5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683BE-411B-4271-AA9B-1F31B09D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7401966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7B0AF-685B-4564-A6FB-3A429883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60551-85C7-4052-9EE9-57BA94FC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09F1D-5C5E-45A1-B4B1-3B46FA23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23D8D-3740-4FFE-B801-28CE37CC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78793-F948-4701-A3ED-7DF57218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8FD75-0EB9-4CD4-BC41-90E68CE0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C84FC-BFEE-432B-A279-8757D744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7AF8B-9548-4586-96E6-C29400F5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85587-D999-4582-B217-C0ABB49E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첫 실행은 reused=false, 두 번째는 true다.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1BF84-83F0-4C8A-B58B-9C6535FD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8814D-948C-457E-A6FA-649A1767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5C934-1113-473A-8175-3A77C678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20455-A8FC-47FA-B19E-A6198FE7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C2C09-F140-4F1F-92B0-EE2B3D24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A26A5-BE65-4EBE-8930-5B9F2A81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A9E5E-F466-4E6B-B62D-FB41AFF2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B1FF6-4176-46CE-A6CA-B3DB0C9C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88E95-B35D-475D-B9B2-87125F0B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317508687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4AD08-75C9-4451-B7C2-6052486B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7910C-C843-490C-AA58-83B21C0A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7C9AB-B5AA-47E3-BF1F-1C2772D9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1D289-5AE6-4ADC-A9DF-C2B1BEA5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D32B5-E9FA-4EB7-9D80-4AD99739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19ADB-CCFA-40C4-B528-B4EBFCEE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1F9C3-3D4E-4E56-928E-8E57EFB0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10DC3-37F1-45FF-9555-BCE48884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DD2D9-4075-4991-8177-E156732D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body나 head SHA가 달라지면 새 승인 대상으로 본다.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F35BE-E38D-403E-933C-4827418C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86C4F-2997-4ED6-B2C9-6779872B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BA578-BD26-4134-9756-D85716E2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CFB7E-AB11-498A-A5BC-42AB120F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24EC3-EE91-4642-BFFB-DC6FB385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10B89-B717-4FD7-9599-1CDBD17F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26E37-D59B-46F4-9829-2C7DAE87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0B2EE-E4A6-4381-B887-A890B619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A8B4C-38FF-4D61-9ED4-642CBCCB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512302994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09F18-6D7A-4792-9E22-B8FF1C02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C81D5-09B7-40D3-8257-A0506EE4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20201-8C7F-49E8-9814-F43CBAE8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14390-1DDA-4112-9679-86BF2D05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52E08-8FC3-4606-8D79-906D8871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42572-B5B8-4F9F-8AB2-AE527670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0DF14-A4A0-4332-B210-FF37FB4F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네트워크가 불안한 CI bot의 중복 comment 방지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6F542-F97C-43EB-AADE-C27440AA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596C9-8E8B-437A-A619-B39FA850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DC19A-B347-4BD0-8F3C-4E50CC9C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02CD6-85A6-4B09-B808-B6C7E78A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32927-6F23-4B8E-9D11-82922D56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1DE40-0795-4D66-8D34-42B8C26A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A6F83-554D-47BE-A2C2-3D9080B0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945B0-9AD3-460F-8650-70D18BDD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125C4-084F-4227-B8F7-AEE39921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EEB82-A960-4476-8734-A7629DBC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5CF48-485D-4480-B22C-3A269780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A649B-9E23-497D-A008-E4A4D13B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checkpoint_and_audit.json을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291707827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396CAE-7407-4569-94DB-E05CC2F1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7591B-0E9A-4905-ADA2-C1635275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A49F6-F283-4A6B-8AF6-8AD0C971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B89F7-2996-40B8-91D0-66753EED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E98C6-1F73-4C94-A926-F2BC13AC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C2853-3C16-4164-A318-79331846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F87EB-A5B9-475F-9163-43AACDD1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네트워크가 불안한 CI bot의 중복 comment 방지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6D02C-BF4B-4EAD-88B2-F7ACAB06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D9BC7-91ED-4C37-BD9E-EAC262DA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E3792-7B1C-4CA0-A9C3-24BC6248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58CB3-12F8-4F1F-A8B7-D8BF1933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4104-6725-48D0-9BCD-90B29596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1D400-4A22-4977-8F7E-870E0901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4F407-E2B4-42A1-A2D2-9195ADB9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33FF6-0230-491B-9325-75DBA57D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F860E-BCBC-4391-870A-CB93D22C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86271-F6D5-40F4-B908-8AD20D71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5942B-8D36-49E6-B3B6-124D844B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77E78-8DED-400F-968D-B01D7AEF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checkpoint_and_audit.json과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64629649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6705C-266C-4C0D-AB59-83FAD664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F0449-110A-46C0-B0F7-0AD7C495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0C634-A02B-4933-9105-D4562D9C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0416C-CA3A-4A96-AC5B-74348234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44E00-499F-41E2-86D7-622ADD74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66E81-41FF-4E70-A42F-77495D44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CEAE0-289D-4AD1-9925-4E8AAAEC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E5F93-29A5-484F-B60E-DEDA521B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1CEF5-21EB-4345-AF8E-6370E97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첫 실행은 reused=false, 두 번째는 true다.로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7F149-5552-4150-98B6-831BA84A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A7C5E-B5FB-46A6-9FA8-34F9309A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ECB85-00DC-4DFC-91F9-F41C494E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30C0A-4714-4EEB-9BBB-C08A98CA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2E9AF-7CEE-431D-BE93-7D7C5AC2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FFE7D-9323-4B11-ADE1-A64E6340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target·SHA·body hash를 idempotency key로 저장하고 기존 remote result를 재사용한다.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545F4-C9AC-4F2A-BCD6-47484717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DB39E-BD39-4974-BB10-C57251E7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EC728-80C7-48AF-800B-2B746BE7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checkpoint_and_audit.json에서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582335385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A6237-21FF-4151-A1F1-3817465C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C983C-5FF6-46AE-816C-9F25C4B3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CD7D7-97CE-45EE-872B-9E782442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CD7DD-A8CF-4D65-AB23-AAF0F4AB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8E04F-8E7D-4FA4-8CCF-4AED5E64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13:50-14:40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53D47-71D4-472F-A783-3C099BE1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124F7-05D9-4F77-98B8-0F309145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ECD4D-6FA6-49BE-A265-5C6BF424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8CC5F-9111-4701-A1F0-4D1FDABF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재시작 가능한 workflow는 같은 일을 두 번 하지 않습니다이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403CE-139D-4AC8-AAE0-F1EBD8D5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876B2-554C-4D40-88C4-7263BC27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60D88-FEC9-47B9-B604-73BF18E3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idempotent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372EE-91EA-4381-A657-489E8C46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7168B-B571-450A-B6C2-07FB230D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6648C-FB48-4639-A718-286F2C4C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checkpoint_and_audit.json과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F90CC-75F8-446E-AE77-C4B39EE8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Human Approval은 버튼보다 검토할 정보가 중요합니다</a:t>
            </a:r>
          </a:p>
        </p:txBody>
      </p:sp>
    </p:spTree>
    <p:extLst>
      <p:ext uri="{BB962C8B-B14F-4D97-AF65-F5344CB8AC3E}">
        <p14:creationId xmlns:p14="http://schemas.microsoft.com/office/powerpoint/2010/main" val="1448404503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0DE9A-8FE3-4CC7-97E7-A2B19F9B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31020-7E7B-4D40-9F27-87C321A0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4 · 6차시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44159-077F-4575-B3F7-E191AD84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14:40-15:30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2E614-48CB-4261-B766-0B1622F3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Human Approval은 버튼보다 검토할 정보가 중요합니다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5F88B-DA43-47C6-A4D8-05DE1995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approve·edit·reject interrupt payload를 설계한다.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67AE9-8209-450F-B908-C32A9081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3392B-D968-4667-B63F-1317FC8B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398B5-7200-409A-988D-E15905AE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9BC83-E502-4962-A3E8-5F939172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B2714-0E64-49CD-BC0B-C84719AA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src/langgraph_lab.py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src/meeting_agent_workflow.py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59E16-1B49-4D1E-A578-80A1E8BB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793E1-866F-43E8-B673-F37E8D4A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review_decision.json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2EAA8-7443-4839-82D7-E26AF3DB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4 · GitHub PR 자동화 · 6차시</a:t>
            </a:r>
          </a:p>
        </p:txBody>
      </p:sp>
    </p:spTree>
    <p:extLst>
      <p:ext uri="{BB962C8B-B14F-4D97-AF65-F5344CB8AC3E}">
        <p14:creationId xmlns:p14="http://schemas.microsoft.com/office/powerpoint/2010/main" val="161376003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A2D23-58F7-46FF-AE3A-46EAD1A3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D2F19-D965-4915-A6A1-DE12F6AC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3050E-52C6-4932-968D-8497808E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04B42-BA69-4D30-A32D-A2E67CBB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D8FF7-2AA4-4BA6-BDF8-3BFD5967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3F13A-9BD3-43F4-8C5D-7DD11464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F57F8-C454-4538-B022-06F21765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2947D-D4FF-419E-BC9B-1494D604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05164-E27D-46FA-8C24-70D679C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checkpoint_and_audit.json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0860D-BB9F-4D49-992B-041A5F08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E4301-C6E6-4807-B6DA-04926AE6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33D04-09CE-4A0E-BEA3-12F03BBC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Approval은 버튼보다 검토할 정보가 중요합니다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DD067-7ACD-4B30-92C0-AB2F845F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3F9EE-BFED-4223-82A2-98AC07B0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33769-E4C7-42AD-B701-866D5CDF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review_decision.json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10A64-D56F-48E4-A9CD-7F8BB83E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B61E9B-692C-44DB-8C2F-2264C3C1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A565CC-F687-4B2F-A626-76925A54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Dry-run은 실제 게시 직전의 완성된 결과여야 합니다</a:t>
            </a:r>
          </a:p>
        </p:txBody>
      </p:sp>
    </p:spTree>
    <p:extLst>
      <p:ext uri="{BB962C8B-B14F-4D97-AF65-F5344CB8AC3E}">
        <p14:creationId xmlns:p14="http://schemas.microsoft.com/office/powerpoint/2010/main" val="177854634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3DBE5-401B-4AB1-B729-A7916821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초안만 보여주고 대상과 근거를 숨기면 사람은 사실상 승인할 수 없다.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D28F9-7742-4BB6-894F-0C1D51F4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AA8DC-683F-4DB1-9B39-F3FADBCA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2CABB-244D-4116-8AB2-86773570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C25C7-1301-419E-9B91-EBE2E41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BB57C-8F1D-4FE5-B4A7-FD3AB8CD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 interrupt payload를 설계한다.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4D5A0-7CDB-4FDA-9934-F664BA59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202FC-3382-48BA-A44D-FA108F28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review_decision.json</a:t>
            </a:r>
          </a:p>
        </p:txBody>
      </p:sp>
    </p:spTree>
    <p:extLst>
      <p:ext uri="{BB962C8B-B14F-4D97-AF65-F5344CB8AC3E}">
        <p14:creationId xmlns:p14="http://schemas.microsoft.com/office/powerpoint/2010/main" val="1633171907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6C6B1-53A0-4BB4-878F-0405AAEF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5A4B2-92A6-4CAA-86B9-968469C2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B04C6-A4E0-4AF2-9E9E-2538AC24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0CD1F-2BE6-4BBD-9236-53BA691C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69A90-EBC9-44E2-B8B3-C2EE05A2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92D75-A11A-4F87-ADBB-A2FAA675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5B814-69E1-4588-878F-D670596B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A0520-83EC-48F4-AED5-1E8A8369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approve·edit·reject interrupt payload를 설계한다.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F1B8A-065B-4511-AD72-2387B509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98EB4-2765-4603-9930-24E85204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9FCFD-B1A4-46E9-87BF-A6DEA74F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interrupt를 일반 Exception으로 잡아 자동 진행한다.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915E5-F565-47A9-AF69-BB8A411A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38178-132A-4CAD-8EBA-09C07BED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46800-2DF9-42BF-BED5-E28E0130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review_decision.json에서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852035505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5F4927-56C3-4DC0-8CC6-3013F159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1F7C0-8EBE-4527-B111-979386A3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758C0-2397-464F-861A-A1B12EF2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BE9CA-4F9C-492D-B494-20D9CF55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EDF69-D01A-4818-A5FE-1A81A26D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EBCFC-18AD-4A6F-9DCA-40F2B872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4BA86-1BAF-4B1B-B98D-95B9A040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40B0C-E106-408A-A232-D527AB4D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4DE8A-4650-4BD7-A1EB-D8AE1F98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A58E4-ED1C-4777-A2FE-E3126023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2D26B-A2BC-4E36-A115-BDC68114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37073-9545-4705-9A18-B6EB7CD3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D4372-51A7-4BDA-BE65-BDF9502C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4608AA-D5B7-461C-B2A3-FCF3CE1C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workflow를 멈추고 입력을 기다림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CACDD-E774-4CA1-AEB8-ADC45F1B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A78AA-A97D-46F9-A3DF-8229E7EA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01D5A-E0A6-4736-AA79-6189BB63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98C7C-5AB5-4F4D-8021-8F3726BB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초안을 그대로 허용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1B1F80-69F2-4DBB-A5AA-9463EDE2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F31DD-6951-4CE0-AEE5-E004FA29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8C46E-1B22-4CEB-B87E-A6EE20D8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67DA6E-7DCF-4D93-9CA2-37155781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사람이 수정 후 허용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B0781-593F-4046-A521-1E711D27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DD4F4-93F2-4D1E-8E9C-E587D7E3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56C67-0FDC-4DAE-8CB7-7DBF7948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E1AA4-DD88-47BF-B086-A2F72842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 없이 종료</a:t>
            </a:r>
          </a:p>
        </p:txBody>
      </p:sp>
    </p:spTree>
    <p:extLst>
      <p:ext uri="{BB962C8B-B14F-4D97-AF65-F5344CB8AC3E}">
        <p14:creationId xmlns:p14="http://schemas.microsoft.com/office/powerpoint/2010/main" val="1198386985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C7ECC-0D86-4949-9FBE-8D77C566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AF944-317D-4E15-8E24-14C67223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9C862-73B5-468A-AB46-375C1380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69CC6-F30D-46EB-B616-C604DE6D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DF5E4-74EC-456B-A91C-0DC351E1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4175F-A126-4269-A5A4-4E62E4E1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C1CC4-442F-4A06-881A-E59BD0F2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3C4FD-1217-4AC8-8EE3-6B8F5680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src/langgraph_lab.py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AEE94-80C5-4B8F-8702-40502F15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31447-EE30-4ABE-972D-D3B0C639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A93AE-36C2-4911-BEE2-801455AD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초안 생성 → target 표시 → finding 근거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3DB78-6394-4500-989A-DAACDAAB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59F04-69CE-47B0-805F-353B28C7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A55F0-F900-4AD8-A249-2183EE71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review_decision.json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05ECB-F074-44EF-949D-07876C28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1CAD9-45AE-46DA-905F-0A717190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C181F-CEE3-4586-8ECF-5DF9E843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approve가 READY_FOR_EXPORT로 간다.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reject는 external_write=false와 REJECTED로 끝난다.</a:t>
            </a:r>
          </a:p>
        </p:txBody>
      </p:sp>
    </p:spTree>
    <p:extLst>
      <p:ext uri="{BB962C8B-B14F-4D97-AF65-F5344CB8AC3E}">
        <p14:creationId xmlns:p14="http://schemas.microsoft.com/office/powerpoint/2010/main" val="2142974483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83FEE-4F7C-400B-99D4-643AB7AE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4964F-7944-45CB-A8C7-9B70C967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E30F5-F886-4A85-B7F0-9AF15F01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946CF-95A3-46CC-9B1F-3EAAA4A2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945E5-82D0-47D5-81AF-7522BBC6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DF1B3-CDF4-4A8B-B0A2-A1C3B547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F40F5-A25F-46A2-B89A-FCCBFD3C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24693-10D3-4887-A88E-3C07916B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CF1E3-9A2A-4F5E-A43A-21400A3A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초안 생성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32E78-3295-4A14-8783-0305084F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52928-5329-4383-8EDF-EB987C6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23A76-5010-4948-9B6B-34E8722C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target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325D5-FA9D-430E-A958-7895C179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425DA-9290-4C22-BCAA-DC002C00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FC00C-F3D5-4B9D-8666-E0769E56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finding 근거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C6A3F-69B6-47F1-8D37-2D706BE0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07C41-9968-4104-96AF-4FFCC7AD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E3AAEF-5E89-447D-AB2D-7FC27998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366E4-D7BB-4004-9DAF-06357781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F4B4E-1392-471A-BA27-BC48C6BA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06B14-AC4B-4855-A021-0EFFD215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thread 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0E19E-9BBD-463E-A977-3A1299E9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review_decision.json에서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143268237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F8EDF-4FCB-4EF2-94BB-506E3032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E4E2F-BA87-4416-9C4D-02791BB3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4E650-FAC6-4373-8823-ADF84D2C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AC76B-B4D9-496E-8B9C-C4914BDA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08EC4-2830-4B3F-A51C-B846EB42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BF8AC-25F2-445E-91D0-E899C464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1E487-B6F2-4FFC-93E6-5CFDABB2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DA081-8E6A-46D6-8259-9F5322EC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approve가 READY_FOR_EXPORT로 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E5392-3315-416A-9C29-B48D8686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BDC05-836A-4017-A4DC-2A83AA60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E2221-D92D-4D6C-8820-EB1A1E89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reject는 external_write=false와 REJECTED로 끝난다.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13FED-9B23-482E-98E4-C6720369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6724D-B064-419C-B764-ED0BE80A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BB3B4-ECF5-44D3-B707-D4743F25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AF28C-8F46-472E-91FB-50CDD95B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47F73-871E-4BE7-8A10-82B12751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CE88-9205-4456-B486-7DB94AB7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식별자·review_decision.json</a:t>
            </a:r>
          </a:p>
        </p:txBody>
      </p:sp>
    </p:spTree>
    <p:extLst>
      <p:ext uri="{BB962C8B-B14F-4D97-AF65-F5344CB8AC3E}">
        <p14:creationId xmlns:p14="http://schemas.microsoft.com/office/powerpoint/2010/main" val="924231533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063CE-BB7D-4EF4-950A-6B4B98BB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E65E3-C4E1-46B1-9F3C-8E72C664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9F3EE-663E-45D0-A231-60E7701C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4D7F9-6AAB-4899-83DA-1310F03B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9851C-059A-41C0-8574-6D1BB46E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43656-86A9-4802-8EE9-0B25F99B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45622-6F61-47FF-B6EC-08AC7905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E2F14-41D1-47C4-90F2-03A86E12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15B82-1BB0-41EF-927F-E3C4EF52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src/langgraph_lab.py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67A06-E10D-4672-954D-B47BB1A8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1036E-E6AE-4323-AA9D-6417B8E9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671BC-D408-46A9-83DD-ABA94F72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src/meeting_agent_workflow.py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47F55-FFD0-4031-899A-E8EC6CE6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740B2-639D-4DA2-A80B-AFAEECCC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F1275-8A85-46CE-AF25-EDA2310C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web-demo/app.js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A19DE-0E0F-4605-81A1-37FFEB98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0AD12-021C-4D7E-80D9-24556FCE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D4AB3-49BE-496C-9464-C0336213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097531411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39856-E8C8-4A18-8A44-AEA6E387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BB121-72DC-43D3-B327-1B5A4D3F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Approval은 버튼보다 검토할 정보가 중요합니다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17329-7DEE-4EC4-991D-B84D1284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96DE1-08E8-4B6B-95E3-087FA355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1C97B-6057-4286-9C1A-48AF17B1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13F97-425D-4C58-83D9-0C3BCA0F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77605-4528-4086-91E8-948A8F96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초안만 보여주고 대상과 근거를 숨기면 사람은 사실상 승인할 수 없다.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12F2A-F7E4-4B2F-B05F-B1ED4A69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71468-2F28-490C-8EE0-E83E8851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EDC71-D9B3-43B1-8F35-58B7A020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interrupt를 일반 Exception으로 잡아 자동 진행한다.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3B469-8B48-4D0B-93CD-B3EA2FF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interrupt를 workflow event로 두고 같은 thread_id와 JSON decision으로 resume한다.</a:t>
            </a:r>
          </a:p>
        </p:txBody>
      </p:sp>
    </p:spTree>
    <p:extLst>
      <p:ext uri="{BB962C8B-B14F-4D97-AF65-F5344CB8AC3E}">
        <p14:creationId xmlns:p14="http://schemas.microsoft.com/office/powerpoint/2010/main" val="434355935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3CEFC7-3B5A-4180-944D-CCF75E71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A65CC-75F5-47CF-B16A-1A86F66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41EF8-0A1F-4D9F-8FC8-8725B598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D1AA7-BDC1-4799-AAF9-77999F22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A753E-73BF-4375-9F26-DC62F39B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455BC-5DC1-4894-9B13-B76DDCCE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8C7A4-6D36-4B26-80CD-5E4E7680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284EF-7A5C-40DB-A2B0-7D57A3D0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86EAA-BD76-4587-B7C5-D3BE5022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84BD5-C53E-4295-980D-D627022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9BA42-1CDB-44C4-B864-8E033EB8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8D6FC-CF73-4955-9868-64B32975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ECCBE-1030-4191-85D2-65C4EEF1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15BB4-0706-4E97-A1D4-81488665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FEAB5-07FB-4104-864A-F66CB468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47AB5-8945-41C4-90BC-BBDDC19D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workflow를 멈추고 입력을 기다림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302EB-AD30-4E20-8516-95C5E7DB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E28AF-1934-4CA5-AD84-281C6F6C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245AA-F0EE-479F-865C-50CD006F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9040E-8394-4300-8266-261C8550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E0BEC-866D-49EE-9074-77A990F9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B4307-1DA5-4BD5-890F-C4E8F266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초안을 그대로 허용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FC333-5138-4C4D-B058-48074A47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6E39F-3071-4ED8-886D-753963EC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28A0B6-6381-431C-8E03-0A3AD7F5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91F6A-159D-4C4A-B1D4-AB5F8137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B989FC-B7AC-4A3E-986D-8D593EF7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622A93-1B04-45A5-BDA5-0A6714BC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사람이 수정 후 허용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6A2377-4C78-4B94-B7CD-ED7BF15F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D19409-02D8-43E3-9C38-A758CB6E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5EC1B-ABE5-407A-B073-624F3CCB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38D1A8-75C5-440B-94E9-CBA975B3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7366F2-2092-4CB8-A535-C8F35D6F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BE0797-AACD-4ABE-800E-F078E89E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 없이 종료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CD5935-A3EB-4987-AA29-2ECBB9E2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F13400-052B-48E7-82CF-F1B8D384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807258832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30F7B-5066-4A81-A24B-3EA2AF55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6EC7F-85FB-4725-9454-4C8E9422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D88D1-061C-4B7E-BB25-3B9EFE2A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12FC2-6EF8-4181-8DD4-C344FC83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E8E45-86F8-4893-A3F4-76758E06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A3CBB-5EAB-4FF4-875D-A58F056C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0CC3B-2F6A-47A3-9577-68882413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3E82E-BDE7-4147-B24C-A0E44E24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4ECB6-C56A-4EDB-A025-E0B4F0B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interrupt를 일반 Exception으로 잡아 자동 진행한다.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099D3-1806-4341-B01E-E61BFAD7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49ED9-2CDC-4234-A978-04CA7FDC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초안만 보여주고 대상과 근거를 숨기면 사람은 사실상 승인할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76BC3-C102-4A3B-8899-4B5298EA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932633660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B0130-A044-44A3-8FA5-5D236A37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88492-A942-4EC6-8484-A157A8B3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F18B3-4E3D-4B65-8940-4BD36DA6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6AA86-AE43-4880-B4FF-C42F3AC9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BAB99-8613-4BE5-9E32-031FE990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728C0-9C39-4E72-9600-016179DA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0CEAD-6460-4A0B-A6ED-DE042BCB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F2789-95B1-468B-A5A6-8409B109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FD0BA-8187-4A87-9DD5-74C9ED5F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reject는 external_write=false와 REJECTED로 끝난다.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C3A50-5F0C-422A-8B88-7D63B359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33FFD-B6A4-4FCE-90D1-633B945E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1B667-19F1-43F6-8A40-47AFBCF1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interrupt를 일반 Exception으로 잡아 자동 진행한다.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C8AF8-9F01-45B3-B1D0-A1BD3974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922F3-6DB5-4551-8A86-99A79AA2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A07D6-1F15-4B94-A56D-AEC40F4D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interrupt를 workflow event로 두고 같은 thread_id와 JSON decision으로 resume한다.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74C5F-7160-492A-AEA4-BC0D9387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404C0-A548-4BEC-8175-045209C7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55CE3-24E8-4422-88F1-E5048F03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review_decision.json과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725099353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86A3D-BE4C-4576-BECA-F54A0A9D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EE089-798D-459E-B7EC-003568E9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738D0-D825-48D7-8201-4DDA9D90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3118D-2FBE-4312-AECE-E953D74B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44693-CE10-477A-8F5C-4CD1AF7E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5F98E-C223-44E1-9B1C-0263BCC8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a98e8c78f45ca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B0800-3307-46CE-BBA0-D9312C8C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승인 node 전에 외부 쓰기 호출이 존재하지 않는지 diff review한다.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7E5FC-3FCD-4522-B216-38CFF088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804169709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03B67F-480C-4627-BA29-6900A445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1D106-8AC6-49D0-95A5-14B83CA6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CB4D9-FB5C-4D5A-A415-5300F702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96656-1F91-4A6E-BC9F-1AD685B1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7F0F7-00D9-4409-B6B4-126D914B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DAD63-F09C-4615-B4D0-8A8D8EF1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CDB28-AC7A-4368-847F-F1A567CD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2AA39-30FA-4431-8503-F1792AD3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BFAEE-CA5F-4744-9525-582A5AF2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승인 node 전에 외부 쓰기 호출이 존재하지 않는지 diff review한다.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2C99F-B4C6-4816-B612-CC464647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850F0-451D-4B7E-9ADD-97D1F9E1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94229-A6B2-4164-AC51-876ECBD1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src/meeting_agent_workflow.py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web-demo/app.js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55867-4500-4D10-BD9B-4A36AAA1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D516A-EE8B-4F24-AC0E-C1592115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DF8DC-7929-4D75-871C-0DEF1E55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approve가 READY_FOR_EXPORT로 간다.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reject는 external_write=false와 REJECTED로 끝난다.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4CCF2-858C-42D1-8F2B-D1B01B3F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9F3A00-3239-4DB3-A0D1-17532436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80231-7BC2-4A72-B503-C72D24F9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610340157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4BF9C-8641-425A-B4EA-1F5BA1CC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4ADE3-1491-4F95-AD3C-EA8DF9BE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D73E1-702D-44D8-98FE-8BADAF04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6452B-1ED0-4C66-B66A-3F59C2E1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8EBA8-C525-40A7-A3FF-1E997365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B3595-B5DD-484B-9FBC-0E84EF0D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3AE18-1502-467E-932F-1E09207C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5BE2C-40C2-4500-97F6-05245221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94153-64EB-4B7A-AA35-F33A6787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F3F4A-22EB-472A-BD08-1B30C9FD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A8E3E-60FD-4807-87E9-323CD750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1FC39-0C62-4644-8285-714E81CB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348C3-4A59-403E-8061-62151AA4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867B2-AF4E-4917-B0C5-5D5784F3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approve가 READY_FOR_EXPORT로 간다.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E1210-C5C5-4E3B-B278-68C1B89B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AC68F-B031-4978-A59A-D74878AE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CFC58-B8FE-42C6-87EA-B534B6AB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46543-8CAD-44A2-A64F-08A159A4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reject는 external_write=false와 REJECTED로 끝난다.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71D07-DA3D-40A1-B5AD-07FFBFC8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0371D-1D28-452A-86A8-CFEF3E13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15EE5-12C3-49B6-BD5B-FE27BE4E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BB3655-FD27-45D7-9304-62F346B0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2032819353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B19BA-4A47-4824-8E7F-73C79CE1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2CD5C-9379-495F-8C05-20735B34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44BBB-0E8A-4EA8-AFD0-F14006A9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0CF4B-C29D-4036-B431-BB03BA5B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89DA1-ACB5-42E5-8465-94874D57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9FD87-BCAA-47CD-B143-4F7BAAEF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5C292-CD09-464D-839D-A354860C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16199-BCCB-408B-85BC-6C7FEA02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51336-E80F-4B26-AA2C-089472D6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src/langgraph_lab.py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3EA01-4ADF-43A0-B1F9-9701092F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58452-E8ED-4E2E-B8B5-F6DC3E7E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4E4C1-6EB7-4C27-932E-DFCC173E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src/meeting_agent_workflow.py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838C9-8CE6-4E21-80B4-F0C99892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64404-5A8B-4224-A330-3558D67E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276A5-89EE-4A39-8EA5-9AA66963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src.langgraph_lab --decision 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CA6FF-23F3-448F-BDCD-B8144D15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1B33C-AF4D-429F-A14C-F0BAD01D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34D91-CA05-489F-8A2E-17D747AA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approve가 READY_FOR_EXPORT로 간다.</a:t>
            </a:r>
          </a:p>
        </p:txBody>
      </p:sp>
    </p:spTree>
    <p:extLst>
      <p:ext uri="{BB962C8B-B14F-4D97-AF65-F5344CB8AC3E}">
        <p14:creationId xmlns:p14="http://schemas.microsoft.com/office/powerpoint/2010/main" val="99811910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894E2-8C7C-4E35-B9F3-CD6322A5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B861C-F240-4AE5-83D2-04A660A1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CCF89-5C08-42E6-95BE-45E6A30A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1151D-AD99-48D8-ABF7-48B87FCE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EFC5F-BFCB-4C1F-8F58-95D49D60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54827-0D0D-4DE0-810A-CB472E6F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A034E-B6CD-4508-9929-8874D548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A3195-D058-4992-AAD6-0C0503EF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CFB6D-F9A1-4863-8ACD-1E8AAF26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src.langgraph_lab --decision 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0F199-D2DC-4947-83F6-F8E6F625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51EE0-CAC2-4780-81FD-DEE49A7C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597675079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A2077-7859-450C-90CF-F9D91866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BAD97-BE8A-4C27-8231-F2EA8707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B27B8-1AD1-44EE-B33D-09C22DD3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2F6C5-F35E-40C6-9350-23A8731A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AB10A-0381-4788-8EC5-4F054233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2833F-66A6-4D35-B3FA-1D2B313A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B4B9E-DC9B-463E-B2C8-A557CF6D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13249-0F04-4908-9210-907904D8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E114A-63A3-4389-885F-8A30868D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122E6-2878-46DC-938B-DC815616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review_decision.json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2AE8E-85B6-4F64-8C28-4BF74BE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4C578-0153-42DF-AED3-08D702AE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9C225-434F-4BC5-BEC1-B13873C8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approve가 READY_FOR_EXPORT로 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reject는 external_write=false와 REJECTED로 끝난다.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693014907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2F1C8-70CB-4AE3-852F-0BAEEF28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331CC-66F4-49CE-A1A1-7F43FA24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0DC7F-79BD-4E20-B5EB-BD145632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CBEDC-1BAA-4F0F-AFBE-20182E48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24BF6-3FF0-419C-9F3C-E2D677CE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E172D-DAA3-44E5-A7D5-5C40EFF1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83439-BEDB-4759-94EE-73CA2E61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28E57-480E-4D06-A7C5-1DB73B5D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interrupt를 일반 Exception으로 잡아 자동 진행한다.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6819B-A6F8-4F36-BA5F-E4EB1278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3C250-717A-47EE-ABCA-62B0E90A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8F9CB-1143-47B3-8336-C4B1D759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interrupt를 workflow event로 두고 같은 thread_id와 JSON decision으로 resume한다.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22961-3E08-4B5A-BD97-E730366B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reject는 external_write=false와 REJECTED로 끝난다.</a:t>
            </a:r>
          </a:p>
        </p:txBody>
      </p:sp>
    </p:spTree>
    <p:extLst>
      <p:ext uri="{BB962C8B-B14F-4D97-AF65-F5344CB8AC3E}">
        <p14:creationId xmlns:p14="http://schemas.microsoft.com/office/powerpoint/2010/main" val="2133450120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91D9D-7F8E-4B4D-8C74-89E46CA6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A157D-C59F-4544-8369-C42D143A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D6F06-9204-4948-B748-D344FB55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E9148-0780-4B27-9FDB-0B86A8F1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6460A-2977-45C9-BD5B-558A31CC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574C6-6C4F-430A-B3A1-8A0FF66E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13194-E50E-4605-924D-45C0A0D5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BBEDE-53CD-4A38-A379-0EF7EA68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2BED3-269D-49C0-A4EE-54280CA5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30005-348F-4DE3-AC81-8E0B81CD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4DF53-BE0D-470D-9977-C05D6001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95BCF-32A9-438D-86A4-3806A4A6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approve가 READY_FOR_EXPORT로 간다.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review_decision.json 저장</a:t>
            </a:r>
          </a:p>
        </p:txBody>
      </p:sp>
    </p:spTree>
    <p:extLst>
      <p:ext uri="{BB962C8B-B14F-4D97-AF65-F5344CB8AC3E}">
        <p14:creationId xmlns:p14="http://schemas.microsoft.com/office/powerpoint/2010/main" val="658496889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D40ED-FD4D-429B-9A7D-C2A9F87B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287CE-E7DF-41B1-A537-5BBD98BF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15770-7FF3-48E0-A036-86FE8773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49BFB-13C7-4370-8C74-98B87C87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AEA27-FDA5-4448-BF0B-1CC199D5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245F6-C993-44C3-936A-7F5723BD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944AA-E798-429D-94FA-9031579D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src/langgraph_lab.py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5B7D9-8120-4788-848C-3BB33D97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F4980-4BAB-4267-9684-99A50D92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review_decision.json</a:t>
            </a:r>
          </a:p>
        </p:txBody>
      </p:sp>
    </p:spTree>
    <p:extLst>
      <p:ext uri="{BB962C8B-B14F-4D97-AF65-F5344CB8AC3E}">
        <p14:creationId xmlns:p14="http://schemas.microsoft.com/office/powerpoint/2010/main" val="875892951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A5504-19AD-477B-8F6B-6098CCB9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CDB17-9263-4290-9044-DFD7BE72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08010-42D7-44BD-B865-89CF5550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765DC-DFB6-422C-BF49-69C0822F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8E0B0-9E2F-4EFB-BB04-7453B343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07CAB-B238-4423-A2CC-F538D6CF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EA0CB-77C8-4EF0-A1E3-863EFBC4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src.langgraph_lab --decision all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approve가 READY_FOR_EXPORT로 간다.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8E442-BFC6-4043-AED0-C07E8035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F36A5-E611-4F54-8F50-0E8D82A5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review_decision.json</a:t>
            </a:r>
          </a:p>
        </p:txBody>
      </p:sp>
    </p:spTree>
    <p:extLst>
      <p:ext uri="{BB962C8B-B14F-4D97-AF65-F5344CB8AC3E}">
        <p14:creationId xmlns:p14="http://schemas.microsoft.com/office/powerpoint/2010/main" val="473761310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A6D2C-9268-43F8-879A-854C5D8F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DBEA5-E23D-402E-B9F1-14B10971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D7521-721D-487F-B90C-30726B93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B9052-B084-4EAB-9268-0203918D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43B77-D7DF-4A25-ABBA-99438078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CDCE5-ACDE-4015-8F61-635B9F2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C1883-2D25-4E41-A529-B5E2B848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reject는 external_write=false와 REJECTED로 끝난다.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interrupt를 workflow event로 두고 같은 thread_id와 JSON decision으로 resume한다.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913A9-935F-4374-BF52-42A40737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30C34-E5F1-4332-976C-DBFE6C46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7845586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E8E98-6F51-4C88-B182-5559B0E8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4F44A-AC9A-41B9-87B8-271CC143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9A97A-11CA-456B-ADC2-7545C6A4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135C8-A53E-4492-856E-FCA196AE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AC637-0A3A-424C-875A-CAB9B400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EF8B8-5144-4EA5-805F-639212A4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CE44D-775D-4113-9502-F3551D35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E67E-120A-4DD3-9C24-0EB6CD11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A32B8-EF27-432A-9498-DF806C89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approve가 READY_FOR_EXPORT로 간다.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14160-B3F6-48CB-B797-59AF2E51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D2987-248A-4DE3-8439-9936C010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25955-CD13-499F-BACA-D61B911C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D17FC-B2A9-4269-894C-E427D9F1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E7D50-89CF-4A77-96AD-B4F94FFD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EF737-123A-469F-931F-BE9FCC86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E78D2-2DAD-454C-A118-BA354534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8CB05-4602-4583-B4BD-8C1F76EB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98D3A-2CED-4073-9CC8-F3164109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574207869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1883C-6F77-4312-8870-E1A7BA92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3DA31-5625-4EE1-AC33-98BD371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8A05A-BCDA-4C29-A341-76BD228F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8EF06-B042-48ED-A93A-654D1181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85806-7BFB-4DE0-A341-075602F3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591FC-CDF0-4E4A-84A2-87058041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48C9F-0B1D-4D9D-90B8-AC9B7451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CEEA7-985D-472F-AD66-F8275333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81EC8-47A7-428C-A4D0-D587A298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reject는 external_write=false와 REJECTED로 끝난다.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5FE3C-C06C-43F9-987A-CF2397AF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558DE-F3AB-4E32-87DA-9A46BB97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0732E-1ADF-4AFE-809E-42A71F95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7A89F-EC21-43A4-9EA1-C7BE1C01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38DD7-9A2F-4809-98EA-4B166422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C4B87-9D1F-40C8-8D61-E85495A2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7CB0E-1AFD-41CD-A720-7287A448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A214E-0A17-4AA2-902A-3E3014E3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13929-F4C7-4A26-86E6-2184CAF5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425741428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3F92D-2A24-4B01-BA25-09FBF90B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417C4-40B4-4F29-8281-F45B1523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837D4-D8E0-41FE-BA67-8B93B80C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86999-61BC-460F-82C9-3DA9B766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BF939-369E-49F9-B3A9-7FA65E0C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6495B-3A47-446E-B886-3637FF15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B6464-BBCD-4F06-A558-B1E0468B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comment·메일·ticket 생성 전에 동일 승인 UI 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9EA8F-FFB1-4966-8424-DA269AA8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24431-BBAC-4A16-969C-81ED405F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88D13-69FE-432B-88BC-7FBD72BA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56532-7C08-44D6-B43D-513D3426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C8334-69E1-4DEB-B3EE-E640A687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7AAE3-110E-47CB-A633-97CA2580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E51F0-0F66-4853-A264-472004E5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BAD1E-A411-46E2-A871-386EE001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3A548-C440-4877-844E-FB5F2021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41CDC-3853-4BFC-8BF9-AE3294CA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AE856-4D80-4CEB-99CE-E3783F86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00BD9-CDC4-44F5-AEE8-5B447C01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review_decision.json을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504746570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9C85D-34BF-4D6A-9283-99DFDDC0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81C3A-C3AF-4792-9C35-A52FB029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60A6A-DA6B-40B6-88A6-7F6C87BD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361DB-EF66-4AFC-9CE5-D35D62D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7DC36-185F-468F-B0B3-3310A653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28252-CE5E-41EE-8206-3C49870C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335E1-8D14-478A-9EAA-9B32D4E8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comment·메일·ticket 생성 전에 동일 승인 UI 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493CC-182D-48AC-BE99-EF881B91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EE074-D0E3-4B17-B55A-9361561E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8BB49-712F-44F5-A146-909E16B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E2FAE-1FBB-4D5B-A558-10A81F0C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DE6D9-268D-4C42-9289-1B230175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8390D-6888-4929-B737-042D64D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7FE9A-4FD2-420C-8336-3788B23F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EA997-FC93-4A8C-ADEF-D49E475D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B27AD-C1F7-4B5A-8BFA-B594A637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23FC4-C0ED-4CFE-AFA2-AD7FF1B2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722B4-D109-42F3-8547-DC94E371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12132-6CFD-4689-B6F6-407CF246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review_decision.json과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491926580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B7541-63DB-45EC-9ECF-552E22F2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2E316-32ED-4821-93B2-18046EDB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28AFC-E28A-43EF-A9A0-068607E0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364B4-C7A8-41F5-BF57-D1CF61FA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9FAC9-D7CC-4FA1-8547-5C34E424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9B5F5-7791-4920-B35F-FE35733E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3E76C-C77C-4FD7-A183-B3B293D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F14DB-211F-47A4-9528-2FA13384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0D6DB-B39D-4484-BAA7-79AF24A7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approve가 READY_FOR_EXPORT로 간다.로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B540E-4113-4E3A-B43D-473C6749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65156-85C2-4333-AC36-C39A7EF6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71191-E0EA-4091-BA98-0A08CFA0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3F652-3459-4F4F-902C-CEBE09AA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68232-1273-43DF-AE3E-1E2D51F4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23CE1-1315-4A8D-B902-A1DE0275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interrupt를 workflow event로 두고 같은 thread_id와 JSON decision으로 resume한다.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A05D3-4B44-45FA-AABC-2028B6CC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1B931-432F-4D3C-AFED-AAEB0DE5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A8400-6E23-4EF7-A82E-B05EF2EE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review_decision.json에서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307789980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6A296-B831-4378-BFA5-8DD875C1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27778-48B9-45AB-B3EE-468DD4D2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5A6D5-3EE5-4FF5-B4F9-D88BC85A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C6A44-70B8-4236-BD41-F46946F8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87DA0-CD08-4E16-BF75-BAD6C57F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14:40-15:30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AE964-36E5-4094-ABB8-3082F91C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875B6-CBD6-4B4C-9013-BEC4F34F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E20F8-650F-4F93-BA19-3B6DD152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23F7E-EFCF-4054-91A7-327CF52C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Human Approval은 버튼보다 검토할 정보가 중요합니다이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CDE08-FFF8-4C56-8503-4A3007E1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A4DF4-0AB4-4D42-A7DC-706DC862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A4928-A6E1-4161-ADE2-3BFC4F11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src.langgraph_lab --decision 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1FE9E-AEED-47FD-88F9-171A688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11697-DE4F-4E7E-8C2C-0217BA0E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81D17-78EF-4CAF-B788-9816820F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review_decision.json과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3EFEC-BF12-491B-96F0-DDB47B49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Dry-run은 실제 게시 직전의 완성된 결과여야 합니다</a:t>
            </a:r>
          </a:p>
        </p:txBody>
      </p:sp>
    </p:spTree>
    <p:extLst>
      <p:ext uri="{BB962C8B-B14F-4D97-AF65-F5344CB8AC3E}">
        <p14:creationId xmlns:p14="http://schemas.microsoft.com/office/powerpoint/2010/main" val="707895796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8B1AA-AA75-4FB5-9081-B3EF1594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FA881-322A-4158-A7B1-4B732AC4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4 · 7차시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BFE2F-4DBE-40F6-8274-0711D1E3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15:30-16:20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EF3F5-D675-4B38-BF7C-DA0A986B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Dry-run은 실제 게시 직전의 완성된 결과여야 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BEBFA-4F0E-4AD5-9474-D4E47645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PR comment body·target·idempotency key를 local JSON으로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94616-4BBE-4FB0-BA40-586EBA63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FCC6C-78D3-4B98-A400-A26B5F2B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98F3B-2021-44A6-98DE-8F505E89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5E0D9-CBD1-4398-9E07-9A524E83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946FA-AC1B-4E28-A052-A34B9F49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src/course_services/contracts.py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4D6C8-6E4C-4A1C-9204-876D1CF4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C37DE-7BD3-45E8-A5B3-0E4187C3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review_comment_plan.json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B2ADA-CF74-4F9B-9078-65206176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4 · GitHub PR 자동화 · 7차시</a:t>
            </a:r>
          </a:p>
        </p:txBody>
      </p:sp>
    </p:spTree>
    <p:extLst>
      <p:ext uri="{BB962C8B-B14F-4D97-AF65-F5344CB8AC3E}">
        <p14:creationId xmlns:p14="http://schemas.microsoft.com/office/powerpoint/2010/main" val="1613993487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8E773-916C-4EFB-9395-F36018B1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446CA-8130-492F-AEC3-5C9969BD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1924B-08C0-4E0F-9369-B7C974CE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B4238-BE02-4F6F-90ED-74D9726B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6A1D3-1537-4AE6-A58C-832A50C5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98FD3-22AB-4709-A6B4-DEE59E3A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44D85-B88C-4FAB-AC18-DE5C8D92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7FFE4-EDE2-477D-8062-B2CF347E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DE97F-5777-4950-B493-6DFC4BCC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review_decision.json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B7AC3-1C54-4C96-969C-5BAEC313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3DA5E-667B-443B-A795-128B3FDD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ABFF9-7FAD-4417-A46B-C1349DE6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Dry-run은 실제 게시 직전의 완성된 결과여야 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840D6-D1F6-4333-B3C1-975B70C5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9ED95-456A-4DFF-91A8-90C1AF25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D09E8-CB33-4975-AF18-98E9EB20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review_comment_plan.json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75C94-E110-4BC5-96E8-F72F042F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F4665-0817-4545-9581-E2E51A45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646A8-143C-4327-A2BA-E4E25B7D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GitHub 쓰기는 본인 sandbox에서 한 건만 실행합니다</a:t>
            </a:r>
          </a:p>
        </p:txBody>
      </p:sp>
    </p:spTree>
    <p:extLst>
      <p:ext uri="{BB962C8B-B14F-4D97-AF65-F5344CB8AC3E}">
        <p14:creationId xmlns:p14="http://schemas.microsoft.com/office/powerpoint/2010/main" val="1779335487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D07AF-CDBF-4577-BAB7-278F2C87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대충 만든 preview는 실제 API payload와 달라 승인 증거가 되지 못한다.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713BE-83DA-4590-8E1C-AD5E7D0E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FF2D8-A7C5-4B27-85B4-8E911002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F9D76-031C-42D7-A344-9A8FCC15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AB8CD-8E1F-42D4-B5D7-9E028749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511CF-51ED-48D0-B479-48B73F5B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comment body·target·idempotency key를 local JSON으로 만든다.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EF515-EAF3-491D-A92D-71F62E22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4EA0C-214E-463C-828C-0D69B4BB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review_comment_plan.json</a:t>
            </a:r>
          </a:p>
        </p:txBody>
      </p:sp>
    </p:spTree>
    <p:extLst>
      <p:ext uri="{BB962C8B-B14F-4D97-AF65-F5344CB8AC3E}">
        <p14:creationId xmlns:p14="http://schemas.microsoft.com/office/powerpoint/2010/main" val="1378422191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B2CB2-8B4D-4FBC-A711-73354AEC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62703-4D19-44E3-B4B1-342259F6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DBC52-85A9-42CF-B962-30CE6CE5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B73FD-2BE3-4141-AF78-15322ADC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EAEC0-E9BC-4FAE-9ED3-FEA10976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D6950-AB2F-4B61-8090-62C4BD53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85109-0402-4072-8C12-8CCFC916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31C3C-3371-4D3D-929D-663714F8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comment body·target·idempotency key를 local JSON으로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2A0A9-7420-4BCA-9D42-62FFD866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A6AE9-2FB9-44CE-8F26-5531BB23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8F171-A4E3-47A7-8EE9-9623CAEA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dry_run=true인데 publisher가 호출된다.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992D0-2D06-4C5B-BD64-AACACB1B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E585A-EE70-4EEA-BD55-F8390D82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AFC84-2F53-4626-AA46-82F216B1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review_comment_plan.json에서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526456517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430B99-0F5D-4C0A-8CA6-C12B7F7F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61CC2-5BD3-41D5-B0B5-6D971641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FDAE5-6FBB-4F3C-BAD6-F9D8034D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2BB16-F436-4D2B-B08E-E25CB41A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C337F-07A0-4A5D-89FC-663215B0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47B66-C32B-425F-B8DA-5FD4D9DF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99122-AE70-4A7B-AF6C-7C3C49A1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A8418-60C3-4E0B-AA01-ECC147DD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7125A-F70F-49B0-9021-419D5987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AC5C5-5A49-4F4A-9308-B5C05E47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45089-F000-4F72-BD1D-98779AEE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D76FB-2964-4FFA-8BDF-97953853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430A1-7ACC-4DB8-989E-4B830079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3FA20-B9E6-4539-B49B-7C35B507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 없이 동일 payload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C4EC9-9C4E-4CA6-8B50-EEFE5279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FD8C6-00F7-425B-BF6E-529A642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Payload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6CDAA-CBB4-4D8D-9A4C-92663F48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EC320F-8FDB-4972-8448-48F757D8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API에 보낼 구조화 데이터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48608-48E2-436E-829C-C86A5651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41855-0BE5-4FFF-9284-E3F52F57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D172E-2FF1-4D5F-999B-DF234B5B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40B15-EA2B-4B6D-8FEE-A0908DB9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누가 무엇을 승인했는지 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61541-937D-4F99-A66F-D7B96093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FBB65-AAB2-4682-A02A-A8CCDA5E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 write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7F0BAA-6200-499F-97C7-D2F191CD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ED9020-444B-46B4-A857-5A52F038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시스템 상태를 바꾸는 호출</a:t>
            </a:r>
          </a:p>
        </p:txBody>
      </p:sp>
    </p:spTree>
    <p:extLst>
      <p:ext uri="{BB962C8B-B14F-4D97-AF65-F5344CB8AC3E}">
        <p14:creationId xmlns:p14="http://schemas.microsoft.com/office/powerpoint/2010/main" val="779688012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92A35-598A-451A-ACCC-F4DDA45F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CA4EC-EE30-4905-A364-B60050A5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1BD48-1A0D-4B88-8783-D6385D9C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BABF4-1111-4869-8F13-93D468DB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CF989-8328-48D3-8653-2BE052D7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B90ED-33F4-4D97-858E-09C4D54D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28AD8-0776-40FB-9107-C0A4F3CE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30C4D-A96A-4DB1-BC70-ACC264A5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B4B9B-C18D-486A-878D-79499B7F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9F2AB-66EF-4EB6-BFA5-6C92D7B2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F1864-BB3B-4E9E-A87A-B3235166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report validate → comment render → target bind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4EAFA-4CC1-4C20-8057-49E502FE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85C9C-5705-44D4-A2C0-45F64CA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FCDC1-8535-4719-A6D7-CC4A21AF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review_comment_plan.json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6FB95-CC2F-4C69-BB7F-161CF11C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0FC0C-EE4C-4FA7-B710-E25F2BB4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B5AC6-253A-4F9F-91F0-C3E8E856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payload에 repo·PR·SHA·body·key가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 plan은 approval=true여도 publish되지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73686841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C80C7-78CF-4B92-AC59-0C45F29B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59674-D75F-40C1-B49C-4ACDB2EB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EF4B6-BA27-42E5-947E-9251ED28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65CDC-98E5-42CD-B677-B054F0B4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FE2E6-FFB7-4A9F-B41A-06681507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E3220-81E7-4B8D-B31B-FF0EBD4A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C3494-3D35-45F8-8A40-84A1B7A2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36C68-4F78-4ED7-B42A-E4ABD644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56416-D655-4087-901C-14F5821E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report 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0F3A0-BFDD-48E0-B386-BA611825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08A7E-5368-4F92-B724-4CCE6FE4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06138-90F3-4742-8B4F-2CCE56AC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comment render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7B429-68FF-49E8-A6E2-F3A981D1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A31B4-4C46-4D42-BBD2-745D58D8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85FDA-9A7B-40B4-B602-23BD41F6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target bind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E0E28-CC83-40F9-9C9B-AF275615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00EED-9B49-4450-A761-07376B0F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7CB5B-A9FD-4EF6-8E9A-FFBCA596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hash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FBE1A-A2FF-47DA-8BEF-B97EEA9B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8921C-DCBA-466F-A4E0-A21053B5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17924-0951-4516-BF33-6D726619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READY_FOR_APPROVAL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40E771-5FCB-46ED-B3D8-CCA33AC6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review_comment_plan.json에서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644962122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64FF8-ED70-4B4A-BCE9-95F4B87B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75B36-9DFA-428D-824A-2FCCAC4F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76EEE-F00A-438A-BB29-B7996FAB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0B843-CC16-4848-8F7E-57E9D785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BC182-1557-4387-AE78-0725F645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D3EB5-5A2B-4FC7-864E-ADFD59C2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3E862-5758-4A20-9142-8E9CBFFA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24F5F-4C00-449F-BB5F-54E5D1A4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payload에 repo·PR·SHA·body·key가 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40EF3-FDA9-4B49-93F4-C636B9D7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109CD-3397-4764-94DF-978920BE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5C85A-7284-42A0-92EC-14168A31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 plan은 approval=true여도 publish되지 않는다.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422CA-280F-4932-A547-C9ACDAF2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C48CF-F2C0-4E02-9494-1E254ACD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1BE5D-CCA7-440F-8021-BA397536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12390-AA6C-4AB7-B3DA-E8FB1530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82458-D60B-42C5-85A1-D26B8AE5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8D279-7098-4F4C-86A6-08552DB9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식별자·review_comment_plan.json</a:t>
            </a:r>
          </a:p>
        </p:txBody>
      </p:sp>
    </p:spTree>
    <p:extLst>
      <p:ext uri="{BB962C8B-B14F-4D97-AF65-F5344CB8AC3E}">
        <p14:creationId xmlns:p14="http://schemas.microsoft.com/office/powerpoint/2010/main" val="863618161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ABCF6-010B-4D8A-BF40-2B41B453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DD131-9290-4453-B272-EBA016CD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F9B81-1B98-4664-BD83-BAB6829E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A377F-E919-47F2-AFCA-65D9F693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B1347-7530-4632-966D-B7288D93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06685-6F3F-4028-BE02-459E9AE4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050BE-52AC-4EFE-B60E-DD8B5F5B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0DA8B-004D-4E6C-BAAC-9D965E95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A55AE-305D-412C-AAAD-01552D99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49856-F28B-4436-816A-17342255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EA7B7-3ED4-4C89-ADC0-0D1050F9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2140D-B772-4F77-8C42-75328619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src/course_services/contracts.py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665E7-76F0-400D-88EC-ED565BF4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0E85F-1CA8-42A1-B154-EC02FD5F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A2739-6E78-403C-8FCD-34679486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AAA8F-12C0-49BE-A89F-EC5DFFCE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BC3B9-429F-4939-8201-64456B87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0C0BC-971C-447B-816D-95D1EB6C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427090440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BBCEB-E91E-49E1-A2ED-254D3155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609B5-BB8C-49F6-925D-8DF62CCC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Dry-run은 실제 게시 직전의 완성된 결과여야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63EF3-B426-4CE7-917E-6148F4E4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9318B-0C0B-4EC2-BD37-F35BFA8D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9BAF8-2668-447D-8D02-0673537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3B801-89CF-45D8-8901-F4C1D328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93173-0E73-4A67-93E8-8F5E794D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대충 만든 preview는 실제 API payload와 달라 승인 증거가 되지 못한다.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BDFD6-58D9-4D8F-9167-0ED75EA3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E6E75-6E54-4F42-B491-7541B52B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233D6-2F6D-4BE7-85C5-632CD024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dry_run=true인데 publisher가 호출된다.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17C46-3418-46E5-9FF3-E27C4A19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DRY_RUN_CANNOT_PUBLISH를 contract로 고정하고 fake publisher call 수를 assert한다.</a:t>
            </a:r>
          </a:p>
        </p:txBody>
      </p:sp>
    </p:spTree>
    <p:extLst>
      <p:ext uri="{BB962C8B-B14F-4D97-AF65-F5344CB8AC3E}">
        <p14:creationId xmlns:p14="http://schemas.microsoft.com/office/powerpoint/2010/main" val="1313188431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587F51-246F-43D5-AEE3-EDB7A938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7B04A-3CFC-4EE6-98F7-CF09D9A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0EFDB-C8D0-4F38-861B-C9B1819B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9B865-D520-4DFA-B7DF-827C5845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292AB-7A8D-4F3C-84C2-61745C91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96527-4D2A-4CB5-813E-518F1083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3C0C1-8240-472A-BF8E-58143A61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7178B-A444-489C-AE18-64BA3E9A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2F4C9-B950-4CEF-89D5-FB344034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1901F-24CE-44FC-BD85-6D192740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B9EA8-5FE8-4CCC-B0EF-1D4FFC7C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5BD5C-13D7-4AF9-82E7-87C8BCE3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49023-2B86-4A1B-801C-2BEF20C8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5F39C-06C5-4153-83DA-ADDEE459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537B8-00FC-42DD-B499-BDCA4043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E0C7E-CE10-40F5-AE49-8E70F5D4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 없이 동일 payload 생성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D406D-A913-475F-875E-913262DF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6E201-D65B-47CB-9D48-7890BC5D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A523B-E804-4129-9B88-2946716F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D5CF2-5A14-4CED-A8EB-36637D03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Payload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6AC65-E556-4EC1-B309-7CD561E7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605CB-4426-4360-95A7-8FB32344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API에 보낼 구조화 데이터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9623D-3D58-42D6-B854-A1C84283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E91A0B-C0A7-4C9E-922F-89B598CC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DA64B1-4814-4748-8562-40882274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A6D1E-3185-43DB-B7BB-4EFB30B6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0E4604-5D1D-4D42-8B40-CBE5A6FF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86663-455E-4BF6-B444-38757EFE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누가 무엇을 승인했는지 기록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B3C19-69F6-42EE-8149-A56E34DE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DC0B42-EAEA-4DB6-AAEF-BDD4A7CC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7106BD-DB9E-4127-AF29-FC2F37F4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5A523-B4AB-4F39-A62B-4764A711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External write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25D409-EF7F-4186-8779-762B94B2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323C72-AC13-49E4-BE93-690B3B10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시스템 상태를 바꾸는 호출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7AE63F-EAA3-47E7-9DF1-AD3156AC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05B121-BCD4-40C5-B14E-586E8E4C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215165861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9DF6C-6E67-4E18-A96F-EE04052D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3C046-4577-42D3-B48C-05DCFE9A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7B2F6-2384-4AC6-ABB7-6B108FCF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5C8F5-BF97-446A-A05D-0A981ED9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BAEB2-FD89-43D5-946F-31ADD553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4ED5C-0378-41A3-86A7-FAF35C5E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F9265-5CEA-45CA-B05B-87596A72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7132C-0D71-4060-9CCA-DA492716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A75F9-192A-4757-B529-87942028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dry_run=true인데 publisher가 호출된다.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42DF7-11C6-4F2F-8EFB-5CC808DF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E9A76-F55D-4016-82E0-EB544835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대충 만든 preview는 실제 API payload와 달라 승인 증거가 되지 못한다.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45D40-0464-4EBB-AE12-C6A155AE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7762188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8874F-CF50-439B-9CF6-39BAA27D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DCA87-9D45-42F9-9D0F-B94110E0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17E9D-0217-46FD-99B6-5B867CBA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CBDE2-6263-4D12-ADAD-BD837DFB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7B6ED-D8FF-48C3-8E26-3A6AB155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4BEA2-B68D-4FD1-BC34-17DF0FC1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F3833-05D8-4380-A942-4524942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E2379-3B7F-4907-BD00-84C745F6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97D3A-F72D-4DBB-A114-76CB3490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dry-run plan은 approval=true여도 publish되지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66EE3-1B55-4AB3-A21B-BF732130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5C750-8B95-4145-BC00-CAE022CA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DE42D-69B1-4D58-8493-A5553E2E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dry_run=true인데 publisher가 호출된다.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E410F-8F0A-4928-896C-F6831A2C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1B4D0-BA10-442C-88F0-040BD768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5C263-8999-49DD-852D-B6541BE8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DRY_RUN_CANNOT_PUBLISH를 contract로 고정하고 fake publisher call 수를 assert한다.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E9717-DE90-4D52-B06F-AF039868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47929-D569-41DF-9CD6-308753F2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7EE8A-F135-4593-9880-1C99EE58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review_comment_plan.json과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922146045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1E3A0-B546-4CA4-A7BC-80C65BF1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204E1-7E3B-40E0-8E7C-F2F9E4B5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B613A-7141-46E5-8F8F-CC4B54CD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F21C4-C3CA-430C-A145-3F18608C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7A41D-E145-486A-A362-0C1142E2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B8685-375E-4C65-B759-8821EC32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ae65f63a94dd1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8A0CD-5C96-442C-90FF-D61C5153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 경계를 건드리는 변경에는 boundary test 없이는 완료하지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1664B-BA48-4427-BF2A-A1EAB3E4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689703075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8AEFF1-948F-46AA-B2AA-4386FFE4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00FEF-FB78-41F2-8434-2F38ED52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3B8DA-87CF-46C4-9E29-5A16C124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425FB-4894-4995-97F3-DA64C3B3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DF2E2-9ED6-4273-9EB2-80A2C0F9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6604C-B507-43DF-97A7-03B23EB0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9FAF2-6D35-4EE1-BA88-ED465F4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55D5E-D502-4B75-870C-C72AB774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198D5-B206-4721-8A62-4AF1E6D2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 경계를 건드리는 변경에는 boundary test 없이는 완료하지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57E4F-75E4-4833-A5E7-8554170E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DE09E-9835-463F-A2DA-CD59902F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BB6F6-FEBF-4B6F-B10F-3B2D4B1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src/course_services/contracts.py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564AD-57EB-47F8-9682-579A252C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ADF0F-E6AB-4AAA-AE05-ECAE0131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5F4D3-7925-4AD2-B94E-316ADF9A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payload에 repo·PR·SHA·body·key가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 plan은 approval=true여도 publish되지 않는다.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18B1F-3D81-4CF0-A1A4-67609B76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0BDC3E-8D89-4137-BD3F-436BA4F7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A983A-6796-4384-9171-99703B6A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2025878868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57B18-05E9-45F4-A516-DE1A501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B5D85-6A29-44D3-BF2E-95F79460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D732E-61A4-4106-8EC4-CFDC46B6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12188-244F-42EA-AF4C-ABB17240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CDFE4-6577-465A-A65C-0ED440A1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9978C-2CF3-44BC-BACB-8C16FFBE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1ADFF-B75C-4198-B72D-4A1094F7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BA56B-C2CF-4512-BF23-5E03ADC4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0EC22-490B-40C1-9313-588F9670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E9B8C-A94F-4DE8-8427-5C63A116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F7DE8-5DA7-47CB-A808-5E82BD58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54E72-4CA1-4079-A807-68FC77A7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95707-C340-4ABE-99D7-81CD7C65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4E0BF-3ECA-4668-96E8-AB140F20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payload에 repo·PR·SHA·body·key가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E2E5F-5887-46F7-ACBB-6FD817B8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531DE-4CE8-4DB3-A1EF-79B5595B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5B3FD-039D-4E20-8855-70B92673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916B2-7BC5-40C2-8ADB-6FD2D565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 plan은 approval=true여도 publish되지 않는다.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B3824-9061-4558-9A36-9C948BB6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3FF5D-DF35-4523-A88C-45BDA8E1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236DC-645A-4616-B5FD-216ED891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3D646-FE23-4A3D-9C5C-531AFA55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881034321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6659F-B69B-4737-ADA6-2B545D6A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DEF12-2070-4296-B101-C20ED659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71EAB-FAC5-49EB-8A7B-CE9F9D1C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01901-35FA-4271-8AFF-2D73A387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DE388-53B9-40FE-8A6D-64ABC990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A2E60-35A5-4F59-8CBF-69A94AB7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9922F-9E45-46CF-A6C3-4E65023B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85902-C305-42CA-BB35-7D587565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62C64-BA75-48B8-89E2-B18E03AE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src/course_services/github_service.py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3E66E-0C99-41C0-9EE2-7E9423C1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3036A-5E43-4899-9ED7-7D040131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72A95-7FD3-452B-B0CF-3572E798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src/course_services/contracts.py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40201-4375-4273-8789-D834F3E1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A0936-7AA9-44BE-B34A-85BE8C5C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164FD-E662-436E-B56C-B0DAE39F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dry_run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31CAD-9B41-4D94-BFC8-5C525AD5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00C16-34BD-4AA9-81E9-06DD600D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15130-5AC6-4716-8FCB-778A2541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payload에 repo·PR·SHA·body·key가 있다.</a:t>
            </a:r>
          </a:p>
        </p:txBody>
      </p:sp>
    </p:spTree>
    <p:extLst>
      <p:ext uri="{BB962C8B-B14F-4D97-AF65-F5344CB8AC3E}">
        <p14:creationId xmlns:p14="http://schemas.microsoft.com/office/powerpoint/2010/main" val="1095359001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7B850-5BEF-4183-86F9-3F64631C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A712D-8AA3-41CF-81A9-36448EB4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8E022-5236-43AF-9E32-FD2084E4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4BCFF-6349-4F41-AED2-295BB217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5B595-E227-47C6-AC47-D3E58D87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9D195-6400-4AAE-A0DF-E3820E12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F01FB-3D5E-4670-BF2A-DCDA6B27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70A2D-CDEC-4C14-9E8B-79A7288B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8CB5D-0969-4C24-95E4-AA8C523C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 -k dry_run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8B6CF-AD63-43F9-9B16-2797748B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606A0-8C5D-4CD9-BA30-C0E12A77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50508013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6BA2F-D0C4-4697-8A66-77A37AFE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F5A64-B45C-4357-A741-FDC174DC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1B33C-6F46-4F05-B87B-0EBF9806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33CEB-5D4A-4B20-B2C0-21A0DB1E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35F39-E983-46C3-BAC6-BC85014B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CA189-CE2F-471E-9215-65773E31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112EA7-721B-462E-AF73-8F6016AB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7C112-D7EE-4E6D-8BDE-0D167C0E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9A00B-D59F-493E-8271-4878D23E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27C7F-976D-41E9-BFB0-AE334340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review_comment_plan.json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FBC77-BAE8-4E8C-BF6C-BD4A6335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244C4-0CC8-4317-A0A5-A04310F8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B914C-7AC6-4C92-9A3A-E201DD88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payload에 repo·PR·SHA·body·key가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dry-run plan은 approval=true여도 publish되지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231155221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95EA7-95D0-4424-9C06-B334C67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72AE0-9401-4F7C-AF4F-A7B52862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DBDF7-FAF0-49EF-A1D0-0953E0D0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3CE18-A714-491E-8393-AD6285DF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E0440-2A4B-4649-8CED-13E9D141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C7F8B-0603-40FD-9B08-8EC05819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AC360-11DA-43A4-BBDE-E44261DA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F18D6-94C9-4B82-8A9D-6798CD47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dry_run=true인데 publisher가 호출된다.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C0B8F-F7EB-4440-8C39-BB29049B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EFBDC-AB92-4311-8458-5DBE262B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8F1AB-6881-4D65-A11F-90CBD2CF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DRY_RUN_CANNOT_PUBLISH를 contract로 고정하고 fake publisher call 수를 assert한다.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A0655-71E8-40FB-A7F0-796D65F9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dry-run plan은 approval=true여도 publish되지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61985093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623AE-244C-4739-BA5A-2AE4F239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349CD-5BE1-4EDC-B0E8-67E600E5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D8C40-D04F-45EF-BE67-CFEE24B5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7B6FF-74C7-4521-8E54-ECF070C5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BFA19-4D28-42AD-A213-DCF9BA29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2B05E-C5D3-4C60-B7CC-79C5D69D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412B7-BB4C-434B-9BB7-35216EA0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F1184-AC37-42B7-A9C1-5A4F0681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A4532-F472-4281-A285-A94FAB8B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2DDBC-0EE1-4E57-B41A-1556653C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4569E-D0D5-4E13-8ECF-DE81F696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FA214-4A67-47B7-ACB2-B783A045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payload에 repo·PR·SHA·body·key가 있다.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review_comment_plan.json 저장</a:t>
            </a:r>
          </a:p>
        </p:txBody>
      </p:sp>
    </p:spTree>
    <p:extLst>
      <p:ext uri="{BB962C8B-B14F-4D97-AF65-F5344CB8AC3E}">
        <p14:creationId xmlns:p14="http://schemas.microsoft.com/office/powerpoint/2010/main" val="206116952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EFA0D-AA60-4761-AC75-B05F3827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5945B-B457-4957-9AEF-09617B6B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A88DF-F99A-4483-A71C-B19DF3F6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F7C33-2902-4CE3-B834-452BD5B9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C9292-FE8E-43B6-9C10-3A298D19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6C406-86F8-4E22-84DC-D5121407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D6458-C7AD-4F28-8E62-461EC19F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src/course_services/github_service.py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A3616-CE9C-4785-9713-77A8ECD5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DE2BD-5B51-48CB-9BB9-E0132775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review_comment_plan.json</a:t>
            </a:r>
          </a:p>
        </p:txBody>
      </p:sp>
    </p:spTree>
    <p:extLst>
      <p:ext uri="{BB962C8B-B14F-4D97-AF65-F5344CB8AC3E}">
        <p14:creationId xmlns:p14="http://schemas.microsoft.com/office/powerpoint/2010/main" val="472733938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24B5B-9992-48EA-B6F3-84A5AA5D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19531-19A1-4B30-86DB-7988DDBD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69ED8-0C39-4E00-8F9A-30580F15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C46CB-9038-448C-801E-8AD170AD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A3AE7-8E04-4B0B-BB52-528056B3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B942F-08BD-4DAF-A4BC-6AC1980C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10F3E-CEE4-47E0-AA87-9125654A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 -k dry_run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payload에 repo·PR·SHA·body·key가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FBA8A-0CE0-4271-8461-EFD05144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72609-35C3-4E2D-8A32-1A877FFF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review_comment_plan.json</a:t>
            </a:r>
          </a:p>
        </p:txBody>
      </p:sp>
    </p:spTree>
    <p:extLst>
      <p:ext uri="{BB962C8B-B14F-4D97-AF65-F5344CB8AC3E}">
        <p14:creationId xmlns:p14="http://schemas.microsoft.com/office/powerpoint/2010/main" val="310570501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E2AF1-67E8-4491-B27D-7FCD29C0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3D9CC-B46B-4409-8B17-CBF45A7D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A17B3-8DD6-4668-9CFA-89CB52CA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2FFCF-4D30-4FF9-B67C-0D446072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E8B1A-D02D-4048-B177-0DF3D929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1D5D4-8C1F-4E63-AA47-E28C94A0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EDA67-BDD1-4D4D-ADCE-564CD01D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 plan은 approval=true여도 publish되지 않는다.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DRY_RUN_CANNOT_PUBLISH를 contract로 고정하고 fake publisher call 수를 assert한다.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E36E9-61EF-48B4-AC0D-3D536DD7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49E44-83AA-4B4E-9316-16E446B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537495977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1F90C-773B-4ACE-9C1E-EB337011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2BA58-F1A4-451F-BA77-158FC4D5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B5F55-2D7A-4D4F-88EF-880FB29A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37DDA-3908-4F17-9222-563397A9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E0845-B4E1-4422-8B0E-A7243084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96AD5-6D98-4366-8967-E74EE497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E49BC-8E31-4952-A8C1-DEB5AC2F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03727-8CFF-45EA-969B-CFD2C2CC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79317-D457-4B97-B37D-104EDA20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payload에 repo·PR·SHA·body·key가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8D84F-2CAC-4120-BF73-76433444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4F7F4-83D2-46F4-9E90-105B776E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7AA54-83A4-454C-8FE7-09DF518C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4345F-B325-4ADD-8154-5A5E0A0A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89A96-D527-4C50-AB90-9E63990F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BE3C6-A57D-4536-B1D5-7479972A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6CAD3-BA82-4844-AAC4-8BB8136B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412AE-84E9-4A5B-BF7E-88FBA63E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2BF47-E5EC-4019-867D-04F47D0A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666456916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8AE5B-D2B7-4D04-8BAB-E0B5CBA4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F5BA0-228A-4B61-BEF4-5A5AC985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077C7-BD36-4F3E-BA14-386FF62A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A7B13-08C3-4FE1-A739-045A2B07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D838E-894D-4CC2-9212-735F58F2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47E59-9C0B-4CD0-A7D1-415724D0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922AD-2767-4CFA-800F-DD27FDDF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9E22C-7A6A-40D3-BBFA-638AFA8C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152B4-B379-4D59-AF67-7F9C473D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dry-run plan은 approval=true여도 publish되지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6AECF-02B8-4F61-89EE-3CD1A535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A4C9F-6561-4C37-96F6-DAB3E648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89ADD-97DD-4EC8-BC3D-734DD5F9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6D770-0E1B-457D-8CB3-6F8250D1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B0FBC-4A6A-4CB3-957B-C7F26A12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D04DB-6BA1-43B5-9E3E-890BA85F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B2C70-3230-43C6-9552-02872C11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754A9-3630-4622-BF8F-B23FF934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E5214-D7A4-487E-B836-048E912E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528041671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ACCCF-DAAC-4E4C-9AFE-A9387D7E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46D4C-485C-4E65-8EAB-C62A572A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B86E6-0937-49CB-BB41-82244F13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FA34A-362E-4C27-861C-242E31CE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1969E-8956-444F-9249-E4C9ED75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AD63C-DD1F-4486-891D-E66AE0CD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AF722-BEA7-4C0A-8573-A54A92C9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운영자가 Slack/PR 화면에서 실제 게시 내용을 사전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0701B-901C-4165-B31F-C893F344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5C45C-9DBE-4E30-A438-AEBE2968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3B7EC-7EF4-4BA1-B8CB-137894B8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DF408-8F07-4564-BB7E-7FF3F2AA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D09D1-8729-462E-A46E-86EAB55F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10A58-DC1B-4766-A0C5-C90B48AB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7D22D-97F7-494D-B120-1CC01391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9E32C-B498-40FC-91AA-A41C8E49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082E8-9BCE-43DB-A840-D5C2F51D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C0DF8-8A9B-4226-B0D8-F1306131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1D0B2-30BE-49C9-93FC-F9853ADF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422AA-32DC-4F5A-8F30-B70C4E64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review_comment_plan.json을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231682785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98DD3-6FAC-4FB4-AB61-C33BF555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0DFE0-8EFD-40F3-BEAC-38CD05CB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21B11-4937-4A74-BA51-33F5968C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002AE-628F-4424-89F0-1B6306B9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09958-21F3-460A-9FE7-A895A940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D81FF-D4AA-48A0-9EE4-5308CB68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14F56-A339-4356-8BE6-023F2BFE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운영자가 Slack/PR 화면에서 실제 게시 내용을 사전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C0739-C4DF-47BD-A06A-442B43FB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25E23-C3AF-4B5B-9047-ABD6C1A6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C6FBD-EC04-4341-895B-5106DE55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0085E-2C22-4249-A890-1E7AF838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3D1EB-B29D-44AB-AB9C-F751DA2F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DFEC5-3D0A-4EEF-BC43-E0E23143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F978F-65D2-40E5-833E-EC1C6BE6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984DB-1FF6-4D25-97C0-C3FACCF6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0ABB4-5818-44F6-B2AB-BDC8ADD4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79BB7-5C13-4923-B355-318861ED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D0395-25A5-4253-9350-CE4B9DE1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9613D-EE0F-40E6-A944-E4A2347B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review_comment_plan.json과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661807890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E2353A-6544-4E89-BF9C-A7D5B5A4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C8C71-2674-44A5-B451-BCDE6A42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BFA14-2298-4B60-9B62-A845166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A8DC0-D7CF-43B8-94CD-CA53938E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CBFA1-722A-475D-9297-A40F3EA3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8B3EA-AC42-4679-BE70-B78B21CE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D5392-01A4-4E16-9462-467EB4CD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43B4D-AFB7-41F2-8E78-F21C7E19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12DB3-ADE2-4300-8DD3-3B2D6533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payload에 repo·PR·SHA·body·key가 있다.로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461F4-6A32-4617-B4F5-B417976B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3DD9D-77E9-4326-977B-769149F0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D259F-63DF-4B99-AC4E-A7B52AA1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FA7D0-A556-4DA5-B4FC-559751D0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4782F-8D1A-4801-AD03-BD750D31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98B19-8415-40FE-BA47-C72B2589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DRY_RUN_CANNOT_PUBLISH를 contract로 고정하고 fake publisher call 수를 assert한다.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3A37B-357E-435A-B331-703787A0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2C14E-869D-45C4-B2A8-D55AFD56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B80A0-50D4-4EB6-9373-70F5AD86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review_comment_plan.json에서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274222750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0A6A3-A241-49C6-B750-4256F42D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03731-B770-49BD-B24E-4BE532A1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D4FD4-FAB3-4B69-8B6F-B3591E2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5A66E-8EB9-42E8-8B94-AD107FF6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DD38C-F7CD-41F8-AF7A-82E39B59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15:30-16:20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1F195-B9D3-475F-9F37-1F0D71EC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55DC6-C167-45DB-A4B0-C65F24F0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570EE-5572-43C6-9F00-BB017C30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C8657-35C8-4C5B-97F6-2255A04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Dry-run은 실제 게시 직전의 완성된 결과여야 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624B17-0518-4BF4-B30F-CABC1631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A616C-1E4D-4F57-89C6-ADAF304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32264-BB6C-4B9B-9652-3215DB46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dry_run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CB167-BBFE-44E1-BC53-181B31C9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DC55B-CCBF-49D2-A339-81BF788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F6910-7433-45BF-96D9-5EE6B6E7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review_comment_plan.json과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C378D-508C-4313-B769-F7112FCA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실제 GitHub 쓰기는 본인 sandbox에서 한 건만 실행합니다</a:t>
            </a:r>
          </a:p>
        </p:txBody>
      </p:sp>
    </p:spTree>
    <p:extLst>
      <p:ext uri="{BB962C8B-B14F-4D97-AF65-F5344CB8AC3E}">
        <p14:creationId xmlns:p14="http://schemas.microsoft.com/office/powerpoint/2010/main" val="257571407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B8212-B33D-4A21-8B3A-FF1234C7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57A20-9897-4C58-8126-A4D46527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4 · 8차시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2A523-3720-404A-A926-EB4C9C9A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16:20-17:10  (쉬는 시간 17:10-17:40)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50D03-24DA-42E3-BD7B-71BD57C2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실제 GitHub 쓰기는 본인 sandbox에서 한 건만 실행합니다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9414D-3FC9-4F9F-8F6C-1165B154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선택적으로 승인된 comment 한 건을 게시하고 audit ID를 남긴다.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72231-8B6A-4B39-9E98-6602278C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B74AD-6E07-4EFF-A5FD-507722B8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67CFC-AA8A-4A7B-9315-717AB930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소프트웨어 실습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4F847-38F2-4A43-85F9-1495D069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3758A-3E37-4414-B034-45E2A20C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FA34C-C576-4505-B93F-0286BCA4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5ECA5-3C96-452E-839E-AD9B4229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day4_audit_record.json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5F91D-F159-4E37-8FD6-96D686F3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4 · GitHub PR 자동화 · 8차시</a:t>
            </a:r>
          </a:p>
        </p:txBody>
      </p:sp>
    </p:spTree>
    <p:extLst>
      <p:ext uri="{BB962C8B-B14F-4D97-AF65-F5344CB8AC3E}">
        <p14:creationId xmlns:p14="http://schemas.microsoft.com/office/powerpoint/2010/main" val="149182360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63E9E-424E-479A-BA9C-6B98B9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A51C6-A1EC-46F8-9B28-2CF5DB27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8차시는 앞의 결과를 이어받아 다음 상태를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34DB8-E3A2-4932-8018-79D9513D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C652A-FEA1-4ECE-B46A-0149EFD6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9351B-B4E7-4E78-BAF4-655CBEFF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590F6-C067-47CD-B3D1-63CB797C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495AF-7C4C-4194-BB68-A8F372B0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BFA2-6BFC-436F-BE64-28DF9ED7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5C195-851E-46BA-A3BC-048A6880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review_comment_plan.json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944E5-269E-4D2F-ABD8-5A63B207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6E93F-14B6-4651-BE2D-E44F2154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E51BD-D422-45C2-A50A-55EE92B0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GitHub 쓰기는 본인 sandbox에서 한 건만 실행합니다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FE083-E59F-4CD8-9911-A6B93D3B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A1507-46F4-4FE9-896A-B5FDBAAD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F40BC-AE91-4E5D-B4F8-EC69CF9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day4_audit_record.json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21112-58E9-4DED-91C4-1F1C79A0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3415B-C769-4B94-9B9D-47AE1404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63C82-9A9B-46C3-9534-08A5A8E2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Q&amp;A·실행 복구·release 판단</a:t>
            </a:r>
          </a:p>
        </p:txBody>
      </p:sp>
    </p:spTree>
    <p:extLst>
      <p:ext uri="{BB962C8B-B14F-4D97-AF65-F5344CB8AC3E}">
        <p14:creationId xmlns:p14="http://schemas.microsoft.com/office/powerpoint/2010/main" val="2020379390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2EFA4-29B1-42BA-98A3-72DCCB7E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 실습이 타인 저장소나 업무 repo를 오염시키면 안 된다.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6C2AB-CA7B-4C89-9A0D-1F19A8CE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95D27-62FE-4F06-873A-08BDFA57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C4DB1-B7A6-4156-9374-E15E579D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28EC0-39E9-44EF-9C58-C7967255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353EF-48E9-46ED-A4A5-1EA212EE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선택적으로 승인된 comment 한 건을 게시하고 audit ID를 남긴다.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14FEC-B0DA-4F37-9A93-08E42FBB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B47EC-C3A8-47A3-AC3D-FEBABDA1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day4_audit_record.json</a:t>
            </a:r>
          </a:p>
        </p:txBody>
      </p:sp>
    </p:spTree>
    <p:extLst>
      <p:ext uri="{BB962C8B-B14F-4D97-AF65-F5344CB8AC3E}">
        <p14:creationId xmlns:p14="http://schemas.microsoft.com/office/powerpoint/2010/main" val="509184221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C6E90-0415-43F1-995F-F1462014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 차시가 끝나면 세 가지를 설명하고 실행할 수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5C7BF-ADB7-44D3-8AFD-F6B4F8E2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31B9B-C347-40FD-91BE-0E26CBF1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4D457-4989-4AD8-9B29-381C3FD6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06541-7DB2-4FA0-AC29-F8F7304A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62ADC-2CD4-479C-82BA-3563A54E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F9F27-E19E-440C-A85B-6E194560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7107F-A446-4AB6-BCB3-287002BF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선택적으로 승인된 comment 한 건을 게시하고 audit ID를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63598-21E3-4584-B352-BC5D249B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9F215-B67A-4766-B815-165D2DDA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E0F4C-35B5-40D7-90A6-66AA6951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 코드에 live publisher와 token scope를 기본 포함한다.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F213A-3F0E-47AA-8707-092B1FD6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95336-12FD-4568-98F5-9D65C3D6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EDC21-CE81-4F0B-BB0A-AA995AA0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day4_audit_record.json에서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529573619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030D1-1B55-43D1-B73E-828F74D1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3BECB-E5B5-46D9-B1EB-7148DE80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처음 보는 용어는 이 네 가지 역할만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7C856-6169-4E64-BACE-BBE399F4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A657D-554B-41F7-8BAF-A273BCFC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4F5E1-7DC4-41DB-A727-163D4B6B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68769-2CB5-432B-8E05-1A3B5FDC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C0374-DE22-468C-8975-854BFE46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F9141-2464-4D5A-A345-312D0C6F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3E5A9-37F4-42FA-B262-44AEB348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659B8-B671-4362-B112-DE0C9359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16F51-248C-43DA-BCE0-DEB107AB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55183-CD6F-4890-B757-A692A1E6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Sandbox repo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9D08F-08FC-4210-9750-2CFF765D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0C270-C154-4262-8F4D-491A17E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실습 전용 본인 저장소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38B82-E029-46A0-8E99-0BFA5869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D7ADA-F5DA-4CF9-86B2-BD34904D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Publisher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F205B-610B-4047-BE64-D6A93D1C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17AA0-ED84-44C1-B596-784E8ED2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API write adapter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416D3-CC19-4A0D-83F3-3B52BB2C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1753E-4318-43F7-8854-10C196AD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Remote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F27F0-42FA-4DAF-8C50-1A6A168B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F22F1-41E0-4785-9D0A-5FBFE997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게시 결과 식별자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6EED5-7929-4008-B85F-D4C3F029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628D20-A2B9-4F5F-9C2A-1EC156EC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Rollback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FAAC9-0A25-4FF1-8805-B521AB09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BC504-D29C-4759-AFBF-EC471F0C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comment 삭제 또는 commit revert</a:t>
            </a:r>
          </a:p>
        </p:txBody>
      </p:sp>
    </p:spTree>
    <p:extLst>
      <p:ext uri="{BB962C8B-B14F-4D97-AF65-F5344CB8AC3E}">
        <p14:creationId xmlns:p14="http://schemas.microsoft.com/office/powerpoint/2010/main" val="758960985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3A89A-5F42-4B1B-A409-13210A93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입력·처리·결과·검증을 분리하면 문제가 빨리 보입니다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1F3A8-91A3-4BB4-9C5B-F4AE94E0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EC512-DDC8-4C07-8238-2DCA8EF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3C79C-8625-4FC8-BAD6-62EB8F9D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A1AE2-0B47-49AA-9608-5B3B196A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F13E3-7798-4E39-8589-9E8394B4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70B40-B449-42B9-87CE-A036F9F4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0235C-47EC-4E92-B19E-06778ABF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2443B-0368-41C2-8714-68243C3C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07060-88B5-4615-8997-A179A63E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B5A66-C4EC-4D01-A8F1-43BDAE3B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sandbox 확인 → dry-run 검토 → 사람 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6C42A-86AF-4A5B-8056-267DB8C1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B3524-4016-4F9C-8924-7F90A1E2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DCEAA-862B-41F6-8F69-2A8C7778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day4_audit_record.json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87C04-CE2C-4430-8344-D79A699C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0F62C-7B60-402C-A15A-7C8F9C5D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5117E-56B4-4687-B1C0-E0EFCDF0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fake publisher가 한 번 호출되고 remote ID가 audit에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publisher 미설정·승인 없음·dry-run은 모두 BLOCKED다.</a:t>
            </a:r>
          </a:p>
        </p:txBody>
      </p:sp>
    </p:spTree>
    <p:extLst>
      <p:ext uri="{BB962C8B-B14F-4D97-AF65-F5344CB8AC3E}">
        <p14:creationId xmlns:p14="http://schemas.microsoft.com/office/powerpoint/2010/main" val="737452338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02BAA-5E8A-493E-AAF0-53180D18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EFA13-D4AD-4302-851C-9173D0DB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흐름은 다섯 단계로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81F8E-0A3A-40A1-B4B3-D9768516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F7518-E1AC-4D00-AC8A-D60BA9E0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CC3A1-3AC6-44B4-A3CE-7B62F2BC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975EE-2737-4B9F-B8D5-4F9C364E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6CD7E-AC34-4170-BD1E-846C577D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B9FF2-6BB6-4DD9-B17C-654EE3D4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7DC36-2863-4AA5-B931-FE4AD2AE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sandbox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FD0E7-2377-4B3E-8F6F-B00B14F7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3A941-D042-4EB8-A97A-D76253BC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15E7A-D112-49B7-93C4-B7836809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dry-run 검토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DE5DE-BC14-4AD5-B953-C6CBB2FB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F5115-CA86-46BE-9577-31D7C2BC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111EB-7443-4862-9F8A-4FD94551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2D015-D0C5-4F3A-8272-618F0CD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D54B3-C62C-4A21-9EE9-D3AFE8A2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EB398-BD6E-4E4C-9859-5A42A6CC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1회 POST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5E1B7-20F7-4C02-98AE-8F0AB44E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A0E3F-BC61-4FFD-B963-C11595D7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56693-AFB2-401D-A396-73CDFE9F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response ID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69C46-E98A-404B-8A81-C7966CAA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day4_audit_record.json에서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07189013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6F6D2-797C-4229-BF35-C79B813A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코드보다 먼저 성공·실패 계약을 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FF953-15C9-4B52-9BCF-93FD0E44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B18CA-5DA5-4476-AF63-F5A63D8A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9160A-1575-495C-8F3B-E4446622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62E0E-9209-44C8-967E-D3D1F2E5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1142F-EA78-4C58-B920-E383F465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7FD63-0509-402B-8AB0-E77988A6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81B52-5654-464B-B888-A4652E39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fake publisher가 한 번 호출되고 remote ID가 audit에 남는다.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21B64-F51E-48E7-9FA7-BA4DA9FB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486A8-AD31-4DF8-B7A6-CE72A8F5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E0C20-6DE3-490E-BC85-CCD40F5A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publisher 미설정·승인 없음·dry-run은 모두 BLOCKED다.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D2B48-826A-4678-BEBB-B1C7B13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AB13E-2CC8-4511-A2E6-408EB237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3B3D5-6F12-4531-9CC1-7DE1F6B9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0663A-1614-421D-ABE2-C056AA83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EBBF2-EC5A-482B-B89E-4EAE716E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50D32-083B-425B-AD0C-94A2B701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식별자·day4_audit_record.json</a:t>
            </a:r>
          </a:p>
        </p:txBody>
      </p:sp>
    </p:spTree>
    <p:extLst>
      <p:ext uri="{BB962C8B-B14F-4D97-AF65-F5344CB8AC3E}">
        <p14:creationId xmlns:p14="http://schemas.microsoft.com/office/powerpoint/2010/main" val="972094524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15C02-0EF3-49A2-86E4-02670A59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지도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0234C-303A-4037-A3D3-91D5A3F5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어떤 파일을 열고 어디에서 결과를 확인하는지 먼저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CEBD1-2300-42A2-8128-B5686B68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94379-08F1-4DD3-A874-77710C39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54372-2512-45A9-B95F-DADE0CF5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0968E-F7E8-4761-AC70-309FB68D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F917D-EE9D-4A24-92DA-07206250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50DFE-DBAC-42F8-9FD0-527EED7B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25839-5CB2-481D-BCA2-84166187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materials/day4/day4_service_lab.ipynb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8799B-EB8A-4584-84E9-CC7254A2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AC3CA-94A4-43B5-BD19-240E5FBB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033C5-1E46-402B-B9CC-DA7F7C35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5A7B4-386D-4FBF-B79F-8B82D056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B7C62-85FE-43F4-8C0A-E3CEA664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71BC4-050B-40F7-A434-BBB199F4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F20C7-62FB-4D89-B5B4-0ABB852E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9BE14-BA9B-4EF0-BB0B-0BB6F2C6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977FD-A167-47F6-B0F1-7F1075FF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</p:spTree>
    <p:extLst>
      <p:ext uri="{BB962C8B-B14F-4D97-AF65-F5344CB8AC3E}">
        <p14:creationId xmlns:p14="http://schemas.microsoft.com/office/powerpoint/2010/main" val="90377825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74E949-DC23-4C52-A5A4-B60934BC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개념을 코드로 연결하기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ACEF0-E82E-4285-8AB4-74A757BF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GitHub 쓰기는 본인 sandbox에서 한 건만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EF932-D3A4-4496-A91F-F7C2C5B5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62963-B663-45D0-A060-67515C2D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565B6-8AA9-42EE-A180-5D18AEF2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629AF-8AD4-4B44-89D0-AFC1F5CF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F5024-D126-4D12-B438-87801495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 실습이 타인 저장소나 업무 repo를 오염시키면 안 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776FF-4796-492C-ABA2-B5301400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EC55E-DBE9-4B06-A284-76764503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38A74-8C14-468A-8BE1-32C4B846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교육 코드에 live publisher와 token scope를 기본 포함한다.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4CF15-6650-418E-88D2-2BF175C1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repo에는 fake publisher만 두고 live adapter는 강사 승인 후 별도 branch에서 연결한다.</a:t>
            </a:r>
          </a:p>
        </p:txBody>
      </p:sp>
    </p:spTree>
    <p:extLst>
      <p:ext uri="{BB962C8B-B14F-4D97-AF65-F5344CB8AC3E}">
        <p14:creationId xmlns:p14="http://schemas.microsoft.com/office/powerpoint/2010/main" val="1313386213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6025D6-0D0E-450A-ACCE-61AD32E1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선택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81B2E-5EC7-43EF-B58C-AFE2B151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비슷해 보이는 선택도 책임과 검증 범위가 다릅니다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5A5F5-107F-4800-A991-DAD575EF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55D58-07DA-44EF-8B6B-D171A35F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6F542-3D46-4A8C-AF79-27886034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7A9E6-D1B5-48FB-8952-739DF8B9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93300-CC2B-4603-9683-C4CDDAFD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23D9D-6E4C-472C-B60E-9220553B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99BBF-0EC4-4E59-AB4C-F41ED580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CB334-FE5D-4B8C-8D11-31D3BE25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68504-CD16-4F85-8EE9-9083E6ED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C8189-3AAD-49AE-9474-F094F7C2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F37F1-30A7-4CA2-B103-0E1D4462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CC58C-4959-4AEF-B3B6-2E626ACA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Sandbox repo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B3659-6958-4DCF-839C-D5EB97F3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9C84A-BABA-4FF9-AE1D-1D1B70ED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실습 전용 본인 저장소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EF63B-3181-4C8D-88AA-242018C3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B49E3-D637-4CE7-9E27-D74996DA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2D5E7-4EA1-46F8-A4D4-DE3F9837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34166-25F4-46A8-9D28-D4CD4F73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Publisher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C406D-C8A8-4588-B98B-C663123C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C4492-B44A-4DAC-A5AC-4E9DBB7C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API write adapter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83F57C-3F36-496D-8433-DC16F4A2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767E00-081F-42DD-870B-2164C496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D302F-929F-4515-ABAD-ED3C9709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844F77-E072-4933-B24E-31DBC670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Remote 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AAB1A8-69D5-4784-A5BB-128D258E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C22BAD-3221-4FB3-9605-8B9AF687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게시 결과 식별자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F2A10F-2FA9-495F-8D8F-4E34CC9E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867042-C7B4-4265-85ED-DEF88D4B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4CC007-674E-4432-82B0-B706EFD8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86CDD5-B92A-44B4-AD5C-96673693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Rollback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45FCC8-1012-4821-A131-9F1DF936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2FD65A-E217-4054-ABA1-0CAD0A98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comment 삭제 또는 commit revert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CFD991-56A2-4A87-AD36-38E7496D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B92673-51F9-4E98-8AFE-6DE39EF3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533816351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37435-82E2-42E4-BD3A-C5D8029C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16437-6995-4523-9DBB-9BC42F21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먼저 재현할 실패는 이것입니다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C37FE-2248-428C-B82D-5A1DB9A5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2C370-2B21-4015-8C07-873AEDED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6595D-1EE7-4A1F-AFA0-45D65C8A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7D225-148A-4CCD-A58C-C22E42C6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D753B-403C-4AAF-B0B2-DFCB8D3F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65D40-6BA9-4139-B8E0-6E3B54C3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56860-FAF1-491A-8DBB-259A0D95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교육 코드에 live publisher와 token scope를 기본 포함한다.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A17A0-85EB-4020-83CF-C295950E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9DC25-3DC6-4763-B4E0-E748969E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 실습이 타인 저장소나 업무 repo를 오염시키면 안 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05E97-4FD3-4623-B62D-40E816B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74405182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FAB36-BE56-4AA9-912E-2BA351A9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6930D-5991-4775-ACD8-34004BC0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복구는 재시도보다 먼저 중단 조건을 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FD807-6680-4191-A19D-FBFA96B7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C8CEB-62FC-48EE-9EA2-6EDCF807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A9DFF-21A1-4AF8-BD8B-089DD074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5BEB6-35A5-44DF-B0B0-1D6D9668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BFBB2-3D5D-482C-BA0B-856903F6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50C44-6F98-403A-AC75-992351C0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B42E2-2E69-4F98-AF28-A0B84A09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publisher 미설정·승인 없음·dry-run은 모두 BLOCKED다.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AED89-FE00-48E1-B75E-D279B03F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4D9BD-E671-4575-9220-940A8B6B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3A492-0989-4F9B-B459-98CAA7DA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교육 코드에 live publisher와 token scope를 기본 포함한다.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AE34C-3760-47D5-9E8A-F432BB3E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A8D39-7E50-4A28-AE57-2D4E20E4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3ADE6-A9A4-43D0-8432-CCA05AA4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repo에는 fake publisher만 두고 live adapter는 강사 승인 후 별도 branch에서 연결한다.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9061E-4527-4AA6-9A51-595684E5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F660F-6E43-4198-B41F-BD9F1AEE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C50D2-621A-4A3B-A26F-7654EA57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day4_audit_record.json과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370359552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DDEC0-B466-4C98-A2B2-62772FFF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활용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86CA3-4409-42F4-B152-EA9D9052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Codex는 코드를 대신 쓰는 도구보다 검증 루프에 가깝습니다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24EE1-C6F9-4737-8B7B-BA839857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91DD3-77CE-430A-A3CF-8758995E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2025E-4781-4AF8-9CE4-7BAD1068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B0C15-0D2C-4C44-9C0C-5D8D2829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8dd47f4ff4360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B0777-3BBD-407C-9361-A01B3C17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생성·리뷰·test 수정은 돕되 merge와 외부 게시 결정은 사람에게 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4C625-042E-445E-A66D-5F8BC88C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2061911105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5625F-B260-44C7-8C46-42F5F170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4DA81-D069-40E2-B834-F0FF27BB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Codex에게는 목표보다 완료 조건을 더 구체적으로 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87959-4485-4A88-9F28-DA2DD954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58C71-7B5C-44CD-84AD-73BD9F89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6AB14-3000-479B-9362-7CAED28F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7C438-D4D8-4A84-A986-19FC5DE7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4EB2D-BBD9-4369-8D25-4F691A9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640A0-2F22-4F93-A251-6B386806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B5E8D-12D6-4B22-AB24-99814331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 생성·리뷰·test 수정은 돕되 merge와 외부 게시 결정은 사람에게 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8E316-4E90-42B9-A580-B9362960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7E792-C9C3-44D8-A0F2-689A3CE7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C69D0-8AA7-4C42-8E92-567BB844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src/course_services/github_service.py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.env.sample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9170A-39A0-416A-B047-7EF4731B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7089F-2BAC-472F-AF76-F04D3C29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A6329-1C46-4AA3-9DD1-B57E8F98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fake publisher가 한 번 호출되고 remote ID가 audit에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publisher 미설정·승인 없음·dry-run은 모두 BLOCKED다.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84AA7-F492-4B1E-8B05-09CB9A6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CEACF-88CE-4E1C-906F-1E83655B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D2B32-CE19-4942-9D5F-1DEC9582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703598341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53945-8F1F-4C51-AF24-7612C417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5D38C-1955-4BEA-90CF-4AF9D254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생성된 patch는 diff와 test 증거를 보고 사람이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51842-2815-4915-803F-74F5D108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8B3A1-9D15-43EE-AB7C-914ABE14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6882B-8580-46E8-91FF-C5ACBA7B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0E69B-2088-48E5-BFF0-426A11CC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FE448-4AE4-421A-BE40-E2F05813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D5350-533B-4E3B-B388-1FEB2182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3A52A-CB83-406A-94AE-20F51D57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C3564-D286-41BF-A254-8B6244B5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22EBA-B7C5-4BFE-94E0-A4B76933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D6A67-992F-41A6-9A2C-1088A398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7F216-7FFA-4248-A344-4101D068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156F0-CCD9-4E49-A192-C630B5DF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fake publisher가 한 번 호출되고 remote ID가 audit에 남는다.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A1CB7-7506-4F77-B291-AEAAB8C3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8C181-1D1D-4341-B0F5-2600D331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9A3E3-2162-4A3C-BD17-1EA3AEBE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137C3-BC26-4626-A38E-9A1CCE74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publisher 미설정·승인 없음·dry-run은 모두 BLOCKED다.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A2FC5-016A-4FD4-9516-C67635A8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4600E-29FA-4886-9412-18063C06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D4525-7D55-4694-9A96-9EA72A63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1147E-1E9D-4F4D-A731-CEDB212D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886895567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6DC04-E120-4B99-A5B5-6943059C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3D4BF-3962-4E08-9297-D1289B0D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강사가 먼저 정상 경로를 끝까지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6A3CB-6999-4321-8004-85632140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E26F3-1267-4279-AABB-E5B5E5DC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3C8D9-FED6-4655-8C68-A41BD7AF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6A1F0-EE61-449C-9FB2-A7E420D6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20782-B037-4004-909C-412CA27A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3E913-B2E1-40F1-BD83-19D8C65C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23E87-9828-4908-900F-E3398663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materials/day4/day4_service_lab.ipynb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40DA4-8DBA-434D-AE46-D1807418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38AEB-739B-44D4-BEA7-E2BCC7DB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BC18A-1EB0-4872-8BB9-28E2CD2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src/course_services/github_service.py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3B913-D3FC-4ECB-A1A5-C886A101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0258C-8E4E-448E-BB5E-4EC51EF8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5B9E8-6B83-44E7-BE70-6CD8CE18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07DCE-DE27-40D6-903B-760D2529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213AE-95C0-450B-99F8-30F1D7D0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DEE4E-E056-4826-A2B8-F657732B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fake publisher가 한 번 호출되고 remote ID가 audit에 남는다.</a:t>
            </a:r>
          </a:p>
        </p:txBody>
      </p:sp>
    </p:spTree>
    <p:extLst>
      <p:ext uri="{BB962C8B-B14F-4D97-AF65-F5344CB8AC3E}">
        <p14:creationId xmlns:p14="http://schemas.microsoft.com/office/powerpoint/2010/main" val="1190310071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DC9B2-9CDB-448A-95F4-AF42BC57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7B20A-B96F-4876-9114-162C3684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저장소에서 이 명령을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7FA1A-E3A8-4F1A-8932-D0A52642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44AB8-2309-48AD-94C1-147A65E4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A4903-DFC0-46ED-97C9-0EBFF8BA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AF80C-76C7-4027-A354-1B4871F8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AC8FF-2C81-49D3-872D-DBB47275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04885-DB91-421C-9A02-272BD480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B53CB-18BF-4CB9-88E9-C28E7AB4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2EB86-98A6-463E-A0D4-8EEDE8CB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2826C-C847-4135-92DF-214B557D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693810732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32E74-4D64-4D6B-B387-0241C839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50892-2C11-4AAF-8CA4-BDF5D81E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여부는 화면이 아니라 결과 계약으로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E62FC-79C2-48BF-864D-53598DAD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C4019-8F40-4DD7-8B02-0EBA3F98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A3150-B6EF-45E5-81FE-2B3FDB0C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AB1CC-DA10-4F0B-931C-2074B62C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82632-5837-4CD7-B737-270CEE9D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D231F-43B8-4765-AD3E-1769F8CB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FF5E6-9FD8-43A2-A0AA-B536BFD1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BE6B8-9D8C-4265-91A8-DF301CB6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day4_audit_record.json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23AFB-66BF-424B-83C4-67C9CDB6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92950-8494-4042-90FA-64D1C670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FFBDD-87F0-4587-982C-386B6353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fake publisher가 한 번 호출되고 remote ID가 audit에 남는다.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publisher 미설정·승인 없음·dry-run은 모두 BLOCKED다.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785475865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41B02-A706-4CD4-B352-8C12F2FC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ED9D3-46CC-4568-BA94-77108E79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강사는 실패 한 건도 바로 재현하고 복구합니다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18F12-08CE-4DB7-9BBC-7595DC51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B8033-2C83-4377-9308-2F5C71F9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E9EE8-7377-4E07-87DA-237FDA1A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53A07-8C5A-4364-BFFE-3A6B07A7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F01B7-E20D-4B07-A29E-0928C176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5A1D7-77DC-4CA0-B77E-6C3B2701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교육 코드에 live publisher와 token scope를 기본 포함한다.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5C4F2-DC04-47B1-83CC-A0EE3CFD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A77D2-7C24-4742-8FE5-AF743081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BF047-61B7-4634-B4CD-BC24C9CD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repo에는 fake publisher만 두고 live adapter는 강사 승인 후 별도 branch에서 연결한다.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3206B-EDEE-4B04-8EB1-A0247785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publisher 미설정·승인 없음·dry-run은 모두 BLOCKED다.</a:t>
            </a:r>
          </a:p>
        </p:txBody>
      </p:sp>
    </p:spTree>
    <p:extLst>
      <p:ext uri="{BB962C8B-B14F-4D97-AF65-F5344CB8AC3E}">
        <p14:creationId xmlns:p14="http://schemas.microsoft.com/office/powerpoint/2010/main" val="292911286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E535B-2E29-4058-91B9-2E1370B8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A0244-EB74-440C-A95B-8768B4FE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이제 같은 코드를 각자 실행하고 한 줄만 바꿉니다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F5AB3-C3F8-49FC-BA8A-D54CB6F2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DA03B-AEB3-4845-B83C-4F7F9178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D8EDC-3A97-4B78-8C93-B7353992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4468C-2B38-4693-B0AA-56FC7482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6DC09-03D6-461B-B945-40E707EA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D2AB2-3EF4-4680-B97B-9143F27F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B98DA-8386-4618-AFF2-9C65B494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수정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B4FB7-8D26-486D-85B6-54801813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notebook의 실습 변수 또는 fixture 한 줄 · src 전체를 복사해 바꾸지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19B21-AB50-4D32-8572-61A3104C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D5DE5-EF63-4478-8D55-1C3C5B49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fake publisher가 한 번 호출되고 remote ID가 audit에 남는다.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day4_audit_record.json 저장</a:t>
            </a:r>
          </a:p>
        </p:txBody>
      </p:sp>
    </p:spTree>
    <p:extLst>
      <p:ext uri="{BB962C8B-B14F-4D97-AF65-F5344CB8AC3E}">
        <p14:creationId xmlns:p14="http://schemas.microsoft.com/office/powerpoint/2010/main" val="602383160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FE600-E665-4A05-9873-A6DC7804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67ECF-CC9F-4375-86F9-EF4B9A8D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입력과 설정을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39755-7DDC-455C-B0AB-D8BA7CF3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D5B63-9123-47B8-A012-080C8110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CB8F5-08EF-4B1D-BA13-79CD4EB8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CDE58-F961-4EF3-BBB3-4346EDF9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B24A4-47F7-4DE9-8202-FD700CE9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파일: materials/day4/day4_service_lab.ipynb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변수: 실행 경로·provider·dry-run 여부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83B79-0140-485A-93FF-93AFA564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52271-C0FA-40D7-B41B-002811DA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day4_audit_record.json</a:t>
            </a:r>
          </a:p>
        </p:txBody>
      </p:sp>
    </p:spTree>
    <p:extLst>
      <p:ext uri="{BB962C8B-B14F-4D97-AF65-F5344CB8AC3E}">
        <p14:creationId xmlns:p14="http://schemas.microsoft.com/office/powerpoint/2010/main" val="2081373340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7F9E6-A4A6-4C95-B090-96CAC367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3BB4B-D35C-48E0-904F-118422C5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정상 경로를 실행합니다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D5CC7-2188-4884-B3C6-2E5D9B65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F02B3-129C-4AAF-A913-D86277B5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2E8DE-9CAF-4882-AB5B-1A1EC718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6050B-1D1B-4424-9B0E-52ECC72F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4E909-6ADB-4141-A086-8D7A2E0C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fake publisher가 한 번 호출되고 remote ID가 audit에 남는다.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5087E-A584-4997-B370-2A149C27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713B3-734C-4115-836E-CEBA7908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day4_audit_record.json</a:t>
            </a:r>
          </a:p>
        </p:txBody>
      </p:sp>
    </p:spTree>
    <p:extLst>
      <p:ext uri="{BB962C8B-B14F-4D97-AF65-F5344CB8AC3E}">
        <p14:creationId xmlns:p14="http://schemas.microsoft.com/office/powerpoint/2010/main" val="1678489462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51BD3-2460-44EA-B179-A5E2E962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56F7E-0FFA-4B74-968F-29653CCF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경계값을 바꿔 실패를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BD546-3E8A-44EF-ACA8-0D6B1C32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440A2-F39E-4B6E-840D-56CC6B32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52588-CFC1-4E40-A79F-19D65D33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2E157-1823-4C3E-801D-ADB6B4D2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D824B-852A-4946-A00D-98FB2773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publisher 미설정·승인 없음·dry-run은 모두 BLOCKED다.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repo에는 fake publisher만 두고 live adapter는 강사 승인 후 별도 branch에서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96EEB-E598-470B-A304-F5876974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12046-A56B-4C77-A9D3-59DDFF0B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367621147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CEB34-3D4E-470D-B0AE-C31864F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5F2EB-260F-4CAD-AD43-C6FB1F9C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case를 focused test로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DC3DA-D2CF-4EA5-A150-00532F3E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2E66F-5D2A-47E6-8A22-FCD9EF70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7F96B-0362-48D6-B7DB-DF56465C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CF5AE-D75B-490E-94AE-7F83FC3D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9E9C7-580D-47CB-85C8-D9E5E64C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048E4-F5A8-45B3-80ED-5790E8AF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35B2A-FBA9-4DFD-A772-5FA7F49A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fake publisher가 한 번 호출되고 remote ID가 audit에 남는다.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54E53-41D0-451D-9170-2831F8B0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8BF73-DC23-4E9D-9AB1-887C1A63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7855F-550A-4BD9-992F-2FA366D0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27CB3-846D-45FF-91CE-C5BED1AC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49D09-1B4E-4861-93F9-2636A961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1F084-AA12-4CDC-906F-DFCF6469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2A2FD4-49E7-4100-B471-0369DDFA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1C635-DFA2-4F36-8FC0-146AC949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E4542-9C45-4964-9324-BE8E16CB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381568974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75FEA-9EA8-408B-887F-63C0E471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4F76A-91BB-42AD-96C6-36547806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가장 중요한 실패 조건을 test로 고정합니다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27220-A8C1-4D6A-BDCE-5195D13B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6B44B-77B1-4D1E-A32A-3D45F40B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75FB7-9C86-4F96-BFEA-AB35E097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F2B7F-B16A-4E06-BFCF-431C8427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94F25-697A-48A3-B6BC-AAAA070E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E753C-965B-43ED-974D-FB1A906C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FFF94-00FF-4A3A-987E-9BAA917F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publisher 미설정·승인 없음·dry-run은 모두 BLOCKED다.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02CA8-4BAD-4A8E-A6F7-4E37D40D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BABF1-43B1-4A2B-BB23-88C692B8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134A2-6AAD-4321-8FA6-C3A1CF73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54330-1434-4F7D-BDF7-50F206BC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1CAB2-C776-48C3-9BDE-580B1EE9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0A177-9C40-4F25-BD9C-FF3307D7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38E24-06DD-4DC9-8B98-46985326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35D6F-B60D-4D64-8E30-B13FE6F9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45518-86D3-4FBB-96A9-2D83CCBB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995623402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BAFED-F80C-4BCD-9A39-D6B07E2D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6DECB-5B02-43F7-8BCA-49F67AF1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재직자는 작은 운영 문제 한 곳에 먼저 적용합니다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52D90-B048-4218-BEB8-99DE9192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DBA42-8F37-4244-8568-C1E6825E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1A5CF-40BD-4A3C-9555-A1628948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655A8-F68F-4BE2-B854-3164C418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09E35-EF2F-4621-9B2A-ED973E5E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현업은 GitHub App과 protected branch, 구직자는 sandbox demo recording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5BB50-CA01-4992-987E-E2A3C193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E50F8-EA5B-466D-986F-8E80F085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5D3C3-A805-48F3-8668-EF4749E3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1E201-F83F-4831-BC6A-07263FC6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F5B87-6BCC-41EF-BF2D-C510B418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C31C4-F9D1-4155-842B-0614D5D5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62321-639F-4131-9DDA-EF663894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258FC-0254-4908-BF39-D1206010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454C1-E84F-45A2-8BB6-8EF1FB5E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CD5DE-C51E-4B8D-BBDA-DE0C64CA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D881F-F51C-4C1B-AFE9-4ED575CA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88822-D087-46BB-A88F-BCA61E02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day4_audit_record.json을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890101024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9DFF5-2CB2-4B8B-807C-C6984177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 포트폴리오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B6260-1DD4-4D77-8FFB-638BFD67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구직자는 제품 판단과 검증 증거를 함께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A974E-6E7A-4334-864D-40AB008D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2D5A8-3212-4DE1-8996-E2EBABB5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8CC76-F4C4-49BF-984F-61ECD269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46EDC-49EB-4AE6-82BE-F9C236F3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6D4A8-2481-4205-A6A3-6969B68C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현업은 GitHub App과 protected branch, 구직자는 sandbox demo recording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F0AF3-BD4D-40C9-8393-EA3D6309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B868B-D6AF-4CE9-B2E5-41F1712D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E5892-E94F-4FAF-AE78-FB85D092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CB1D6-0B57-4F0D-9DD1-8D3BD2EA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BC965-0610-4147-80E4-F979A70F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AE7B2-C4BB-4333-9D02-1A065807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8734B-C99A-470E-ACF9-105D9CC7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128F2-1A17-49C2-8893-C112E772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283F1-0B8A-4833-98E0-9969D918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67111-8518-44D1-BE54-5E56BAC2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97544-5255-4318-8761-9D15FF4D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D176E-B39D-45AE-93C7-CD2FF887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day4_audit_record.json과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765994839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5C5CB-6673-437A-B1BA-3DF5FC07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3D7D9-52F1-4523-8C5D-964C949B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서비스로 운영하려면 이 네 가지 질문에 답해야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4449D-0D3B-49AE-BCED-500EB368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2564E-05BF-47A1-AA9B-E7C670B6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5A935-6A29-4508-B0CA-46CBE7CE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CABA7-1BE5-4163-A7F6-A70404A0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21EC5-73C0-4FB8-A73C-BF40E609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ED09E-D1FA-4814-A52D-40FB51BE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7CE1C-CAE1-4D64-AC1D-05E4D43B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fake publisher가 한 번 호출되고 remote ID가 audit에 남는다.로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71ADF-FC60-4F85-A760-6E9A99B2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A6EED-0080-4CD7-B0C1-6FF90C3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5D4ED-3702-40B7-A5FB-FEC49636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067C4-8BE0-4D77-8CD7-BC6DDBFF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85377-90B8-4A01-8BC5-F2E9E3DA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DD6E7-7CF2-4E6C-87BA-B6CEA568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repo에는 fake publisher만 두고 live adapter는 강사 승인 후 별도 branch에서 연결한다.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6F52E-DC2B-46DC-AE2E-9553C1CD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58F7E-4DBB-4024-8DAB-2CBDAF45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92CE1-6B39-4739-9938-EDB3336C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day4_audit_record.json에서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025328831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79ABA-E6D9-4C06-9A12-73CFB532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75318-4BAC-4531-8FAA-5EE254B5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8차시를 마치기 전에 세 가지를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320E5-2059-4FFE-9554-74E7E3EB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F6D6B-EE2B-4D49-9ABF-D480B525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4 · PR Review Automation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3130C-B764-44DF-A4CD-E5329A30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16:20-17:10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52339-6FCA-4453-964B-204688ED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480A0-ABA8-4FFC-8DE7-868118C3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96B12-112F-4C18-922E-2B509AD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54023-BAFB-4400-91BF-2E5CF0FD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실제 GitHub 쓰기는 본인 sandbox에서 한 건만 실행합니다이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7E38F-8676-40B8-940E-7AD1E78D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790B8-7831-4E8E-8219-20C0CAEC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7742E-5A12-498D-B889-D887189D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C69D2-DA73-4674-B3F6-E6686670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06781-21B9-4470-934A-C5C466DB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828E5-85E4-49B2-AF15-2DB2DDC4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day4_audit_record.json과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9ED4F-C181-46EA-AC53-E26FF7AE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17:10-17:40 쉬는 시간 · 17:40-18:00 Q&amp;A·실행 복구</a:t>
            </a:r>
          </a:p>
        </p:txBody>
      </p:sp>
    </p:spTree>
    <p:extLst>
      <p:ext uri="{BB962C8B-B14F-4D97-AF65-F5344CB8AC3E}">
        <p14:creationId xmlns:p14="http://schemas.microsoft.com/office/powerpoint/2010/main" val="278319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2026-08-23T15:52:14.9340000Z</dcterms:created>
  <dcterms:modified xsi:type="dcterms:W3CDTF">2026-08-23T15:52:14.9340000Z</dcterms:modified>
</coreProperties>
</file>