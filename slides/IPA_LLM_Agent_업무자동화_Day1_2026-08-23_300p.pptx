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  <Override PartName="/ppt/slides/slide281.xml" ContentType="application/vnd.openxmlformats-officedocument.presentationml.slide+xml"/>
  <Override PartName="/ppt/notesSlides/notesSlide281.xml" ContentType="application/vnd.openxmlformats-officedocument.presentationml.notesSlide+xml"/>
  <Override PartName="/ppt/slides/slide282.xml" ContentType="application/vnd.openxmlformats-officedocument.presentationml.slide+xml"/>
  <Override PartName="/ppt/notesSlides/notesSlide282.xml" ContentType="application/vnd.openxmlformats-officedocument.presentationml.notesSlide+xml"/>
  <Override PartName="/ppt/slides/slide283.xml" ContentType="application/vnd.openxmlformats-officedocument.presentationml.slide+xml"/>
  <Override PartName="/ppt/notesSlides/notesSlide283.xml" ContentType="application/vnd.openxmlformats-officedocument.presentationml.notesSlide+xml"/>
  <Override PartName="/ppt/slides/slide284.xml" ContentType="application/vnd.openxmlformats-officedocument.presentationml.slide+xml"/>
  <Override PartName="/ppt/notesSlides/notesSlide284.xml" ContentType="application/vnd.openxmlformats-officedocument.presentationml.notesSlide+xml"/>
  <Override PartName="/ppt/slides/slide285.xml" ContentType="application/vnd.openxmlformats-officedocument.presentationml.slide+xml"/>
  <Override PartName="/ppt/notesSlides/notesSlide285.xml" ContentType="application/vnd.openxmlformats-officedocument.presentationml.notesSlide+xml"/>
  <Override PartName="/ppt/slides/slide286.xml" ContentType="application/vnd.openxmlformats-officedocument.presentationml.slide+xml"/>
  <Override PartName="/ppt/notesSlides/notesSlide286.xml" ContentType="application/vnd.openxmlformats-officedocument.presentationml.notesSlide+xml"/>
  <Override PartName="/ppt/slides/slide287.xml" ContentType="application/vnd.openxmlformats-officedocument.presentationml.slide+xml"/>
  <Override PartName="/ppt/notesSlides/notesSlide287.xml" ContentType="application/vnd.openxmlformats-officedocument.presentationml.notesSlide+xml"/>
  <Override PartName="/ppt/slides/slide288.xml" ContentType="application/vnd.openxmlformats-officedocument.presentationml.slide+xml"/>
  <Override PartName="/ppt/notesSlides/notesSlide288.xml" ContentType="application/vnd.openxmlformats-officedocument.presentationml.notesSlide+xml"/>
  <Override PartName="/ppt/slides/slide289.xml" ContentType="application/vnd.openxmlformats-officedocument.presentationml.slide+xml"/>
  <Override PartName="/ppt/notesSlides/notesSlide289.xml" ContentType="application/vnd.openxmlformats-officedocument.presentationml.notesSlide+xml"/>
  <Override PartName="/ppt/slides/slide290.xml" ContentType="application/vnd.openxmlformats-officedocument.presentationml.slide+xml"/>
  <Override PartName="/ppt/notesSlides/notesSlide290.xml" ContentType="application/vnd.openxmlformats-officedocument.presentationml.notesSlide+xml"/>
  <Override PartName="/ppt/slides/slide291.xml" ContentType="application/vnd.openxmlformats-officedocument.presentationml.slide+xml"/>
  <Override PartName="/ppt/notesSlides/notesSlide291.xml" ContentType="application/vnd.openxmlformats-officedocument.presentationml.notesSlide+xml"/>
  <Override PartName="/ppt/slides/slide292.xml" ContentType="application/vnd.openxmlformats-officedocument.presentationml.slide+xml"/>
  <Override PartName="/ppt/notesSlides/notesSlide292.xml" ContentType="application/vnd.openxmlformats-officedocument.presentationml.notesSlide+xml"/>
  <Override PartName="/ppt/slides/slide293.xml" ContentType="application/vnd.openxmlformats-officedocument.presentationml.slide+xml"/>
  <Override PartName="/ppt/notesSlides/notesSlide293.xml" ContentType="application/vnd.openxmlformats-officedocument.presentationml.notesSlide+xml"/>
  <Override PartName="/ppt/slides/slide294.xml" ContentType="application/vnd.openxmlformats-officedocument.presentationml.slide+xml"/>
  <Override PartName="/ppt/notesSlides/notesSlide294.xml" ContentType="application/vnd.openxmlformats-officedocument.presentationml.notesSlide+xml"/>
  <Override PartName="/ppt/slides/slide295.xml" ContentType="application/vnd.openxmlformats-officedocument.presentationml.slide+xml"/>
  <Override PartName="/ppt/notesSlides/notesSlide295.xml" ContentType="application/vnd.openxmlformats-officedocument.presentationml.notesSlide+xml"/>
  <Override PartName="/ppt/slides/slide296.xml" ContentType="application/vnd.openxmlformats-officedocument.presentationml.slide+xml"/>
  <Override PartName="/ppt/notesSlides/notesSlide296.xml" ContentType="application/vnd.openxmlformats-officedocument.presentationml.notesSlide+xml"/>
  <Override PartName="/ppt/slides/slide297.xml" ContentType="application/vnd.openxmlformats-officedocument.presentationml.slide+xml"/>
  <Override PartName="/ppt/notesSlides/notesSlide297.xml" ContentType="application/vnd.openxmlformats-officedocument.presentationml.notesSlide+xml"/>
  <Override PartName="/ppt/slides/slide298.xml" ContentType="application/vnd.openxmlformats-officedocument.presentationml.slide+xml"/>
  <Override PartName="/ppt/notesSlides/notesSlide298.xml" ContentType="application/vnd.openxmlformats-officedocument.presentationml.notesSlide+xml"/>
  <Override PartName="/ppt/slides/slide299.xml" ContentType="application/vnd.openxmlformats-officedocument.presentationml.slide+xml"/>
  <Override PartName="/ppt/notesSlides/notesSlide299.xml" ContentType="application/vnd.openxmlformats-officedocument.presentationml.notesSlide+xml"/>
  <Override PartName="/ppt/slides/slide300.xml" ContentType="application/vnd.openxmlformats-officedocument.presentationml.slide+xml"/>
  <Override PartName="/ppt/notesSlides/notesSlide30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a183580bc14a96" /><Relationship Type="http://schemas.openxmlformats.org/officeDocument/2006/relationships/extended-properties" Target="/docProps/app.xml" Id="Rebf583ca9aee4a49" /><Relationship Type="http://schemas.openxmlformats.org/officeDocument/2006/relationships/officeDocument" Target="/ppt/presentation.xml" Id="Re7a88f401a8741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6dde9e383644a1"/>
  </p:sldMasterIdLst>
  <p:notesMasterIdLst>
    <p:notesMasterId xmlns:r="http://schemas.openxmlformats.org/officeDocument/2006/relationships" r:id="R567c20b7e6e04007"/>
  </p:notesMasterIdLst>
  <p:sldIdLst>
    <p:sldId xmlns:r="http://schemas.openxmlformats.org/officeDocument/2006/relationships" id="256" r:id="R06716bbfcd7940d8"/>
    <p:sldId xmlns:r="http://schemas.openxmlformats.org/officeDocument/2006/relationships" id="257" r:id="R7bfab824a10e4f95"/>
    <p:sldId xmlns:r="http://schemas.openxmlformats.org/officeDocument/2006/relationships" id="258" r:id="R8403a548f032431d"/>
    <p:sldId xmlns:r="http://schemas.openxmlformats.org/officeDocument/2006/relationships" id="259" r:id="Rf315c91a1edb44ac"/>
    <p:sldId xmlns:r="http://schemas.openxmlformats.org/officeDocument/2006/relationships" id="260" r:id="R197fe6a60e5c4025"/>
    <p:sldId xmlns:r="http://schemas.openxmlformats.org/officeDocument/2006/relationships" id="261" r:id="R75fdac35ab0a4d34"/>
    <p:sldId xmlns:r="http://schemas.openxmlformats.org/officeDocument/2006/relationships" id="262" r:id="R48566274bd2e44b7"/>
    <p:sldId xmlns:r="http://schemas.openxmlformats.org/officeDocument/2006/relationships" id="263" r:id="R06c818058dcd41cd"/>
    <p:sldId xmlns:r="http://schemas.openxmlformats.org/officeDocument/2006/relationships" id="264" r:id="Rb7b6f823ad3444c6"/>
    <p:sldId xmlns:r="http://schemas.openxmlformats.org/officeDocument/2006/relationships" id="265" r:id="Rad33feaf19a5470f"/>
    <p:sldId xmlns:r="http://schemas.openxmlformats.org/officeDocument/2006/relationships" id="266" r:id="Rc4b871500d004c31"/>
    <p:sldId xmlns:r="http://schemas.openxmlformats.org/officeDocument/2006/relationships" id="267" r:id="Rf5b1f9196707418a"/>
    <p:sldId xmlns:r="http://schemas.openxmlformats.org/officeDocument/2006/relationships" id="268" r:id="R0bdba66910b3453c"/>
    <p:sldId xmlns:r="http://schemas.openxmlformats.org/officeDocument/2006/relationships" id="269" r:id="R119f40f4279c49f3"/>
    <p:sldId xmlns:r="http://schemas.openxmlformats.org/officeDocument/2006/relationships" id="270" r:id="Re481561ff23a47f4"/>
    <p:sldId xmlns:r="http://schemas.openxmlformats.org/officeDocument/2006/relationships" id="271" r:id="R5da80e58ac264d1e"/>
    <p:sldId xmlns:r="http://schemas.openxmlformats.org/officeDocument/2006/relationships" id="272" r:id="R2d0dbc58ba35449f"/>
    <p:sldId xmlns:r="http://schemas.openxmlformats.org/officeDocument/2006/relationships" id="273" r:id="Rc52b847f99db4cb9"/>
    <p:sldId xmlns:r="http://schemas.openxmlformats.org/officeDocument/2006/relationships" id="274" r:id="Reac7cb4a4ecc4a54"/>
    <p:sldId xmlns:r="http://schemas.openxmlformats.org/officeDocument/2006/relationships" id="275" r:id="R87b97492e6b349fa"/>
    <p:sldId xmlns:r="http://schemas.openxmlformats.org/officeDocument/2006/relationships" id="276" r:id="Rac444d12c1e5436d"/>
    <p:sldId xmlns:r="http://schemas.openxmlformats.org/officeDocument/2006/relationships" id="277" r:id="Re4239692177649fb"/>
    <p:sldId xmlns:r="http://schemas.openxmlformats.org/officeDocument/2006/relationships" id="278" r:id="Rde237073f425475f"/>
    <p:sldId xmlns:r="http://schemas.openxmlformats.org/officeDocument/2006/relationships" id="279" r:id="R0413538e7c644257"/>
    <p:sldId xmlns:r="http://schemas.openxmlformats.org/officeDocument/2006/relationships" id="280" r:id="Rdf329e569e6e499b"/>
    <p:sldId xmlns:r="http://schemas.openxmlformats.org/officeDocument/2006/relationships" id="281" r:id="Rc101261fcd1b4541"/>
    <p:sldId xmlns:r="http://schemas.openxmlformats.org/officeDocument/2006/relationships" id="282" r:id="R8550cb7c5f424e44"/>
    <p:sldId xmlns:r="http://schemas.openxmlformats.org/officeDocument/2006/relationships" id="283" r:id="R3105871742fd49a6"/>
    <p:sldId xmlns:r="http://schemas.openxmlformats.org/officeDocument/2006/relationships" id="284" r:id="R4c0272dd77ee4819"/>
    <p:sldId xmlns:r="http://schemas.openxmlformats.org/officeDocument/2006/relationships" id="285" r:id="R03708aa6cff2436c"/>
    <p:sldId xmlns:r="http://schemas.openxmlformats.org/officeDocument/2006/relationships" id="286" r:id="Ra24ba0c001554448"/>
    <p:sldId xmlns:r="http://schemas.openxmlformats.org/officeDocument/2006/relationships" id="287" r:id="R057a0294e16e42c9"/>
    <p:sldId xmlns:r="http://schemas.openxmlformats.org/officeDocument/2006/relationships" id="288" r:id="R415d618fbbe24e79"/>
    <p:sldId xmlns:r="http://schemas.openxmlformats.org/officeDocument/2006/relationships" id="289" r:id="R1404e86d746a4a50"/>
    <p:sldId xmlns:r="http://schemas.openxmlformats.org/officeDocument/2006/relationships" id="290" r:id="R1a72da5e5abd4437"/>
    <p:sldId xmlns:r="http://schemas.openxmlformats.org/officeDocument/2006/relationships" id="291" r:id="R935ac496ed434f4c"/>
    <p:sldId xmlns:r="http://schemas.openxmlformats.org/officeDocument/2006/relationships" id="292" r:id="Rd7491a3e242943b3"/>
    <p:sldId xmlns:r="http://schemas.openxmlformats.org/officeDocument/2006/relationships" id="293" r:id="Rbdae7113a9bd4806"/>
    <p:sldId xmlns:r="http://schemas.openxmlformats.org/officeDocument/2006/relationships" id="294" r:id="R9db677f2f3e84be7"/>
    <p:sldId xmlns:r="http://schemas.openxmlformats.org/officeDocument/2006/relationships" id="295" r:id="R9aa1bef6ef04479f"/>
    <p:sldId xmlns:r="http://schemas.openxmlformats.org/officeDocument/2006/relationships" id="296" r:id="R3768e16b05cb471e"/>
    <p:sldId xmlns:r="http://schemas.openxmlformats.org/officeDocument/2006/relationships" id="297" r:id="R57f4d019a1784575"/>
    <p:sldId xmlns:r="http://schemas.openxmlformats.org/officeDocument/2006/relationships" id="298" r:id="Rfda7c9b8e7c44312"/>
    <p:sldId xmlns:r="http://schemas.openxmlformats.org/officeDocument/2006/relationships" id="299" r:id="Rc84b687dbce44c74"/>
    <p:sldId xmlns:r="http://schemas.openxmlformats.org/officeDocument/2006/relationships" id="300" r:id="Re198343e2b8a4f67"/>
    <p:sldId xmlns:r="http://schemas.openxmlformats.org/officeDocument/2006/relationships" id="301" r:id="R2d216ed6a12341ed"/>
    <p:sldId xmlns:r="http://schemas.openxmlformats.org/officeDocument/2006/relationships" id="302" r:id="R687179b3a20d4421"/>
    <p:sldId xmlns:r="http://schemas.openxmlformats.org/officeDocument/2006/relationships" id="303" r:id="Rd01a802c76514995"/>
    <p:sldId xmlns:r="http://schemas.openxmlformats.org/officeDocument/2006/relationships" id="304" r:id="R916a3cd5aa904287"/>
    <p:sldId xmlns:r="http://schemas.openxmlformats.org/officeDocument/2006/relationships" id="305" r:id="R96476bd0b4ed4810"/>
    <p:sldId xmlns:r="http://schemas.openxmlformats.org/officeDocument/2006/relationships" id="306" r:id="R1271ffbeeb0b4839"/>
    <p:sldId xmlns:r="http://schemas.openxmlformats.org/officeDocument/2006/relationships" id="307" r:id="R1959f41f3a3b4f84"/>
    <p:sldId xmlns:r="http://schemas.openxmlformats.org/officeDocument/2006/relationships" id="308" r:id="R0377965517614ee6"/>
    <p:sldId xmlns:r="http://schemas.openxmlformats.org/officeDocument/2006/relationships" id="309" r:id="Ref25a2647b464a53"/>
    <p:sldId xmlns:r="http://schemas.openxmlformats.org/officeDocument/2006/relationships" id="310" r:id="R35be987a022d4b69"/>
    <p:sldId xmlns:r="http://schemas.openxmlformats.org/officeDocument/2006/relationships" id="311" r:id="Rf60e9ef81b614f44"/>
    <p:sldId xmlns:r="http://schemas.openxmlformats.org/officeDocument/2006/relationships" id="312" r:id="Rc23dabc041db4ff8"/>
    <p:sldId xmlns:r="http://schemas.openxmlformats.org/officeDocument/2006/relationships" id="313" r:id="R2656ef3a11834e1a"/>
    <p:sldId xmlns:r="http://schemas.openxmlformats.org/officeDocument/2006/relationships" id="314" r:id="Rcf24618f9cf54bf5"/>
    <p:sldId xmlns:r="http://schemas.openxmlformats.org/officeDocument/2006/relationships" id="315" r:id="Ra572eb19c1d446bf"/>
    <p:sldId xmlns:r="http://schemas.openxmlformats.org/officeDocument/2006/relationships" id="316" r:id="R5d4d12275a2d4aa9"/>
    <p:sldId xmlns:r="http://schemas.openxmlformats.org/officeDocument/2006/relationships" id="317" r:id="R6c0725b753764f69"/>
    <p:sldId xmlns:r="http://schemas.openxmlformats.org/officeDocument/2006/relationships" id="318" r:id="R75752919f89442e3"/>
    <p:sldId xmlns:r="http://schemas.openxmlformats.org/officeDocument/2006/relationships" id="319" r:id="R3acf662214b24765"/>
    <p:sldId xmlns:r="http://schemas.openxmlformats.org/officeDocument/2006/relationships" id="320" r:id="R4d62d902a90f424c"/>
    <p:sldId xmlns:r="http://schemas.openxmlformats.org/officeDocument/2006/relationships" id="321" r:id="R0bfa50c2fc1a4d9c"/>
    <p:sldId xmlns:r="http://schemas.openxmlformats.org/officeDocument/2006/relationships" id="322" r:id="R0304d74cf112481c"/>
    <p:sldId xmlns:r="http://schemas.openxmlformats.org/officeDocument/2006/relationships" id="323" r:id="Rde762ae43ac64adb"/>
    <p:sldId xmlns:r="http://schemas.openxmlformats.org/officeDocument/2006/relationships" id="324" r:id="Rb0a940837c054e8f"/>
    <p:sldId xmlns:r="http://schemas.openxmlformats.org/officeDocument/2006/relationships" id="325" r:id="Re3389487f9844659"/>
    <p:sldId xmlns:r="http://schemas.openxmlformats.org/officeDocument/2006/relationships" id="326" r:id="R0ea9ef59cf5e4d7f"/>
    <p:sldId xmlns:r="http://schemas.openxmlformats.org/officeDocument/2006/relationships" id="327" r:id="Rfe098c96e13c417d"/>
    <p:sldId xmlns:r="http://schemas.openxmlformats.org/officeDocument/2006/relationships" id="328" r:id="Raefffd6e39d34b5b"/>
    <p:sldId xmlns:r="http://schemas.openxmlformats.org/officeDocument/2006/relationships" id="329" r:id="Rf5e4639b5f864279"/>
    <p:sldId xmlns:r="http://schemas.openxmlformats.org/officeDocument/2006/relationships" id="330" r:id="R9b2f9aa36f45416e"/>
    <p:sldId xmlns:r="http://schemas.openxmlformats.org/officeDocument/2006/relationships" id="331" r:id="Reeabd995afc74849"/>
    <p:sldId xmlns:r="http://schemas.openxmlformats.org/officeDocument/2006/relationships" id="332" r:id="R93c974586f5b426e"/>
    <p:sldId xmlns:r="http://schemas.openxmlformats.org/officeDocument/2006/relationships" id="333" r:id="Rab05acbc415c48b6"/>
    <p:sldId xmlns:r="http://schemas.openxmlformats.org/officeDocument/2006/relationships" id="334" r:id="R44612d05fca84a74"/>
    <p:sldId xmlns:r="http://schemas.openxmlformats.org/officeDocument/2006/relationships" id="335" r:id="R890e4576a7b146ff"/>
    <p:sldId xmlns:r="http://schemas.openxmlformats.org/officeDocument/2006/relationships" id="336" r:id="R10d6021945f2433e"/>
    <p:sldId xmlns:r="http://schemas.openxmlformats.org/officeDocument/2006/relationships" id="337" r:id="R66c287e0c6e94ac1"/>
    <p:sldId xmlns:r="http://schemas.openxmlformats.org/officeDocument/2006/relationships" id="338" r:id="Ra90d5610840e4729"/>
    <p:sldId xmlns:r="http://schemas.openxmlformats.org/officeDocument/2006/relationships" id="339" r:id="Rb676004b27d64da0"/>
    <p:sldId xmlns:r="http://schemas.openxmlformats.org/officeDocument/2006/relationships" id="340" r:id="R46e273466d2a474a"/>
    <p:sldId xmlns:r="http://schemas.openxmlformats.org/officeDocument/2006/relationships" id="341" r:id="R6b563fe0cff3457e"/>
    <p:sldId xmlns:r="http://schemas.openxmlformats.org/officeDocument/2006/relationships" id="342" r:id="R31c30d6764534819"/>
    <p:sldId xmlns:r="http://schemas.openxmlformats.org/officeDocument/2006/relationships" id="343" r:id="Rcec9404deadc44e3"/>
    <p:sldId xmlns:r="http://schemas.openxmlformats.org/officeDocument/2006/relationships" id="344" r:id="Rc0027d88e8444e17"/>
    <p:sldId xmlns:r="http://schemas.openxmlformats.org/officeDocument/2006/relationships" id="345" r:id="R62d7ab10b6574f1a"/>
    <p:sldId xmlns:r="http://schemas.openxmlformats.org/officeDocument/2006/relationships" id="346" r:id="Re38b082a48584af9"/>
    <p:sldId xmlns:r="http://schemas.openxmlformats.org/officeDocument/2006/relationships" id="347" r:id="R8cb15589727d46e7"/>
    <p:sldId xmlns:r="http://schemas.openxmlformats.org/officeDocument/2006/relationships" id="348" r:id="R5eb5801c6b4b43dc"/>
    <p:sldId xmlns:r="http://schemas.openxmlformats.org/officeDocument/2006/relationships" id="349" r:id="R3b7e386dc8e644fd"/>
    <p:sldId xmlns:r="http://schemas.openxmlformats.org/officeDocument/2006/relationships" id="350" r:id="Rc38c9602599f457c"/>
    <p:sldId xmlns:r="http://schemas.openxmlformats.org/officeDocument/2006/relationships" id="351" r:id="R6c6743746d294d16"/>
    <p:sldId xmlns:r="http://schemas.openxmlformats.org/officeDocument/2006/relationships" id="352" r:id="R5d7f39194cee47bc"/>
    <p:sldId xmlns:r="http://schemas.openxmlformats.org/officeDocument/2006/relationships" id="353" r:id="Rf26100726c4a4498"/>
    <p:sldId xmlns:r="http://schemas.openxmlformats.org/officeDocument/2006/relationships" id="354" r:id="Rf61d0b2786134346"/>
    <p:sldId xmlns:r="http://schemas.openxmlformats.org/officeDocument/2006/relationships" id="355" r:id="R7a99f09a1b0f4907"/>
    <p:sldId xmlns:r="http://schemas.openxmlformats.org/officeDocument/2006/relationships" id="356" r:id="Rc1845166fd9b4ff8"/>
    <p:sldId xmlns:r="http://schemas.openxmlformats.org/officeDocument/2006/relationships" id="357" r:id="Rcfd6246124244f2d"/>
    <p:sldId xmlns:r="http://schemas.openxmlformats.org/officeDocument/2006/relationships" id="358" r:id="R6410e99595aa4768"/>
    <p:sldId xmlns:r="http://schemas.openxmlformats.org/officeDocument/2006/relationships" id="359" r:id="Rc865078810d54b73"/>
    <p:sldId xmlns:r="http://schemas.openxmlformats.org/officeDocument/2006/relationships" id="360" r:id="R79e1cedc64ec455a"/>
    <p:sldId xmlns:r="http://schemas.openxmlformats.org/officeDocument/2006/relationships" id="361" r:id="R9f2cd62ca00849e6"/>
    <p:sldId xmlns:r="http://schemas.openxmlformats.org/officeDocument/2006/relationships" id="362" r:id="R2dea52af85744b7a"/>
    <p:sldId xmlns:r="http://schemas.openxmlformats.org/officeDocument/2006/relationships" id="363" r:id="R908f3dd9d7d44c1f"/>
    <p:sldId xmlns:r="http://schemas.openxmlformats.org/officeDocument/2006/relationships" id="364" r:id="R134147b049754273"/>
    <p:sldId xmlns:r="http://schemas.openxmlformats.org/officeDocument/2006/relationships" id="365" r:id="R519d054bd54f4d1d"/>
    <p:sldId xmlns:r="http://schemas.openxmlformats.org/officeDocument/2006/relationships" id="366" r:id="Rffed8cf3044f4128"/>
    <p:sldId xmlns:r="http://schemas.openxmlformats.org/officeDocument/2006/relationships" id="367" r:id="R40674cf6476b4b19"/>
    <p:sldId xmlns:r="http://schemas.openxmlformats.org/officeDocument/2006/relationships" id="368" r:id="R8dad54f9810a4a25"/>
    <p:sldId xmlns:r="http://schemas.openxmlformats.org/officeDocument/2006/relationships" id="369" r:id="R00e98003dd52400f"/>
    <p:sldId xmlns:r="http://schemas.openxmlformats.org/officeDocument/2006/relationships" id="370" r:id="Rb54a23e8dad64ddd"/>
    <p:sldId xmlns:r="http://schemas.openxmlformats.org/officeDocument/2006/relationships" id="371" r:id="R16e7890446b24f1d"/>
    <p:sldId xmlns:r="http://schemas.openxmlformats.org/officeDocument/2006/relationships" id="372" r:id="Rea73a263275c499c"/>
    <p:sldId xmlns:r="http://schemas.openxmlformats.org/officeDocument/2006/relationships" id="373" r:id="Rbf81c0a073434077"/>
    <p:sldId xmlns:r="http://schemas.openxmlformats.org/officeDocument/2006/relationships" id="374" r:id="Rb5c5aa696fa044a9"/>
    <p:sldId xmlns:r="http://schemas.openxmlformats.org/officeDocument/2006/relationships" id="375" r:id="R62be1a2e015b4d32"/>
    <p:sldId xmlns:r="http://schemas.openxmlformats.org/officeDocument/2006/relationships" id="376" r:id="R47d340b9e3794bbf"/>
    <p:sldId xmlns:r="http://schemas.openxmlformats.org/officeDocument/2006/relationships" id="377" r:id="R9113333451b74fd3"/>
    <p:sldId xmlns:r="http://schemas.openxmlformats.org/officeDocument/2006/relationships" id="378" r:id="Rb79853a2575b4354"/>
    <p:sldId xmlns:r="http://schemas.openxmlformats.org/officeDocument/2006/relationships" id="379" r:id="R2388048c4af94ab5"/>
    <p:sldId xmlns:r="http://schemas.openxmlformats.org/officeDocument/2006/relationships" id="380" r:id="R8051e76568034319"/>
    <p:sldId xmlns:r="http://schemas.openxmlformats.org/officeDocument/2006/relationships" id="381" r:id="R76951ac513694ccb"/>
    <p:sldId xmlns:r="http://schemas.openxmlformats.org/officeDocument/2006/relationships" id="382" r:id="R8bbaa0b95ba447f9"/>
    <p:sldId xmlns:r="http://schemas.openxmlformats.org/officeDocument/2006/relationships" id="383" r:id="R22bd7212adea48dc"/>
    <p:sldId xmlns:r="http://schemas.openxmlformats.org/officeDocument/2006/relationships" id="384" r:id="R15601b37aead4430"/>
    <p:sldId xmlns:r="http://schemas.openxmlformats.org/officeDocument/2006/relationships" id="385" r:id="Re5212c5a31f445da"/>
    <p:sldId xmlns:r="http://schemas.openxmlformats.org/officeDocument/2006/relationships" id="386" r:id="R5b63a383f04e4b29"/>
    <p:sldId xmlns:r="http://schemas.openxmlformats.org/officeDocument/2006/relationships" id="387" r:id="R51f5ff07ba034c77"/>
    <p:sldId xmlns:r="http://schemas.openxmlformats.org/officeDocument/2006/relationships" id="388" r:id="R42bcfd3e226e4b8f"/>
    <p:sldId xmlns:r="http://schemas.openxmlformats.org/officeDocument/2006/relationships" id="389" r:id="R13ab773496ad41a2"/>
    <p:sldId xmlns:r="http://schemas.openxmlformats.org/officeDocument/2006/relationships" id="390" r:id="Rb694cdd275e34b37"/>
    <p:sldId xmlns:r="http://schemas.openxmlformats.org/officeDocument/2006/relationships" id="391" r:id="R7e93e58f18784d9e"/>
    <p:sldId xmlns:r="http://schemas.openxmlformats.org/officeDocument/2006/relationships" id="392" r:id="Rf8228681a3e3442e"/>
    <p:sldId xmlns:r="http://schemas.openxmlformats.org/officeDocument/2006/relationships" id="393" r:id="Rd1ed3b47f21a4523"/>
    <p:sldId xmlns:r="http://schemas.openxmlformats.org/officeDocument/2006/relationships" id="394" r:id="R77eba1caf7134989"/>
    <p:sldId xmlns:r="http://schemas.openxmlformats.org/officeDocument/2006/relationships" id="395" r:id="R12ed26ab4130425b"/>
    <p:sldId xmlns:r="http://schemas.openxmlformats.org/officeDocument/2006/relationships" id="396" r:id="R241a6135f6c64238"/>
    <p:sldId xmlns:r="http://schemas.openxmlformats.org/officeDocument/2006/relationships" id="397" r:id="Rba430f4b4ec34f65"/>
    <p:sldId xmlns:r="http://schemas.openxmlformats.org/officeDocument/2006/relationships" id="398" r:id="R283322ab52114fab"/>
    <p:sldId xmlns:r="http://schemas.openxmlformats.org/officeDocument/2006/relationships" id="399" r:id="Rc893d6f6b3304fb6"/>
    <p:sldId xmlns:r="http://schemas.openxmlformats.org/officeDocument/2006/relationships" id="400" r:id="Rc4a0bc304bca4078"/>
    <p:sldId xmlns:r="http://schemas.openxmlformats.org/officeDocument/2006/relationships" id="401" r:id="R5522cf8574484803"/>
    <p:sldId xmlns:r="http://schemas.openxmlformats.org/officeDocument/2006/relationships" id="402" r:id="R7f9e46477fc3485f"/>
    <p:sldId xmlns:r="http://schemas.openxmlformats.org/officeDocument/2006/relationships" id="403" r:id="Rfffd4afe5f06493f"/>
    <p:sldId xmlns:r="http://schemas.openxmlformats.org/officeDocument/2006/relationships" id="404" r:id="Rd5219f66821f4dae"/>
    <p:sldId xmlns:r="http://schemas.openxmlformats.org/officeDocument/2006/relationships" id="405" r:id="R2d6a50e18d1249eb"/>
    <p:sldId xmlns:r="http://schemas.openxmlformats.org/officeDocument/2006/relationships" id="406" r:id="Rb3ca15d0c02e4498"/>
    <p:sldId xmlns:r="http://schemas.openxmlformats.org/officeDocument/2006/relationships" id="407" r:id="Rc5b4d49586b74187"/>
    <p:sldId xmlns:r="http://schemas.openxmlformats.org/officeDocument/2006/relationships" id="408" r:id="R4536ebc8de73424b"/>
    <p:sldId xmlns:r="http://schemas.openxmlformats.org/officeDocument/2006/relationships" id="409" r:id="Rcee25dc3c1c44631"/>
    <p:sldId xmlns:r="http://schemas.openxmlformats.org/officeDocument/2006/relationships" id="410" r:id="Rae00ca8b86d44eee"/>
    <p:sldId xmlns:r="http://schemas.openxmlformats.org/officeDocument/2006/relationships" id="411" r:id="Rb3c110849e464fb5"/>
    <p:sldId xmlns:r="http://schemas.openxmlformats.org/officeDocument/2006/relationships" id="412" r:id="Rb381c2b998154925"/>
    <p:sldId xmlns:r="http://schemas.openxmlformats.org/officeDocument/2006/relationships" id="413" r:id="R5e6e69ecfd264b54"/>
    <p:sldId xmlns:r="http://schemas.openxmlformats.org/officeDocument/2006/relationships" id="414" r:id="R1851d361d97e4a35"/>
    <p:sldId xmlns:r="http://schemas.openxmlformats.org/officeDocument/2006/relationships" id="415" r:id="R66e78c5ecf4f413b"/>
    <p:sldId xmlns:r="http://schemas.openxmlformats.org/officeDocument/2006/relationships" id="416" r:id="R5d10067fbb7548cd"/>
    <p:sldId xmlns:r="http://schemas.openxmlformats.org/officeDocument/2006/relationships" id="417" r:id="R7ff7cc2e3fee40d8"/>
    <p:sldId xmlns:r="http://schemas.openxmlformats.org/officeDocument/2006/relationships" id="418" r:id="R814ee32575a2452c"/>
    <p:sldId xmlns:r="http://schemas.openxmlformats.org/officeDocument/2006/relationships" id="419" r:id="R98bd245b1aed44bc"/>
    <p:sldId xmlns:r="http://schemas.openxmlformats.org/officeDocument/2006/relationships" id="420" r:id="Reede286a08d74afc"/>
    <p:sldId xmlns:r="http://schemas.openxmlformats.org/officeDocument/2006/relationships" id="421" r:id="Rf65d304ad41949b2"/>
    <p:sldId xmlns:r="http://schemas.openxmlformats.org/officeDocument/2006/relationships" id="422" r:id="R0a3eda6ebe3e42b5"/>
    <p:sldId xmlns:r="http://schemas.openxmlformats.org/officeDocument/2006/relationships" id="423" r:id="R20ae6a1266e44ec6"/>
    <p:sldId xmlns:r="http://schemas.openxmlformats.org/officeDocument/2006/relationships" id="424" r:id="Re783009c26114719"/>
    <p:sldId xmlns:r="http://schemas.openxmlformats.org/officeDocument/2006/relationships" id="425" r:id="R28edcbe257c147c2"/>
    <p:sldId xmlns:r="http://schemas.openxmlformats.org/officeDocument/2006/relationships" id="426" r:id="Rcea2ac74027a4b37"/>
    <p:sldId xmlns:r="http://schemas.openxmlformats.org/officeDocument/2006/relationships" id="427" r:id="Rdf15a348364c4f19"/>
    <p:sldId xmlns:r="http://schemas.openxmlformats.org/officeDocument/2006/relationships" id="428" r:id="R46cd0311585d4fee"/>
    <p:sldId xmlns:r="http://schemas.openxmlformats.org/officeDocument/2006/relationships" id="429" r:id="R4fe8729eef0746d2"/>
    <p:sldId xmlns:r="http://schemas.openxmlformats.org/officeDocument/2006/relationships" id="430" r:id="R91cc438f075543d0"/>
    <p:sldId xmlns:r="http://schemas.openxmlformats.org/officeDocument/2006/relationships" id="431" r:id="R42240b34990c4a35"/>
    <p:sldId xmlns:r="http://schemas.openxmlformats.org/officeDocument/2006/relationships" id="432" r:id="Rbe63d6774fba4517"/>
    <p:sldId xmlns:r="http://schemas.openxmlformats.org/officeDocument/2006/relationships" id="433" r:id="R000b67e997ba4029"/>
    <p:sldId xmlns:r="http://schemas.openxmlformats.org/officeDocument/2006/relationships" id="434" r:id="R68325337f4894933"/>
    <p:sldId xmlns:r="http://schemas.openxmlformats.org/officeDocument/2006/relationships" id="435" r:id="R0010aa6bf98847d8"/>
    <p:sldId xmlns:r="http://schemas.openxmlformats.org/officeDocument/2006/relationships" id="436" r:id="R7c59ab86ca374a2e"/>
    <p:sldId xmlns:r="http://schemas.openxmlformats.org/officeDocument/2006/relationships" id="437" r:id="R605d615b4d2c4d30"/>
    <p:sldId xmlns:r="http://schemas.openxmlformats.org/officeDocument/2006/relationships" id="438" r:id="Ra9c10f0d34e0429d"/>
    <p:sldId xmlns:r="http://schemas.openxmlformats.org/officeDocument/2006/relationships" id="439" r:id="Rd4260ad208d04ecd"/>
    <p:sldId xmlns:r="http://schemas.openxmlformats.org/officeDocument/2006/relationships" id="440" r:id="R24128dfb9d254b9e"/>
    <p:sldId xmlns:r="http://schemas.openxmlformats.org/officeDocument/2006/relationships" id="441" r:id="Re9dee5dfdd584fa8"/>
    <p:sldId xmlns:r="http://schemas.openxmlformats.org/officeDocument/2006/relationships" id="442" r:id="R52945e416be44480"/>
    <p:sldId xmlns:r="http://schemas.openxmlformats.org/officeDocument/2006/relationships" id="443" r:id="R03e1938a31f044c0"/>
    <p:sldId xmlns:r="http://schemas.openxmlformats.org/officeDocument/2006/relationships" id="444" r:id="R7a339a4719934fbb"/>
    <p:sldId xmlns:r="http://schemas.openxmlformats.org/officeDocument/2006/relationships" id="445" r:id="Rf7d43d0a8c7c458a"/>
    <p:sldId xmlns:r="http://schemas.openxmlformats.org/officeDocument/2006/relationships" id="446" r:id="R6a29946f185a4013"/>
    <p:sldId xmlns:r="http://schemas.openxmlformats.org/officeDocument/2006/relationships" id="447" r:id="Rcbd7f40524a748c6"/>
    <p:sldId xmlns:r="http://schemas.openxmlformats.org/officeDocument/2006/relationships" id="448" r:id="R9045111994d84702"/>
    <p:sldId xmlns:r="http://schemas.openxmlformats.org/officeDocument/2006/relationships" id="449" r:id="Rc3ba375e6a294c73"/>
    <p:sldId xmlns:r="http://schemas.openxmlformats.org/officeDocument/2006/relationships" id="450" r:id="R30f8a492cf904d38"/>
    <p:sldId xmlns:r="http://schemas.openxmlformats.org/officeDocument/2006/relationships" id="451" r:id="R364c5d50eaa64c9a"/>
    <p:sldId xmlns:r="http://schemas.openxmlformats.org/officeDocument/2006/relationships" id="452" r:id="R98a6f2e8071f4aef"/>
    <p:sldId xmlns:r="http://schemas.openxmlformats.org/officeDocument/2006/relationships" id="453" r:id="R20eb5d41138b4b6d"/>
    <p:sldId xmlns:r="http://schemas.openxmlformats.org/officeDocument/2006/relationships" id="454" r:id="Raccd534173b24e01"/>
    <p:sldId xmlns:r="http://schemas.openxmlformats.org/officeDocument/2006/relationships" id="455" r:id="Rcea0da3a05144a81"/>
    <p:sldId xmlns:r="http://schemas.openxmlformats.org/officeDocument/2006/relationships" id="456" r:id="R3380bdcf40ce4579"/>
    <p:sldId xmlns:r="http://schemas.openxmlformats.org/officeDocument/2006/relationships" id="457" r:id="R85a6a88a1b8b489f"/>
    <p:sldId xmlns:r="http://schemas.openxmlformats.org/officeDocument/2006/relationships" id="458" r:id="R4fb28e2411b8443b"/>
    <p:sldId xmlns:r="http://schemas.openxmlformats.org/officeDocument/2006/relationships" id="459" r:id="Re9f9ada97ebe4968"/>
    <p:sldId xmlns:r="http://schemas.openxmlformats.org/officeDocument/2006/relationships" id="460" r:id="Raad944dd71074ec6"/>
    <p:sldId xmlns:r="http://schemas.openxmlformats.org/officeDocument/2006/relationships" id="461" r:id="R1ee9b3505f15486b"/>
    <p:sldId xmlns:r="http://schemas.openxmlformats.org/officeDocument/2006/relationships" id="462" r:id="Rfe4aabc354324c85"/>
    <p:sldId xmlns:r="http://schemas.openxmlformats.org/officeDocument/2006/relationships" id="463" r:id="R0b259ae84ac047f5"/>
    <p:sldId xmlns:r="http://schemas.openxmlformats.org/officeDocument/2006/relationships" id="464" r:id="R33e21817941e43a2"/>
    <p:sldId xmlns:r="http://schemas.openxmlformats.org/officeDocument/2006/relationships" id="465" r:id="R7c7ad19416834583"/>
    <p:sldId xmlns:r="http://schemas.openxmlformats.org/officeDocument/2006/relationships" id="466" r:id="R1e3b89e3de934a01"/>
    <p:sldId xmlns:r="http://schemas.openxmlformats.org/officeDocument/2006/relationships" id="467" r:id="R45b5c2699b3f4363"/>
    <p:sldId xmlns:r="http://schemas.openxmlformats.org/officeDocument/2006/relationships" id="468" r:id="R9aed54df11244d22"/>
    <p:sldId xmlns:r="http://schemas.openxmlformats.org/officeDocument/2006/relationships" id="469" r:id="Rc354cf21b21347ca"/>
    <p:sldId xmlns:r="http://schemas.openxmlformats.org/officeDocument/2006/relationships" id="470" r:id="Rbe894b48c4e949ac"/>
    <p:sldId xmlns:r="http://schemas.openxmlformats.org/officeDocument/2006/relationships" id="471" r:id="R38507994fa814420"/>
    <p:sldId xmlns:r="http://schemas.openxmlformats.org/officeDocument/2006/relationships" id="472" r:id="R2264a9589e724803"/>
    <p:sldId xmlns:r="http://schemas.openxmlformats.org/officeDocument/2006/relationships" id="473" r:id="Rd81aecc2fa154113"/>
    <p:sldId xmlns:r="http://schemas.openxmlformats.org/officeDocument/2006/relationships" id="474" r:id="R229facad9a854f3c"/>
    <p:sldId xmlns:r="http://schemas.openxmlformats.org/officeDocument/2006/relationships" id="475" r:id="Rc6e88cef3d81405f"/>
    <p:sldId xmlns:r="http://schemas.openxmlformats.org/officeDocument/2006/relationships" id="476" r:id="R1d24597e91ab40a9"/>
    <p:sldId xmlns:r="http://schemas.openxmlformats.org/officeDocument/2006/relationships" id="477" r:id="R8f4743b723994a4a"/>
    <p:sldId xmlns:r="http://schemas.openxmlformats.org/officeDocument/2006/relationships" id="478" r:id="R75f8c6c33497492b"/>
    <p:sldId xmlns:r="http://schemas.openxmlformats.org/officeDocument/2006/relationships" id="479" r:id="Rc2bf1af2ff4047c0"/>
    <p:sldId xmlns:r="http://schemas.openxmlformats.org/officeDocument/2006/relationships" id="480" r:id="Rca2c82d72f584811"/>
    <p:sldId xmlns:r="http://schemas.openxmlformats.org/officeDocument/2006/relationships" id="481" r:id="R4fcd6664d62e449a"/>
    <p:sldId xmlns:r="http://schemas.openxmlformats.org/officeDocument/2006/relationships" id="482" r:id="R7e38a8e5146a4ff6"/>
    <p:sldId xmlns:r="http://schemas.openxmlformats.org/officeDocument/2006/relationships" id="483" r:id="Rbcf6b730a4fc4a90"/>
    <p:sldId xmlns:r="http://schemas.openxmlformats.org/officeDocument/2006/relationships" id="484" r:id="R70f976fb402b468e"/>
    <p:sldId xmlns:r="http://schemas.openxmlformats.org/officeDocument/2006/relationships" id="485" r:id="Red3bd1c80e004105"/>
    <p:sldId xmlns:r="http://schemas.openxmlformats.org/officeDocument/2006/relationships" id="486" r:id="Rb0e47bcd8c684e66"/>
    <p:sldId xmlns:r="http://schemas.openxmlformats.org/officeDocument/2006/relationships" id="487" r:id="R8fba1b94e5204b41"/>
    <p:sldId xmlns:r="http://schemas.openxmlformats.org/officeDocument/2006/relationships" id="488" r:id="R4a207ed96b654df7"/>
    <p:sldId xmlns:r="http://schemas.openxmlformats.org/officeDocument/2006/relationships" id="489" r:id="Re186d7623f834ebd"/>
    <p:sldId xmlns:r="http://schemas.openxmlformats.org/officeDocument/2006/relationships" id="490" r:id="Rcc19ed66b7a94991"/>
    <p:sldId xmlns:r="http://schemas.openxmlformats.org/officeDocument/2006/relationships" id="491" r:id="R07029656f0b9449b"/>
    <p:sldId xmlns:r="http://schemas.openxmlformats.org/officeDocument/2006/relationships" id="492" r:id="Ra8496cc3010f490b"/>
    <p:sldId xmlns:r="http://schemas.openxmlformats.org/officeDocument/2006/relationships" id="493" r:id="R8e945f01055047d3"/>
    <p:sldId xmlns:r="http://schemas.openxmlformats.org/officeDocument/2006/relationships" id="494" r:id="R19692814682d4ae5"/>
    <p:sldId xmlns:r="http://schemas.openxmlformats.org/officeDocument/2006/relationships" id="495" r:id="R30497cf2348441a8"/>
    <p:sldId xmlns:r="http://schemas.openxmlformats.org/officeDocument/2006/relationships" id="496" r:id="R6fb2adc4aef947bd"/>
    <p:sldId xmlns:r="http://schemas.openxmlformats.org/officeDocument/2006/relationships" id="497" r:id="R9b8ab55170d640ce"/>
    <p:sldId xmlns:r="http://schemas.openxmlformats.org/officeDocument/2006/relationships" id="498" r:id="R687f0c22adcb434c"/>
    <p:sldId xmlns:r="http://schemas.openxmlformats.org/officeDocument/2006/relationships" id="499" r:id="R3be67f4e80b64775"/>
    <p:sldId xmlns:r="http://schemas.openxmlformats.org/officeDocument/2006/relationships" id="500" r:id="R9f509dfaa0ca4d1f"/>
    <p:sldId xmlns:r="http://schemas.openxmlformats.org/officeDocument/2006/relationships" id="501" r:id="Rfe3398544c254e24"/>
    <p:sldId xmlns:r="http://schemas.openxmlformats.org/officeDocument/2006/relationships" id="502" r:id="Rb8905581e7ad45ed"/>
    <p:sldId xmlns:r="http://schemas.openxmlformats.org/officeDocument/2006/relationships" id="503" r:id="R9127c64f65f94f59"/>
    <p:sldId xmlns:r="http://schemas.openxmlformats.org/officeDocument/2006/relationships" id="504" r:id="R2323f387c4294b9c"/>
    <p:sldId xmlns:r="http://schemas.openxmlformats.org/officeDocument/2006/relationships" id="505" r:id="R344e0e5999cc45d4"/>
    <p:sldId xmlns:r="http://schemas.openxmlformats.org/officeDocument/2006/relationships" id="506" r:id="R8409251f194f464b"/>
    <p:sldId xmlns:r="http://schemas.openxmlformats.org/officeDocument/2006/relationships" id="507" r:id="R389fe379de0349ea"/>
    <p:sldId xmlns:r="http://schemas.openxmlformats.org/officeDocument/2006/relationships" id="508" r:id="Rb50fda4656a0492c"/>
    <p:sldId xmlns:r="http://schemas.openxmlformats.org/officeDocument/2006/relationships" id="509" r:id="Ra6e5ba56732a4fe3"/>
    <p:sldId xmlns:r="http://schemas.openxmlformats.org/officeDocument/2006/relationships" id="510" r:id="R288f9b59aecc448c"/>
    <p:sldId xmlns:r="http://schemas.openxmlformats.org/officeDocument/2006/relationships" id="511" r:id="R431c8529abaf4b28"/>
    <p:sldId xmlns:r="http://schemas.openxmlformats.org/officeDocument/2006/relationships" id="512" r:id="R8afff3c493ad4397"/>
    <p:sldId xmlns:r="http://schemas.openxmlformats.org/officeDocument/2006/relationships" id="513" r:id="R9f5cb32da18f4e3c"/>
    <p:sldId xmlns:r="http://schemas.openxmlformats.org/officeDocument/2006/relationships" id="514" r:id="R486fbabde0b9481f"/>
    <p:sldId xmlns:r="http://schemas.openxmlformats.org/officeDocument/2006/relationships" id="515" r:id="R9a85f0c585934938"/>
    <p:sldId xmlns:r="http://schemas.openxmlformats.org/officeDocument/2006/relationships" id="516" r:id="Rc296c6c915654541"/>
    <p:sldId xmlns:r="http://schemas.openxmlformats.org/officeDocument/2006/relationships" id="517" r:id="R35510e4cb29240b4"/>
    <p:sldId xmlns:r="http://schemas.openxmlformats.org/officeDocument/2006/relationships" id="518" r:id="R0d56f01c4ab64ebc"/>
    <p:sldId xmlns:r="http://schemas.openxmlformats.org/officeDocument/2006/relationships" id="519" r:id="R6b8e93922e214b15"/>
    <p:sldId xmlns:r="http://schemas.openxmlformats.org/officeDocument/2006/relationships" id="520" r:id="Ra0f8f77d119d41ae"/>
    <p:sldId xmlns:r="http://schemas.openxmlformats.org/officeDocument/2006/relationships" id="521" r:id="Rb9db74fb119d481f"/>
    <p:sldId xmlns:r="http://schemas.openxmlformats.org/officeDocument/2006/relationships" id="522" r:id="R610100fa80b9409a"/>
    <p:sldId xmlns:r="http://schemas.openxmlformats.org/officeDocument/2006/relationships" id="523" r:id="R0fc945eede5e4deb"/>
    <p:sldId xmlns:r="http://schemas.openxmlformats.org/officeDocument/2006/relationships" id="524" r:id="R13ca81d71a0f4811"/>
    <p:sldId xmlns:r="http://schemas.openxmlformats.org/officeDocument/2006/relationships" id="525" r:id="R5a5662c9a4f346d2"/>
    <p:sldId xmlns:r="http://schemas.openxmlformats.org/officeDocument/2006/relationships" id="526" r:id="R802158d9a5a846af"/>
    <p:sldId xmlns:r="http://schemas.openxmlformats.org/officeDocument/2006/relationships" id="527" r:id="Rebfe6a25d3364f8f"/>
    <p:sldId xmlns:r="http://schemas.openxmlformats.org/officeDocument/2006/relationships" id="528" r:id="Reb3b832795dd4dca"/>
    <p:sldId xmlns:r="http://schemas.openxmlformats.org/officeDocument/2006/relationships" id="529" r:id="Rdf4b7f1889094953"/>
    <p:sldId xmlns:r="http://schemas.openxmlformats.org/officeDocument/2006/relationships" id="530" r:id="R6fdbb51e96884fd8"/>
    <p:sldId xmlns:r="http://schemas.openxmlformats.org/officeDocument/2006/relationships" id="531" r:id="R1995b0a14b5b45bd"/>
    <p:sldId xmlns:r="http://schemas.openxmlformats.org/officeDocument/2006/relationships" id="532" r:id="Rb9f7c8a0d23a46fb"/>
    <p:sldId xmlns:r="http://schemas.openxmlformats.org/officeDocument/2006/relationships" id="533" r:id="R680d7ca65be74674"/>
    <p:sldId xmlns:r="http://schemas.openxmlformats.org/officeDocument/2006/relationships" id="534" r:id="Rb7636fa1acb24dd1"/>
    <p:sldId xmlns:r="http://schemas.openxmlformats.org/officeDocument/2006/relationships" id="535" r:id="Rd517958489d54b48"/>
    <p:sldId xmlns:r="http://schemas.openxmlformats.org/officeDocument/2006/relationships" id="536" r:id="R46e46737e4874750"/>
    <p:sldId xmlns:r="http://schemas.openxmlformats.org/officeDocument/2006/relationships" id="537" r:id="R14f528e61f714a47"/>
    <p:sldId xmlns:r="http://schemas.openxmlformats.org/officeDocument/2006/relationships" id="538" r:id="Rd3b45b7e19d34328"/>
    <p:sldId xmlns:r="http://schemas.openxmlformats.org/officeDocument/2006/relationships" id="539" r:id="R1cc7769384f54e04"/>
    <p:sldId xmlns:r="http://schemas.openxmlformats.org/officeDocument/2006/relationships" id="540" r:id="R41b8869f545e4d1d"/>
    <p:sldId xmlns:r="http://schemas.openxmlformats.org/officeDocument/2006/relationships" id="541" r:id="Rcc2cbba454454df2"/>
    <p:sldId xmlns:r="http://schemas.openxmlformats.org/officeDocument/2006/relationships" id="542" r:id="R8630bcf6eb47421c"/>
    <p:sldId xmlns:r="http://schemas.openxmlformats.org/officeDocument/2006/relationships" id="543" r:id="R957dae06f5bd4ddb"/>
    <p:sldId xmlns:r="http://schemas.openxmlformats.org/officeDocument/2006/relationships" id="544" r:id="R64f258099f384c7d"/>
    <p:sldId xmlns:r="http://schemas.openxmlformats.org/officeDocument/2006/relationships" id="545" r:id="Raf69e62e4d654daa"/>
    <p:sldId xmlns:r="http://schemas.openxmlformats.org/officeDocument/2006/relationships" id="546" r:id="Rcd5ac53435084de4"/>
    <p:sldId xmlns:r="http://schemas.openxmlformats.org/officeDocument/2006/relationships" id="547" r:id="Re52ddeffd528452b"/>
    <p:sldId xmlns:r="http://schemas.openxmlformats.org/officeDocument/2006/relationships" id="548" r:id="R55a38cc95c9e40b0"/>
    <p:sldId xmlns:r="http://schemas.openxmlformats.org/officeDocument/2006/relationships" id="549" r:id="R48fcb392db924bed"/>
    <p:sldId xmlns:r="http://schemas.openxmlformats.org/officeDocument/2006/relationships" id="550" r:id="R900c9424e0d54cb4"/>
    <p:sldId xmlns:r="http://schemas.openxmlformats.org/officeDocument/2006/relationships" id="551" r:id="R600285eb5eb84c9b"/>
    <p:sldId xmlns:r="http://schemas.openxmlformats.org/officeDocument/2006/relationships" id="552" r:id="Rdac168f321bd4feb"/>
    <p:sldId xmlns:r="http://schemas.openxmlformats.org/officeDocument/2006/relationships" id="553" r:id="R999e42fb10854386"/>
    <p:sldId xmlns:r="http://schemas.openxmlformats.org/officeDocument/2006/relationships" id="554" r:id="R13fe63e313a845e2"/>
    <p:sldId xmlns:r="http://schemas.openxmlformats.org/officeDocument/2006/relationships" id="555" r:id="R55727438381c4a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89aa9fa8ef46c1" /><Relationship Type="http://schemas.openxmlformats.org/officeDocument/2006/relationships/slideMaster" Target="/ppt/slideMasters/slideMaster1.xml" Id="R7f6dde9e383644a1" /><Relationship Type="http://schemas.openxmlformats.org/officeDocument/2006/relationships/notesMaster" Target="/ppt/notesMasters/notesMaster1.xml" Id="R567c20b7e6e04007" /><Relationship Type="http://schemas.openxmlformats.org/officeDocument/2006/relationships/presProps" Target="/ppt/presProps.xml" Id="Rf7332b86a58348ed" /><Relationship Type="http://schemas.openxmlformats.org/officeDocument/2006/relationships/tableStyles" Target="/ppt/tableStyles.xml" Id="R01805bf1227544b7" /><Relationship Type="http://schemas.openxmlformats.org/officeDocument/2006/relationships/slide" Target="/ppt/slides/slide1.xml" Id="R06716bbfcd7940d8" /><Relationship Type="http://schemas.openxmlformats.org/officeDocument/2006/relationships/slide" Target="/ppt/slides/slide2.xml" Id="R7bfab824a10e4f95" /><Relationship Type="http://schemas.openxmlformats.org/officeDocument/2006/relationships/slide" Target="/ppt/slides/slide3.xml" Id="R8403a548f032431d" /><Relationship Type="http://schemas.openxmlformats.org/officeDocument/2006/relationships/slide" Target="/ppt/slides/slide4.xml" Id="Rf315c91a1edb44ac" /><Relationship Type="http://schemas.openxmlformats.org/officeDocument/2006/relationships/slide" Target="/ppt/slides/slide5.xml" Id="R197fe6a60e5c4025" /><Relationship Type="http://schemas.openxmlformats.org/officeDocument/2006/relationships/slide" Target="/ppt/slides/slide6.xml" Id="R75fdac35ab0a4d34" /><Relationship Type="http://schemas.openxmlformats.org/officeDocument/2006/relationships/slide" Target="/ppt/slides/slide7.xml" Id="R48566274bd2e44b7" /><Relationship Type="http://schemas.openxmlformats.org/officeDocument/2006/relationships/slide" Target="/ppt/slides/slide8.xml" Id="R06c818058dcd41cd" /><Relationship Type="http://schemas.openxmlformats.org/officeDocument/2006/relationships/slide" Target="/ppt/slides/slide9.xml" Id="Rb7b6f823ad3444c6" /><Relationship Type="http://schemas.openxmlformats.org/officeDocument/2006/relationships/slide" Target="/ppt/slides/slide10.xml" Id="Rad33feaf19a5470f" /><Relationship Type="http://schemas.openxmlformats.org/officeDocument/2006/relationships/slide" Target="/ppt/slides/slide11.xml" Id="Rc4b871500d004c31" /><Relationship Type="http://schemas.openxmlformats.org/officeDocument/2006/relationships/slide" Target="/ppt/slides/slide12.xml" Id="Rf5b1f9196707418a" /><Relationship Type="http://schemas.openxmlformats.org/officeDocument/2006/relationships/slide" Target="/ppt/slides/slide13.xml" Id="R0bdba66910b3453c" /><Relationship Type="http://schemas.openxmlformats.org/officeDocument/2006/relationships/slide" Target="/ppt/slides/slide14.xml" Id="R119f40f4279c49f3" /><Relationship Type="http://schemas.openxmlformats.org/officeDocument/2006/relationships/slide" Target="/ppt/slides/slide15.xml" Id="Re481561ff23a47f4" /><Relationship Type="http://schemas.openxmlformats.org/officeDocument/2006/relationships/slide" Target="/ppt/slides/slide16.xml" Id="R5da80e58ac264d1e" /><Relationship Type="http://schemas.openxmlformats.org/officeDocument/2006/relationships/slide" Target="/ppt/slides/slide17.xml" Id="R2d0dbc58ba35449f" /><Relationship Type="http://schemas.openxmlformats.org/officeDocument/2006/relationships/slide" Target="/ppt/slides/slide18.xml" Id="Rc52b847f99db4cb9" /><Relationship Type="http://schemas.openxmlformats.org/officeDocument/2006/relationships/slide" Target="/ppt/slides/slide19.xml" Id="Reac7cb4a4ecc4a54" /><Relationship Type="http://schemas.openxmlformats.org/officeDocument/2006/relationships/slide" Target="/ppt/slides/slide20.xml" Id="R87b97492e6b349fa" /><Relationship Type="http://schemas.openxmlformats.org/officeDocument/2006/relationships/slide" Target="/ppt/slides/slide21.xml" Id="Rac444d12c1e5436d" /><Relationship Type="http://schemas.openxmlformats.org/officeDocument/2006/relationships/slide" Target="/ppt/slides/slide22.xml" Id="Re4239692177649fb" /><Relationship Type="http://schemas.openxmlformats.org/officeDocument/2006/relationships/slide" Target="/ppt/slides/slide23.xml" Id="Rde237073f425475f" /><Relationship Type="http://schemas.openxmlformats.org/officeDocument/2006/relationships/slide" Target="/ppt/slides/slide24.xml" Id="R0413538e7c644257" /><Relationship Type="http://schemas.openxmlformats.org/officeDocument/2006/relationships/slide" Target="/ppt/slides/slide25.xml" Id="Rdf329e569e6e499b" /><Relationship Type="http://schemas.openxmlformats.org/officeDocument/2006/relationships/slide" Target="/ppt/slides/slide26.xml" Id="Rc101261fcd1b4541" /><Relationship Type="http://schemas.openxmlformats.org/officeDocument/2006/relationships/slide" Target="/ppt/slides/slide27.xml" Id="R8550cb7c5f424e44" /><Relationship Type="http://schemas.openxmlformats.org/officeDocument/2006/relationships/slide" Target="/ppt/slides/slide28.xml" Id="R3105871742fd49a6" /><Relationship Type="http://schemas.openxmlformats.org/officeDocument/2006/relationships/slide" Target="/ppt/slides/slide29.xml" Id="R4c0272dd77ee4819" /><Relationship Type="http://schemas.openxmlformats.org/officeDocument/2006/relationships/slide" Target="/ppt/slides/slide30.xml" Id="R03708aa6cff2436c" /><Relationship Type="http://schemas.openxmlformats.org/officeDocument/2006/relationships/slide" Target="/ppt/slides/slide31.xml" Id="Ra24ba0c001554448" /><Relationship Type="http://schemas.openxmlformats.org/officeDocument/2006/relationships/slide" Target="/ppt/slides/slide32.xml" Id="R057a0294e16e42c9" /><Relationship Type="http://schemas.openxmlformats.org/officeDocument/2006/relationships/slide" Target="/ppt/slides/slide33.xml" Id="R415d618fbbe24e79" /><Relationship Type="http://schemas.openxmlformats.org/officeDocument/2006/relationships/slide" Target="/ppt/slides/slide34.xml" Id="R1404e86d746a4a50" /><Relationship Type="http://schemas.openxmlformats.org/officeDocument/2006/relationships/slide" Target="/ppt/slides/slide35.xml" Id="R1a72da5e5abd4437" /><Relationship Type="http://schemas.openxmlformats.org/officeDocument/2006/relationships/slide" Target="/ppt/slides/slide36.xml" Id="R935ac496ed434f4c" /><Relationship Type="http://schemas.openxmlformats.org/officeDocument/2006/relationships/slide" Target="/ppt/slides/slide37.xml" Id="Rd7491a3e242943b3" /><Relationship Type="http://schemas.openxmlformats.org/officeDocument/2006/relationships/slide" Target="/ppt/slides/slide38.xml" Id="Rbdae7113a9bd4806" /><Relationship Type="http://schemas.openxmlformats.org/officeDocument/2006/relationships/slide" Target="/ppt/slides/slide39.xml" Id="R9db677f2f3e84be7" /><Relationship Type="http://schemas.openxmlformats.org/officeDocument/2006/relationships/slide" Target="/ppt/slides/slide40.xml" Id="R9aa1bef6ef04479f" /><Relationship Type="http://schemas.openxmlformats.org/officeDocument/2006/relationships/slide" Target="/ppt/slides/slide41.xml" Id="R3768e16b05cb471e" /><Relationship Type="http://schemas.openxmlformats.org/officeDocument/2006/relationships/slide" Target="/ppt/slides/slide42.xml" Id="R57f4d019a1784575" /><Relationship Type="http://schemas.openxmlformats.org/officeDocument/2006/relationships/slide" Target="/ppt/slides/slide43.xml" Id="Rfda7c9b8e7c44312" /><Relationship Type="http://schemas.openxmlformats.org/officeDocument/2006/relationships/slide" Target="/ppt/slides/slide44.xml" Id="Rc84b687dbce44c74" /><Relationship Type="http://schemas.openxmlformats.org/officeDocument/2006/relationships/slide" Target="/ppt/slides/slide45.xml" Id="Re198343e2b8a4f67" /><Relationship Type="http://schemas.openxmlformats.org/officeDocument/2006/relationships/slide" Target="/ppt/slides/slide46.xml" Id="R2d216ed6a12341ed" /><Relationship Type="http://schemas.openxmlformats.org/officeDocument/2006/relationships/slide" Target="/ppt/slides/slide47.xml" Id="R687179b3a20d4421" /><Relationship Type="http://schemas.openxmlformats.org/officeDocument/2006/relationships/slide" Target="/ppt/slides/slide48.xml" Id="Rd01a802c76514995" /><Relationship Type="http://schemas.openxmlformats.org/officeDocument/2006/relationships/slide" Target="/ppt/slides/slide49.xml" Id="R916a3cd5aa904287" /><Relationship Type="http://schemas.openxmlformats.org/officeDocument/2006/relationships/slide" Target="/ppt/slides/slide50.xml" Id="R96476bd0b4ed4810" /><Relationship Type="http://schemas.openxmlformats.org/officeDocument/2006/relationships/slide" Target="/ppt/slides/slide51.xml" Id="R1271ffbeeb0b4839" /><Relationship Type="http://schemas.openxmlformats.org/officeDocument/2006/relationships/slide" Target="/ppt/slides/slide52.xml" Id="R1959f41f3a3b4f84" /><Relationship Type="http://schemas.openxmlformats.org/officeDocument/2006/relationships/slide" Target="/ppt/slides/slide53.xml" Id="R0377965517614ee6" /><Relationship Type="http://schemas.openxmlformats.org/officeDocument/2006/relationships/slide" Target="/ppt/slides/slide54.xml" Id="Ref25a2647b464a53" /><Relationship Type="http://schemas.openxmlformats.org/officeDocument/2006/relationships/slide" Target="/ppt/slides/slide55.xml" Id="R35be987a022d4b69" /><Relationship Type="http://schemas.openxmlformats.org/officeDocument/2006/relationships/slide" Target="/ppt/slides/slide56.xml" Id="Rf60e9ef81b614f44" /><Relationship Type="http://schemas.openxmlformats.org/officeDocument/2006/relationships/slide" Target="/ppt/slides/slide57.xml" Id="Rc23dabc041db4ff8" /><Relationship Type="http://schemas.openxmlformats.org/officeDocument/2006/relationships/slide" Target="/ppt/slides/slide58.xml" Id="R2656ef3a11834e1a" /><Relationship Type="http://schemas.openxmlformats.org/officeDocument/2006/relationships/slide" Target="/ppt/slides/slide59.xml" Id="Rcf24618f9cf54bf5" /><Relationship Type="http://schemas.openxmlformats.org/officeDocument/2006/relationships/slide" Target="/ppt/slides/slide60.xml" Id="Ra572eb19c1d446bf" /><Relationship Type="http://schemas.openxmlformats.org/officeDocument/2006/relationships/slide" Target="/ppt/slides/slide61.xml" Id="R5d4d12275a2d4aa9" /><Relationship Type="http://schemas.openxmlformats.org/officeDocument/2006/relationships/slide" Target="/ppt/slides/slide62.xml" Id="R6c0725b753764f69" /><Relationship Type="http://schemas.openxmlformats.org/officeDocument/2006/relationships/slide" Target="/ppt/slides/slide63.xml" Id="R75752919f89442e3" /><Relationship Type="http://schemas.openxmlformats.org/officeDocument/2006/relationships/slide" Target="/ppt/slides/slide64.xml" Id="R3acf662214b24765" /><Relationship Type="http://schemas.openxmlformats.org/officeDocument/2006/relationships/slide" Target="/ppt/slides/slide65.xml" Id="R4d62d902a90f424c" /><Relationship Type="http://schemas.openxmlformats.org/officeDocument/2006/relationships/slide" Target="/ppt/slides/slide66.xml" Id="R0bfa50c2fc1a4d9c" /><Relationship Type="http://schemas.openxmlformats.org/officeDocument/2006/relationships/slide" Target="/ppt/slides/slide67.xml" Id="R0304d74cf112481c" /><Relationship Type="http://schemas.openxmlformats.org/officeDocument/2006/relationships/slide" Target="/ppt/slides/slide68.xml" Id="Rde762ae43ac64adb" /><Relationship Type="http://schemas.openxmlformats.org/officeDocument/2006/relationships/slide" Target="/ppt/slides/slide69.xml" Id="Rb0a940837c054e8f" /><Relationship Type="http://schemas.openxmlformats.org/officeDocument/2006/relationships/slide" Target="/ppt/slides/slide70.xml" Id="Re3389487f9844659" /><Relationship Type="http://schemas.openxmlformats.org/officeDocument/2006/relationships/slide" Target="/ppt/slides/slide71.xml" Id="R0ea9ef59cf5e4d7f" /><Relationship Type="http://schemas.openxmlformats.org/officeDocument/2006/relationships/slide" Target="/ppt/slides/slide72.xml" Id="Rfe098c96e13c417d" /><Relationship Type="http://schemas.openxmlformats.org/officeDocument/2006/relationships/slide" Target="/ppt/slides/slide73.xml" Id="Raefffd6e39d34b5b" /><Relationship Type="http://schemas.openxmlformats.org/officeDocument/2006/relationships/slide" Target="/ppt/slides/slide74.xml" Id="Rf5e4639b5f864279" /><Relationship Type="http://schemas.openxmlformats.org/officeDocument/2006/relationships/slide" Target="/ppt/slides/slide75.xml" Id="R9b2f9aa36f45416e" /><Relationship Type="http://schemas.openxmlformats.org/officeDocument/2006/relationships/slide" Target="/ppt/slides/slide76.xml" Id="Reeabd995afc74849" /><Relationship Type="http://schemas.openxmlformats.org/officeDocument/2006/relationships/slide" Target="/ppt/slides/slide77.xml" Id="R93c974586f5b426e" /><Relationship Type="http://schemas.openxmlformats.org/officeDocument/2006/relationships/slide" Target="/ppt/slides/slide78.xml" Id="Rab05acbc415c48b6" /><Relationship Type="http://schemas.openxmlformats.org/officeDocument/2006/relationships/slide" Target="/ppt/slides/slide79.xml" Id="R44612d05fca84a74" /><Relationship Type="http://schemas.openxmlformats.org/officeDocument/2006/relationships/slide" Target="/ppt/slides/slide80.xml" Id="R890e4576a7b146ff" /><Relationship Type="http://schemas.openxmlformats.org/officeDocument/2006/relationships/slide" Target="/ppt/slides/slide81.xml" Id="R10d6021945f2433e" /><Relationship Type="http://schemas.openxmlformats.org/officeDocument/2006/relationships/slide" Target="/ppt/slides/slide82.xml" Id="R66c287e0c6e94ac1" /><Relationship Type="http://schemas.openxmlformats.org/officeDocument/2006/relationships/slide" Target="/ppt/slides/slide83.xml" Id="Ra90d5610840e4729" /><Relationship Type="http://schemas.openxmlformats.org/officeDocument/2006/relationships/slide" Target="/ppt/slides/slide84.xml" Id="Rb676004b27d64da0" /><Relationship Type="http://schemas.openxmlformats.org/officeDocument/2006/relationships/slide" Target="/ppt/slides/slide85.xml" Id="R46e273466d2a474a" /><Relationship Type="http://schemas.openxmlformats.org/officeDocument/2006/relationships/slide" Target="/ppt/slides/slide86.xml" Id="R6b563fe0cff3457e" /><Relationship Type="http://schemas.openxmlformats.org/officeDocument/2006/relationships/slide" Target="/ppt/slides/slide87.xml" Id="R31c30d6764534819" /><Relationship Type="http://schemas.openxmlformats.org/officeDocument/2006/relationships/slide" Target="/ppt/slides/slide88.xml" Id="Rcec9404deadc44e3" /><Relationship Type="http://schemas.openxmlformats.org/officeDocument/2006/relationships/slide" Target="/ppt/slides/slide89.xml" Id="Rc0027d88e8444e17" /><Relationship Type="http://schemas.openxmlformats.org/officeDocument/2006/relationships/slide" Target="/ppt/slides/slide90.xml" Id="R62d7ab10b6574f1a" /><Relationship Type="http://schemas.openxmlformats.org/officeDocument/2006/relationships/slide" Target="/ppt/slides/slide91.xml" Id="Re38b082a48584af9" /><Relationship Type="http://schemas.openxmlformats.org/officeDocument/2006/relationships/slide" Target="/ppt/slides/slide92.xml" Id="R8cb15589727d46e7" /><Relationship Type="http://schemas.openxmlformats.org/officeDocument/2006/relationships/slide" Target="/ppt/slides/slide93.xml" Id="R5eb5801c6b4b43dc" /><Relationship Type="http://schemas.openxmlformats.org/officeDocument/2006/relationships/slide" Target="/ppt/slides/slide94.xml" Id="R3b7e386dc8e644fd" /><Relationship Type="http://schemas.openxmlformats.org/officeDocument/2006/relationships/slide" Target="/ppt/slides/slide95.xml" Id="Rc38c9602599f457c" /><Relationship Type="http://schemas.openxmlformats.org/officeDocument/2006/relationships/slide" Target="/ppt/slides/slide96.xml" Id="R6c6743746d294d16" /><Relationship Type="http://schemas.openxmlformats.org/officeDocument/2006/relationships/slide" Target="/ppt/slides/slide97.xml" Id="R5d7f39194cee47bc" /><Relationship Type="http://schemas.openxmlformats.org/officeDocument/2006/relationships/slide" Target="/ppt/slides/slide98.xml" Id="Rf26100726c4a4498" /><Relationship Type="http://schemas.openxmlformats.org/officeDocument/2006/relationships/slide" Target="/ppt/slides/slide99.xml" Id="Rf61d0b2786134346" /><Relationship Type="http://schemas.openxmlformats.org/officeDocument/2006/relationships/slide" Target="/ppt/slides/slide100.xml" Id="R7a99f09a1b0f4907" /><Relationship Type="http://schemas.openxmlformats.org/officeDocument/2006/relationships/slide" Target="/ppt/slides/slide101.xml" Id="Rc1845166fd9b4ff8" /><Relationship Type="http://schemas.openxmlformats.org/officeDocument/2006/relationships/slide" Target="/ppt/slides/slide102.xml" Id="Rcfd6246124244f2d" /><Relationship Type="http://schemas.openxmlformats.org/officeDocument/2006/relationships/slide" Target="/ppt/slides/slide103.xml" Id="R6410e99595aa4768" /><Relationship Type="http://schemas.openxmlformats.org/officeDocument/2006/relationships/slide" Target="/ppt/slides/slide104.xml" Id="Rc865078810d54b73" /><Relationship Type="http://schemas.openxmlformats.org/officeDocument/2006/relationships/slide" Target="/ppt/slides/slide105.xml" Id="R79e1cedc64ec455a" /><Relationship Type="http://schemas.openxmlformats.org/officeDocument/2006/relationships/slide" Target="/ppt/slides/slide106.xml" Id="R9f2cd62ca00849e6" /><Relationship Type="http://schemas.openxmlformats.org/officeDocument/2006/relationships/slide" Target="/ppt/slides/slide107.xml" Id="R2dea52af85744b7a" /><Relationship Type="http://schemas.openxmlformats.org/officeDocument/2006/relationships/slide" Target="/ppt/slides/slide108.xml" Id="R908f3dd9d7d44c1f" /><Relationship Type="http://schemas.openxmlformats.org/officeDocument/2006/relationships/slide" Target="/ppt/slides/slide109.xml" Id="R134147b049754273" /><Relationship Type="http://schemas.openxmlformats.org/officeDocument/2006/relationships/slide" Target="/ppt/slides/slide110.xml" Id="R519d054bd54f4d1d" /><Relationship Type="http://schemas.openxmlformats.org/officeDocument/2006/relationships/slide" Target="/ppt/slides/slide111.xml" Id="Rffed8cf3044f4128" /><Relationship Type="http://schemas.openxmlformats.org/officeDocument/2006/relationships/slide" Target="/ppt/slides/slide112.xml" Id="R40674cf6476b4b19" /><Relationship Type="http://schemas.openxmlformats.org/officeDocument/2006/relationships/slide" Target="/ppt/slides/slide113.xml" Id="R8dad54f9810a4a25" /><Relationship Type="http://schemas.openxmlformats.org/officeDocument/2006/relationships/slide" Target="/ppt/slides/slide114.xml" Id="R00e98003dd52400f" /><Relationship Type="http://schemas.openxmlformats.org/officeDocument/2006/relationships/slide" Target="/ppt/slides/slide115.xml" Id="Rb54a23e8dad64ddd" /><Relationship Type="http://schemas.openxmlformats.org/officeDocument/2006/relationships/slide" Target="/ppt/slides/slide116.xml" Id="R16e7890446b24f1d" /><Relationship Type="http://schemas.openxmlformats.org/officeDocument/2006/relationships/slide" Target="/ppt/slides/slide117.xml" Id="Rea73a263275c499c" /><Relationship Type="http://schemas.openxmlformats.org/officeDocument/2006/relationships/slide" Target="/ppt/slides/slide118.xml" Id="Rbf81c0a073434077" /><Relationship Type="http://schemas.openxmlformats.org/officeDocument/2006/relationships/slide" Target="/ppt/slides/slide119.xml" Id="Rb5c5aa696fa044a9" /><Relationship Type="http://schemas.openxmlformats.org/officeDocument/2006/relationships/slide" Target="/ppt/slides/slide120.xml" Id="R62be1a2e015b4d32" /><Relationship Type="http://schemas.openxmlformats.org/officeDocument/2006/relationships/slide" Target="/ppt/slides/slide121.xml" Id="R47d340b9e3794bbf" /><Relationship Type="http://schemas.openxmlformats.org/officeDocument/2006/relationships/slide" Target="/ppt/slides/slide122.xml" Id="R9113333451b74fd3" /><Relationship Type="http://schemas.openxmlformats.org/officeDocument/2006/relationships/slide" Target="/ppt/slides/slide123.xml" Id="Rb79853a2575b4354" /><Relationship Type="http://schemas.openxmlformats.org/officeDocument/2006/relationships/slide" Target="/ppt/slides/slide124.xml" Id="R2388048c4af94ab5" /><Relationship Type="http://schemas.openxmlformats.org/officeDocument/2006/relationships/slide" Target="/ppt/slides/slide125.xml" Id="R8051e76568034319" /><Relationship Type="http://schemas.openxmlformats.org/officeDocument/2006/relationships/slide" Target="/ppt/slides/slide126.xml" Id="R76951ac513694ccb" /><Relationship Type="http://schemas.openxmlformats.org/officeDocument/2006/relationships/slide" Target="/ppt/slides/slide127.xml" Id="R8bbaa0b95ba447f9" /><Relationship Type="http://schemas.openxmlformats.org/officeDocument/2006/relationships/slide" Target="/ppt/slides/slide128.xml" Id="R22bd7212adea48dc" /><Relationship Type="http://schemas.openxmlformats.org/officeDocument/2006/relationships/slide" Target="/ppt/slides/slide129.xml" Id="R15601b37aead4430" /><Relationship Type="http://schemas.openxmlformats.org/officeDocument/2006/relationships/slide" Target="/ppt/slides/slide130.xml" Id="Re5212c5a31f445da" /><Relationship Type="http://schemas.openxmlformats.org/officeDocument/2006/relationships/slide" Target="/ppt/slides/slide131.xml" Id="R5b63a383f04e4b29" /><Relationship Type="http://schemas.openxmlformats.org/officeDocument/2006/relationships/slide" Target="/ppt/slides/slide132.xml" Id="R51f5ff07ba034c77" /><Relationship Type="http://schemas.openxmlformats.org/officeDocument/2006/relationships/slide" Target="/ppt/slides/slide133.xml" Id="R42bcfd3e226e4b8f" /><Relationship Type="http://schemas.openxmlformats.org/officeDocument/2006/relationships/slide" Target="/ppt/slides/slide134.xml" Id="R13ab773496ad41a2" /><Relationship Type="http://schemas.openxmlformats.org/officeDocument/2006/relationships/slide" Target="/ppt/slides/slide135.xml" Id="Rb694cdd275e34b37" /><Relationship Type="http://schemas.openxmlformats.org/officeDocument/2006/relationships/slide" Target="/ppt/slides/slide136.xml" Id="R7e93e58f18784d9e" /><Relationship Type="http://schemas.openxmlformats.org/officeDocument/2006/relationships/slide" Target="/ppt/slides/slide137.xml" Id="Rf8228681a3e3442e" /><Relationship Type="http://schemas.openxmlformats.org/officeDocument/2006/relationships/slide" Target="/ppt/slides/slide138.xml" Id="Rd1ed3b47f21a4523" /><Relationship Type="http://schemas.openxmlformats.org/officeDocument/2006/relationships/slide" Target="/ppt/slides/slide139.xml" Id="R77eba1caf7134989" /><Relationship Type="http://schemas.openxmlformats.org/officeDocument/2006/relationships/slide" Target="/ppt/slides/slide140.xml" Id="R12ed26ab4130425b" /><Relationship Type="http://schemas.openxmlformats.org/officeDocument/2006/relationships/slide" Target="/ppt/slides/slide141.xml" Id="R241a6135f6c64238" /><Relationship Type="http://schemas.openxmlformats.org/officeDocument/2006/relationships/slide" Target="/ppt/slides/slide142.xml" Id="Rba430f4b4ec34f65" /><Relationship Type="http://schemas.openxmlformats.org/officeDocument/2006/relationships/slide" Target="/ppt/slides/slide143.xml" Id="R283322ab52114fab" /><Relationship Type="http://schemas.openxmlformats.org/officeDocument/2006/relationships/slide" Target="/ppt/slides/slide144.xml" Id="Rc893d6f6b3304fb6" /><Relationship Type="http://schemas.openxmlformats.org/officeDocument/2006/relationships/slide" Target="/ppt/slides/slide145.xml" Id="Rc4a0bc304bca4078" /><Relationship Type="http://schemas.openxmlformats.org/officeDocument/2006/relationships/slide" Target="/ppt/slides/slide146.xml" Id="R5522cf8574484803" /><Relationship Type="http://schemas.openxmlformats.org/officeDocument/2006/relationships/slide" Target="/ppt/slides/slide147.xml" Id="R7f9e46477fc3485f" /><Relationship Type="http://schemas.openxmlformats.org/officeDocument/2006/relationships/slide" Target="/ppt/slides/slide148.xml" Id="Rfffd4afe5f06493f" /><Relationship Type="http://schemas.openxmlformats.org/officeDocument/2006/relationships/slide" Target="/ppt/slides/slide149.xml" Id="Rd5219f66821f4dae" /><Relationship Type="http://schemas.openxmlformats.org/officeDocument/2006/relationships/slide" Target="/ppt/slides/slide150.xml" Id="R2d6a50e18d1249eb" /><Relationship Type="http://schemas.openxmlformats.org/officeDocument/2006/relationships/slide" Target="/ppt/slides/slide151.xml" Id="Rb3ca15d0c02e4498" /><Relationship Type="http://schemas.openxmlformats.org/officeDocument/2006/relationships/slide" Target="/ppt/slides/slide152.xml" Id="Rc5b4d49586b74187" /><Relationship Type="http://schemas.openxmlformats.org/officeDocument/2006/relationships/slide" Target="/ppt/slides/slide153.xml" Id="R4536ebc8de73424b" /><Relationship Type="http://schemas.openxmlformats.org/officeDocument/2006/relationships/slide" Target="/ppt/slides/slide154.xml" Id="Rcee25dc3c1c44631" /><Relationship Type="http://schemas.openxmlformats.org/officeDocument/2006/relationships/slide" Target="/ppt/slides/slide155.xml" Id="Rae00ca8b86d44eee" /><Relationship Type="http://schemas.openxmlformats.org/officeDocument/2006/relationships/slide" Target="/ppt/slides/slide156.xml" Id="Rb3c110849e464fb5" /><Relationship Type="http://schemas.openxmlformats.org/officeDocument/2006/relationships/slide" Target="/ppt/slides/slide157.xml" Id="Rb381c2b998154925" /><Relationship Type="http://schemas.openxmlformats.org/officeDocument/2006/relationships/slide" Target="/ppt/slides/slide158.xml" Id="R5e6e69ecfd264b54" /><Relationship Type="http://schemas.openxmlformats.org/officeDocument/2006/relationships/slide" Target="/ppt/slides/slide159.xml" Id="R1851d361d97e4a35" /><Relationship Type="http://schemas.openxmlformats.org/officeDocument/2006/relationships/slide" Target="/ppt/slides/slide160.xml" Id="R66e78c5ecf4f413b" /><Relationship Type="http://schemas.openxmlformats.org/officeDocument/2006/relationships/slide" Target="/ppt/slides/slide161.xml" Id="R5d10067fbb7548cd" /><Relationship Type="http://schemas.openxmlformats.org/officeDocument/2006/relationships/slide" Target="/ppt/slides/slide162.xml" Id="R7ff7cc2e3fee40d8" /><Relationship Type="http://schemas.openxmlformats.org/officeDocument/2006/relationships/slide" Target="/ppt/slides/slide163.xml" Id="R814ee32575a2452c" /><Relationship Type="http://schemas.openxmlformats.org/officeDocument/2006/relationships/slide" Target="/ppt/slides/slide164.xml" Id="R98bd245b1aed44bc" /><Relationship Type="http://schemas.openxmlformats.org/officeDocument/2006/relationships/slide" Target="/ppt/slides/slide165.xml" Id="Reede286a08d74afc" /><Relationship Type="http://schemas.openxmlformats.org/officeDocument/2006/relationships/slide" Target="/ppt/slides/slide166.xml" Id="Rf65d304ad41949b2" /><Relationship Type="http://schemas.openxmlformats.org/officeDocument/2006/relationships/slide" Target="/ppt/slides/slide167.xml" Id="R0a3eda6ebe3e42b5" /><Relationship Type="http://schemas.openxmlformats.org/officeDocument/2006/relationships/slide" Target="/ppt/slides/slide168.xml" Id="R20ae6a1266e44ec6" /><Relationship Type="http://schemas.openxmlformats.org/officeDocument/2006/relationships/slide" Target="/ppt/slides/slide169.xml" Id="Re783009c26114719" /><Relationship Type="http://schemas.openxmlformats.org/officeDocument/2006/relationships/slide" Target="/ppt/slides/slide170.xml" Id="R28edcbe257c147c2" /><Relationship Type="http://schemas.openxmlformats.org/officeDocument/2006/relationships/slide" Target="/ppt/slides/slide171.xml" Id="Rcea2ac74027a4b37" /><Relationship Type="http://schemas.openxmlformats.org/officeDocument/2006/relationships/slide" Target="/ppt/slides/slide172.xml" Id="Rdf15a348364c4f19" /><Relationship Type="http://schemas.openxmlformats.org/officeDocument/2006/relationships/slide" Target="/ppt/slides/slide173.xml" Id="R46cd0311585d4fee" /><Relationship Type="http://schemas.openxmlformats.org/officeDocument/2006/relationships/slide" Target="/ppt/slides/slide174.xml" Id="R4fe8729eef0746d2" /><Relationship Type="http://schemas.openxmlformats.org/officeDocument/2006/relationships/slide" Target="/ppt/slides/slide175.xml" Id="R91cc438f075543d0" /><Relationship Type="http://schemas.openxmlformats.org/officeDocument/2006/relationships/slide" Target="/ppt/slides/slide176.xml" Id="R42240b34990c4a35" /><Relationship Type="http://schemas.openxmlformats.org/officeDocument/2006/relationships/slide" Target="/ppt/slides/slide177.xml" Id="Rbe63d6774fba4517" /><Relationship Type="http://schemas.openxmlformats.org/officeDocument/2006/relationships/slide" Target="/ppt/slides/slide178.xml" Id="R000b67e997ba4029" /><Relationship Type="http://schemas.openxmlformats.org/officeDocument/2006/relationships/slide" Target="/ppt/slides/slide179.xml" Id="R68325337f4894933" /><Relationship Type="http://schemas.openxmlformats.org/officeDocument/2006/relationships/slide" Target="/ppt/slides/slide180.xml" Id="R0010aa6bf98847d8" /><Relationship Type="http://schemas.openxmlformats.org/officeDocument/2006/relationships/slide" Target="/ppt/slides/slide181.xml" Id="R7c59ab86ca374a2e" /><Relationship Type="http://schemas.openxmlformats.org/officeDocument/2006/relationships/slide" Target="/ppt/slides/slide182.xml" Id="R605d615b4d2c4d30" /><Relationship Type="http://schemas.openxmlformats.org/officeDocument/2006/relationships/slide" Target="/ppt/slides/slide183.xml" Id="Ra9c10f0d34e0429d" /><Relationship Type="http://schemas.openxmlformats.org/officeDocument/2006/relationships/slide" Target="/ppt/slides/slide184.xml" Id="Rd4260ad208d04ecd" /><Relationship Type="http://schemas.openxmlformats.org/officeDocument/2006/relationships/slide" Target="/ppt/slides/slide185.xml" Id="R24128dfb9d254b9e" /><Relationship Type="http://schemas.openxmlformats.org/officeDocument/2006/relationships/slide" Target="/ppt/slides/slide186.xml" Id="Re9dee5dfdd584fa8" /><Relationship Type="http://schemas.openxmlformats.org/officeDocument/2006/relationships/slide" Target="/ppt/slides/slide187.xml" Id="R52945e416be44480" /><Relationship Type="http://schemas.openxmlformats.org/officeDocument/2006/relationships/slide" Target="/ppt/slides/slide188.xml" Id="R03e1938a31f044c0" /><Relationship Type="http://schemas.openxmlformats.org/officeDocument/2006/relationships/slide" Target="/ppt/slides/slide189.xml" Id="R7a339a4719934fbb" /><Relationship Type="http://schemas.openxmlformats.org/officeDocument/2006/relationships/slide" Target="/ppt/slides/slide190.xml" Id="Rf7d43d0a8c7c458a" /><Relationship Type="http://schemas.openxmlformats.org/officeDocument/2006/relationships/slide" Target="/ppt/slides/slide191.xml" Id="R6a29946f185a4013" /><Relationship Type="http://schemas.openxmlformats.org/officeDocument/2006/relationships/slide" Target="/ppt/slides/slide192.xml" Id="Rcbd7f40524a748c6" /><Relationship Type="http://schemas.openxmlformats.org/officeDocument/2006/relationships/slide" Target="/ppt/slides/slide193.xml" Id="R9045111994d84702" /><Relationship Type="http://schemas.openxmlformats.org/officeDocument/2006/relationships/slide" Target="/ppt/slides/slide194.xml" Id="Rc3ba375e6a294c73" /><Relationship Type="http://schemas.openxmlformats.org/officeDocument/2006/relationships/slide" Target="/ppt/slides/slide195.xml" Id="R30f8a492cf904d38" /><Relationship Type="http://schemas.openxmlformats.org/officeDocument/2006/relationships/slide" Target="/ppt/slides/slide196.xml" Id="R364c5d50eaa64c9a" /><Relationship Type="http://schemas.openxmlformats.org/officeDocument/2006/relationships/slide" Target="/ppt/slides/slide197.xml" Id="R98a6f2e8071f4aef" /><Relationship Type="http://schemas.openxmlformats.org/officeDocument/2006/relationships/slide" Target="/ppt/slides/slide198.xml" Id="R20eb5d41138b4b6d" /><Relationship Type="http://schemas.openxmlformats.org/officeDocument/2006/relationships/slide" Target="/ppt/slides/slide199.xml" Id="Raccd534173b24e01" /><Relationship Type="http://schemas.openxmlformats.org/officeDocument/2006/relationships/slide" Target="/ppt/slides/slide200.xml" Id="Rcea0da3a05144a81" /><Relationship Type="http://schemas.openxmlformats.org/officeDocument/2006/relationships/slide" Target="/ppt/slides/slide201.xml" Id="R3380bdcf40ce4579" /><Relationship Type="http://schemas.openxmlformats.org/officeDocument/2006/relationships/slide" Target="/ppt/slides/slide202.xml" Id="R85a6a88a1b8b489f" /><Relationship Type="http://schemas.openxmlformats.org/officeDocument/2006/relationships/slide" Target="/ppt/slides/slide203.xml" Id="R4fb28e2411b8443b" /><Relationship Type="http://schemas.openxmlformats.org/officeDocument/2006/relationships/slide" Target="/ppt/slides/slide204.xml" Id="Re9f9ada97ebe4968" /><Relationship Type="http://schemas.openxmlformats.org/officeDocument/2006/relationships/slide" Target="/ppt/slides/slide205.xml" Id="Raad944dd71074ec6" /><Relationship Type="http://schemas.openxmlformats.org/officeDocument/2006/relationships/slide" Target="/ppt/slides/slide206.xml" Id="R1ee9b3505f15486b" /><Relationship Type="http://schemas.openxmlformats.org/officeDocument/2006/relationships/slide" Target="/ppt/slides/slide207.xml" Id="Rfe4aabc354324c85" /><Relationship Type="http://schemas.openxmlformats.org/officeDocument/2006/relationships/slide" Target="/ppt/slides/slide208.xml" Id="R0b259ae84ac047f5" /><Relationship Type="http://schemas.openxmlformats.org/officeDocument/2006/relationships/slide" Target="/ppt/slides/slide209.xml" Id="R33e21817941e43a2" /><Relationship Type="http://schemas.openxmlformats.org/officeDocument/2006/relationships/slide" Target="/ppt/slides/slide210.xml" Id="R7c7ad19416834583" /><Relationship Type="http://schemas.openxmlformats.org/officeDocument/2006/relationships/slide" Target="/ppt/slides/slide211.xml" Id="R1e3b89e3de934a01" /><Relationship Type="http://schemas.openxmlformats.org/officeDocument/2006/relationships/slide" Target="/ppt/slides/slide212.xml" Id="R45b5c2699b3f4363" /><Relationship Type="http://schemas.openxmlformats.org/officeDocument/2006/relationships/slide" Target="/ppt/slides/slide213.xml" Id="R9aed54df11244d22" /><Relationship Type="http://schemas.openxmlformats.org/officeDocument/2006/relationships/slide" Target="/ppt/slides/slide214.xml" Id="Rc354cf21b21347ca" /><Relationship Type="http://schemas.openxmlformats.org/officeDocument/2006/relationships/slide" Target="/ppt/slides/slide215.xml" Id="Rbe894b48c4e949ac" /><Relationship Type="http://schemas.openxmlformats.org/officeDocument/2006/relationships/slide" Target="/ppt/slides/slide216.xml" Id="R38507994fa814420" /><Relationship Type="http://schemas.openxmlformats.org/officeDocument/2006/relationships/slide" Target="/ppt/slides/slide217.xml" Id="R2264a9589e724803" /><Relationship Type="http://schemas.openxmlformats.org/officeDocument/2006/relationships/slide" Target="/ppt/slides/slide218.xml" Id="Rd81aecc2fa154113" /><Relationship Type="http://schemas.openxmlformats.org/officeDocument/2006/relationships/slide" Target="/ppt/slides/slide219.xml" Id="R229facad9a854f3c" /><Relationship Type="http://schemas.openxmlformats.org/officeDocument/2006/relationships/slide" Target="/ppt/slides/slide220.xml" Id="Rc6e88cef3d81405f" /><Relationship Type="http://schemas.openxmlformats.org/officeDocument/2006/relationships/slide" Target="/ppt/slides/slide221.xml" Id="R1d24597e91ab40a9" /><Relationship Type="http://schemas.openxmlformats.org/officeDocument/2006/relationships/slide" Target="/ppt/slides/slide222.xml" Id="R8f4743b723994a4a" /><Relationship Type="http://schemas.openxmlformats.org/officeDocument/2006/relationships/slide" Target="/ppt/slides/slide223.xml" Id="R75f8c6c33497492b" /><Relationship Type="http://schemas.openxmlformats.org/officeDocument/2006/relationships/slide" Target="/ppt/slides/slide224.xml" Id="Rc2bf1af2ff4047c0" /><Relationship Type="http://schemas.openxmlformats.org/officeDocument/2006/relationships/slide" Target="/ppt/slides/slide225.xml" Id="Rca2c82d72f584811" /><Relationship Type="http://schemas.openxmlformats.org/officeDocument/2006/relationships/slide" Target="/ppt/slides/slide226.xml" Id="R4fcd6664d62e449a" /><Relationship Type="http://schemas.openxmlformats.org/officeDocument/2006/relationships/slide" Target="/ppt/slides/slide227.xml" Id="R7e38a8e5146a4ff6" /><Relationship Type="http://schemas.openxmlformats.org/officeDocument/2006/relationships/slide" Target="/ppt/slides/slide228.xml" Id="Rbcf6b730a4fc4a90" /><Relationship Type="http://schemas.openxmlformats.org/officeDocument/2006/relationships/slide" Target="/ppt/slides/slide229.xml" Id="R70f976fb402b468e" /><Relationship Type="http://schemas.openxmlformats.org/officeDocument/2006/relationships/slide" Target="/ppt/slides/slide230.xml" Id="Red3bd1c80e004105" /><Relationship Type="http://schemas.openxmlformats.org/officeDocument/2006/relationships/slide" Target="/ppt/slides/slide231.xml" Id="Rb0e47bcd8c684e66" /><Relationship Type="http://schemas.openxmlformats.org/officeDocument/2006/relationships/slide" Target="/ppt/slides/slide232.xml" Id="R8fba1b94e5204b41" /><Relationship Type="http://schemas.openxmlformats.org/officeDocument/2006/relationships/slide" Target="/ppt/slides/slide233.xml" Id="R4a207ed96b654df7" /><Relationship Type="http://schemas.openxmlformats.org/officeDocument/2006/relationships/slide" Target="/ppt/slides/slide234.xml" Id="Re186d7623f834ebd" /><Relationship Type="http://schemas.openxmlformats.org/officeDocument/2006/relationships/slide" Target="/ppt/slides/slide235.xml" Id="Rcc19ed66b7a94991" /><Relationship Type="http://schemas.openxmlformats.org/officeDocument/2006/relationships/slide" Target="/ppt/slides/slide236.xml" Id="R07029656f0b9449b" /><Relationship Type="http://schemas.openxmlformats.org/officeDocument/2006/relationships/slide" Target="/ppt/slides/slide237.xml" Id="Ra8496cc3010f490b" /><Relationship Type="http://schemas.openxmlformats.org/officeDocument/2006/relationships/slide" Target="/ppt/slides/slide238.xml" Id="R8e945f01055047d3" /><Relationship Type="http://schemas.openxmlformats.org/officeDocument/2006/relationships/slide" Target="/ppt/slides/slide239.xml" Id="R19692814682d4ae5" /><Relationship Type="http://schemas.openxmlformats.org/officeDocument/2006/relationships/slide" Target="/ppt/slides/slide240.xml" Id="R30497cf2348441a8" /><Relationship Type="http://schemas.openxmlformats.org/officeDocument/2006/relationships/slide" Target="/ppt/slides/slide241.xml" Id="R6fb2adc4aef947bd" /><Relationship Type="http://schemas.openxmlformats.org/officeDocument/2006/relationships/slide" Target="/ppt/slides/slide242.xml" Id="R9b8ab55170d640ce" /><Relationship Type="http://schemas.openxmlformats.org/officeDocument/2006/relationships/slide" Target="/ppt/slides/slide243.xml" Id="R687f0c22adcb434c" /><Relationship Type="http://schemas.openxmlformats.org/officeDocument/2006/relationships/slide" Target="/ppt/slides/slide244.xml" Id="R3be67f4e80b64775" /><Relationship Type="http://schemas.openxmlformats.org/officeDocument/2006/relationships/slide" Target="/ppt/slides/slide245.xml" Id="R9f509dfaa0ca4d1f" /><Relationship Type="http://schemas.openxmlformats.org/officeDocument/2006/relationships/slide" Target="/ppt/slides/slide246.xml" Id="Rfe3398544c254e24" /><Relationship Type="http://schemas.openxmlformats.org/officeDocument/2006/relationships/slide" Target="/ppt/slides/slide247.xml" Id="Rb8905581e7ad45ed" /><Relationship Type="http://schemas.openxmlformats.org/officeDocument/2006/relationships/slide" Target="/ppt/slides/slide248.xml" Id="R9127c64f65f94f59" /><Relationship Type="http://schemas.openxmlformats.org/officeDocument/2006/relationships/slide" Target="/ppt/slides/slide249.xml" Id="R2323f387c4294b9c" /><Relationship Type="http://schemas.openxmlformats.org/officeDocument/2006/relationships/slide" Target="/ppt/slides/slide250.xml" Id="R344e0e5999cc45d4" /><Relationship Type="http://schemas.openxmlformats.org/officeDocument/2006/relationships/slide" Target="/ppt/slides/slide251.xml" Id="R8409251f194f464b" /><Relationship Type="http://schemas.openxmlformats.org/officeDocument/2006/relationships/slide" Target="/ppt/slides/slide252.xml" Id="R389fe379de0349ea" /><Relationship Type="http://schemas.openxmlformats.org/officeDocument/2006/relationships/slide" Target="/ppt/slides/slide253.xml" Id="Rb50fda4656a0492c" /><Relationship Type="http://schemas.openxmlformats.org/officeDocument/2006/relationships/slide" Target="/ppt/slides/slide254.xml" Id="Ra6e5ba56732a4fe3" /><Relationship Type="http://schemas.openxmlformats.org/officeDocument/2006/relationships/slide" Target="/ppt/slides/slide255.xml" Id="R288f9b59aecc448c" /><Relationship Type="http://schemas.openxmlformats.org/officeDocument/2006/relationships/slide" Target="/ppt/slides/slide256.xml" Id="R431c8529abaf4b28" /><Relationship Type="http://schemas.openxmlformats.org/officeDocument/2006/relationships/slide" Target="/ppt/slides/slide257.xml" Id="R8afff3c493ad4397" /><Relationship Type="http://schemas.openxmlformats.org/officeDocument/2006/relationships/slide" Target="/ppt/slides/slide258.xml" Id="R9f5cb32da18f4e3c" /><Relationship Type="http://schemas.openxmlformats.org/officeDocument/2006/relationships/slide" Target="/ppt/slides/slide259.xml" Id="R486fbabde0b9481f" /><Relationship Type="http://schemas.openxmlformats.org/officeDocument/2006/relationships/slide" Target="/ppt/slides/slide260.xml" Id="R9a85f0c585934938" /><Relationship Type="http://schemas.openxmlformats.org/officeDocument/2006/relationships/slide" Target="/ppt/slides/slide261.xml" Id="Rc296c6c915654541" /><Relationship Type="http://schemas.openxmlformats.org/officeDocument/2006/relationships/slide" Target="/ppt/slides/slide262.xml" Id="R35510e4cb29240b4" /><Relationship Type="http://schemas.openxmlformats.org/officeDocument/2006/relationships/slide" Target="/ppt/slides/slide263.xml" Id="R0d56f01c4ab64ebc" /><Relationship Type="http://schemas.openxmlformats.org/officeDocument/2006/relationships/slide" Target="/ppt/slides/slide264.xml" Id="R6b8e93922e214b15" /><Relationship Type="http://schemas.openxmlformats.org/officeDocument/2006/relationships/slide" Target="/ppt/slides/slide265.xml" Id="Ra0f8f77d119d41ae" /><Relationship Type="http://schemas.openxmlformats.org/officeDocument/2006/relationships/slide" Target="/ppt/slides/slide266.xml" Id="Rb9db74fb119d481f" /><Relationship Type="http://schemas.openxmlformats.org/officeDocument/2006/relationships/slide" Target="/ppt/slides/slide267.xml" Id="R610100fa80b9409a" /><Relationship Type="http://schemas.openxmlformats.org/officeDocument/2006/relationships/slide" Target="/ppt/slides/slide268.xml" Id="R0fc945eede5e4deb" /><Relationship Type="http://schemas.openxmlformats.org/officeDocument/2006/relationships/slide" Target="/ppt/slides/slide269.xml" Id="R13ca81d71a0f4811" /><Relationship Type="http://schemas.openxmlformats.org/officeDocument/2006/relationships/slide" Target="/ppt/slides/slide270.xml" Id="R5a5662c9a4f346d2" /><Relationship Type="http://schemas.openxmlformats.org/officeDocument/2006/relationships/slide" Target="/ppt/slides/slide271.xml" Id="R802158d9a5a846af" /><Relationship Type="http://schemas.openxmlformats.org/officeDocument/2006/relationships/slide" Target="/ppt/slides/slide272.xml" Id="Rebfe6a25d3364f8f" /><Relationship Type="http://schemas.openxmlformats.org/officeDocument/2006/relationships/slide" Target="/ppt/slides/slide273.xml" Id="Reb3b832795dd4dca" /><Relationship Type="http://schemas.openxmlformats.org/officeDocument/2006/relationships/slide" Target="/ppt/slides/slide274.xml" Id="Rdf4b7f1889094953" /><Relationship Type="http://schemas.openxmlformats.org/officeDocument/2006/relationships/slide" Target="/ppt/slides/slide275.xml" Id="R6fdbb51e96884fd8" /><Relationship Type="http://schemas.openxmlformats.org/officeDocument/2006/relationships/slide" Target="/ppt/slides/slide276.xml" Id="R1995b0a14b5b45bd" /><Relationship Type="http://schemas.openxmlformats.org/officeDocument/2006/relationships/slide" Target="/ppt/slides/slide277.xml" Id="Rb9f7c8a0d23a46fb" /><Relationship Type="http://schemas.openxmlformats.org/officeDocument/2006/relationships/slide" Target="/ppt/slides/slide278.xml" Id="R680d7ca65be74674" /><Relationship Type="http://schemas.openxmlformats.org/officeDocument/2006/relationships/slide" Target="/ppt/slides/slide279.xml" Id="Rb7636fa1acb24dd1" /><Relationship Type="http://schemas.openxmlformats.org/officeDocument/2006/relationships/slide" Target="/ppt/slides/slide280.xml" Id="Rd517958489d54b48" /><Relationship Type="http://schemas.openxmlformats.org/officeDocument/2006/relationships/slide" Target="/ppt/slides/slide281.xml" Id="R46e46737e4874750" /><Relationship Type="http://schemas.openxmlformats.org/officeDocument/2006/relationships/slide" Target="/ppt/slides/slide282.xml" Id="R14f528e61f714a47" /><Relationship Type="http://schemas.openxmlformats.org/officeDocument/2006/relationships/slide" Target="/ppt/slides/slide283.xml" Id="Rd3b45b7e19d34328" /><Relationship Type="http://schemas.openxmlformats.org/officeDocument/2006/relationships/slide" Target="/ppt/slides/slide284.xml" Id="R1cc7769384f54e04" /><Relationship Type="http://schemas.openxmlformats.org/officeDocument/2006/relationships/slide" Target="/ppt/slides/slide285.xml" Id="R41b8869f545e4d1d" /><Relationship Type="http://schemas.openxmlformats.org/officeDocument/2006/relationships/slide" Target="/ppt/slides/slide286.xml" Id="Rcc2cbba454454df2" /><Relationship Type="http://schemas.openxmlformats.org/officeDocument/2006/relationships/slide" Target="/ppt/slides/slide287.xml" Id="R8630bcf6eb47421c" /><Relationship Type="http://schemas.openxmlformats.org/officeDocument/2006/relationships/slide" Target="/ppt/slides/slide288.xml" Id="R957dae06f5bd4ddb" /><Relationship Type="http://schemas.openxmlformats.org/officeDocument/2006/relationships/slide" Target="/ppt/slides/slide289.xml" Id="R64f258099f384c7d" /><Relationship Type="http://schemas.openxmlformats.org/officeDocument/2006/relationships/slide" Target="/ppt/slides/slide290.xml" Id="Raf69e62e4d654daa" /><Relationship Type="http://schemas.openxmlformats.org/officeDocument/2006/relationships/slide" Target="/ppt/slides/slide291.xml" Id="Rcd5ac53435084de4" /><Relationship Type="http://schemas.openxmlformats.org/officeDocument/2006/relationships/slide" Target="/ppt/slides/slide292.xml" Id="Re52ddeffd528452b" /><Relationship Type="http://schemas.openxmlformats.org/officeDocument/2006/relationships/slide" Target="/ppt/slides/slide293.xml" Id="R55a38cc95c9e40b0" /><Relationship Type="http://schemas.openxmlformats.org/officeDocument/2006/relationships/slide" Target="/ppt/slides/slide294.xml" Id="R48fcb392db924bed" /><Relationship Type="http://schemas.openxmlformats.org/officeDocument/2006/relationships/slide" Target="/ppt/slides/slide295.xml" Id="R900c9424e0d54cb4" /><Relationship Type="http://schemas.openxmlformats.org/officeDocument/2006/relationships/slide" Target="/ppt/slides/slide296.xml" Id="R600285eb5eb84c9b" /><Relationship Type="http://schemas.openxmlformats.org/officeDocument/2006/relationships/slide" Target="/ppt/slides/slide297.xml" Id="Rdac168f321bd4feb" /><Relationship Type="http://schemas.openxmlformats.org/officeDocument/2006/relationships/slide" Target="/ppt/slides/slide298.xml" Id="R999e42fb10854386" /><Relationship Type="http://schemas.openxmlformats.org/officeDocument/2006/relationships/slide" Target="/ppt/slides/slide299.xml" Id="R13fe63e313a845e2" /><Relationship Type="http://schemas.openxmlformats.org/officeDocument/2006/relationships/slide" Target="/ppt/slides/slide300.xml" Id="R55727438381c4a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90d1eb1c4a43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4f22bc85de4bd6" /><Relationship Type="http://schemas.openxmlformats.org/officeDocument/2006/relationships/notesMaster" Target="/ppt/notesMasters/notesMaster1.xml" Id="R5eb5f3ae49b24c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324a49595a4ece" /><Relationship Type="http://schemas.openxmlformats.org/officeDocument/2006/relationships/notesMaster" Target="/ppt/notesMasters/notesMaster1.xml" Id="R1e09db71eb6e4a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d48e56f9a24223" /><Relationship Type="http://schemas.openxmlformats.org/officeDocument/2006/relationships/notesMaster" Target="/ppt/notesMasters/notesMaster1.xml" Id="Rda1e182ddd7343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6835b9ce6b427a" /><Relationship Type="http://schemas.openxmlformats.org/officeDocument/2006/relationships/notesMaster" Target="/ppt/notesMasters/notesMaster1.xml" Id="R10477ff8ff7447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d4310f1e5248bf" /><Relationship Type="http://schemas.openxmlformats.org/officeDocument/2006/relationships/notesMaster" Target="/ppt/notesMasters/notesMaster1.xml" Id="R771fef59c43c4b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38d870964f4767" /><Relationship Type="http://schemas.openxmlformats.org/officeDocument/2006/relationships/notesMaster" Target="/ppt/notesMasters/notesMaster1.xml" Id="R9bbb0ee6858e4b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d04fecb1854314" /><Relationship Type="http://schemas.openxmlformats.org/officeDocument/2006/relationships/notesMaster" Target="/ppt/notesMasters/notesMaster1.xml" Id="R71865d57d6614b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dc7f8894ac4d0e" /><Relationship Type="http://schemas.openxmlformats.org/officeDocument/2006/relationships/notesMaster" Target="/ppt/notesMasters/notesMaster1.xml" Id="R8535740f765c43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1de4d4b25c471e" /><Relationship Type="http://schemas.openxmlformats.org/officeDocument/2006/relationships/notesMaster" Target="/ppt/notesMasters/notesMaster1.xml" Id="Rdb47a62ecff046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4f2bf211d74343" /><Relationship Type="http://schemas.openxmlformats.org/officeDocument/2006/relationships/notesMaster" Target="/ppt/notesMasters/notesMaster1.xml" Id="Rfd7876692d4742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725054d09747ee" /><Relationship Type="http://schemas.openxmlformats.org/officeDocument/2006/relationships/notesMaster" Target="/ppt/notesMasters/notesMaster1.xml" Id="Rfcf153756ab748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69f853c6fe42bc" /><Relationship Type="http://schemas.openxmlformats.org/officeDocument/2006/relationships/notesMaster" Target="/ppt/notesMasters/notesMaster1.xml" Id="Rac97ba8292d34b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7038f0b3994ec0" /><Relationship Type="http://schemas.openxmlformats.org/officeDocument/2006/relationships/notesMaster" Target="/ppt/notesMasters/notesMaster1.xml" Id="R0fca017190e045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7a376f9188493f" /><Relationship Type="http://schemas.openxmlformats.org/officeDocument/2006/relationships/notesMaster" Target="/ppt/notesMasters/notesMaster1.xml" Id="R0f6a75cde37744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f7ebfcee364bcd" /><Relationship Type="http://schemas.openxmlformats.org/officeDocument/2006/relationships/notesMaster" Target="/ppt/notesMasters/notesMaster1.xml" Id="Rd10299d03e1b48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d0a504e9674853" /><Relationship Type="http://schemas.openxmlformats.org/officeDocument/2006/relationships/notesMaster" Target="/ppt/notesMasters/notesMaster1.xml" Id="Red594cec92b64c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759a6187aa4995" /><Relationship Type="http://schemas.openxmlformats.org/officeDocument/2006/relationships/notesMaster" Target="/ppt/notesMasters/notesMaster1.xml" Id="Rd339632f7ccb4d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3682bdbd774b3b" /><Relationship Type="http://schemas.openxmlformats.org/officeDocument/2006/relationships/notesMaster" Target="/ppt/notesMasters/notesMaster1.xml" Id="R59ce357e70ee49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6263d15c0f4dd7" /><Relationship Type="http://schemas.openxmlformats.org/officeDocument/2006/relationships/notesMaster" Target="/ppt/notesMasters/notesMaster1.xml" Id="R6e59a3ed87614a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362a3a5d5584c5d" /><Relationship Type="http://schemas.openxmlformats.org/officeDocument/2006/relationships/notesMaster" Target="/ppt/notesMasters/notesMaster1.xml" Id="Rbd561dc96bb143e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c07830ef2f04614" /><Relationship Type="http://schemas.openxmlformats.org/officeDocument/2006/relationships/notesMaster" Target="/ppt/notesMasters/notesMaster1.xml" Id="Rbec74a67eec9419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59ecf34e46d4f3e" /><Relationship Type="http://schemas.openxmlformats.org/officeDocument/2006/relationships/notesMaster" Target="/ppt/notesMasters/notesMaster1.xml" Id="Rc943815854ec467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bb4378f4e94565" /><Relationship Type="http://schemas.openxmlformats.org/officeDocument/2006/relationships/notesMaster" Target="/ppt/notesMasters/notesMaster1.xml" Id="R216fa6b5c3d848f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1a940b04d2c413c" /><Relationship Type="http://schemas.openxmlformats.org/officeDocument/2006/relationships/notesMaster" Target="/ppt/notesMasters/notesMaster1.xml" Id="R7e05104a1243469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927aabb05b64f90" /><Relationship Type="http://schemas.openxmlformats.org/officeDocument/2006/relationships/notesMaster" Target="/ppt/notesMasters/notesMaster1.xml" Id="Re8c7c315f62a41f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cb475f7a7d94e5f" /><Relationship Type="http://schemas.openxmlformats.org/officeDocument/2006/relationships/notesMaster" Target="/ppt/notesMasters/notesMaster1.xml" Id="R7dc17ff87f9c41e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6597a9472ea4b9a" /><Relationship Type="http://schemas.openxmlformats.org/officeDocument/2006/relationships/notesMaster" Target="/ppt/notesMasters/notesMaster1.xml" Id="R860e606c7b8c40d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2d8c244999430c" /><Relationship Type="http://schemas.openxmlformats.org/officeDocument/2006/relationships/notesMaster" Target="/ppt/notesMasters/notesMaster1.xml" Id="Rf2ffa8b09897441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58ac7990c9c4c48" /><Relationship Type="http://schemas.openxmlformats.org/officeDocument/2006/relationships/notesMaster" Target="/ppt/notesMasters/notesMaster1.xml" Id="Rae8f3bb57e2b411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c2b0c0ab034a8f" /><Relationship Type="http://schemas.openxmlformats.org/officeDocument/2006/relationships/notesMaster" Target="/ppt/notesMasters/notesMaster1.xml" Id="Raa098e3bba184cc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06fbd21522445b0" /><Relationship Type="http://schemas.openxmlformats.org/officeDocument/2006/relationships/notesMaster" Target="/ppt/notesMasters/notesMaster1.xml" Id="Rd1ad08ec2e7942e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99bbb58ffff47f3" /><Relationship Type="http://schemas.openxmlformats.org/officeDocument/2006/relationships/notesMaster" Target="/ppt/notesMasters/notesMaster1.xml" Id="Rbdc9f9e79110483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1bd04825888459b" /><Relationship Type="http://schemas.openxmlformats.org/officeDocument/2006/relationships/notesMaster" Target="/ppt/notesMasters/notesMaster1.xml" Id="Rf7e6e7e20260499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da392cb73704c99" /><Relationship Type="http://schemas.openxmlformats.org/officeDocument/2006/relationships/notesMaster" Target="/ppt/notesMasters/notesMaster1.xml" Id="R7265bdbf30864e6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c9c11180840455f" /><Relationship Type="http://schemas.openxmlformats.org/officeDocument/2006/relationships/notesMaster" Target="/ppt/notesMasters/notesMaster1.xml" Id="Raa188fc1bcb4482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d0a624a59b24ffc" /><Relationship Type="http://schemas.openxmlformats.org/officeDocument/2006/relationships/notesMaster" Target="/ppt/notesMasters/notesMaster1.xml" Id="R64d59bd6f463464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b7f75f9c96545c6" /><Relationship Type="http://schemas.openxmlformats.org/officeDocument/2006/relationships/notesMaster" Target="/ppt/notesMasters/notesMaster1.xml" Id="Ree8e89eb6fd545f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33c118a81ec4fca" /><Relationship Type="http://schemas.openxmlformats.org/officeDocument/2006/relationships/notesMaster" Target="/ppt/notesMasters/notesMaster1.xml" Id="Ra50d8f6cd5754e4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986a377d3e24278" /><Relationship Type="http://schemas.openxmlformats.org/officeDocument/2006/relationships/notesMaster" Target="/ppt/notesMasters/notesMaster1.xml" Id="R3d70fad8ff0f4ab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57d17b531fa4693" /><Relationship Type="http://schemas.openxmlformats.org/officeDocument/2006/relationships/notesMaster" Target="/ppt/notesMasters/notesMaster1.xml" Id="R3fa7451671d4494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ccb81b5e23545f1" /><Relationship Type="http://schemas.openxmlformats.org/officeDocument/2006/relationships/notesMaster" Target="/ppt/notesMasters/notesMaster1.xml" Id="R8a5ce0bb18ca4bc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d50770dc0cd400d" /><Relationship Type="http://schemas.openxmlformats.org/officeDocument/2006/relationships/notesMaster" Target="/ppt/notesMasters/notesMaster1.xml" Id="R1ca58d86702a47c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42c41c506134a42" /><Relationship Type="http://schemas.openxmlformats.org/officeDocument/2006/relationships/notesMaster" Target="/ppt/notesMasters/notesMaster1.xml" Id="Rc547429acd644b4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6b5ce9a84d8433d" /><Relationship Type="http://schemas.openxmlformats.org/officeDocument/2006/relationships/notesMaster" Target="/ppt/notesMasters/notesMaster1.xml" Id="R5bd87ab542be4ac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e6fd084ab7a47be" /><Relationship Type="http://schemas.openxmlformats.org/officeDocument/2006/relationships/notesMaster" Target="/ppt/notesMasters/notesMaster1.xml" Id="R5aab5d29bb5a4da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46bac143d374343" /><Relationship Type="http://schemas.openxmlformats.org/officeDocument/2006/relationships/notesMaster" Target="/ppt/notesMasters/notesMaster1.xml" Id="R8f6bc964c75a4f3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d2822eafcf94807" /><Relationship Type="http://schemas.openxmlformats.org/officeDocument/2006/relationships/notesMaster" Target="/ppt/notesMasters/notesMaster1.xml" Id="Rf5e08473959f49e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f173e35f2c348da" /><Relationship Type="http://schemas.openxmlformats.org/officeDocument/2006/relationships/notesMaster" Target="/ppt/notesMasters/notesMaster1.xml" Id="R7f2a63c486eb421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0ea99158d80431a" /><Relationship Type="http://schemas.openxmlformats.org/officeDocument/2006/relationships/notesMaster" Target="/ppt/notesMasters/notesMaster1.xml" Id="R2458731ee296479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68fbb29db1c420b" /><Relationship Type="http://schemas.openxmlformats.org/officeDocument/2006/relationships/notesMaster" Target="/ppt/notesMasters/notesMaster1.xml" Id="R3dd2dcc659464ce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567de9840284017" /><Relationship Type="http://schemas.openxmlformats.org/officeDocument/2006/relationships/notesMaster" Target="/ppt/notesMasters/notesMaster1.xml" Id="R94c85bdf4df547f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134ead95e9446ba" /><Relationship Type="http://schemas.openxmlformats.org/officeDocument/2006/relationships/notesMaster" Target="/ppt/notesMasters/notesMaster1.xml" Id="Rdc02990c2a6d48c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f421a8d4d204da8" /><Relationship Type="http://schemas.openxmlformats.org/officeDocument/2006/relationships/notesMaster" Target="/ppt/notesMasters/notesMaster1.xml" Id="Rf87a806382b0493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6213916a03b4845" /><Relationship Type="http://schemas.openxmlformats.org/officeDocument/2006/relationships/notesMaster" Target="/ppt/notesMasters/notesMaster1.xml" Id="R0ff4986ea3704c5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812a308863241ad" /><Relationship Type="http://schemas.openxmlformats.org/officeDocument/2006/relationships/notesMaster" Target="/ppt/notesMasters/notesMaster1.xml" Id="Rb78dc1a96eb749b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e0cf493a752b4a29" /><Relationship Type="http://schemas.openxmlformats.org/officeDocument/2006/relationships/notesMaster" Target="/ppt/notesMasters/notesMaster1.xml" Id="R1e6638144717495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c0fde6b6c7b445e" /><Relationship Type="http://schemas.openxmlformats.org/officeDocument/2006/relationships/notesMaster" Target="/ppt/notesMasters/notesMaster1.xml" Id="Rd1abd8b7f0a047b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9b732280d3f4bfc" /><Relationship Type="http://schemas.openxmlformats.org/officeDocument/2006/relationships/notesMaster" Target="/ppt/notesMasters/notesMaster1.xml" Id="Re2af38ccfd7e4fa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1ab17fa7ce649f2" /><Relationship Type="http://schemas.openxmlformats.org/officeDocument/2006/relationships/notesMaster" Target="/ppt/notesMasters/notesMaster1.xml" Id="R30d5b49b556c484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3195558535043b7" /><Relationship Type="http://schemas.openxmlformats.org/officeDocument/2006/relationships/notesMaster" Target="/ppt/notesMasters/notesMaster1.xml" Id="R97b8b036dfd04c6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6030a2723234a63" /><Relationship Type="http://schemas.openxmlformats.org/officeDocument/2006/relationships/notesMaster" Target="/ppt/notesMasters/notesMaster1.xml" Id="R818db04edfc447e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4d1e26ba13c48fd" /><Relationship Type="http://schemas.openxmlformats.org/officeDocument/2006/relationships/notesMaster" Target="/ppt/notesMasters/notesMaster1.xml" Id="R20e5d5ca4208440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b9fd766edae4599" /><Relationship Type="http://schemas.openxmlformats.org/officeDocument/2006/relationships/notesMaster" Target="/ppt/notesMasters/notesMaster1.xml" Id="Rc9b261bb1fff40f6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11195d9594284bf6" /><Relationship Type="http://schemas.openxmlformats.org/officeDocument/2006/relationships/notesMaster" Target="/ppt/notesMasters/notesMaster1.xml" Id="R4fe23b3655684bc5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05a64e335add42ac" /><Relationship Type="http://schemas.openxmlformats.org/officeDocument/2006/relationships/notesMaster" Target="/ppt/notesMasters/notesMaster1.xml" Id="R00e8a7d349324665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dcb9d5c8c6a4114" /><Relationship Type="http://schemas.openxmlformats.org/officeDocument/2006/relationships/notesMaster" Target="/ppt/notesMasters/notesMaster1.xml" Id="R8cdf1464e7054e6b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d683d0ab1e4485f" /><Relationship Type="http://schemas.openxmlformats.org/officeDocument/2006/relationships/notesMaster" Target="/ppt/notesMasters/notesMaster1.xml" Id="R77b4af7a8c9240b7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5f8d22846d1846e0" /><Relationship Type="http://schemas.openxmlformats.org/officeDocument/2006/relationships/notesMaster" Target="/ppt/notesMasters/notesMaster1.xml" Id="R6040e5a83071488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d09a6ed047c349ad" /><Relationship Type="http://schemas.openxmlformats.org/officeDocument/2006/relationships/notesMaster" Target="/ppt/notesMasters/notesMaster1.xml" Id="R2d2416ee026b4ea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2af9ff6f83d24614" /><Relationship Type="http://schemas.openxmlformats.org/officeDocument/2006/relationships/notesMaster" Target="/ppt/notesMasters/notesMaster1.xml" Id="R5a44907030f34d5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f913addd48d8436d" /><Relationship Type="http://schemas.openxmlformats.org/officeDocument/2006/relationships/notesMaster" Target="/ppt/notesMasters/notesMaster1.xml" Id="R6b3d7da548d74a72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362d0b8691aa4ff7" /><Relationship Type="http://schemas.openxmlformats.org/officeDocument/2006/relationships/notesMaster" Target="/ppt/notesMasters/notesMaster1.xml" Id="R433837415aca44c1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61ebe1a4a64d42b6" /><Relationship Type="http://schemas.openxmlformats.org/officeDocument/2006/relationships/notesMaster" Target="/ppt/notesMasters/notesMaster1.xml" Id="Rd675cfd571e24a0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8ed0feff90404e87" /><Relationship Type="http://schemas.openxmlformats.org/officeDocument/2006/relationships/notesMaster" Target="/ppt/notesMasters/notesMaster1.xml" Id="R4ae66ad8201249d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f904fdc2cf184b57" /><Relationship Type="http://schemas.openxmlformats.org/officeDocument/2006/relationships/notesMaster" Target="/ppt/notesMasters/notesMaster1.xml" Id="R8be00b7214384dde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d070a03ccd454ae3" /><Relationship Type="http://schemas.openxmlformats.org/officeDocument/2006/relationships/notesMaster" Target="/ppt/notesMasters/notesMaster1.xml" Id="Re9a751c22f3f43ee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427c3c3efe7d42f5" /><Relationship Type="http://schemas.openxmlformats.org/officeDocument/2006/relationships/notesMaster" Target="/ppt/notesMasters/notesMaster1.xml" Id="R0e0743f1a8874193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2aaa6503774e4aa1" /><Relationship Type="http://schemas.openxmlformats.org/officeDocument/2006/relationships/notesMaster" Target="/ppt/notesMasters/notesMaster1.xml" Id="R8f5e2a9d638a4431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3ed6bd1660c84ac9" /><Relationship Type="http://schemas.openxmlformats.org/officeDocument/2006/relationships/notesMaster" Target="/ppt/notesMasters/notesMaster1.xml" Id="R7b54505ce3914076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5d134edc4f4f4cf6" /><Relationship Type="http://schemas.openxmlformats.org/officeDocument/2006/relationships/notesMaster" Target="/ppt/notesMasters/notesMaster1.xml" Id="R6bf9f6ae05e840f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ab6dd7a387874898" /><Relationship Type="http://schemas.openxmlformats.org/officeDocument/2006/relationships/notesMaster" Target="/ppt/notesMasters/notesMaster1.xml" Id="R2443e77413464259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c89ede6befe94f31" /><Relationship Type="http://schemas.openxmlformats.org/officeDocument/2006/relationships/notesMaster" Target="/ppt/notesMasters/notesMaster1.xml" Id="Re5f6c61c3b2d4e6d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4b9c2b2109844134" /><Relationship Type="http://schemas.openxmlformats.org/officeDocument/2006/relationships/notesMaster" Target="/ppt/notesMasters/notesMaster1.xml" Id="R719bc373743542af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8c2b51f22cff43d4" /><Relationship Type="http://schemas.openxmlformats.org/officeDocument/2006/relationships/notesMaster" Target="/ppt/notesMasters/notesMaster1.xml" Id="R3ee4165843c54bdd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58f132e43f3e4d9f" /><Relationship Type="http://schemas.openxmlformats.org/officeDocument/2006/relationships/notesMaster" Target="/ppt/notesMasters/notesMaster1.xml" Id="R2f2de06663154a07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550a41c876fa4925" /><Relationship Type="http://schemas.openxmlformats.org/officeDocument/2006/relationships/notesMaster" Target="/ppt/notesMasters/notesMaster1.xml" Id="Rd7c9a183876b42da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79d8b38f0ae04ae1" /><Relationship Type="http://schemas.openxmlformats.org/officeDocument/2006/relationships/notesMaster" Target="/ppt/notesMasters/notesMaster1.xml" Id="Ra5a418df273544f9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0a971f6b63a34bc3" /><Relationship Type="http://schemas.openxmlformats.org/officeDocument/2006/relationships/notesMaster" Target="/ppt/notesMasters/notesMaster1.xml" Id="R5f76c51b818d4199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88d478c63e52444e" /><Relationship Type="http://schemas.openxmlformats.org/officeDocument/2006/relationships/notesMaster" Target="/ppt/notesMasters/notesMaster1.xml" Id="R24295e3af8df4859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09275dfccd0a48fa" /><Relationship Type="http://schemas.openxmlformats.org/officeDocument/2006/relationships/notesMaster" Target="/ppt/notesMasters/notesMaster1.xml" Id="R754816382cee41a2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9dbed5a3226744d9" /><Relationship Type="http://schemas.openxmlformats.org/officeDocument/2006/relationships/notesMaster" Target="/ppt/notesMasters/notesMaster1.xml" Id="R3e9f2c7cf37b496c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992cc4944fe94113" /><Relationship Type="http://schemas.openxmlformats.org/officeDocument/2006/relationships/notesMaster" Target="/ppt/notesMasters/notesMaster1.xml" Id="R40b6f71dd6e34995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97b2620b9f3d42b8" /><Relationship Type="http://schemas.openxmlformats.org/officeDocument/2006/relationships/notesMaster" Target="/ppt/notesMasters/notesMaster1.xml" Id="Rb94ca69b2f444666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f9f88d524bea4ac7" /><Relationship Type="http://schemas.openxmlformats.org/officeDocument/2006/relationships/notesMaster" Target="/ppt/notesMasters/notesMaster1.xml" Id="R2dd064c077fb410c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dc5a62b2ca05429c" /><Relationship Type="http://schemas.openxmlformats.org/officeDocument/2006/relationships/notesMaster" Target="/ppt/notesMasters/notesMaster1.xml" Id="R713403c192b4482b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dbbb04d3c9714b8c" /><Relationship Type="http://schemas.openxmlformats.org/officeDocument/2006/relationships/notesMaster" Target="/ppt/notesMasters/notesMaster1.xml" Id="R6b271e9dd07f4860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e317e714ba3742a6" /><Relationship Type="http://schemas.openxmlformats.org/officeDocument/2006/relationships/notesMaster" Target="/ppt/notesMasters/notesMaster1.xml" Id="R72be6bb82cc947fe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90d67134bb4041d6" /><Relationship Type="http://schemas.openxmlformats.org/officeDocument/2006/relationships/notesMaster" Target="/ppt/notesMasters/notesMaster1.xml" Id="Rc3cb64be64604b8b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b42603bef3714bef" /><Relationship Type="http://schemas.openxmlformats.org/officeDocument/2006/relationships/notesMaster" Target="/ppt/notesMasters/notesMaster1.xml" Id="Rf89a5a737d114a7f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ea68b13e50ae4c35" /><Relationship Type="http://schemas.openxmlformats.org/officeDocument/2006/relationships/notesMaster" Target="/ppt/notesMasters/notesMaster1.xml" Id="R5168ebbccf1f44e3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c0585a4921934760" /><Relationship Type="http://schemas.openxmlformats.org/officeDocument/2006/relationships/notesMaster" Target="/ppt/notesMasters/notesMaster1.xml" Id="R3a8181bef9564550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cc72086cbf044a9a" /><Relationship Type="http://schemas.openxmlformats.org/officeDocument/2006/relationships/notesMaster" Target="/ppt/notesMasters/notesMaster1.xml" Id="R417f87af127c4006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142cf9fcd6f145ca" /><Relationship Type="http://schemas.openxmlformats.org/officeDocument/2006/relationships/notesMaster" Target="/ppt/notesMasters/notesMaster1.xml" Id="R400f1ee22ff4441d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67ec426a587d4727" /><Relationship Type="http://schemas.openxmlformats.org/officeDocument/2006/relationships/notesMaster" Target="/ppt/notesMasters/notesMaster1.xml" Id="R4089bfcea29245b5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b215bb0685084ca5" /><Relationship Type="http://schemas.openxmlformats.org/officeDocument/2006/relationships/notesMaster" Target="/ppt/notesMasters/notesMaster1.xml" Id="R0e2f9ea54a7744d8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f44bae66d99945e9" /><Relationship Type="http://schemas.openxmlformats.org/officeDocument/2006/relationships/notesMaster" Target="/ppt/notesMasters/notesMaster1.xml" Id="Rcac73d44291b494b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2e803821438d4f36" /><Relationship Type="http://schemas.openxmlformats.org/officeDocument/2006/relationships/notesMaster" Target="/ppt/notesMasters/notesMaster1.xml" Id="Rc47bc14fca8a46c2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b9a4acb8ebf648be" /><Relationship Type="http://schemas.openxmlformats.org/officeDocument/2006/relationships/notesMaster" Target="/ppt/notesMasters/notesMaster1.xml" Id="Ra5643a95c84c4f02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89bdbed5273a4250" /><Relationship Type="http://schemas.openxmlformats.org/officeDocument/2006/relationships/notesMaster" Target="/ppt/notesMasters/notesMaster1.xml" Id="Rb327468672bb4e55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f70dabc4b18846c2" /><Relationship Type="http://schemas.openxmlformats.org/officeDocument/2006/relationships/notesMaster" Target="/ppt/notesMasters/notesMaster1.xml" Id="R7171f735678548cc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bf8840d3b9514494" /><Relationship Type="http://schemas.openxmlformats.org/officeDocument/2006/relationships/notesMaster" Target="/ppt/notesMasters/notesMaster1.xml" Id="R216d1a7e4e184fb2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4e343ce31a5745a6" /><Relationship Type="http://schemas.openxmlformats.org/officeDocument/2006/relationships/notesMaster" Target="/ppt/notesMasters/notesMaster1.xml" Id="R5e0a10d351a243fb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1cc91871efc9442d" /><Relationship Type="http://schemas.openxmlformats.org/officeDocument/2006/relationships/notesMaster" Target="/ppt/notesMasters/notesMaster1.xml" Id="Rf7f0136a94904aa1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6f614ab293324aa9" /><Relationship Type="http://schemas.openxmlformats.org/officeDocument/2006/relationships/notesMaster" Target="/ppt/notesMasters/notesMaster1.xml" Id="R78be8757822a4dca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e017b8d68e7e4a02" /><Relationship Type="http://schemas.openxmlformats.org/officeDocument/2006/relationships/notesMaster" Target="/ppt/notesMasters/notesMaster1.xml" Id="Re3e5f5fc8c784ff5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7dee873ac37c43ca" /><Relationship Type="http://schemas.openxmlformats.org/officeDocument/2006/relationships/notesMaster" Target="/ppt/notesMasters/notesMaster1.xml" Id="R9e2d28dab80d4acc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e280e9dd50b7452b" /><Relationship Type="http://schemas.openxmlformats.org/officeDocument/2006/relationships/notesMaster" Target="/ppt/notesMasters/notesMaster1.xml" Id="R381ce9ef6d26444c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b36c95bd59cb494c" /><Relationship Type="http://schemas.openxmlformats.org/officeDocument/2006/relationships/notesMaster" Target="/ppt/notesMasters/notesMaster1.xml" Id="Re9616a4624c1418c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0efb4324c539414a" /><Relationship Type="http://schemas.openxmlformats.org/officeDocument/2006/relationships/notesMaster" Target="/ppt/notesMasters/notesMaster1.xml" Id="R7debc587f3854fdc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af31c7acd7d54db0" /><Relationship Type="http://schemas.openxmlformats.org/officeDocument/2006/relationships/notesMaster" Target="/ppt/notesMasters/notesMaster1.xml" Id="R9331c92544ef47c8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6ddb8b56c8be4b26" /><Relationship Type="http://schemas.openxmlformats.org/officeDocument/2006/relationships/notesMaster" Target="/ppt/notesMasters/notesMaster1.xml" Id="Rf2c01e03d43942f9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dce4f0105acb469f" /><Relationship Type="http://schemas.openxmlformats.org/officeDocument/2006/relationships/notesMaster" Target="/ppt/notesMasters/notesMaster1.xml" Id="R9af3eff14e7a415e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66f90f62c35046ae" /><Relationship Type="http://schemas.openxmlformats.org/officeDocument/2006/relationships/notesMaster" Target="/ppt/notesMasters/notesMaster1.xml" Id="Raff210a33d0445aa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2560647139b3455d" /><Relationship Type="http://schemas.openxmlformats.org/officeDocument/2006/relationships/notesMaster" Target="/ppt/notesMasters/notesMaster1.xml" Id="R22fbae4dc5f64448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e4b3768ecd084706" /><Relationship Type="http://schemas.openxmlformats.org/officeDocument/2006/relationships/notesMaster" Target="/ppt/notesMasters/notesMaster1.xml" Id="R2cddd998777c4611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6500b0ac1583473a" /><Relationship Type="http://schemas.openxmlformats.org/officeDocument/2006/relationships/notesMaster" Target="/ppt/notesMasters/notesMaster1.xml" Id="Rf4e3b678bc0442ad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cb43d180b26543f1" /><Relationship Type="http://schemas.openxmlformats.org/officeDocument/2006/relationships/notesMaster" Target="/ppt/notesMasters/notesMaster1.xml" Id="R35d5752afe9e43ab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19b7423768cb4739" /><Relationship Type="http://schemas.openxmlformats.org/officeDocument/2006/relationships/notesMaster" Target="/ppt/notesMasters/notesMaster1.xml" Id="R4c897473c5c94295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d1d8eeaf1dbb4001" /><Relationship Type="http://schemas.openxmlformats.org/officeDocument/2006/relationships/notesMaster" Target="/ppt/notesMasters/notesMaster1.xml" Id="R3cb563f656b04b82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2ea63bbf4e784792" /><Relationship Type="http://schemas.openxmlformats.org/officeDocument/2006/relationships/notesMaster" Target="/ppt/notesMasters/notesMaster1.xml" Id="R17f235a6427c43e4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3f1f92d2eb6b4d2e" /><Relationship Type="http://schemas.openxmlformats.org/officeDocument/2006/relationships/notesMaster" Target="/ppt/notesMasters/notesMaster1.xml" Id="R88403723280245a7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fdaad9e5aa944177" /><Relationship Type="http://schemas.openxmlformats.org/officeDocument/2006/relationships/notesMaster" Target="/ppt/notesMasters/notesMaster1.xml" Id="Rfe14e374d97e4de7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a80a5bc55a2d4fe2" /><Relationship Type="http://schemas.openxmlformats.org/officeDocument/2006/relationships/notesMaster" Target="/ppt/notesMasters/notesMaster1.xml" Id="Rfba871241a974680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32f84d7cfbc947cd" /><Relationship Type="http://schemas.openxmlformats.org/officeDocument/2006/relationships/notesMaster" Target="/ppt/notesMasters/notesMaster1.xml" Id="Rcf9569784bb4498b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0cef244d8b6f4be0" /><Relationship Type="http://schemas.openxmlformats.org/officeDocument/2006/relationships/notesMaster" Target="/ppt/notesMasters/notesMaster1.xml" Id="Ra220d2221f724c60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649eed7c29474316" /><Relationship Type="http://schemas.openxmlformats.org/officeDocument/2006/relationships/notesMaster" Target="/ppt/notesMasters/notesMaster1.xml" Id="R48ba6a2d95774a1f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76eea6a6d5ec4a76" /><Relationship Type="http://schemas.openxmlformats.org/officeDocument/2006/relationships/notesMaster" Target="/ppt/notesMasters/notesMaster1.xml" Id="Rf5d9f6f30b504bb1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1de27b9497964910" /><Relationship Type="http://schemas.openxmlformats.org/officeDocument/2006/relationships/notesMaster" Target="/ppt/notesMasters/notesMaster1.xml" Id="R3c1b73863f554a41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a296f5966e334c12" /><Relationship Type="http://schemas.openxmlformats.org/officeDocument/2006/relationships/notesMaster" Target="/ppt/notesMasters/notesMaster1.xml" Id="R261ca3b83e0f46a1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6a3026b9364f40b3" /><Relationship Type="http://schemas.openxmlformats.org/officeDocument/2006/relationships/notesMaster" Target="/ppt/notesMasters/notesMaster1.xml" Id="R75b4fb3d68e14ff5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8a424fada86c4366" /><Relationship Type="http://schemas.openxmlformats.org/officeDocument/2006/relationships/notesMaster" Target="/ppt/notesMasters/notesMaster1.xml" Id="Rc09bbdc75df04b68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1cc1c3b2716a439e" /><Relationship Type="http://schemas.openxmlformats.org/officeDocument/2006/relationships/notesMaster" Target="/ppt/notesMasters/notesMaster1.xml" Id="R6c18067af2bf452c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634959c4e7104fd5" /><Relationship Type="http://schemas.openxmlformats.org/officeDocument/2006/relationships/notesMaster" Target="/ppt/notesMasters/notesMaster1.xml" Id="R4394e1e1b03540cd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16f917904bb44d73" /><Relationship Type="http://schemas.openxmlformats.org/officeDocument/2006/relationships/notesMaster" Target="/ppt/notesMasters/notesMaster1.xml" Id="Re9e488fe1bcb46fb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28a72627f5f64bc8" /><Relationship Type="http://schemas.openxmlformats.org/officeDocument/2006/relationships/notesMaster" Target="/ppt/notesMasters/notesMaster1.xml" Id="R836c858e2c3541fa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e62aec270f494762" /><Relationship Type="http://schemas.openxmlformats.org/officeDocument/2006/relationships/notesMaster" Target="/ppt/notesMasters/notesMaster1.xml" Id="R343c576cdf684765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01e58beb2ffe469a" /><Relationship Type="http://schemas.openxmlformats.org/officeDocument/2006/relationships/notesMaster" Target="/ppt/notesMasters/notesMaster1.xml" Id="R90d0756eaca14719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f7a829e2af6b4d62" /><Relationship Type="http://schemas.openxmlformats.org/officeDocument/2006/relationships/notesMaster" Target="/ppt/notesMasters/notesMaster1.xml" Id="R127c40846882467c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9b20198d9ab64748" /><Relationship Type="http://schemas.openxmlformats.org/officeDocument/2006/relationships/notesMaster" Target="/ppt/notesMasters/notesMaster1.xml" Id="Rd2047b594e9b483c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ea415c1414a548ac" /><Relationship Type="http://schemas.openxmlformats.org/officeDocument/2006/relationships/notesMaster" Target="/ppt/notesMasters/notesMaster1.xml" Id="R96973cfc279e4e01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7c2eb513c1104f02" /><Relationship Type="http://schemas.openxmlformats.org/officeDocument/2006/relationships/notesMaster" Target="/ppt/notesMasters/notesMaster1.xml" Id="Rfb8171bd96c5475d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3798345d2ee74c38" /><Relationship Type="http://schemas.openxmlformats.org/officeDocument/2006/relationships/notesMaster" Target="/ppt/notesMasters/notesMaster1.xml" Id="R4cb8a5359dfc4dc6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e037cd8c6f374789" /><Relationship Type="http://schemas.openxmlformats.org/officeDocument/2006/relationships/notesMaster" Target="/ppt/notesMasters/notesMaster1.xml" Id="R0aae6734b86c4075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9a0ec47205d94c92" /><Relationship Type="http://schemas.openxmlformats.org/officeDocument/2006/relationships/notesMaster" Target="/ppt/notesMasters/notesMaster1.xml" Id="R486cd55cdb584c05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e757516e0d88400c" /><Relationship Type="http://schemas.openxmlformats.org/officeDocument/2006/relationships/notesMaster" Target="/ppt/notesMasters/notesMaster1.xml" Id="R39d0e4d4243740be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534a700966f7405b" /><Relationship Type="http://schemas.openxmlformats.org/officeDocument/2006/relationships/notesMaster" Target="/ppt/notesMasters/notesMaster1.xml" Id="R00a463fdd12f4719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36ff32b57c7b499f" /><Relationship Type="http://schemas.openxmlformats.org/officeDocument/2006/relationships/notesMaster" Target="/ppt/notesMasters/notesMaster1.xml" Id="R00e508d7cc504284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69026ea6f67741c6" /><Relationship Type="http://schemas.openxmlformats.org/officeDocument/2006/relationships/notesMaster" Target="/ppt/notesMasters/notesMaster1.xml" Id="R6de6410d7aa143aa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f9098e2367254db4" /><Relationship Type="http://schemas.openxmlformats.org/officeDocument/2006/relationships/notesMaster" Target="/ppt/notesMasters/notesMaster1.xml" Id="R9e40173cc81c481a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126312911e2c49cb" /><Relationship Type="http://schemas.openxmlformats.org/officeDocument/2006/relationships/notesMaster" Target="/ppt/notesMasters/notesMaster1.xml" Id="Rabd7824b83e64444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7d6f3ab0ad5b4500" /><Relationship Type="http://schemas.openxmlformats.org/officeDocument/2006/relationships/notesMaster" Target="/ppt/notesMasters/notesMaster1.xml" Id="Rf1edea9903874d06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00f71785698a48af" /><Relationship Type="http://schemas.openxmlformats.org/officeDocument/2006/relationships/notesMaster" Target="/ppt/notesMasters/notesMaster1.xml" Id="R59cb79612cc5464e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4e30576db3414959" /><Relationship Type="http://schemas.openxmlformats.org/officeDocument/2006/relationships/notesMaster" Target="/ppt/notesMasters/notesMaster1.xml" Id="R6ce95d86a7764afe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900b07755eb54b36" /><Relationship Type="http://schemas.openxmlformats.org/officeDocument/2006/relationships/notesMaster" Target="/ppt/notesMasters/notesMaster1.xml" Id="R772c4bc6821543e2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1df4a7a4f715472d" /><Relationship Type="http://schemas.openxmlformats.org/officeDocument/2006/relationships/notesMaster" Target="/ppt/notesMasters/notesMaster1.xml" Id="R9b1f30ae8ec64d9d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19c575583b5c4809" /><Relationship Type="http://schemas.openxmlformats.org/officeDocument/2006/relationships/notesMaster" Target="/ppt/notesMasters/notesMaster1.xml" Id="R888de88aa8be41aa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9c2245b016004f11" /><Relationship Type="http://schemas.openxmlformats.org/officeDocument/2006/relationships/notesMaster" Target="/ppt/notesMasters/notesMaster1.xml" Id="Rd33e6522f0564bcc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467c04cf602c4612" /><Relationship Type="http://schemas.openxmlformats.org/officeDocument/2006/relationships/notesMaster" Target="/ppt/notesMasters/notesMaster1.xml" Id="Rfa3f474596124467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7f524ca2a7724751" /><Relationship Type="http://schemas.openxmlformats.org/officeDocument/2006/relationships/notesMaster" Target="/ppt/notesMasters/notesMaster1.xml" Id="R4f273184cd344162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60315b15cb944885" /><Relationship Type="http://schemas.openxmlformats.org/officeDocument/2006/relationships/notesMaster" Target="/ppt/notesMasters/notesMaster1.xml" Id="Ra6e8a783f09d47f1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eb34d3c545514163" /><Relationship Type="http://schemas.openxmlformats.org/officeDocument/2006/relationships/notesMaster" Target="/ppt/notesMasters/notesMaster1.xml" Id="R307454fbecbb494d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5b401091b29f4338" /><Relationship Type="http://schemas.openxmlformats.org/officeDocument/2006/relationships/notesMaster" Target="/ppt/notesMasters/notesMaster1.xml" Id="Rf032ae68079a42c5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c9ade526abc842eb" /><Relationship Type="http://schemas.openxmlformats.org/officeDocument/2006/relationships/notesMaster" Target="/ppt/notesMasters/notesMaster1.xml" Id="R4cfa8b9fbb1a4b41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7790efbbaf07459c" /><Relationship Type="http://schemas.openxmlformats.org/officeDocument/2006/relationships/notesMaster" Target="/ppt/notesMasters/notesMaster1.xml" Id="R4847f45155154c2e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90ea81476d7d4f18" /><Relationship Type="http://schemas.openxmlformats.org/officeDocument/2006/relationships/notesMaster" Target="/ppt/notesMasters/notesMaster1.xml" Id="Re1dd2bc0d9004ee4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c08ae07f7d094b06" /><Relationship Type="http://schemas.openxmlformats.org/officeDocument/2006/relationships/notesMaster" Target="/ppt/notesMasters/notesMaster1.xml" Id="Rffb2f427815645ff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50ec005b95af4406" /><Relationship Type="http://schemas.openxmlformats.org/officeDocument/2006/relationships/notesMaster" Target="/ppt/notesMasters/notesMaster1.xml" Id="R49e5f37d15924dec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a4710cea1c1f4488" /><Relationship Type="http://schemas.openxmlformats.org/officeDocument/2006/relationships/notesMaster" Target="/ppt/notesMasters/notesMaster1.xml" Id="R62213d1cc65c4290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b1103778ab7d4163" /><Relationship Type="http://schemas.openxmlformats.org/officeDocument/2006/relationships/notesMaster" Target="/ppt/notesMasters/notesMaster1.xml" Id="Rc9693ef1a56d49e1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e5898ebf192a49ce" /><Relationship Type="http://schemas.openxmlformats.org/officeDocument/2006/relationships/notesMaster" Target="/ppt/notesMasters/notesMaster1.xml" Id="R56adde661fbb4de4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b062450b5513481f" /><Relationship Type="http://schemas.openxmlformats.org/officeDocument/2006/relationships/notesMaster" Target="/ppt/notesMasters/notesMaster1.xml" Id="R1c06f631b9464d08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ec6b35d68a004e46" /><Relationship Type="http://schemas.openxmlformats.org/officeDocument/2006/relationships/notesMaster" Target="/ppt/notesMasters/notesMaster1.xml" Id="R6f553f14bf184c77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e9a32a9ceee5488e" /><Relationship Type="http://schemas.openxmlformats.org/officeDocument/2006/relationships/notesMaster" Target="/ppt/notesMasters/notesMaster1.xml" Id="R5b9a987a63d74eb3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c71787080bf8424b" /><Relationship Type="http://schemas.openxmlformats.org/officeDocument/2006/relationships/notesMaster" Target="/ppt/notesMasters/notesMaster1.xml" Id="R5b244f6f1d18461d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6c7e8f9891964880" /><Relationship Type="http://schemas.openxmlformats.org/officeDocument/2006/relationships/notesMaster" Target="/ppt/notesMasters/notesMaster1.xml" Id="R2844f54316c3482f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1da0422762504af4" /><Relationship Type="http://schemas.openxmlformats.org/officeDocument/2006/relationships/notesMaster" Target="/ppt/notesMasters/notesMaster1.xml" Id="R8c04325acb914391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80678fd2b47b46f9" /><Relationship Type="http://schemas.openxmlformats.org/officeDocument/2006/relationships/notesMaster" Target="/ppt/notesMasters/notesMaster1.xml" Id="R443c416ac6a445dd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ab851c2919564b95" /><Relationship Type="http://schemas.openxmlformats.org/officeDocument/2006/relationships/notesMaster" Target="/ppt/notesMasters/notesMaster1.xml" Id="Rcd03a4ca375b4257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20df6a3bdc6f46be" /><Relationship Type="http://schemas.openxmlformats.org/officeDocument/2006/relationships/notesMaster" Target="/ppt/notesMasters/notesMaster1.xml" Id="R057795c16bf444f5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fca6d49df8774101" /><Relationship Type="http://schemas.openxmlformats.org/officeDocument/2006/relationships/notesMaster" Target="/ppt/notesMasters/notesMaster1.xml" Id="R201124e5eca64ca1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fb24eddafdb64ae1" /><Relationship Type="http://schemas.openxmlformats.org/officeDocument/2006/relationships/notesMaster" Target="/ppt/notesMasters/notesMaster1.xml" Id="R06c138b65c2445c1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e0ebda79676a4e98" /><Relationship Type="http://schemas.openxmlformats.org/officeDocument/2006/relationships/notesMaster" Target="/ppt/notesMasters/notesMaster1.xml" Id="R37aaf0384084410c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af9b08bf69c04292" /><Relationship Type="http://schemas.openxmlformats.org/officeDocument/2006/relationships/notesMaster" Target="/ppt/notesMasters/notesMaster1.xml" Id="R3f486e4fd81e497c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1d3eb52693a94eb3" /><Relationship Type="http://schemas.openxmlformats.org/officeDocument/2006/relationships/notesMaster" Target="/ppt/notesMasters/notesMaster1.xml" Id="R3dd2be2af94b43e4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c8d058d5431c4a07" /><Relationship Type="http://schemas.openxmlformats.org/officeDocument/2006/relationships/notesMaster" Target="/ppt/notesMasters/notesMaster1.xml" Id="R49c29b46baa64ccc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68477df2cae14f58" /><Relationship Type="http://schemas.openxmlformats.org/officeDocument/2006/relationships/notesMaster" Target="/ppt/notesMasters/notesMaster1.xml" Id="R7ab1abe676e7455f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06d47f1830ca49d5" /><Relationship Type="http://schemas.openxmlformats.org/officeDocument/2006/relationships/notesMaster" Target="/ppt/notesMasters/notesMaster1.xml" Id="R12b5533bc7c94772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92d9c5bde14647ef" /><Relationship Type="http://schemas.openxmlformats.org/officeDocument/2006/relationships/notesMaster" Target="/ppt/notesMasters/notesMaster1.xml" Id="R3420bc479a69467a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462d18337f694217" /><Relationship Type="http://schemas.openxmlformats.org/officeDocument/2006/relationships/notesMaster" Target="/ppt/notesMasters/notesMaster1.xml" Id="Reccb5bba20b14d1d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e061df8467014889" /><Relationship Type="http://schemas.openxmlformats.org/officeDocument/2006/relationships/notesMaster" Target="/ppt/notesMasters/notesMaster1.xml" Id="R689e66d8c4b84dff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94da47597a694c0a" /><Relationship Type="http://schemas.openxmlformats.org/officeDocument/2006/relationships/notesMaster" Target="/ppt/notesMasters/notesMaster1.xml" Id="R1442e65aa55b45e4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34853ad3346646bd" /><Relationship Type="http://schemas.openxmlformats.org/officeDocument/2006/relationships/notesMaster" Target="/ppt/notesMasters/notesMaster1.xml" Id="R511e3b55eb574848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70ff99eefff64c7f" /><Relationship Type="http://schemas.openxmlformats.org/officeDocument/2006/relationships/notesMaster" Target="/ppt/notesMasters/notesMaster1.xml" Id="R14b302bd4c2d49e8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9f4fb2b6e5a94860" /><Relationship Type="http://schemas.openxmlformats.org/officeDocument/2006/relationships/notesMaster" Target="/ppt/notesMasters/notesMaster1.xml" Id="Rc071f9356dae454f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2c7625dcff1d4feb" /><Relationship Type="http://schemas.openxmlformats.org/officeDocument/2006/relationships/notesMaster" Target="/ppt/notesMasters/notesMaster1.xml" Id="R10430b55f96742f2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89f31e31f5b040a1" /><Relationship Type="http://schemas.openxmlformats.org/officeDocument/2006/relationships/notesMaster" Target="/ppt/notesMasters/notesMaster1.xml" Id="R4cd6802ad01e46b7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0b5190fa1ac14ebd" /><Relationship Type="http://schemas.openxmlformats.org/officeDocument/2006/relationships/notesMaster" Target="/ppt/notesMasters/notesMaster1.xml" Id="R301f030b486e4ca6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7523aeb02e1745dd" /><Relationship Type="http://schemas.openxmlformats.org/officeDocument/2006/relationships/notesMaster" Target="/ppt/notesMasters/notesMaster1.xml" Id="Re763decd21de4c80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a56c0cc8c28f468d" /><Relationship Type="http://schemas.openxmlformats.org/officeDocument/2006/relationships/notesMaster" Target="/ppt/notesMasters/notesMaster1.xml" Id="R06b1609f26e946fa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6242e0e0281742ff" /><Relationship Type="http://schemas.openxmlformats.org/officeDocument/2006/relationships/notesMaster" Target="/ppt/notesMasters/notesMaster1.xml" Id="R3d4742e7a74f44c8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9cd46c71994745af" /><Relationship Type="http://schemas.openxmlformats.org/officeDocument/2006/relationships/notesMaster" Target="/ppt/notesMasters/notesMaster1.xml" Id="R19649f86324a4213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918251ada78b4d87" /><Relationship Type="http://schemas.openxmlformats.org/officeDocument/2006/relationships/notesMaster" Target="/ppt/notesMasters/notesMaster1.xml" Id="Rc7ffdf5b3aa34870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a5d9451af4124c7b" /><Relationship Type="http://schemas.openxmlformats.org/officeDocument/2006/relationships/notesMaster" Target="/ppt/notesMasters/notesMaster1.xml" Id="R02d2b7485639464b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61084bc0890d4bcd" /><Relationship Type="http://schemas.openxmlformats.org/officeDocument/2006/relationships/notesMaster" Target="/ppt/notesMasters/notesMaster1.xml" Id="Rc8955fb3e5074065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f3bae7b477fc4c20" /><Relationship Type="http://schemas.openxmlformats.org/officeDocument/2006/relationships/notesMaster" Target="/ppt/notesMasters/notesMaster1.xml" Id="R6eb2300b72a3477b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450f54c0f5294521" /><Relationship Type="http://schemas.openxmlformats.org/officeDocument/2006/relationships/notesMaster" Target="/ppt/notesMasters/notesMaster1.xml" Id="Re996217953a446bc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6f0a959d0d354c10" /><Relationship Type="http://schemas.openxmlformats.org/officeDocument/2006/relationships/notesMaster" Target="/ppt/notesMasters/notesMaster1.xml" Id="R7a853152dc4348aa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9ae0e4b2664349c2" /><Relationship Type="http://schemas.openxmlformats.org/officeDocument/2006/relationships/notesMaster" Target="/ppt/notesMasters/notesMaster1.xml" Id="R91ab86c5ff824bb6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ec2c063c39c74651" /><Relationship Type="http://schemas.openxmlformats.org/officeDocument/2006/relationships/notesMaster" Target="/ppt/notesMasters/notesMaster1.xml" Id="R7db6252e397144f6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c9efb7f282004fc5" /><Relationship Type="http://schemas.openxmlformats.org/officeDocument/2006/relationships/notesMaster" Target="/ppt/notesMasters/notesMaster1.xml" Id="R949be4989e3b47b5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9c143bcd20dd409a" /><Relationship Type="http://schemas.openxmlformats.org/officeDocument/2006/relationships/notesMaster" Target="/ppt/notesMasters/notesMaster1.xml" Id="Rc5ed63f680ae4c23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6c2413cb6f7d494b" /><Relationship Type="http://schemas.openxmlformats.org/officeDocument/2006/relationships/notesMaster" Target="/ppt/notesMasters/notesMaster1.xml" Id="R1c8474ce69df4e59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f3298715e9234fab" /><Relationship Type="http://schemas.openxmlformats.org/officeDocument/2006/relationships/notesMaster" Target="/ppt/notesMasters/notesMaster1.xml" Id="R969a93e8a4ca47b5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291e5a9db3f445d2" /><Relationship Type="http://schemas.openxmlformats.org/officeDocument/2006/relationships/notesMaster" Target="/ppt/notesMasters/notesMaster1.xml" Id="R0ff155c928194df1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e3a117c8f7bb48b9" /><Relationship Type="http://schemas.openxmlformats.org/officeDocument/2006/relationships/notesMaster" Target="/ppt/notesMasters/notesMaster1.xml" Id="R04f1d02192e94de8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5d978f6b21ad4a44" /><Relationship Type="http://schemas.openxmlformats.org/officeDocument/2006/relationships/notesMaster" Target="/ppt/notesMasters/notesMaster1.xml" Id="Ra5c7b04225a546e7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a31f84fab4f246f2" /><Relationship Type="http://schemas.openxmlformats.org/officeDocument/2006/relationships/notesMaster" Target="/ppt/notesMasters/notesMaster1.xml" Id="R0c14d47e109b4f56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37dd0419dffd4296" /><Relationship Type="http://schemas.openxmlformats.org/officeDocument/2006/relationships/notesMaster" Target="/ppt/notesMasters/notesMaster1.xml" Id="R64ed6441d15b4ff9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61d56a3d3cda4798" /><Relationship Type="http://schemas.openxmlformats.org/officeDocument/2006/relationships/notesMaster" Target="/ppt/notesMasters/notesMaster1.xml" Id="R64ae7bac811f4aa3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d5da035c33224ff2" /><Relationship Type="http://schemas.openxmlformats.org/officeDocument/2006/relationships/notesMaster" Target="/ppt/notesMasters/notesMaster1.xml" Id="Ref5f7d1c4f0d482c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c613960a6b8146ed" /><Relationship Type="http://schemas.openxmlformats.org/officeDocument/2006/relationships/notesMaster" Target="/ppt/notesMasters/notesMaster1.xml" Id="R2ccc69f2021142a4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fbaca860c6ee4af5" /><Relationship Type="http://schemas.openxmlformats.org/officeDocument/2006/relationships/notesMaster" Target="/ppt/notesMasters/notesMaster1.xml" Id="R5c83b91613614b59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e2963745ec614df4" /><Relationship Type="http://schemas.openxmlformats.org/officeDocument/2006/relationships/notesMaster" Target="/ppt/notesMasters/notesMaster1.xml" Id="Rbb594fd25df74ee2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a0cb3e4eba75412f" /><Relationship Type="http://schemas.openxmlformats.org/officeDocument/2006/relationships/notesMaster" Target="/ppt/notesMasters/notesMaster1.xml" Id="R89dc9c66367946bb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5cf2b02d3f1d4bfc" /><Relationship Type="http://schemas.openxmlformats.org/officeDocument/2006/relationships/notesMaster" Target="/ppt/notesMasters/notesMaster1.xml" Id="Rdb75065c534e4ad5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8a05c0a646984836" /><Relationship Type="http://schemas.openxmlformats.org/officeDocument/2006/relationships/notesMaster" Target="/ppt/notesMasters/notesMaster1.xml" Id="R48924ecc3a064607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a32e6bc6329a48b5" /><Relationship Type="http://schemas.openxmlformats.org/officeDocument/2006/relationships/notesMaster" Target="/ppt/notesMasters/notesMaster1.xml" Id="R450f64fd5d6349cc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c0c5b8ad43e04fae" /><Relationship Type="http://schemas.openxmlformats.org/officeDocument/2006/relationships/notesMaster" Target="/ppt/notesMasters/notesMaster1.xml" Id="R48d729771e484c51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118bf23a7fb54c1c" /><Relationship Type="http://schemas.openxmlformats.org/officeDocument/2006/relationships/notesMaster" Target="/ppt/notesMasters/notesMaster1.xml" Id="R0b8544c08959464f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57b26d5cb5d24272" /><Relationship Type="http://schemas.openxmlformats.org/officeDocument/2006/relationships/notesMaster" Target="/ppt/notesMasters/notesMaster1.xml" Id="Rf18ed6e63fcf472e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09bab4d487144173" /><Relationship Type="http://schemas.openxmlformats.org/officeDocument/2006/relationships/notesMaster" Target="/ppt/notesMasters/notesMaster1.xml" Id="Rd0ad57a2d0274b11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f7368052e8cb4949" /><Relationship Type="http://schemas.openxmlformats.org/officeDocument/2006/relationships/notesMaster" Target="/ppt/notesMasters/notesMaster1.xml" Id="Rec1538c169fe4f99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db1f849154474b3c" /><Relationship Type="http://schemas.openxmlformats.org/officeDocument/2006/relationships/notesMaster" Target="/ppt/notesMasters/notesMaster1.xml" Id="R434fcef61d3c49b2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572007cf050a470e" /><Relationship Type="http://schemas.openxmlformats.org/officeDocument/2006/relationships/notesMaster" Target="/ppt/notesMasters/notesMaster1.xml" Id="Rec560713aa8148d1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32ea5773b05546c2" /><Relationship Type="http://schemas.openxmlformats.org/officeDocument/2006/relationships/notesMaster" Target="/ppt/notesMasters/notesMaster1.xml" Id="R06a8aa932f7447ce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303aa12dffd347b5" /><Relationship Type="http://schemas.openxmlformats.org/officeDocument/2006/relationships/notesMaster" Target="/ppt/notesMasters/notesMaster1.xml" Id="R70437f3962684bef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3f9a9a40934e4923" /><Relationship Type="http://schemas.openxmlformats.org/officeDocument/2006/relationships/notesMaster" Target="/ppt/notesMasters/notesMaster1.xml" Id="R67f9fd48fd814ef0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846ef8fcfc254365" /><Relationship Type="http://schemas.openxmlformats.org/officeDocument/2006/relationships/notesMaster" Target="/ppt/notesMasters/notesMaster1.xml" Id="Rb04430865aaf4cf7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a6456bd38b93413a" /><Relationship Type="http://schemas.openxmlformats.org/officeDocument/2006/relationships/notesMaster" Target="/ppt/notesMasters/notesMaster1.xml" Id="R2efe416eab5b4b04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58bbc2b6428144ec" /><Relationship Type="http://schemas.openxmlformats.org/officeDocument/2006/relationships/notesMaster" Target="/ppt/notesMasters/notesMaster1.xml" Id="Rf65e796b4ab742ab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cf3f5acbc3f04b3b" /><Relationship Type="http://schemas.openxmlformats.org/officeDocument/2006/relationships/notesMaster" Target="/ppt/notesMasters/notesMaster1.xml" Id="R94e953f91bc6475a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fda46dd4090d445c" /><Relationship Type="http://schemas.openxmlformats.org/officeDocument/2006/relationships/notesMaster" Target="/ppt/notesMasters/notesMaster1.xml" Id="R9aac0f40e8544bf2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8d51e35e090848cd" /><Relationship Type="http://schemas.openxmlformats.org/officeDocument/2006/relationships/notesMaster" Target="/ppt/notesMasters/notesMaster1.xml" Id="R47456d0c479a41f7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ba2711e2cd44442c" /><Relationship Type="http://schemas.openxmlformats.org/officeDocument/2006/relationships/notesMaster" Target="/ppt/notesMasters/notesMaster1.xml" Id="Rb083baf04bb54dbb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9aca570f5e894828" /><Relationship Type="http://schemas.openxmlformats.org/officeDocument/2006/relationships/notesMaster" Target="/ppt/notesMasters/notesMaster1.xml" Id="Refc5ed3022964f66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2ba0c9ab21ca4121" /><Relationship Type="http://schemas.openxmlformats.org/officeDocument/2006/relationships/notesMaster" Target="/ppt/notesMasters/notesMaster1.xml" Id="R826c4baf2e174bc3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bd5cf18492554925" /><Relationship Type="http://schemas.openxmlformats.org/officeDocument/2006/relationships/notesMaster" Target="/ppt/notesMasters/notesMaster1.xml" Id="Rea2318afa0584f94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8b54ddc468b04190" /><Relationship Type="http://schemas.openxmlformats.org/officeDocument/2006/relationships/notesMaster" Target="/ppt/notesMasters/notesMaster1.xml" Id="Ra95b1b6cfa98439c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52396fc74a50411b" /><Relationship Type="http://schemas.openxmlformats.org/officeDocument/2006/relationships/notesMaster" Target="/ppt/notesMasters/notesMaster1.xml" Id="R248b14f14c624968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08600b67ce1445f4" /><Relationship Type="http://schemas.openxmlformats.org/officeDocument/2006/relationships/notesMaster" Target="/ppt/notesMasters/notesMaster1.xml" Id="R9e24fe413c3d48c5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bdbe814238d24f6a" /><Relationship Type="http://schemas.openxmlformats.org/officeDocument/2006/relationships/notesMaster" Target="/ppt/notesMasters/notesMaster1.xml" Id="R2a140d373623433c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a632bd58278d4161" /><Relationship Type="http://schemas.openxmlformats.org/officeDocument/2006/relationships/notesMaster" Target="/ppt/notesMasters/notesMaster1.xml" Id="Rc7cb252b70f44fa9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4d84dd24794f4909" /><Relationship Type="http://schemas.openxmlformats.org/officeDocument/2006/relationships/notesMaster" Target="/ppt/notesMasters/notesMaster1.xml" Id="Re71e5901e85a45ad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b4aa48829b39455e" /><Relationship Type="http://schemas.openxmlformats.org/officeDocument/2006/relationships/notesMaster" Target="/ppt/notesMasters/notesMaster1.xml" Id="R84ac36c3f8da4648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7bbfdee5aac64bce" /><Relationship Type="http://schemas.openxmlformats.org/officeDocument/2006/relationships/notesMaster" Target="/ppt/notesMasters/notesMaster1.xml" Id="R4fc258be373e43ee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318763d77b2d4809" /><Relationship Type="http://schemas.openxmlformats.org/officeDocument/2006/relationships/notesMaster" Target="/ppt/notesMasters/notesMaster1.xml" Id="Rffd5dea963a6421a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dc3609285de34830" /><Relationship Type="http://schemas.openxmlformats.org/officeDocument/2006/relationships/notesMaster" Target="/ppt/notesMasters/notesMaster1.xml" Id="R2f50bf9e563042c2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dc35e5229a0c4569" /><Relationship Type="http://schemas.openxmlformats.org/officeDocument/2006/relationships/notesMaster" Target="/ppt/notesMasters/notesMaster1.xml" Id="R77f7b20e2e814258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6e2383c26cb64b35" /><Relationship Type="http://schemas.openxmlformats.org/officeDocument/2006/relationships/notesMaster" Target="/ppt/notesMasters/notesMaster1.xml" Id="R67e3470577d24022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d60b27615a21406d" /><Relationship Type="http://schemas.openxmlformats.org/officeDocument/2006/relationships/notesMaster" Target="/ppt/notesMasters/notesMaster1.xml" Id="Rd79b40865ec14fa2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63301a6007f14ab2" /><Relationship Type="http://schemas.openxmlformats.org/officeDocument/2006/relationships/notesMaster" Target="/ppt/notesMasters/notesMaster1.xml" Id="Re101da9f418f4372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6264fad8501b416a" /><Relationship Type="http://schemas.openxmlformats.org/officeDocument/2006/relationships/notesMaster" Target="/ppt/notesMasters/notesMaster1.xml" Id="Re2b3fbee3b594fe7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a2496a4fd2464f2f" /><Relationship Type="http://schemas.openxmlformats.org/officeDocument/2006/relationships/notesMaster" Target="/ppt/notesMasters/notesMaster1.xml" Id="R11609604b62e44a6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93b7516d8f314142" /><Relationship Type="http://schemas.openxmlformats.org/officeDocument/2006/relationships/notesMaster" Target="/ppt/notesMasters/notesMaster1.xml" Id="R985e09466cc846a7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93cdf6dcabbe423d" /><Relationship Type="http://schemas.openxmlformats.org/officeDocument/2006/relationships/notesMaster" Target="/ppt/notesMasters/notesMaster1.xml" Id="Rda45c2745e524313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418476960ceb49cf" /><Relationship Type="http://schemas.openxmlformats.org/officeDocument/2006/relationships/notesMaster" Target="/ppt/notesMasters/notesMaster1.xml" Id="R326d8d7ba7a64c10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fbaba648d3a24232" /><Relationship Type="http://schemas.openxmlformats.org/officeDocument/2006/relationships/notesMaster" Target="/ppt/notesMasters/notesMaster1.xml" Id="R1ffa2549d71e4693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797743780262427d" /><Relationship Type="http://schemas.openxmlformats.org/officeDocument/2006/relationships/notesMaster" Target="/ppt/notesMasters/notesMaster1.xml" Id="R92d2b03af06b4ed4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d03efdfd89a449fc" /><Relationship Type="http://schemas.openxmlformats.org/officeDocument/2006/relationships/notesMaster" Target="/ppt/notesMasters/notesMaster1.xml" Id="R42e1331a2e11496e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faaf2134d52147c7" /><Relationship Type="http://schemas.openxmlformats.org/officeDocument/2006/relationships/notesMaster" Target="/ppt/notesMasters/notesMaster1.xml" Id="R3c025ff08c3542ca" /></Relationships>
</file>

<file path=ppt/notesSlides/_rels/notesSlide281.xml.rels>&#65279;<?xml version="1.0" encoding="utf-8"?><Relationships xmlns="http://schemas.openxmlformats.org/package/2006/relationships"><Relationship Type="http://schemas.openxmlformats.org/officeDocument/2006/relationships/slide" Target="/ppt/slides/slide281.xml" Id="R1c9e9d9436044cef" /><Relationship Type="http://schemas.openxmlformats.org/officeDocument/2006/relationships/notesMaster" Target="/ppt/notesMasters/notesMaster1.xml" Id="R5ac494b532b34ea2" /></Relationships>
</file>

<file path=ppt/notesSlides/_rels/notesSlide282.xml.rels>&#65279;<?xml version="1.0" encoding="utf-8"?><Relationships xmlns="http://schemas.openxmlformats.org/package/2006/relationships"><Relationship Type="http://schemas.openxmlformats.org/officeDocument/2006/relationships/slide" Target="/ppt/slides/slide282.xml" Id="Rdd080baa666e44c1" /><Relationship Type="http://schemas.openxmlformats.org/officeDocument/2006/relationships/notesMaster" Target="/ppt/notesMasters/notesMaster1.xml" Id="Rd0aed8caceae4ec6" /></Relationships>
</file>

<file path=ppt/notesSlides/_rels/notesSlide283.xml.rels>&#65279;<?xml version="1.0" encoding="utf-8"?><Relationships xmlns="http://schemas.openxmlformats.org/package/2006/relationships"><Relationship Type="http://schemas.openxmlformats.org/officeDocument/2006/relationships/slide" Target="/ppt/slides/slide283.xml" Id="R93294057f4234aae" /><Relationship Type="http://schemas.openxmlformats.org/officeDocument/2006/relationships/notesMaster" Target="/ppt/notesMasters/notesMaster1.xml" Id="R04bcb29f2e354a13" /></Relationships>
</file>

<file path=ppt/notesSlides/_rels/notesSlide284.xml.rels>&#65279;<?xml version="1.0" encoding="utf-8"?><Relationships xmlns="http://schemas.openxmlformats.org/package/2006/relationships"><Relationship Type="http://schemas.openxmlformats.org/officeDocument/2006/relationships/slide" Target="/ppt/slides/slide284.xml" Id="R84a0dec0fa1347a3" /><Relationship Type="http://schemas.openxmlformats.org/officeDocument/2006/relationships/notesMaster" Target="/ppt/notesMasters/notesMaster1.xml" Id="Rb8961a0c28684939" /></Relationships>
</file>

<file path=ppt/notesSlides/_rels/notesSlide285.xml.rels>&#65279;<?xml version="1.0" encoding="utf-8"?><Relationships xmlns="http://schemas.openxmlformats.org/package/2006/relationships"><Relationship Type="http://schemas.openxmlformats.org/officeDocument/2006/relationships/slide" Target="/ppt/slides/slide285.xml" Id="Rdf4f96c82f9a4ead" /><Relationship Type="http://schemas.openxmlformats.org/officeDocument/2006/relationships/notesMaster" Target="/ppt/notesMasters/notesMaster1.xml" Id="R4c9acd3b28f340d5" /></Relationships>
</file>

<file path=ppt/notesSlides/_rels/notesSlide286.xml.rels>&#65279;<?xml version="1.0" encoding="utf-8"?><Relationships xmlns="http://schemas.openxmlformats.org/package/2006/relationships"><Relationship Type="http://schemas.openxmlformats.org/officeDocument/2006/relationships/slide" Target="/ppt/slides/slide286.xml" Id="Rad4ad96648fa48f8" /><Relationship Type="http://schemas.openxmlformats.org/officeDocument/2006/relationships/notesMaster" Target="/ppt/notesMasters/notesMaster1.xml" Id="R4a4e443d58174665" /></Relationships>
</file>

<file path=ppt/notesSlides/_rels/notesSlide287.xml.rels>&#65279;<?xml version="1.0" encoding="utf-8"?><Relationships xmlns="http://schemas.openxmlformats.org/package/2006/relationships"><Relationship Type="http://schemas.openxmlformats.org/officeDocument/2006/relationships/slide" Target="/ppt/slides/slide287.xml" Id="Rc2a7e49daca949e0" /><Relationship Type="http://schemas.openxmlformats.org/officeDocument/2006/relationships/notesMaster" Target="/ppt/notesMasters/notesMaster1.xml" Id="Rd5393d3cd2774668" /></Relationships>
</file>

<file path=ppt/notesSlides/_rels/notesSlide288.xml.rels>&#65279;<?xml version="1.0" encoding="utf-8"?><Relationships xmlns="http://schemas.openxmlformats.org/package/2006/relationships"><Relationship Type="http://schemas.openxmlformats.org/officeDocument/2006/relationships/slide" Target="/ppt/slides/slide288.xml" Id="R6482b77695514cc1" /><Relationship Type="http://schemas.openxmlformats.org/officeDocument/2006/relationships/notesMaster" Target="/ppt/notesMasters/notesMaster1.xml" Id="R717186cd9f7749a9" /></Relationships>
</file>

<file path=ppt/notesSlides/_rels/notesSlide289.xml.rels>&#65279;<?xml version="1.0" encoding="utf-8"?><Relationships xmlns="http://schemas.openxmlformats.org/package/2006/relationships"><Relationship Type="http://schemas.openxmlformats.org/officeDocument/2006/relationships/slide" Target="/ppt/slides/slide289.xml" Id="R0a85af7afa2e4699" /><Relationship Type="http://schemas.openxmlformats.org/officeDocument/2006/relationships/notesMaster" Target="/ppt/notesMasters/notesMaster1.xml" Id="R40ebe3a9df7a4d19" /></Relationships>
</file>

<file path=ppt/notesSlides/_rels/notesSlide290.xml.rels>&#65279;<?xml version="1.0" encoding="utf-8"?><Relationships xmlns="http://schemas.openxmlformats.org/package/2006/relationships"><Relationship Type="http://schemas.openxmlformats.org/officeDocument/2006/relationships/slide" Target="/ppt/slides/slide290.xml" Id="Re2f15ab385344315" /><Relationship Type="http://schemas.openxmlformats.org/officeDocument/2006/relationships/notesMaster" Target="/ppt/notesMasters/notesMaster1.xml" Id="Rcf1dc2b678bb41c6" /></Relationships>
</file>

<file path=ppt/notesSlides/_rels/notesSlide291.xml.rels>&#65279;<?xml version="1.0" encoding="utf-8"?><Relationships xmlns="http://schemas.openxmlformats.org/package/2006/relationships"><Relationship Type="http://schemas.openxmlformats.org/officeDocument/2006/relationships/slide" Target="/ppt/slides/slide291.xml" Id="R64da5b2e04dd4893" /><Relationship Type="http://schemas.openxmlformats.org/officeDocument/2006/relationships/notesMaster" Target="/ppt/notesMasters/notesMaster1.xml" Id="Rdcb59ae57bb149de" /></Relationships>
</file>

<file path=ppt/notesSlides/_rels/notesSlide292.xml.rels>&#65279;<?xml version="1.0" encoding="utf-8"?><Relationships xmlns="http://schemas.openxmlformats.org/package/2006/relationships"><Relationship Type="http://schemas.openxmlformats.org/officeDocument/2006/relationships/slide" Target="/ppt/slides/slide292.xml" Id="R7b14c0b93364458f" /><Relationship Type="http://schemas.openxmlformats.org/officeDocument/2006/relationships/notesMaster" Target="/ppt/notesMasters/notesMaster1.xml" Id="Rc4df4d30f28a4603" /></Relationships>
</file>

<file path=ppt/notesSlides/_rels/notesSlide293.xml.rels>&#65279;<?xml version="1.0" encoding="utf-8"?><Relationships xmlns="http://schemas.openxmlformats.org/package/2006/relationships"><Relationship Type="http://schemas.openxmlformats.org/officeDocument/2006/relationships/slide" Target="/ppt/slides/slide293.xml" Id="R5783f16077a24d4d" /><Relationship Type="http://schemas.openxmlformats.org/officeDocument/2006/relationships/notesMaster" Target="/ppt/notesMasters/notesMaster1.xml" Id="R325ea76a3dba4098" /></Relationships>
</file>

<file path=ppt/notesSlides/_rels/notesSlide294.xml.rels>&#65279;<?xml version="1.0" encoding="utf-8"?><Relationships xmlns="http://schemas.openxmlformats.org/package/2006/relationships"><Relationship Type="http://schemas.openxmlformats.org/officeDocument/2006/relationships/slide" Target="/ppt/slides/slide294.xml" Id="R10ac6fb46b254448" /><Relationship Type="http://schemas.openxmlformats.org/officeDocument/2006/relationships/notesMaster" Target="/ppt/notesMasters/notesMaster1.xml" Id="R816990d9ff8548ca" /></Relationships>
</file>

<file path=ppt/notesSlides/_rels/notesSlide295.xml.rels>&#65279;<?xml version="1.0" encoding="utf-8"?><Relationships xmlns="http://schemas.openxmlformats.org/package/2006/relationships"><Relationship Type="http://schemas.openxmlformats.org/officeDocument/2006/relationships/slide" Target="/ppt/slides/slide295.xml" Id="R93a3152f1a1844e9" /><Relationship Type="http://schemas.openxmlformats.org/officeDocument/2006/relationships/notesMaster" Target="/ppt/notesMasters/notesMaster1.xml" Id="R8fa102e2e8ce4436" /></Relationships>
</file>

<file path=ppt/notesSlides/_rels/notesSlide296.xml.rels>&#65279;<?xml version="1.0" encoding="utf-8"?><Relationships xmlns="http://schemas.openxmlformats.org/package/2006/relationships"><Relationship Type="http://schemas.openxmlformats.org/officeDocument/2006/relationships/slide" Target="/ppt/slides/slide296.xml" Id="R395be64ed76644a8" /><Relationship Type="http://schemas.openxmlformats.org/officeDocument/2006/relationships/notesMaster" Target="/ppt/notesMasters/notesMaster1.xml" Id="R408a90f69069494c" /></Relationships>
</file>

<file path=ppt/notesSlides/_rels/notesSlide297.xml.rels>&#65279;<?xml version="1.0" encoding="utf-8"?><Relationships xmlns="http://schemas.openxmlformats.org/package/2006/relationships"><Relationship Type="http://schemas.openxmlformats.org/officeDocument/2006/relationships/slide" Target="/ppt/slides/slide297.xml" Id="Rf08a021dd70f454b" /><Relationship Type="http://schemas.openxmlformats.org/officeDocument/2006/relationships/notesMaster" Target="/ppt/notesMasters/notesMaster1.xml" Id="Rd5cf9ea7bbab47f9" /></Relationships>
</file>

<file path=ppt/notesSlides/_rels/notesSlide298.xml.rels>&#65279;<?xml version="1.0" encoding="utf-8"?><Relationships xmlns="http://schemas.openxmlformats.org/package/2006/relationships"><Relationship Type="http://schemas.openxmlformats.org/officeDocument/2006/relationships/slide" Target="/ppt/slides/slide298.xml" Id="R7876cad3441549f2" /><Relationship Type="http://schemas.openxmlformats.org/officeDocument/2006/relationships/notesMaster" Target="/ppt/notesMasters/notesMaster1.xml" Id="R026e2345e3b644f9" /></Relationships>
</file>

<file path=ppt/notesSlides/_rels/notesSlide299.xml.rels>&#65279;<?xml version="1.0" encoding="utf-8"?><Relationships xmlns="http://schemas.openxmlformats.org/package/2006/relationships"><Relationship Type="http://schemas.openxmlformats.org/officeDocument/2006/relationships/slide" Target="/ppt/slides/slide299.xml" Id="R127dace383694b85" /><Relationship Type="http://schemas.openxmlformats.org/officeDocument/2006/relationships/notesMaster" Target="/ppt/notesMasters/notesMaster1.xml" Id="R4ed1bfe6c98b467f" /></Relationships>
</file>

<file path=ppt/notesSlides/_rels/notesSlide300.xml.rels>&#65279;<?xml version="1.0" encoding="utf-8"?><Relationships xmlns="http://schemas.openxmlformats.org/package/2006/relationships"><Relationship Type="http://schemas.openxmlformats.org/officeDocument/2006/relationships/slide" Target="/ppt/slides/slide300.xml" Id="R26da91773b254163" /><Relationship Type="http://schemas.openxmlformats.org/officeDocument/2006/relationships/notesMaster" Target="/ppt/notesMasters/notesMaster1.xml" Id="R22ab8fc7306149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과정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오프닝 2분. 40시간 동안 하나의 검증 가능한 업무 Agent를 완성한다고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생성형 AI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LLM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Agent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Harness Engineering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현재 역할 · Agent 제품을 운영하는 PM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산업 경력 · 모델보다 문제를 따라 이동했다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교육 LLMOps · 3–5일을 약 10초로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두 대학과 기업 AX를 잇는 수업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40시간 뒤 남아야 할 것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5일은 하나의 제품을 누적한다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8/23은 점심 시간이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재직자와 구직자는 같은 기술을 다르게 증명한다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수업 운영 루프 · SEE–COPY–BREAK–PROVE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한 시간의 장표 리듬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질문을 디버깅 정보로 바꾸기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실습 속도 세 개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완료 증거의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Codex CLI · 저장소를 읽고 실행하는 Agent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Claude Code · 터미널 중심 Harness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실제 VS Code 저장소 · 수업의 출발 화면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실제 Agent 코드 · 표준 라이브러리부터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작업 요청을 먼저 spec으로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Agent의 최소 반복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Day 1 완료조건을 명령으로 표현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저장소가 말해주는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완성보다 작은 checkpoint를 먼저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실습 1 · 내 반복 업무 한 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실습 2 · 재직자/구직자 트랙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05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실습 3 · 최종 데모 역산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실습 4 · 환경 신호등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실패 1 · 문제 범위가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실패 2 · 실제 회사 데이터를 가져온다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실패 3 · 모델 선택부터 시작한다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재직자 · 현업 PoC 승인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09:00–10:00 · Agent 시대의 문제정의</a:t>
            </a:r>
          </a:p>
          <a:p xmlns:a="http://schemas.openxmlformats.org/drawingml/2006/main">
            <a:r>
              <a:t>이 장표의 역할: 09시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Tool Calling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Schema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Validation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Side Effect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Tool Calling은 실행 권한의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Schema는 문서이자 방화벽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Registry가 실행 가능한 세계를 제한한다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최소 권한은 기능을 줄이는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Validation은 실행 전에 끝낸다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오류도 정상적인 결과 형식이다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Read와 Write는 위험도가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Timeout과 Retry는 실패 종류를 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Tool 호출의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Schema를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파일 도구의 경로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오류 분류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테스트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Ollama API · 호출 형식을 공식 문서로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GitHub REST · 인증은 코드와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pytest · 실패를 재현하는 가장 작은 도구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실제 실행 · 9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도구 schema · 허용 입력만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예상 밖 인자를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경로 이탈을 막는 guard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오류를 공통 result로 정규화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call_id로 중복을 판별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실습 1 · 도구 한 개를 schema로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실습 2 · 잘못된 호출 3개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실습 3 · workspace guard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실습 4 · ToolResult 계약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실패 1 · 모델 JSON을 바로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실패 2 · 범용 shell 도구 제공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실패 3 · 모든 오류를 retry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재직자 · Tool 권한 승인표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10:00–11:00 · Tool Calling의 안전 경계</a:t>
            </a:r>
          </a:p>
          <a:p xmlns:a="http://schemas.openxmlformats.org/drawingml/2006/main">
            <a:r>
              <a:t>이 장표의 역할: 10시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Transcript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Segment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Golden Dataset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Evidence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PBL은 기술 목록이 아니라 사용자 문제에서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K-Work Copilot의 첫 입력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한국어는 띄어쓰기보다 업무 맥락이 어렵다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실제 데이터처럼 보이는 최소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데이터 공개와 사용 허가는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Dataset Card가 실습을 재현하게 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Transcript schema가 STT와 LLM을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Evidence가 요약의 근거를 고정한다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공개 데이터 선택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회의 샘플 합성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비식별 처리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Golden set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PBL canvas 네 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서울 열린데이터광장 · 한국어 공공 데이터 탐색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국립국어원 모두의 말뭉치 · 한국어 원자료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국회 회의록 빅데이터 · 실제 발화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Google Meet 전사 · Managed STT의 현재 위치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회의 segment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Action Item에 evidence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모호한 날짜는 추론하지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간단한 개인정보 mask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Dataset card 최소 필드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실습 1 · 한국어 사례 후보 3개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실습 2 · 이용 조건 확인표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실습 3 · 합성 회의 8문장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실습 4 · Golden JSON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실패 1 · 데이터가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실패 2 · 공개 페이지를 그대로 재배포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실패 3 · 정답 없이 prompt를 튜닝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재직자 · 실제 업무를 안전하게 추상화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11:00–12:00 · 한국어 PBL 문제와 데이터</a:t>
            </a:r>
          </a:p>
          <a:p xmlns:a="http://schemas.openxmlformats.org/drawingml/2006/main">
            <a:r>
              <a:t>이 장표의 역할: 11시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Runtime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Interpreter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Virtual Environment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Repository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무료의 정의를 먼저 합의한다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필수 경로와 강사 가속 경로를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Python은 실행기, VS Code는 작업 공간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가상환경은 프로젝트의 재현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Git은 제출 도구가 아니라 사고 기록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Jupyter는 설명과 실행의 다리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Secret은 코드·노트북·캡처 밖에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Harness Engineering은 작업 환경을 설계하는 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환경 설치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가상환경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VS Code interpreter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Git 첫 checkpoint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Harness 작업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Python 공식 다운로드 · interpreter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VS Code Python 튜토리얼 · 세 구성요소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Git 첫 설정 · identity와 기본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GitHub repository quickstart · 교육용 sandbox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환경 확인 네 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가상환경 명령 · macOS/Linux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가상환경 명령 · Windows PowerShell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Git의 안전한 첫 commit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.env.example과 .gitignore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실습 1 · 버전 확인 캡처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실습 2 · 가상환경과 interpreter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실습 3 · notebook 열기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실습 4 · Git 상태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실패 1 · 설치를 끝없이 붙잡는다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실패 2 · 전역 Python에 모두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실패 3 · Agent에게 저장소 전체 수정 허용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재직자 · 회사 PC 제약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12:00–13:00 · 무료 환경과 Harness Engineering</a:t>
            </a:r>
          </a:p>
          <a:p xmlns:a="http://schemas.openxmlformats.org/drawingml/2006/main">
            <a:r>
              <a:t>이 장표의 역할: 12시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Planner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Executor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Timeout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Idempotency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처음부터 LLM을 넣지 않는 이유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Planner는 “무엇을 할까”만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Validator는 안전 경계를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Executor는 등록 함수만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ToolResult는 성공과 실패의 공통 언어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read_public_text는 의도적으로 좁다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count_action_markers는 LLM 전 fixture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코드 읽기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Run All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실패 주입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pytest 빨강→초록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Git checkpoint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Jupyter 설치 · notebook 실행기의 공식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VS Code Python · editor와 interpreter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Codex CLI · 작은 spec으로 수정 가속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Claude Code · 동일 repo에서 검토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규칙 기반 planner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SafeToolExecutor의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파일 확장자 allowlist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중복 호출 cache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Agent event 한 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실습 1 · Notebook Run All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실습 2 · 정상 도구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실습 3 · 실패 4종 재현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실습 4 · pytest 9개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실패 1 · Notebook과 module이 다른 Python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실패 2 · 첫 실패 뒤 계속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실패 3 · 테스트를 통과시키려고 정책 완화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재직자 · Safe loop를 현업 tool에 매핑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13:00–14:00 · Safe Tool Loop 구현</a:t>
            </a:r>
          </a:p>
          <a:p xmlns:a="http://schemas.openxmlformats.org/drawingml/2006/main">
            <a:r>
              <a:t>이 장표의 역할: 점심 전 Gate · 14:00–15:00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14:00에 정확히 점심을 시작하고 14:55 복귀를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Local LLM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Provider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Adapter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Fallback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필수 목표는 “모델 설치 성공”이 아니다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Ollama는 CLI와 localhost API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LM Studio는 GUI와 OpenAI-compatible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Jan은 desktop local API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Provider adapter가 차이를 감춘다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OpenAI-compatible은 완전 동일을 뜻하지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작은 모델은 출력 계약을 더 엄격히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로컬 provider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Ollama 최소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Adapter 네 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Structured output 처리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모델 오류 분류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Ollama 다운로드 · OS별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Qwen3 model library · tag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LM Studio · Local LLM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Jan · Local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Ollama generate payload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연결 실패도 result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공통 Provider protocol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JSON parse와 schema validate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bounded repair · 한 번만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실습 1 · Ollama health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실습 2 · 선택 provider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실습 3 · 공통 contract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실습 4 · 깨진 JSON 복구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실패 1 · 큰 모델 다운로드를 기다림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실패 2 · 연결 실패를 traceback으로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실패 3 · JSON처럼 보이면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재직자 · 로컬 LLM 도입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15:00–16:00 · 로컬 LLM Adapter</a:t>
            </a:r>
          </a:p>
          <a:p xmlns:a="http://schemas.openxmlformats.org/drawingml/2006/main">
            <a:r>
              <a:t>이 장표의 역할: 15시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State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Node / Edge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Checkpoint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HITL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State는 다음 행동의 근거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Node는 한 가지 책임의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Edge는 다음 node를 정하는 정책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Checkpointer가 중단과 재개를 가능하게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Interrupt는 사람 입력을 기다리는 정식 상태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Approve·Edit·Reject는 다른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Retry는 일시 오류에만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Graph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오류 routing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Human review node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Interrupt payload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Idempotent publish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LangChain overview · 조합 계층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LangGraph overview · stateful orchestration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LangGraph interrupts · 사람 입력에서 중단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LangGraph persistence · checkpoint와 thread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State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오류 route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Interrupt로 검토 요청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Command로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승인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실습 1 · State 필드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실습 2 · Node와 edge 카드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실습 3 · Retry 정책표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실습 4 · Reviewer 역할극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실패 1 · State에 모든 것을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실패 2 · interrupt를 try/except로 감쌈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실패 3 · 승인 전에 외부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재직자 · Human Approval 운영표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16:00–17:00 · State·Retry·Human Approval</a:t>
            </a:r>
          </a:p>
          <a:p xmlns:a="http://schemas.openxmlformats.org/drawingml/2006/main">
            <a:r>
              <a:t>이 장표의 역할: 16시 체크포인트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STT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Trace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Dataset / Experiment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Release Gate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Managed 회의 기능은 현업의 현재 출발점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수업의 local STT는 원리를 이해하는 최소 실습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STT 품질은 WER 하나로 끝나지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LangSmith trace는 실행의 계보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민감 데이터는 trace 전에 줄인다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Dataset이 평가 입력을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전체 pipeline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STT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Trace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Dataset 구축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평가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faster-whisper · Python 기반 local STT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whisper.cpp · 경량 local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Google Meet 자동 노트 · 만들기보다 통합하기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LangSmith observability · trace tree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LangSmith evaluation · dataset과 experiment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faster-whisper 최소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STT 품질 flag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LangSmith 환경 변수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Trace metadata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결정론적 evaluator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실습 1 · Managed vs Local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실습 2 · STT quality policy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실습 3 · Trace에서 답할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실습 4 · Evaluation dataset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실패 1 · STT 결과를 정답으로 간주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실패 2 · 모든 trace에 원문 전송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실패 3 · trace만 보고 평가 완료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재직자 · 운영 dashboard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17:00–18:00 · STT부터 LangSmith까지 연결</a:t>
            </a:r>
          </a:p>
          <a:p xmlns:a="http://schemas.openxmlformats.org/drawingml/2006/main">
            <a:r>
              <a:t>이 장표의 역할: Exit Ticket · 다음 32시간으로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마지막에 Day2–5는 일반 점심 12:00–13:00으로 운영한다고 다시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f97ea18e040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6119a466c643ab" /><Relationship Type="http://schemas.openxmlformats.org/officeDocument/2006/relationships/slideLayout" Target="/ppt/slideLayouts/slideLayout1.xml" Id="R9dff387de65a41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ff387de65a41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bbabc02874cb2" /><Relationship Type="http://schemas.openxmlformats.org/officeDocument/2006/relationships/notesSlide" Target="/ppt/notesSlides/notesSlide1.xml" Id="Re7636de3c8134e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f900308cf4a1b" /><Relationship Type="http://schemas.openxmlformats.org/officeDocument/2006/relationships/notesSlide" Target="/ppt/notesSlides/notesSlide2.xml" Id="R4de61a86b84646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c23eb90a54698" /><Relationship Type="http://schemas.openxmlformats.org/officeDocument/2006/relationships/notesSlide" Target="/ppt/notesSlides/notesSlide3.xml" Id="Rb7e3eaefea5d46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6857b10b748d7" /><Relationship Type="http://schemas.openxmlformats.org/officeDocument/2006/relationships/notesSlide" Target="/ppt/notesSlides/notesSlide4.xml" Id="R58dbc2d1d07c42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439a3d0b945fd" /><Relationship Type="http://schemas.openxmlformats.org/officeDocument/2006/relationships/notesSlide" Target="/ppt/notesSlides/notesSlide5.xml" Id="R46f0c906d8254e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dd13c6ad74db2" /><Relationship Type="http://schemas.openxmlformats.org/officeDocument/2006/relationships/notesSlide" Target="/ppt/notesSlides/notesSlide6.xml" Id="R3ca03b6c85e144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aa0f8d3694588" /><Relationship Type="http://schemas.openxmlformats.org/officeDocument/2006/relationships/notesSlide" Target="/ppt/notesSlides/notesSlide7.xml" Id="R69dc488d77104a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dde7daafa483b" /><Relationship Type="http://schemas.openxmlformats.org/officeDocument/2006/relationships/notesSlide" Target="/ppt/notesSlides/notesSlide8.xml" Id="R7cf01f2f846744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d3f25a0f042ca" /><Relationship Type="http://schemas.openxmlformats.org/officeDocument/2006/relationships/notesSlide" Target="/ppt/notesSlides/notesSlide9.xml" Id="Rdb9e9a646c274b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fa049c8f24636" /><Relationship Type="http://schemas.openxmlformats.org/officeDocument/2006/relationships/notesSlide" Target="/ppt/notesSlides/notesSlide10.xml" Id="R0e1e8d6078c442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8355302e44a80" /><Relationship Type="http://schemas.openxmlformats.org/officeDocument/2006/relationships/notesSlide" Target="/ppt/notesSlides/notesSlide11.xml" Id="Ra426b40173af44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7542adaf54cf9" /><Relationship Type="http://schemas.openxmlformats.org/officeDocument/2006/relationships/notesSlide" Target="/ppt/notesSlides/notesSlide12.xml" Id="R0a0cc83054e149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9601757aa42a2" /><Relationship Type="http://schemas.openxmlformats.org/officeDocument/2006/relationships/notesSlide" Target="/ppt/notesSlides/notesSlide13.xml" Id="R62fdabbd705440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a47f6a84043f0" /><Relationship Type="http://schemas.openxmlformats.org/officeDocument/2006/relationships/notesSlide" Target="/ppt/notesSlides/notesSlide14.xml" Id="R9df955e11f9d46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2201ebce44649" /><Relationship Type="http://schemas.openxmlformats.org/officeDocument/2006/relationships/notesSlide" Target="/ppt/notesSlides/notesSlide15.xml" Id="R97ca299c4d5046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9f416ea934b52" /><Relationship Type="http://schemas.openxmlformats.org/officeDocument/2006/relationships/notesSlide" Target="/ppt/notesSlides/notesSlide16.xml" Id="R492c39e75eaa478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d79a789e34ef2" /><Relationship Type="http://schemas.openxmlformats.org/officeDocument/2006/relationships/notesSlide" Target="/ppt/notesSlides/notesSlide17.xml" Id="Re0f5a3ebbe554c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e1b81e56f493f" /><Relationship Type="http://schemas.openxmlformats.org/officeDocument/2006/relationships/notesSlide" Target="/ppt/notesSlides/notesSlide18.xml" Id="R6b47bb42f14a4e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3af8a758643fe" /><Relationship Type="http://schemas.openxmlformats.org/officeDocument/2006/relationships/notesSlide" Target="/ppt/notesSlides/notesSlide19.xml" Id="Ra7412780e39540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60aade80c4507" /><Relationship Type="http://schemas.openxmlformats.org/officeDocument/2006/relationships/notesSlide" Target="/ppt/notesSlides/notesSlide20.xml" Id="Rb695e7b9e3ed49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4d56c58d048e6" /><Relationship Type="http://schemas.openxmlformats.org/officeDocument/2006/relationships/image" Target="/ppt/media/image.jpeg" Id="R374b86fdc9284d2c" /><Relationship Type="http://schemas.openxmlformats.org/officeDocument/2006/relationships/notesSlide" Target="/ppt/notesSlides/notesSlide21.xml" Id="Raf8a09fa770b4b9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2abe8591444a4" /><Relationship Type="http://schemas.openxmlformats.org/officeDocument/2006/relationships/image" Target="/ppt/media/image2.jpeg" Id="R1c44098e42844fe9" /><Relationship Type="http://schemas.openxmlformats.org/officeDocument/2006/relationships/notesSlide" Target="/ppt/notesSlides/notesSlide22.xml" Id="R14f917396240448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7c54aecda403c" /><Relationship Type="http://schemas.openxmlformats.org/officeDocument/2006/relationships/image" Target="/ppt/media/image3.jpeg" Id="Rf014cb969c184bf0" /><Relationship Type="http://schemas.openxmlformats.org/officeDocument/2006/relationships/notesSlide" Target="/ppt/notesSlides/notesSlide23.xml" Id="R082f9ffff9af4c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d3e926b3d4945" /><Relationship Type="http://schemas.openxmlformats.org/officeDocument/2006/relationships/image" Target="/ppt/media/image4.jpeg" Id="R5a77157dedff479d" /><Relationship Type="http://schemas.openxmlformats.org/officeDocument/2006/relationships/notesSlide" Target="/ppt/notesSlides/notesSlide24.xml" Id="Rd89ac950eee447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e9c6a675d4e00" /><Relationship Type="http://schemas.openxmlformats.org/officeDocument/2006/relationships/notesSlide" Target="/ppt/notesSlides/notesSlide25.xml" Id="Rd87397949dcd41f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172a6510045e8" /><Relationship Type="http://schemas.openxmlformats.org/officeDocument/2006/relationships/notesSlide" Target="/ppt/notesSlides/notesSlide26.xml" Id="Ra2bacf57f599409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1a9a127aa40a2" /><Relationship Type="http://schemas.openxmlformats.org/officeDocument/2006/relationships/notesSlide" Target="/ppt/notesSlides/notesSlide27.xml" Id="Rfe6424a6360847f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e6a87b7064209" /><Relationship Type="http://schemas.openxmlformats.org/officeDocument/2006/relationships/notesSlide" Target="/ppt/notesSlides/notesSlide28.xml" Id="R879fb06974a9482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d681131c9478d" /><Relationship Type="http://schemas.openxmlformats.org/officeDocument/2006/relationships/notesSlide" Target="/ppt/notesSlides/notesSlide29.xml" Id="R6975548ccb0d498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097e556a940fd" /><Relationship Type="http://schemas.openxmlformats.org/officeDocument/2006/relationships/notesSlide" Target="/ppt/notesSlides/notesSlide30.xml" Id="R5ca4e671e75c474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fb9ca802c4e1d" /><Relationship Type="http://schemas.openxmlformats.org/officeDocument/2006/relationships/notesSlide" Target="/ppt/notesSlides/notesSlide31.xml" Id="R7bb75be3e78541f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f7769c3cf4780" /><Relationship Type="http://schemas.openxmlformats.org/officeDocument/2006/relationships/notesSlide" Target="/ppt/notesSlides/notesSlide32.xml" Id="R986ed2b9081442b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673bafa834024" /><Relationship Type="http://schemas.openxmlformats.org/officeDocument/2006/relationships/notesSlide" Target="/ppt/notesSlides/notesSlide33.xml" Id="Rd7a36fbb96d74ed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529f86ae448a0" /><Relationship Type="http://schemas.openxmlformats.org/officeDocument/2006/relationships/notesSlide" Target="/ppt/notesSlides/notesSlide34.xml" Id="R3fa88d5c406242b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efe4aed1c4b73" /><Relationship Type="http://schemas.openxmlformats.org/officeDocument/2006/relationships/notesSlide" Target="/ppt/notesSlides/notesSlide35.xml" Id="R9d0f9756717c4d6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7c12773154488" /><Relationship Type="http://schemas.openxmlformats.org/officeDocument/2006/relationships/notesSlide" Target="/ppt/notesSlides/notesSlide36.xml" Id="R720b3bc78f744e8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5ab07a78f425b" /><Relationship Type="http://schemas.openxmlformats.org/officeDocument/2006/relationships/notesSlide" Target="/ppt/notesSlides/notesSlide37.xml" Id="Rca607317f78f46c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6d37d0e2f4535" /><Relationship Type="http://schemas.openxmlformats.org/officeDocument/2006/relationships/notesSlide" Target="/ppt/notesSlides/notesSlide38.xml" Id="Rdc4f85fb71234f7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eac4befba4261" /><Relationship Type="http://schemas.openxmlformats.org/officeDocument/2006/relationships/notesSlide" Target="/ppt/notesSlides/notesSlide39.xml" Id="Rbc15f96f6d8a469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455b74eb3453b" /><Relationship Type="http://schemas.openxmlformats.org/officeDocument/2006/relationships/notesSlide" Target="/ppt/notesSlides/notesSlide40.xml" Id="Rabfe6306002f4d2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73ffb6c524ecb" /><Relationship Type="http://schemas.openxmlformats.org/officeDocument/2006/relationships/notesSlide" Target="/ppt/notesSlides/notesSlide41.xml" Id="R0e39f54ecb3f4f9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31e75577947fd" /><Relationship Type="http://schemas.openxmlformats.org/officeDocument/2006/relationships/notesSlide" Target="/ppt/notesSlides/notesSlide42.xml" Id="R7af4264869ed41f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a3c854d1a461f" /><Relationship Type="http://schemas.openxmlformats.org/officeDocument/2006/relationships/notesSlide" Target="/ppt/notesSlides/notesSlide43.xml" Id="R42b25d6997f345a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1f6a470c9466f" /><Relationship Type="http://schemas.openxmlformats.org/officeDocument/2006/relationships/notesSlide" Target="/ppt/notesSlides/notesSlide44.xml" Id="Rf0b3c5c8ec6e4a3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0ba3c59404e8a" /><Relationship Type="http://schemas.openxmlformats.org/officeDocument/2006/relationships/notesSlide" Target="/ppt/notesSlides/notesSlide45.xml" Id="R26527fa9b45347a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7fadd8a35449d" /><Relationship Type="http://schemas.openxmlformats.org/officeDocument/2006/relationships/notesSlide" Target="/ppt/notesSlides/notesSlide46.xml" Id="R17ef34649f41400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95125a25a45ca" /><Relationship Type="http://schemas.openxmlformats.org/officeDocument/2006/relationships/notesSlide" Target="/ppt/notesSlides/notesSlide47.xml" Id="Racc1eba6e13a485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82bbe99c94544" /><Relationship Type="http://schemas.openxmlformats.org/officeDocument/2006/relationships/notesSlide" Target="/ppt/notesSlides/notesSlide48.xml" Id="R70b2737084f048a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3c9456a734c0a" /><Relationship Type="http://schemas.openxmlformats.org/officeDocument/2006/relationships/notesSlide" Target="/ppt/notesSlides/notesSlide49.xml" Id="R55806b0336d7409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436b9b9e54f42" /><Relationship Type="http://schemas.openxmlformats.org/officeDocument/2006/relationships/notesSlide" Target="/ppt/notesSlides/notesSlide50.xml" Id="Rdf03c9ad6d9449f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e3ece5d344fbc" /><Relationship Type="http://schemas.openxmlformats.org/officeDocument/2006/relationships/notesSlide" Target="/ppt/notesSlides/notesSlide51.xml" Id="R5754404da0eb434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f2c9f4709414b" /><Relationship Type="http://schemas.openxmlformats.org/officeDocument/2006/relationships/notesSlide" Target="/ppt/notesSlides/notesSlide52.xml" Id="Reddb704bca04450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37fb9d7b04788" /><Relationship Type="http://schemas.openxmlformats.org/officeDocument/2006/relationships/notesSlide" Target="/ppt/notesSlides/notesSlide53.xml" Id="R3999e3ad029b4b2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95b2993f842e7" /><Relationship Type="http://schemas.openxmlformats.org/officeDocument/2006/relationships/notesSlide" Target="/ppt/notesSlides/notesSlide54.xml" Id="R45d5e277d7314ca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50aaad07d4deb" /><Relationship Type="http://schemas.openxmlformats.org/officeDocument/2006/relationships/notesSlide" Target="/ppt/notesSlides/notesSlide55.xml" Id="Ref560560919d42f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acd1d2a0248de" /><Relationship Type="http://schemas.openxmlformats.org/officeDocument/2006/relationships/notesSlide" Target="/ppt/notesSlides/notesSlide56.xml" Id="Rad1906ea346d4e3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beeaf01bf492d" /><Relationship Type="http://schemas.openxmlformats.org/officeDocument/2006/relationships/notesSlide" Target="/ppt/notesSlides/notesSlide57.xml" Id="R3a74708287a5429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3e79879f04a8b" /><Relationship Type="http://schemas.openxmlformats.org/officeDocument/2006/relationships/notesSlide" Target="/ppt/notesSlides/notesSlide58.xml" Id="R63fa521aabe440d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a37f5c3e44ff2" /><Relationship Type="http://schemas.openxmlformats.org/officeDocument/2006/relationships/image" Target="/ppt/media/image5.jpeg" Id="Rbc6b0adb43904ef5" /><Relationship Type="http://schemas.openxmlformats.org/officeDocument/2006/relationships/notesSlide" Target="/ppt/notesSlides/notesSlide59.xml" Id="R6f3bde6bcf50407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f92fa63694cff" /><Relationship Type="http://schemas.openxmlformats.org/officeDocument/2006/relationships/image" Target="/ppt/media/image6.jpeg" Id="Rc1365a77d9974dc3" /><Relationship Type="http://schemas.openxmlformats.org/officeDocument/2006/relationships/notesSlide" Target="/ppt/notesSlides/notesSlide60.xml" Id="R3b4b722c1d9642c5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07f7d0c1c434f" /><Relationship Type="http://schemas.openxmlformats.org/officeDocument/2006/relationships/image" Target="/ppt/media/image7.jpeg" Id="Re400cd337f2e416c" /><Relationship Type="http://schemas.openxmlformats.org/officeDocument/2006/relationships/notesSlide" Target="/ppt/notesSlides/notesSlide61.xml" Id="R04976f7022dd461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1350c08c34bed" /><Relationship Type="http://schemas.openxmlformats.org/officeDocument/2006/relationships/image" Target="/ppt/media/image8.jpeg" Id="R9d5a61fe76064660" /><Relationship Type="http://schemas.openxmlformats.org/officeDocument/2006/relationships/notesSlide" Target="/ppt/notesSlides/notesSlide62.xml" Id="Re655526042dc4be1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25c3420fe4f51" /><Relationship Type="http://schemas.openxmlformats.org/officeDocument/2006/relationships/notesSlide" Target="/ppt/notesSlides/notesSlide63.xml" Id="Rf2feacc3540a4ae6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6449554054890" /><Relationship Type="http://schemas.openxmlformats.org/officeDocument/2006/relationships/notesSlide" Target="/ppt/notesSlides/notesSlide64.xml" Id="R463f5b7c7d4a4c60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7f4201cc44977" /><Relationship Type="http://schemas.openxmlformats.org/officeDocument/2006/relationships/notesSlide" Target="/ppt/notesSlides/notesSlide65.xml" Id="Rbdfc92c880d84ffc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d6c0729d544a9" /><Relationship Type="http://schemas.openxmlformats.org/officeDocument/2006/relationships/notesSlide" Target="/ppt/notesSlides/notesSlide66.xml" Id="R3f8f05cfc60045c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4ae719ea14f0f" /><Relationship Type="http://schemas.openxmlformats.org/officeDocument/2006/relationships/notesSlide" Target="/ppt/notesSlides/notesSlide67.xml" Id="Rf829f6565b084507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f493e83484aee" /><Relationship Type="http://schemas.openxmlformats.org/officeDocument/2006/relationships/notesSlide" Target="/ppt/notesSlides/notesSlide68.xml" Id="Rb588801f11364f09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0ae47660f49ad" /><Relationship Type="http://schemas.openxmlformats.org/officeDocument/2006/relationships/notesSlide" Target="/ppt/notesSlides/notesSlide69.xml" Id="Red62cb19faad41e0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d775848eb45eb" /><Relationship Type="http://schemas.openxmlformats.org/officeDocument/2006/relationships/notesSlide" Target="/ppt/notesSlides/notesSlide70.xml" Id="Ra9b896fbc61c495e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ac71bbea44ec3" /><Relationship Type="http://schemas.openxmlformats.org/officeDocument/2006/relationships/notesSlide" Target="/ppt/notesSlides/notesSlide71.xml" Id="Rbe691af9bb0c4ab2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3beeeb4984709" /><Relationship Type="http://schemas.openxmlformats.org/officeDocument/2006/relationships/notesSlide" Target="/ppt/notesSlides/notesSlide72.xml" Id="R6f7bcf734f25408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6975abca04aa4" /><Relationship Type="http://schemas.openxmlformats.org/officeDocument/2006/relationships/notesSlide" Target="/ppt/notesSlides/notesSlide73.xml" Id="R42b573b1add84f03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7084354174141" /><Relationship Type="http://schemas.openxmlformats.org/officeDocument/2006/relationships/notesSlide" Target="/ppt/notesSlides/notesSlide74.xml" Id="Rd4e74f4deff94ac0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ffa7ed20b4be6" /><Relationship Type="http://schemas.openxmlformats.org/officeDocument/2006/relationships/notesSlide" Target="/ppt/notesSlides/notesSlide75.xml" Id="R8b509d4c2c2244f2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478ea21a942bc" /><Relationship Type="http://schemas.openxmlformats.org/officeDocument/2006/relationships/notesSlide" Target="/ppt/notesSlides/notesSlide76.xml" Id="Rd01c7e2458e945c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ca2f460e9492c" /><Relationship Type="http://schemas.openxmlformats.org/officeDocument/2006/relationships/notesSlide" Target="/ppt/notesSlides/notesSlide77.xml" Id="Re800c13bfecb4a5f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63a9ab54b43e9" /><Relationship Type="http://schemas.openxmlformats.org/officeDocument/2006/relationships/notesSlide" Target="/ppt/notesSlides/notesSlide78.xml" Id="R99356935c06442a4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ce8f6a0bf407f" /><Relationship Type="http://schemas.openxmlformats.org/officeDocument/2006/relationships/notesSlide" Target="/ppt/notesSlides/notesSlide79.xml" Id="R33e1e94a08fb4dd7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eb66836aa4750" /><Relationship Type="http://schemas.openxmlformats.org/officeDocument/2006/relationships/notesSlide" Target="/ppt/notesSlides/notesSlide80.xml" Id="Rea144d703414422c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3479a47134aad" /><Relationship Type="http://schemas.openxmlformats.org/officeDocument/2006/relationships/notesSlide" Target="/ppt/notesSlides/notesSlide81.xml" Id="Rc6791f7013c44a11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b2666c7774a10" /><Relationship Type="http://schemas.openxmlformats.org/officeDocument/2006/relationships/notesSlide" Target="/ppt/notesSlides/notesSlide82.xml" Id="Rd7ce744e9410414f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aac2241804b68" /><Relationship Type="http://schemas.openxmlformats.org/officeDocument/2006/relationships/notesSlide" Target="/ppt/notesSlides/notesSlide83.xml" Id="R924da02ca16f4756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927247b844719" /><Relationship Type="http://schemas.openxmlformats.org/officeDocument/2006/relationships/notesSlide" Target="/ppt/notesSlides/notesSlide84.xml" Id="R45547030ec534857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d55689519432b" /><Relationship Type="http://schemas.openxmlformats.org/officeDocument/2006/relationships/notesSlide" Target="/ppt/notesSlides/notesSlide85.xml" Id="Rfdd7e3bd1aa14558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2d8da0b44409f" /><Relationship Type="http://schemas.openxmlformats.org/officeDocument/2006/relationships/notesSlide" Target="/ppt/notesSlides/notesSlide86.xml" Id="Rc1c79470fd934a82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47f81f0694945" /><Relationship Type="http://schemas.openxmlformats.org/officeDocument/2006/relationships/notesSlide" Target="/ppt/notesSlides/notesSlide87.xml" Id="Rf8cd8b23fd3a4de4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0d4c619044c6d" /><Relationship Type="http://schemas.openxmlformats.org/officeDocument/2006/relationships/notesSlide" Target="/ppt/notesSlides/notesSlide88.xml" Id="Rcde872fd2f014a16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e7b30ee2a4364" /><Relationship Type="http://schemas.openxmlformats.org/officeDocument/2006/relationships/notesSlide" Target="/ppt/notesSlides/notesSlide89.xml" Id="Re69116dc8178478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05551f2374100" /><Relationship Type="http://schemas.openxmlformats.org/officeDocument/2006/relationships/notesSlide" Target="/ppt/notesSlides/notesSlide90.xml" Id="Reb37f27024f049a4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1e8c77db542b1" /><Relationship Type="http://schemas.openxmlformats.org/officeDocument/2006/relationships/notesSlide" Target="/ppt/notesSlides/notesSlide91.xml" Id="R688596b543524546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8b9de81614926" /><Relationship Type="http://schemas.openxmlformats.org/officeDocument/2006/relationships/notesSlide" Target="/ppt/notesSlides/notesSlide92.xml" Id="R002dea3378de44c7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0e2be25e94302" /><Relationship Type="http://schemas.openxmlformats.org/officeDocument/2006/relationships/notesSlide" Target="/ppt/notesSlides/notesSlide93.xml" Id="Rf94890ccc2c240b1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6e389229944b3" /><Relationship Type="http://schemas.openxmlformats.org/officeDocument/2006/relationships/notesSlide" Target="/ppt/notesSlides/notesSlide94.xml" Id="Re88ea2bc579f4d7e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0b492811e4279" /><Relationship Type="http://schemas.openxmlformats.org/officeDocument/2006/relationships/notesSlide" Target="/ppt/notesSlides/notesSlide95.xml" Id="Rd58231fb829a4712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4cb1b29824aa4" /><Relationship Type="http://schemas.openxmlformats.org/officeDocument/2006/relationships/notesSlide" Target="/ppt/notesSlides/notesSlide96.xml" Id="R55d9025622df4bdd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6e00317d744ec" /><Relationship Type="http://schemas.openxmlformats.org/officeDocument/2006/relationships/image" Target="/ppt/media/image9.jpeg" Id="R936d3859b4774e71" /><Relationship Type="http://schemas.openxmlformats.org/officeDocument/2006/relationships/notesSlide" Target="/ppt/notesSlides/notesSlide97.xml" Id="R3cd37de93b4e438e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3ae9369cd40bd" /><Relationship Type="http://schemas.openxmlformats.org/officeDocument/2006/relationships/image" Target="/ppt/media/image10.jpeg" Id="R10b9cf8a2d364d5e" /><Relationship Type="http://schemas.openxmlformats.org/officeDocument/2006/relationships/notesSlide" Target="/ppt/notesSlides/notesSlide98.xml" Id="Rd22b36d2fd844a4e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02ce12f2f4131" /><Relationship Type="http://schemas.openxmlformats.org/officeDocument/2006/relationships/image" Target="/ppt/media/image11.jpeg" Id="R80e2bd416ea24cdb" /><Relationship Type="http://schemas.openxmlformats.org/officeDocument/2006/relationships/notesSlide" Target="/ppt/notesSlides/notesSlide99.xml" Id="Rbcb918afd40a471f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4fb12c5474c8e" /><Relationship Type="http://schemas.openxmlformats.org/officeDocument/2006/relationships/image" Target="/ppt/media/image12.jpeg" Id="R01f8524d21984661" /><Relationship Type="http://schemas.openxmlformats.org/officeDocument/2006/relationships/notesSlide" Target="/ppt/notesSlides/notesSlide100.xml" Id="R8407135bca3344c9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8a9585cb347fe" /><Relationship Type="http://schemas.openxmlformats.org/officeDocument/2006/relationships/notesSlide" Target="/ppt/notesSlides/notesSlide101.xml" Id="Ra45a1c9ebb124887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47476046043c6" /><Relationship Type="http://schemas.openxmlformats.org/officeDocument/2006/relationships/notesSlide" Target="/ppt/notesSlides/notesSlide102.xml" Id="R0255d5b3c7054842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9f5e5fca042ed" /><Relationship Type="http://schemas.openxmlformats.org/officeDocument/2006/relationships/notesSlide" Target="/ppt/notesSlides/notesSlide103.xml" Id="R96e4a47b1e6b45bb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3ac4c548046b3" /><Relationship Type="http://schemas.openxmlformats.org/officeDocument/2006/relationships/notesSlide" Target="/ppt/notesSlides/notesSlide104.xml" Id="R2a1ae564f35a4be7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3c18c5aaf4154" /><Relationship Type="http://schemas.openxmlformats.org/officeDocument/2006/relationships/notesSlide" Target="/ppt/notesSlides/notesSlide105.xml" Id="R0c7f8ea7257b497d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95b7a1b3d48c8" /><Relationship Type="http://schemas.openxmlformats.org/officeDocument/2006/relationships/notesSlide" Target="/ppt/notesSlides/notesSlide106.xml" Id="Rdb49a201b68a4842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c3194afe94610" /><Relationship Type="http://schemas.openxmlformats.org/officeDocument/2006/relationships/notesSlide" Target="/ppt/notesSlides/notesSlide107.xml" Id="Rd5dfcadbdaef414b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dd134c94d45ae" /><Relationship Type="http://schemas.openxmlformats.org/officeDocument/2006/relationships/notesSlide" Target="/ppt/notesSlides/notesSlide108.xml" Id="R7cf3459256de4d65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bd958a51f4ea4" /><Relationship Type="http://schemas.openxmlformats.org/officeDocument/2006/relationships/notesSlide" Target="/ppt/notesSlides/notesSlide109.xml" Id="R4b2e7ad74a064843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41070093d422c" /><Relationship Type="http://schemas.openxmlformats.org/officeDocument/2006/relationships/notesSlide" Target="/ppt/notesSlides/notesSlide110.xml" Id="R7e921d1e416c40e9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95bcafad1464c" /><Relationship Type="http://schemas.openxmlformats.org/officeDocument/2006/relationships/notesSlide" Target="/ppt/notesSlides/notesSlide111.xml" Id="Rf8a839081b624e61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3a25d68e7473c" /><Relationship Type="http://schemas.openxmlformats.org/officeDocument/2006/relationships/notesSlide" Target="/ppt/notesSlides/notesSlide112.xml" Id="R77f88b3fe3e947bb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1e0fb3e034384" /><Relationship Type="http://schemas.openxmlformats.org/officeDocument/2006/relationships/notesSlide" Target="/ppt/notesSlides/notesSlide113.xml" Id="R52e5f1bfb4dc44b2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a6b61cf9d4aff" /><Relationship Type="http://schemas.openxmlformats.org/officeDocument/2006/relationships/notesSlide" Target="/ppt/notesSlides/notesSlide114.xml" Id="R7d639cfad48b429f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3876ccd274d6c" /><Relationship Type="http://schemas.openxmlformats.org/officeDocument/2006/relationships/notesSlide" Target="/ppt/notesSlides/notesSlide115.xml" Id="R7d71ae413897458b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05ee91ed2498d" /><Relationship Type="http://schemas.openxmlformats.org/officeDocument/2006/relationships/notesSlide" Target="/ppt/notesSlides/notesSlide116.xml" Id="Rfce92d8c645d466f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dd71ad1164661" /><Relationship Type="http://schemas.openxmlformats.org/officeDocument/2006/relationships/notesSlide" Target="/ppt/notesSlides/notesSlide117.xml" Id="Re52e45da53854e50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cb3de5d174fe1" /><Relationship Type="http://schemas.openxmlformats.org/officeDocument/2006/relationships/notesSlide" Target="/ppt/notesSlides/notesSlide118.xml" Id="R43bab16fff4c414e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761c2536a412a" /><Relationship Type="http://schemas.openxmlformats.org/officeDocument/2006/relationships/notesSlide" Target="/ppt/notesSlides/notesSlide119.xml" Id="R9db17fcfcb564f5e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48d0fb88845ae" /><Relationship Type="http://schemas.openxmlformats.org/officeDocument/2006/relationships/notesSlide" Target="/ppt/notesSlides/notesSlide120.xml" Id="R9bc159facb7c4329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3b29712254e6f" /><Relationship Type="http://schemas.openxmlformats.org/officeDocument/2006/relationships/notesSlide" Target="/ppt/notesSlides/notesSlide121.xml" Id="R2eedc675a13347e5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d6acb48564c2e" /><Relationship Type="http://schemas.openxmlformats.org/officeDocument/2006/relationships/notesSlide" Target="/ppt/notesSlides/notesSlide122.xml" Id="R45982d2313394b40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aafa1d1a74834" /><Relationship Type="http://schemas.openxmlformats.org/officeDocument/2006/relationships/notesSlide" Target="/ppt/notesSlides/notesSlide123.xml" Id="Rfaaa2b2e89284d9d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4dc53cf5e40cd" /><Relationship Type="http://schemas.openxmlformats.org/officeDocument/2006/relationships/notesSlide" Target="/ppt/notesSlides/notesSlide124.xml" Id="R82e0fdd8d60249f8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c2084177943fa" /><Relationship Type="http://schemas.openxmlformats.org/officeDocument/2006/relationships/notesSlide" Target="/ppt/notesSlides/notesSlide125.xml" Id="R5bbc917bf5d746fd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c863a74dd4c09" /><Relationship Type="http://schemas.openxmlformats.org/officeDocument/2006/relationships/notesSlide" Target="/ppt/notesSlides/notesSlide126.xml" Id="R8d3c10055d154e4f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cd2f60ecf43ba" /><Relationship Type="http://schemas.openxmlformats.org/officeDocument/2006/relationships/notesSlide" Target="/ppt/notesSlides/notesSlide127.xml" Id="Rb2f4765cd2794280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b8fe0fcc24148" /><Relationship Type="http://schemas.openxmlformats.org/officeDocument/2006/relationships/notesSlide" Target="/ppt/notesSlides/notesSlide128.xml" Id="R4671e218046442b1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fabb8d328499c" /><Relationship Type="http://schemas.openxmlformats.org/officeDocument/2006/relationships/notesSlide" Target="/ppt/notesSlides/notesSlide129.xml" Id="R7914f60287c745cb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4ec52cf694d84" /><Relationship Type="http://schemas.openxmlformats.org/officeDocument/2006/relationships/notesSlide" Target="/ppt/notesSlides/notesSlide130.xml" Id="R3dbff371084b47bf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b3c2dfdd149ab" /><Relationship Type="http://schemas.openxmlformats.org/officeDocument/2006/relationships/notesSlide" Target="/ppt/notesSlides/notesSlide131.xml" Id="R4b096fff9414431e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55bdef51b4302" /><Relationship Type="http://schemas.openxmlformats.org/officeDocument/2006/relationships/notesSlide" Target="/ppt/notesSlides/notesSlide132.xml" Id="Reec3225abc9846d5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aa8d620384842" /><Relationship Type="http://schemas.openxmlformats.org/officeDocument/2006/relationships/notesSlide" Target="/ppt/notesSlides/notesSlide133.xml" Id="Ra6b1a33bb8034b0e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5bfe686f344ee" /><Relationship Type="http://schemas.openxmlformats.org/officeDocument/2006/relationships/notesSlide" Target="/ppt/notesSlides/notesSlide134.xml" Id="R9d8f220be77744d2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c990a110b4abe" /><Relationship Type="http://schemas.openxmlformats.org/officeDocument/2006/relationships/image" Target="/ppt/media/image13.jpeg" Id="R79609f27cc184727" /><Relationship Type="http://schemas.openxmlformats.org/officeDocument/2006/relationships/notesSlide" Target="/ppt/notesSlides/notesSlide135.xml" Id="Rc67ed96e635349dd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3eeca629947ca" /><Relationship Type="http://schemas.openxmlformats.org/officeDocument/2006/relationships/image" Target="/ppt/media/image14.jpeg" Id="R9f8d1a0813c84afe" /><Relationship Type="http://schemas.openxmlformats.org/officeDocument/2006/relationships/notesSlide" Target="/ppt/notesSlides/notesSlide136.xml" Id="Ra6aae71b50694479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68dbe40194b31" /><Relationship Type="http://schemas.openxmlformats.org/officeDocument/2006/relationships/image" Target="/ppt/media/image15.jpeg" Id="R80b1e59f724441f3" /><Relationship Type="http://schemas.openxmlformats.org/officeDocument/2006/relationships/notesSlide" Target="/ppt/notesSlides/notesSlide137.xml" Id="R818ef78bb5424817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8087860cb4020" /><Relationship Type="http://schemas.openxmlformats.org/officeDocument/2006/relationships/image" Target="/ppt/media/image16.jpeg" Id="R291e51dba6724d7d" /><Relationship Type="http://schemas.openxmlformats.org/officeDocument/2006/relationships/notesSlide" Target="/ppt/notesSlides/notesSlide138.xml" Id="Rd2ec1668cd5f4746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7d4742e41433a" /><Relationship Type="http://schemas.openxmlformats.org/officeDocument/2006/relationships/notesSlide" Target="/ppt/notesSlides/notesSlide139.xml" Id="Rd30885fcde5c40a9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b232110854778" /><Relationship Type="http://schemas.openxmlformats.org/officeDocument/2006/relationships/notesSlide" Target="/ppt/notesSlides/notesSlide140.xml" Id="R67a6bfb3f95241f6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4c87fa2a74525" /><Relationship Type="http://schemas.openxmlformats.org/officeDocument/2006/relationships/notesSlide" Target="/ppt/notesSlides/notesSlide141.xml" Id="Rc0f85909c75a45ca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b0d66cf9e4343" /><Relationship Type="http://schemas.openxmlformats.org/officeDocument/2006/relationships/notesSlide" Target="/ppt/notesSlides/notesSlide142.xml" Id="Rb35a925f990942b8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75760d7e74859" /><Relationship Type="http://schemas.openxmlformats.org/officeDocument/2006/relationships/notesSlide" Target="/ppt/notesSlides/notesSlide143.xml" Id="Ref7cbdb7410445af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ee57d92d54812" /><Relationship Type="http://schemas.openxmlformats.org/officeDocument/2006/relationships/notesSlide" Target="/ppt/notesSlides/notesSlide144.xml" Id="R434763e563ae48e6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fa380502242e3" /><Relationship Type="http://schemas.openxmlformats.org/officeDocument/2006/relationships/notesSlide" Target="/ppt/notesSlides/notesSlide145.xml" Id="R9766f6b31e9d44ab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234ba1e804bb8" /><Relationship Type="http://schemas.openxmlformats.org/officeDocument/2006/relationships/notesSlide" Target="/ppt/notesSlides/notesSlide146.xml" Id="R9460bb703eb8451c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37b5d74c54de3" /><Relationship Type="http://schemas.openxmlformats.org/officeDocument/2006/relationships/notesSlide" Target="/ppt/notesSlides/notesSlide147.xml" Id="Re8535ad014ea44d2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949cb26814593" /><Relationship Type="http://schemas.openxmlformats.org/officeDocument/2006/relationships/notesSlide" Target="/ppt/notesSlides/notesSlide148.xml" Id="R43944f7c62ac46c4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f59d9886f4189" /><Relationship Type="http://schemas.openxmlformats.org/officeDocument/2006/relationships/notesSlide" Target="/ppt/notesSlides/notesSlide149.xml" Id="R0416716594ff4412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f0b7c65ac4937" /><Relationship Type="http://schemas.openxmlformats.org/officeDocument/2006/relationships/notesSlide" Target="/ppt/notesSlides/notesSlide150.xml" Id="R202ebbadae57425b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11af8498c4ab9" /><Relationship Type="http://schemas.openxmlformats.org/officeDocument/2006/relationships/notesSlide" Target="/ppt/notesSlides/notesSlide151.xml" Id="R88a1c4664e8143d1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06648b9a640bb" /><Relationship Type="http://schemas.openxmlformats.org/officeDocument/2006/relationships/notesSlide" Target="/ppt/notesSlides/notesSlide152.xml" Id="R02933f1f4cae4558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7f529a28b485e" /><Relationship Type="http://schemas.openxmlformats.org/officeDocument/2006/relationships/notesSlide" Target="/ppt/notesSlides/notesSlide153.xml" Id="R9b86e0075e7c4d87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e48f51f0f4e28" /><Relationship Type="http://schemas.openxmlformats.org/officeDocument/2006/relationships/notesSlide" Target="/ppt/notesSlides/notesSlide154.xml" Id="Red448880e3c740d6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60d2eaef34b6d" /><Relationship Type="http://schemas.openxmlformats.org/officeDocument/2006/relationships/notesSlide" Target="/ppt/notesSlides/notesSlide155.xml" Id="R8d839d647f0f401e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70288b5124b5c" /><Relationship Type="http://schemas.openxmlformats.org/officeDocument/2006/relationships/notesSlide" Target="/ppt/notesSlides/notesSlide156.xml" Id="Rddc4b65e473d4c3a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770f1e39143cc" /><Relationship Type="http://schemas.openxmlformats.org/officeDocument/2006/relationships/notesSlide" Target="/ppt/notesSlides/notesSlide157.xml" Id="R22a1551c64f94d4d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5984d0e3e4c23" /><Relationship Type="http://schemas.openxmlformats.org/officeDocument/2006/relationships/notesSlide" Target="/ppt/notesSlides/notesSlide158.xml" Id="R126dde5061e74120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09dc1c00844b6" /><Relationship Type="http://schemas.openxmlformats.org/officeDocument/2006/relationships/notesSlide" Target="/ppt/notesSlides/notesSlide159.xml" Id="Rdc9263ea8fca4139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8df0400744a4f" /><Relationship Type="http://schemas.openxmlformats.org/officeDocument/2006/relationships/notesSlide" Target="/ppt/notesSlides/notesSlide160.xml" Id="Rf0fbc93354f349ab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04fc86cc6456a" /><Relationship Type="http://schemas.openxmlformats.org/officeDocument/2006/relationships/notesSlide" Target="/ppt/notesSlides/notesSlide161.xml" Id="Rdfd0395a81dd4dfa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107369a094d72" /><Relationship Type="http://schemas.openxmlformats.org/officeDocument/2006/relationships/notesSlide" Target="/ppt/notesSlides/notesSlide162.xml" Id="R65c1937a39104250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1b55a870f4966" /><Relationship Type="http://schemas.openxmlformats.org/officeDocument/2006/relationships/notesSlide" Target="/ppt/notesSlides/notesSlide163.xml" Id="R6c973f90fb4245bf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741dbfd394d8a" /><Relationship Type="http://schemas.openxmlformats.org/officeDocument/2006/relationships/notesSlide" Target="/ppt/notesSlides/notesSlide164.xml" Id="R9bb5ce7095094b0c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7f0404d114120" /><Relationship Type="http://schemas.openxmlformats.org/officeDocument/2006/relationships/notesSlide" Target="/ppt/notesSlides/notesSlide165.xml" Id="Rfc1570c894644470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f915a25db4831" /><Relationship Type="http://schemas.openxmlformats.org/officeDocument/2006/relationships/notesSlide" Target="/ppt/notesSlides/notesSlide166.xml" Id="R96ab3a0263224a77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1826ceeda436e" /><Relationship Type="http://schemas.openxmlformats.org/officeDocument/2006/relationships/notesSlide" Target="/ppt/notesSlides/notesSlide167.xml" Id="Re1732d002df8417d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a8f2a46e74c83" /><Relationship Type="http://schemas.openxmlformats.org/officeDocument/2006/relationships/notesSlide" Target="/ppt/notesSlides/notesSlide168.xml" Id="R9becf1afcc6d49e0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45cdd9e6e45e8" /><Relationship Type="http://schemas.openxmlformats.org/officeDocument/2006/relationships/notesSlide" Target="/ppt/notesSlides/notesSlide169.xml" Id="R9873fa1a63dc4d33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42ff3e87443d2" /><Relationship Type="http://schemas.openxmlformats.org/officeDocument/2006/relationships/notesSlide" Target="/ppt/notesSlides/notesSlide170.xml" Id="R2a52cf3b56f344c0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0c4fa6e584cf9" /><Relationship Type="http://schemas.openxmlformats.org/officeDocument/2006/relationships/notesSlide" Target="/ppt/notesSlides/notesSlide171.xml" Id="R14ed378f14394011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a6d583d0e4b2a" /><Relationship Type="http://schemas.openxmlformats.org/officeDocument/2006/relationships/image" Target="/ppt/media/image17.jpeg" Id="R14c694de24f94d58" /><Relationship Type="http://schemas.openxmlformats.org/officeDocument/2006/relationships/notesSlide" Target="/ppt/notesSlides/notesSlide172.xml" Id="Ra96e8be6121d4537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21d23cc554562" /><Relationship Type="http://schemas.openxmlformats.org/officeDocument/2006/relationships/image" Target="/ppt/media/image18.jpeg" Id="Rabebd9f39df54022" /><Relationship Type="http://schemas.openxmlformats.org/officeDocument/2006/relationships/notesSlide" Target="/ppt/notesSlides/notesSlide173.xml" Id="R0d78dd3bfb0f4841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41e2011b84da4" /><Relationship Type="http://schemas.openxmlformats.org/officeDocument/2006/relationships/image" Target="/ppt/media/image19.jpeg" Id="Rb386be6e588142ea" /><Relationship Type="http://schemas.openxmlformats.org/officeDocument/2006/relationships/notesSlide" Target="/ppt/notesSlides/notesSlide174.xml" Id="R52cc43cb940f4de2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e4b09371249f0" /><Relationship Type="http://schemas.openxmlformats.org/officeDocument/2006/relationships/image" Target="/ppt/media/image20.jpeg" Id="R2362109d294f4eef" /><Relationship Type="http://schemas.openxmlformats.org/officeDocument/2006/relationships/notesSlide" Target="/ppt/notesSlides/notesSlide175.xml" Id="R9e4f092697f04ab9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ae2cf188b4f9f" /><Relationship Type="http://schemas.openxmlformats.org/officeDocument/2006/relationships/notesSlide" Target="/ppt/notesSlides/notesSlide176.xml" Id="R79b123397e724e9e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8ceb6390f40f1" /><Relationship Type="http://schemas.openxmlformats.org/officeDocument/2006/relationships/notesSlide" Target="/ppt/notesSlides/notesSlide177.xml" Id="Rd2b76121772f4abd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6ec0187ec438e" /><Relationship Type="http://schemas.openxmlformats.org/officeDocument/2006/relationships/notesSlide" Target="/ppt/notesSlides/notesSlide178.xml" Id="Rc5f23d7b1bf24936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4937406444c0e" /><Relationship Type="http://schemas.openxmlformats.org/officeDocument/2006/relationships/notesSlide" Target="/ppt/notesSlides/notesSlide179.xml" Id="Rd6a6c3f4f6a3485c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daed6b0e3450d" /><Relationship Type="http://schemas.openxmlformats.org/officeDocument/2006/relationships/notesSlide" Target="/ppt/notesSlides/notesSlide180.xml" Id="R13732000e41a4867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8a10155dd4193" /><Relationship Type="http://schemas.openxmlformats.org/officeDocument/2006/relationships/notesSlide" Target="/ppt/notesSlides/notesSlide181.xml" Id="Ra489b60057f74ea4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95319ad6c43fe" /><Relationship Type="http://schemas.openxmlformats.org/officeDocument/2006/relationships/notesSlide" Target="/ppt/notesSlides/notesSlide182.xml" Id="R17133716a605424d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373a1a8464947" /><Relationship Type="http://schemas.openxmlformats.org/officeDocument/2006/relationships/notesSlide" Target="/ppt/notesSlides/notesSlide183.xml" Id="R64335e8176054444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70419ef554071" /><Relationship Type="http://schemas.openxmlformats.org/officeDocument/2006/relationships/notesSlide" Target="/ppt/notesSlides/notesSlide184.xml" Id="R733b14785c0247f9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3306198294b12" /><Relationship Type="http://schemas.openxmlformats.org/officeDocument/2006/relationships/notesSlide" Target="/ppt/notesSlides/notesSlide185.xml" Id="R60f9b7027d6b4101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b954473d64c63" /><Relationship Type="http://schemas.openxmlformats.org/officeDocument/2006/relationships/notesSlide" Target="/ppt/notesSlides/notesSlide186.xml" Id="Rf8ec2bfd82064611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9433e8c6c4310" /><Relationship Type="http://schemas.openxmlformats.org/officeDocument/2006/relationships/notesSlide" Target="/ppt/notesSlides/notesSlide187.xml" Id="Rc427ea02f0854830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e187c6a604c81" /><Relationship Type="http://schemas.openxmlformats.org/officeDocument/2006/relationships/notesSlide" Target="/ppt/notesSlides/notesSlide188.xml" Id="Rf8431579455c4b08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03ac68de840ee" /><Relationship Type="http://schemas.openxmlformats.org/officeDocument/2006/relationships/notesSlide" Target="/ppt/notesSlides/notesSlide189.xml" Id="Re7b12da9aa794bf9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cb7f4077a4438" /><Relationship Type="http://schemas.openxmlformats.org/officeDocument/2006/relationships/notesSlide" Target="/ppt/notesSlides/notesSlide190.xml" Id="Rf74dacf5cbd64525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85f9670c540ac" /><Relationship Type="http://schemas.openxmlformats.org/officeDocument/2006/relationships/notesSlide" Target="/ppt/notesSlides/notesSlide191.xml" Id="R99076d06187e419c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534f95a43445b" /><Relationship Type="http://schemas.openxmlformats.org/officeDocument/2006/relationships/notesSlide" Target="/ppt/notesSlides/notesSlide192.xml" Id="R33d8768603594c00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26008b4eb4708" /><Relationship Type="http://schemas.openxmlformats.org/officeDocument/2006/relationships/notesSlide" Target="/ppt/notesSlides/notesSlide193.xml" Id="Rb0aab8bb17e74eb4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5afc2404f4a02" /><Relationship Type="http://schemas.openxmlformats.org/officeDocument/2006/relationships/notesSlide" Target="/ppt/notesSlides/notesSlide194.xml" Id="R953ab2f319524975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2c85debcb43d3" /><Relationship Type="http://schemas.openxmlformats.org/officeDocument/2006/relationships/notesSlide" Target="/ppt/notesSlides/notesSlide195.xml" Id="R8566099f6b234f60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b1ff937f84ca5" /><Relationship Type="http://schemas.openxmlformats.org/officeDocument/2006/relationships/notesSlide" Target="/ppt/notesSlides/notesSlide196.xml" Id="R6b876ed94eb141f1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57f54aa9c485a" /><Relationship Type="http://schemas.openxmlformats.org/officeDocument/2006/relationships/notesSlide" Target="/ppt/notesSlides/notesSlide197.xml" Id="Rf6bd1a4768f744c9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f6aa52ded49e7" /><Relationship Type="http://schemas.openxmlformats.org/officeDocument/2006/relationships/notesSlide" Target="/ppt/notesSlides/notesSlide198.xml" Id="Rc2eef603837240d2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196690b454645" /><Relationship Type="http://schemas.openxmlformats.org/officeDocument/2006/relationships/notesSlide" Target="/ppt/notesSlides/notesSlide199.xml" Id="R9078a7260d5a455e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01f891a0840da" /><Relationship Type="http://schemas.openxmlformats.org/officeDocument/2006/relationships/notesSlide" Target="/ppt/notesSlides/notesSlide200.xml" Id="R268c347b556043ca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c2a0593df43ea" /><Relationship Type="http://schemas.openxmlformats.org/officeDocument/2006/relationships/notesSlide" Target="/ppt/notesSlides/notesSlide201.xml" Id="R7e911b6ceba34085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21ce5a4f947c6" /><Relationship Type="http://schemas.openxmlformats.org/officeDocument/2006/relationships/notesSlide" Target="/ppt/notesSlides/notesSlide202.xml" Id="R52c68fd6cb4643cd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9b9540f7148dd" /><Relationship Type="http://schemas.openxmlformats.org/officeDocument/2006/relationships/notesSlide" Target="/ppt/notesSlides/notesSlide203.xml" Id="R6de2cc4d3bcb4595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f2273a33a4203" /><Relationship Type="http://schemas.openxmlformats.org/officeDocument/2006/relationships/notesSlide" Target="/ppt/notesSlides/notesSlide204.xml" Id="R53cc176427ca4e66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c56daa8a44019" /><Relationship Type="http://schemas.openxmlformats.org/officeDocument/2006/relationships/notesSlide" Target="/ppt/notesSlides/notesSlide205.xml" Id="Rcddc4e89e8544224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fd17a14284375" /><Relationship Type="http://schemas.openxmlformats.org/officeDocument/2006/relationships/notesSlide" Target="/ppt/notesSlides/notesSlide206.xml" Id="R2937e66db13d49f6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305e35cba4510" /><Relationship Type="http://schemas.openxmlformats.org/officeDocument/2006/relationships/notesSlide" Target="/ppt/notesSlides/notesSlide207.xml" Id="R5f31391fbcf341ee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30fa143714328" /><Relationship Type="http://schemas.openxmlformats.org/officeDocument/2006/relationships/notesSlide" Target="/ppt/notesSlides/notesSlide208.xml" Id="R270c8caf1d0047bc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7b5da1ddd4eb7" /><Relationship Type="http://schemas.openxmlformats.org/officeDocument/2006/relationships/image" Target="/ppt/media/image21.jpeg" Id="R5c2bdb3362254e9a" /><Relationship Type="http://schemas.openxmlformats.org/officeDocument/2006/relationships/notesSlide" Target="/ppt/notesSlides/notesSlide209.xml" Id="R47cd88aec51e46f7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e9afe4d1d4aca" /><Relationship Type="http://schemas.openxmlformats.org/officeDocument/2006/relationships/image" Target="/ppt/media/image22.jpeg" Id="Rfa7a92e0dc7b4c02" /><Relationship Type="http://schemas.openxmlformats.org/officeDocument/2006/relationships/notesSlide" Target="/ppt/notesSlides/notesSlide210.xml" Id="Racef47e78d06424c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c6f9e82504904" /><Relationship Type="http://schemas.openxmlformats.org/officeDocument/2006/relationships/image" Target="/ppt/media/image23.jpeg" Id="R7cc021710ff24a14" /><Relationship Type="http://schemas.openxmlformats.org/officeDocument/2006/relationships/notesSlide" Target="/ppt/notesSlides/notesSlide211.xml" Id="R4512f3f06d3b483e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3b34789b042ae" /><Relationship Type="http://schemas.openxmlformats.org/officeDocument/2006/relationships/image" Target="/ppt/media/image24.jpeg" Id="Rde5873e27d7b405b" /><Relationship Type="http://schemas.openxmlformats.org/officeDocument/2006/relationships/notesSlide" Target="/ppt/notesSlides/notesSlide212.xml" Id="Re6051eb052fe43de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017ac42254902" /><Relationship Type="http://schemas.openxmlformats.org/officeDocument/2006/relationships/notesSlide" Target="/ppt/notesSlides/notesSlide213.xml" Id="Rd7f125dc33bb4d4c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84906177e492d" /><Relationship Type="http://schemas.openxmlformats.org/officeDocument/2006/relationships/notesSlide" Target="/ppt/notesSlides/notesSlide214.xml" Id="R45a5061beb184f50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780ccdb6f442d" /><Relationship Type="http://schemas.openxmlformats.org/officeDocument/2006/relationships/notesSlide" Target="/ppt/notesSlides/notesSlide215.xml" Id="R5f81859c3c6c4bc9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dc46834cb4ecf" /><Relationship Type="http://schemas.openxmlformats.org/officeDocument/2006/relationships/notesSlide" Target="/ppt/notesSlides/notesSlide216.xml" Id="R7a7e86564a034d5d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f19279c7148d3" /><Relationship Type="http://schemas.openxmlformats.org/officeDocument/2006/relationships/notesSlide" Target="/ppt/notesSlides/notesSlide217.xml" Id="R98e9a8f8dd5b41c8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beea13e8c4561" /><Relationship Type="http://schemas.openxmlformats.org/officeDocument/2006/relationships/notesSlide" Target="/ppt/notesSlides/notesSlide218.xml" Id="R0054db2c37404990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6608e9212463a" /><Relationship Type="http://schemas.openxmlformats.org/officeDocument/2006/relationships/notesSlide" Target="/ppt/notesSlides/notesSlide219.xml" Id="R5e2a2d18919c48a7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be29475624d7f" /><Relationship Type="http://schemas.openxmlformats.org/officeDocument/2006/relationships/notesSlide" Target="/ppt/notesSlides/notesSlide220.xml" Id="R1e2796d4dd9c4b7d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9fd27faf14cd9" /><Relationship Type="http://schemas.openxmlformats.org/officeDocument/2006/relationships/notesSlide" Target="/ppt/notesSlides/notesSlide221.xml" Id="Rf62fc4ebd2a44221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66ccf420a417a" /><Relationship Type="http://schemas.openxmlformats.org/officeDocument/2006/relationships/notesSlide" Target="/ppt/notesSlides/notesSlide222.xml" Id="Rcb32517199d74e49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98b40b9104e8b" /><Relationship Type="http://schemas.openxmlformats.org/officeDocument/2006/relationships/notesSlide" Target="/ppt/notesSlides/notesSlide223.xml" Id="Reb5049db7fc44e39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4b0a5900e4345" /><Relationship Type="http://schemas.openxmlformats.org/officeDocument/2006/relationships/notesSlide" Target="/ppt/notesSlides/notesSlide224.xml" Id="R524f75ce8bf94488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e5c86c12b4f15" /><Relationship Type="http://schemas.openxmlformats.org/officeDocument/2006/relationships/notesSlide" Target="/ppt/notesSlides/notesSlide225.xml" Id="R9c859f2e9d15403e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934f8028e4fa8" /><Relationship Type="http://schemas.openxmlformats.org/officeDocument/2006/relationships/notesSlide" Target="/ppt/notesSlides/notesSlide226.xml" Id="Ra8ce534f63854a28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bd04ce0034d04" /><Relationship Type="http://schemas.openxmlformats.org/officeDocument/2006/relationships/notesSlide" Target="/ppt/notesSlides/notesSlide227.xml" Id="R2c3fbc89f1d945e1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6b6b6af3849e6" /><Relationship Type="http://schemas.openxmlformats.org/officeDocument/2006/relationships/notesSlide" Target="/ppt/notesSlides/notesSlide228.xml" Id="Rf7accaf9c25f44da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459321726481f" /><Relationship Type="http://schemas.openxmlformats.org/officeDocument/2006/relationships/notesSlide" Target="/ppt/notesSlides/notesSlide229.xml" Id="Rc5d50960cbd44640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3144665854106" /><Relationship Type="http://schemas.openxmlformats.org/officeDocument/2006/relationships/notesSlide" Target="/ppt/notesSlides/notesSlide230.xml" Id="Ra6e4ed39c22143e1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0e10318f04329" /><Relationship Type="http://schemas.openxmlformats.org/officeDocument/2006/relationships/notesSlide" Target="/ppt/notesSlides/notesSlide231.xml" Id="R442d755b36404ef6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375c1ecc14e30" /><Relationship Type="http://schemas.openxmlformats.org/officeDocument/2006/relationships/notesSlide" Target="/ppt/notesSlides/notesSlide232.xml" Id="R08448e4c86a849e2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cd600afb74af2" /><Relationship Type="http://schemas.openxmlformats.org/officeDocument/2006/relationships/notesSlide" Target="/ppt/notesSlides/notesSlide233.xml" Id="Re2078ae8abf84ccb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f211853714c8f" /><Relationship Type="http://schemas.openxmlformats.org/officeDocument/2006/relationships/notesSlide" Target="/ppt/notesSlides/notesSlide234.xml" Id="Ra2ed7534946543e7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3eb6506374a8b" /><Relationship Type="http://schemas.openxmlformats.org/officeDocument/2006/relationships/notesSlide" Target="/ppt/notesSlides/notesSlide235.xml" Id="R0a666b39ecf04742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ed26cdc884323" /><Relationship Type="http://schemas.openxmlformats.org/officeDocument/2006/relationships/notesSlide" Target="/ppt/notesSlides/notesSlide236.xml" Id="R8a4dd111c22c440f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961f5db8e46a3" /><Relationship Type="http://schemas.openxmlformats.org/officeDocument/2006/relationships/notesSlide" Target="/ppt/notesSlides/notesSlide237.xml" Id="Rfb03dabe9a114949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f422d14784314" /><Relationship Type="http://schemas.openxmlformats.org/officeDocument/2006/relationships/notesSlide" Target="/ppt/notesSlides/notesSlide238.xml" Id="R318e729d11de40d9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34c0c8d2d4a7c" /><Relationship Type="http://schemas.openxmlformats.org/officeDocument/2006/relationships/notesSlide" Target="/ppt/notesSlides/notesSlide239.xml" Id="R4d28a14d95864000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eb2e60e604477" /><Relationship Type="http://schemas.openxmlformats.org/officeDocument/2006/relationships/notesSlide" Target="/ppt/notesSlides/notesSlide240.xml" Id="R21ce539f034c4120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1ad59cb0c4f7c" /><Relationship Type="http://schemas.openxmlformats.org/officeDocument/2006/relationships/notesSlide" Target="/ppt/notesSlides/notesSlide241.xml" Id="R393590ddf6e646ff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25fff7cca4f70" /><Relationship Type="http://schemas.openxmlformats.org/officeDocument/2006/relationships/notesSlide" Target="/ppt/notesSlides/notesSlide242.xml" Id="R03ced6657ce54a8c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92c2879c7475d" /><Relationship Type="http://schemas.openxmlformats.org/officeDocument/2006/relationships/notesSlide" Target="/ppt/notesSlides/notesSlide243.xml" Id="R5c7cf97d60aa419d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894ea3a834cdb" /><Relationship Type="http://schemas.openxmlformats.org/officeDocument/2006/relationships/notesSlide" Target="/ppt/notesSlides/notesSlide244.xml" Id="R479ad2ea477d4640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c8a22ac514089" /><Relationship Type="http://schemas.openxmlformats.org/officeDocument/2006/relationships/notesSlide" Target="/ppt/notesSlides/notesSlide245.xml" Id="R64b0fa9c1dd34842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6193f21744d1d" /><Relationship Type="http://schemas.openxmlformats.org/officeDocument/2006/relationships/image" Target="/ppt/media/image25.jpeg" Id="Re098d38b084046a0" /><Relationship Type="http://schemas.openxmlformats.org/officeDocument/2006/relationships/notesSlide" Target="/ppt/notesSlides/notesSlide246.xml" Id="Rc17855e7b3414ad4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1389881994a89" /><Relationship Type="http://schemas.openxmlformats.org/officeDocument/2006/relationships/image" Target="/ppt/media/image26.jpeg" Id="Rf646c73ebcea4aee" /><Relationship Type="http://schemas.openxmlformats.org/officeDocument/2006/relationships/notesSlide" Target="/ppt/notesSlides/notesSlide247.xml" Id="R4126dc8601e94881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a12926a7d4858" /><Relationship Type="http://schemas.openxmlformats.org/officeDocument/2006/relationships/image" Target="/ppt/media/image27.jpeg" Id="R91f5fd9ed15844f6" /><Relationship Type="http://schemas.openxmlformats.org/officeDocument/2006/relationships/notesSlide" Target="/ppt/notesSlides/notesSlide248.xml" Id="R0407d620cd324a20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38d9b7bf442fe" /><Relationship Type="http://schemas.openxmlformats.org/officeDocument/2006/relationships/image" Target="/ppt/media/image28.jpeg" Id="Ra2a8245f05dc4167" /><Relationship Type="http://schemas.openxmlformats.org/officeDocument/2006/relationships/notesSlide" Target="/ppt/notesSlides/notesSlide249.xml" Id="R72ff5379a9bd4c2b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30aaf82d74054" /><Relationship Type="http://schemas.openxmlformats.org/officeDocument/2006/relationships/notesSlide" Target="/ppt/notesSlides/notesSlide250.xml" Id="R7bc683a4a3354983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76881770c4acb" /><Relationship Type="http://schemas.openxmlformats.org/officeDocument/2006/relationships/notesSlide" Target="/ppt/notesSlides/notesSlide251.xml" Id="Rd1f24cad77e54c8f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5dd69f9244692" /><Relationship Type="http://schemas.openxmlformats.org/officeDocument/2006/relationships/notesSlide" Target="/ppt/notesSlides/notesSlide252.xml" Id="R6aa2229d614542c4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fdb99360248ad" /><Relationship Type="http://schemas.openxmlformats.org/officeDocument/2006/relationships/notesSlide" Target="/ppt/notesSlides/notesSlide253.xml" Id="Racd5d2b5c1534054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7b5ab5a304efc" /><Relationship Type="http://schemas.openxmlformats.org/officeDocument/2006/relationships/notesSlide" Target="/ppt/notesSlides/notesSlide254.xml" Id="R4e337a525e7741ed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c0765464349b6" /><Relationship Type="http://schemas.openxmlformats.org/officeDocument/2006/relationships/notesSlide" Target="/ppt/notesSlides/notesSlide255.xml" Id="Re1ea71fdb9764430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95ea78ea7467e" /><Relationship Type="http://schemas.openxmlformats.org/officeDocument/2006/relationships/notesSlide" Target="/ppt/notesSlides/notesSlide256.xml" Id="Re9f2ec9796f749bb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18100acd944ae" /><Relationship Type="http://schemas.openxmlformats.org/officeDocument/2006/relationships/notesSlide" Target="/ppt/notesSlides/notesSlide257.xml" Id="R0b051add4b30402b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36415d1534e94" /><Relationship Type="http://schemas.openxmlformats.org/officeDocument/2006/relationships/notesSlide" Target="/ppt/notesSlides/notesSlide258.xml" Id="Rfdea5a9085c4416b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3f9e9a166498c" /><Relationship Type="http://schemas.openxmlformats.org/officeDocument/2006/relationships/notesSlide" Target="/ppt/notesSlides/notesSlide259.xml" Id="Re3546a210e1a49c5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58d0d762b4d67" /><Relationship Type="http://schemas.openxmlformats.org/officeDocument/2006/relationships/notesSlide" Target="/ppt/notesSlides/notesSlide260.xml" Id="R802c5dc159584394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74c743f1e4b55" /><Relationship Type="http://schemas.openxmlformats.org/officeDocument/2006/relationships/notesSlide" Target="/ppt/notesSlides/notesSlide261.xml" Id="R666d074fcdbd495e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fd3f69ce44237" /><Relationship Type="http://schemas.openxmlformats.org/officeDocument/2006/relationships/notesSlide" Target="/ppt/notesSlides/notesSlide262.xml" Id="R71fd87a200c24692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4829d7a624c43" /><Relationship Type="http://schemas.openxmlformats.org/officeDocument/2006/relationships/notesSlide" Target="/ppt/notesSlides/notesSlide263.xml" Id="R69ba5b0c5ce546a4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7951f30fd4640" /><Relationship Type="http://schemas.openxmlformats.org/officeDocument/2006/relationships/notesSlide" Target="/ppt/notesSlides/notesSlide264.xml" Id="Re24324245f7748eb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c9d0389f944fc" /><Relationship Type="http://schemas.openxmlformats.org/officeDocument/2006/relationships/notesSlide" Target="/ppt/notesSlides/notesSlide265.xml" Id="R2de27ebabe7f46d2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da27968934f30" /><Relationship Type="http://schemas.openxmlformats.org/officeDocument/2006/relationships/notesSlide" Target="/ppt/notesSlides/notesSlide266.xml" Id="R64419fd0512a4855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29ba72e23409f" /><Relationship Type="http://schemas.openxmlformats.org/officeDocument/2006/relationships/notesSlide" Target="/ppt/notesSlides/notesSlide267.xml" Id="R44cfdd90d02641e9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e7e25064342e0" /><Relationship Type="http://schemas.openxmlformats.org/officeDocument/2006/relationships/notesSlide" Target="/ppt/notesSlides/notesSlide268.xml" Id="R02a1f19b600a4cc4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f1ae7740a485e" /><Relationship Type="http://schemas.openxmlformats.org/officeDocument/2006/relationships/notesSlide" Target="/ppt/notesSlides/notesSlide269.xml" Id="R2b35092af07a4318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269955c394307" /><Relationship Type="http://schemas.openxmlformats.org/officeDocument/2006/relationships/notesSlide" Target="/ppt/notesSlides/notesSlide270.xml" Id="R706052c5a2a4498c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b9945bd724d45" /><Relationship Type="http://schemas.openxmlformats.org/officeDocument/2006/relationships/notesSlide" Target="/ppt/notesSlides/notesSlide271.xml" Id="Reec6c7eb40214320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8c253d6a14091" /><Relationship Type="http://schemas.openxmlformats.org/officeDocument/2006/relationships/notesSlide" Target="/ppt/notesSlides/notesSlide272.xml" Id="Rb1a5961e615c48e2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1a9ab54a54ecf" /><Relationship Type="http://schemas.openxmlformats.org/officeDocument/2006/relationships/notesSlide" Target="/ppt/notesSlides/notesSlide273.xml" Id="R74f3d77ec5d34ca3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165e9927047de" /><Relationship Type="http://schemas.openxmlformats.org/officeDocument/2006/relationships/notesSlide" Target="/ppt/notesSlides/notesSlide274.xml" Id="R33040de7b67744e6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8ca51c95d4260" /><Relationship Type="http://schemas.openxmlformats.org/officeDocument/2006/relationships/notesSlide" Target="/ppt/notesSlides/notesSlide275.xml" Id="R66104223954140d1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40353eaa844d0" /><Relationship Type="http://schemas.openxmlformats.org/officeDocument/2006/relationships/notesSlide" Target="/ppt/notesSlides/notesSlide276.xml" Id="R9c3e2a3b453a4dfe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fba1ae86841c6" /><Relationship Type="http://schemas.openxmlformats.org/officeDocument/2006/relationships/notesSlide" Target="/ppt/notesSlides/notesSlide277.xml" Id="Rcb40e68c570441a2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1e67e0ce34310" /><Relationship Type="http://schemas.openxmlformats.org/officeDocument/2006/relationships/notesSlide" Target="/ppt/notesSlides/notesSlide278.xml" Id="R066cb6bb3f614d26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98cb1391c499d" /><Relationship Type="http://schemas.openxmlformats.org/officeDocument/2006/relationships/notesSlide" Target="/ppt/notesSlides/notesSlide279.xml" Id="Rd80ce2a9d2674a3d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6ba0dd1bc4004" /><Relationship Type="http://schemas.openxmlformats.org/officeDocument/2006/relationships/notesSlide" Target="/ppt/notesSlides/notesSlide280.xml" Id="Rf9f502eefa9e4e9c" /></Relationships>
</file>

<file path=ppt/slides/_rels/slide2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9380cc0ed4ca8" /><Relationship Type="http://schemas.openxmlformats.org/officeDocument/2006/relationships/notesSlide" Target="/ppt/notesSlides/notesSlide281.xml" Id="Rec176b3621b144a9" /></Relationships>
</file>

<file path=ppt/slides/_rels/slide2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9221fc28d4da0" /><Relationship Type="http://schemas.openxmlformats.org/officeDocument/2006/relationships/image" Target="/ppt/media/image29.jpeg" Id="R0bea877c07d44ed9" /><Relationship Type="http://schemas.openxmlformats.org/officeDocument/2006/relationships/notesSlide" Target="/ppt/notesSlides/notesSlide282.xml" Id="R93f439db19fa4acb" /></Relationships>
</file>

<file path=ppt/slides/_rels/slide2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62ec08cb54e06" /><Relationship Type="http://schemas.openxmlformats.org/officeDocument/2006/relationships/image" Target="/ppt/media/image30.jpeg" Id="R86d874f030014595" /><Relationship Type="http://schemas.openxmlformats.org/officeDocument/2006/relationships/notesSlide" Target="/ppt/notesSlides/notesSlide283.xml" Id="Ra094083e3b8f4711" /></Relationships>
</file>

<file path=ppt/slides/_rels/slide2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9bf93ca6a4d21" /><Relationship Type="http://schemas.openxmlformats.org/officeDocument/2006/relationships/image" Target="/ppt/media/image31.jpeg" Id="R2beb017cd0224a08" /><Relationship Type="http://schemas.openxmlformats.org/officeDocument/2006/relationships/notesSlide" Target="/ppt/notesSlides/notesSlide284.xml" Id="Rac78986e8ab544cd" /></Relationships>
</file>

<file path=ppt/slides/_rels/slide2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91de09d374662" /><Relationship Type="http://schemas.openxmlformats.org/officeDocument/2006/relationships/image" Target="/ppt/media/image32.jpeg" Id="R324040c0d2604b93" /><Relationship Type="http://schemas.openxmlformats.org/officeDocument/2006/relationships/notesSlide" Target="/ppt/notesSlides/notesSlide285.xml" Id="R7e76520db8d34f63" /></Relationships>
</file>

<file path=ppt/slides/_rels/slide2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1da41ea4f4e60" /><Relationship Type="http://schemas.openxmlformats.org/officeDocument/2006/relationships/image" Target="/ppt/media/image33.jpeg" Id="R0fec384cae8547f2" /><Relationship Type="http://schemas.openxmlformats.org/officeDocument/2006/relationships/notesSlide" Target="/ppt/notesSlides/notesSlide286.xml" Id="R83611c61b102482e" /></Relationships>
</file>

<file path=ppt/slides/_rels/slide2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83b55c7b14e1b" /><Relationship Type="http://schemas.openxmlformats.org/officeDocument/2006/relationships/notesSlide" Target="/ppt/notesSlides/notesSlide287.xml" Id="Ra74155daf0dd4bfb" /></Relationships>
</file>

<file path=ppt/slides/_rels/slide2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87f5320ab4113" /><Relationship Type="http://schemas.openxmlformats.org/officeDocument/2006/relationships/notesSlide" Target="/ppt/notesSlides/notesSlide288.xml" Id="R0099d3c70f3047df" /></Relationships>
</file>

<file path=ppt/slides/_rels/slide2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b044cf72e4d39" /><Relationship Type="http://schemas.openxmlformats.org/officeDocument/2006/relationships/notesSlide" Target="/ppt/notesSlides/notesSlide289.xml" Id="R1719a66154ef4cf9" /></Relationships>
</file>

<file path=ppt/slides/_rels/slide2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074c3d11b4650" /><Relationship Type="http://schemas.openxmlformats.org/officeDocument/2006/relationships/notesSlide" Target="/ppt/notesSlides/notesSlide290.xml" Id="R8734dd4d67314568" /></Relationships>
</file>

<file path=ppt/slides/_rels/slide2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f3a68f4224d17" /><Relationship Type="http://schemas.openxmlformats.org/officeDocument/2006/relationships/notesSlide" Target="/ppt/notesSlides/notesSlide291.xml" Id="R434f08ec53bb49c4" /></Relationships>
</file>

<file path=ppt/slides/_rels/slide2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63f8ad94643e0" /><Relationship Type="http://schemas.openxmlformats.org/officeDocument/2006/relationships/notesSlide" Target="/ppt/notesSlides/notesSlide292.xml" Id="Rbe9c4533b55f4c37" /></Relationships>
</file>

<file path=ppt/slides/_rels/slide2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2a73fa3b84659" /><Relationship Type="http://schemas.openxmlformats.org/officeDocument/2006/relationships/notesSlide" Target="/ppt/notesSlides/notesSlide293.xml" Id="R4435940476b84704" /></Relationships>
</file>

<file path=ppt/slides/_rels/slide2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d0c24d59949a9" /><Relationship Type="http://schemas.openxmlformats.org/officeDocument/2006/relationships/notesSlide" Target="/ppt/notesSlides/notesSlide294.xml" Id="Ra30dde6418c94c00" /></Relationships>
</file>

<file path=ppt/slides/_rels/slide2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a1a6a54c4c6d" /><Relationship Type="http://schemas.openxmlformats.org/officeDocument/2006/relationships/notesSlide" Target="/ppt/notesSlides/notesSlide295.xml" Id="R44a251436f814e19" /></Relationships>
</file>

<file path=ppt/slides/_rels/slide2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04a34a09d4d8f" /><Relationship Type="http://schemas.openxmlformats.org/officeDocument/2006/relationships/notesSlide" Target="/ppt/notesSlides/notesSlide296.xml" Id="Rb841048a072649e9" /></Relationships>
</file>

<file path=ppt/slides/_rels/slide2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8c68b6ac34483" /><Relationship Type="http://schemas.openxmlformats.org/officeDocument/2006/relationships/notesSlide" Target="/ppt/notesSlides/notesSlide297.xml" Id="R5717e694e2bf4b26" /></Relationships>
</file>

<file path=ppt/slides/_rels/slide2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1aef37882425f" /><Relationship Type="http://schemas.openxmlformats.org/officeDocument/2006/relationships/notesSlide" Target="/ppt/notesSlides/notesSlide298.xml" Id="R750d21a120da4682" /></Relationships>
</file>

<file path=ppt/slides/_rels/slide2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cb11d46fd4f3b" /><Relationship Type="http://schemas.openxmlformats.org/officeDocument/2006/relationships/notesSlide" Target="/ppt/notesSlides/notesSlide299.xml" Id="Rea2b868241614183" /></Relationships>
</file>

<file path=ppt/slides/_rels/slide3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e48f843344b21" /><Relationship Type="http://schemas.openxmlformats.org/officeDocument/2006/relationships/notesSlide" Target="/ppt/notesSlides/notesSlide300.xml" Id="R4cdb9408a96a4e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0438A-CD05-4A3F-8F9C-7737EA29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3B992-CB27-483E-BD76-65564C1D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857E1-A399-4B95-88BC-E9B2F0F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09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Agent &amp;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0298B-C30A-453C-9508-FB917393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회의 기록 · 코드 리뷰 · 검증 가능한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5AC71-0422-40C2-B949-D9EE2C3A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CE48F-025E-4E81-95DD-06131F7C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서울시립대·아주대 AI 겸임교수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53501-912D-446C-A711-E0BD9F8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2026.08.23 SUN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09:00–18:00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LUNCH 14:00–15:00</a:t>
            </a:r>
          </a:p>
        </p:txBody>
      </p:sp>
    </p:spTree>
    <p:extLst>
      <p:ext uri="{BB962C8B-B14F-4D97-AF65-F5344CB8AC3E}">
        <p14:creationId xmlns:p14="http://schemas.microsoft.com/office/powerpoint/2010/main" val="636563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2FDB67-45EF-4C9F-A621-DC75F615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C518D-E4ED-4D33-984C-A39AC0D2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09:00–10:00 · 이 시간의 학습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2D448-D198-4360-A845-1542FB6A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BE26E-0053-400E-907D-5F932488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2D74B-EBFD-40B2-97EE-6FDBB279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B507B-1DD2-47A7-9B8B-E9E08C35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D37C0-5125-44F4-971B-FE1381E7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수업이 끝날 때 “어떤 모델을 썼는가”보다 “어떤 업무를 어떤 증거와 통제로 바꿨는가”를 설명합니다.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891B6-2217-46AD-9A3D-899DAE3C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4F17D-A4A2-4746-848B-43A61BC5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35564-9EB2-46D7-A9B3-B727F032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37CCF-4501-426A-AC67-CD29F6EA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5167C-3A98-44E3-8E62-1B1F5DD5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2BF6E-08D9-4D5F-A642-12C4E89D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FF6E7-5579-45F2-B78F-06092728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03D28-5078-4BA6-8D0F-E8773144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BB6E1-14FD-4875-847A-D70FD6A1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6E437-E761-4A80-9EB7-C893EBFE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7229E-F0D8-4C19-B637-A1BCEA34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92FC8-E8A3-48CB-91DC-712DC706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CE9F1-6DD6-4838-9BFE-FE0F9AB6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2A3FE-22E3-454F-9029-FD6BCFE1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F6E64-9ACA-439C-8942-0974C295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1928105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27BBD-6A9C-4872-9B33-5395DAF1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E2020-26B2-48B1-AA53-521AC5D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생성형 AI — Generative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2F6A8-A369-4063-8783-81BA4CEE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1455E-3000-472C-B28B-14963BE6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FF6E2-BAE9-43F6-8592-F7C3D3E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3F2B9-B0E6-4D2C-8C72-49E4D2B1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28BBD-6AAC-4824-83A2-0A8BCE6C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06C4C-D12A-4442-88EB-EC48B765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학습한 패턴을 바탕으로 새로운 텍스트·이미지·코드를 만들어내는 AI입니다.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7CE3A-E762-4BF4-BB38-5073374E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2F797-0C56-4550-863C-E8885132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6D477-4016-411B-B26D-95A3AC51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데이터를 분류하는 AI와 달리 초안과 설명을 만들 수 있지만, 사실 확인과 통제가 필요합니다.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A0F75-301C-402F-983A-CF4065E7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99BEC-9ABC-4ECB-BC75-B7B89672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원문을 읽고 요약 초안을 만든 뒤 사람이 검토합니다.</a:t>
            </a:r>
          </a:p>
        </p:txBody>
      </p:sp>
    </p:spTree>
    <p:extLst>
      <p:ext uri="{BB962C8B-B14F-4D97-AF65-F5344CB8AC3E}">
        <p14:creationId xmlns:p14="http://schemas.microsoft.com/office/powerpoint/2010/main" val="1976957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010A0-5936-4D43-A227-3BB1E031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A6ED4-483A-4D52-A109-16BB0814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 — Large Language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F2FC1-93EB-4E44-A42C-0B1B9DE5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FBEF1-DCE8-4EE8-9C10-A180F200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3FAC8-4C30-4820-AE5C-CE0104A3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908B2-7F88-4E21-AB44-6BC835A7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5415D-F499-4930-B148-A3A8A2B2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ADAF4-10FA-4B2C-A7B5-C53F3E34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아주 많은 텍스트로 학습해 다음에 올 말의 가능성을 계산하는 언어 모델입니다.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5D121-226A-4F8E-BC58-8E6B180F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6EB06-47C8-47E4-96E4-DE22DB6A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88B8A-0EB0-4500-BF5C-9111FAC6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문장을 잘 만들지만 회사 규칙이나 최신 사실을 자동으로 보장하지는 않습니다.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42936-CDF1-4C42-B8CF-268AD59B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25930-8689-4640-8E7D-808D1EF1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회의에서 결정·담당자·기한 후보를 구조화합니다.</a:t>
            </a:r>
          </a:p>
        </p:txBody>
      </p:sp>
    </p:spTree>
    <p:extLst>
      <p:ext uri="{BB962C8B-B14F-4D97-AF65-F5344CB8AC3E}">
        <p14:creationId xmlns:p14="http://schemas.microsoft.com/office/powerpoint/2010/main" val="1294254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A5D51-5F77-4610-AA7D-2FF8D09C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FBD61-6EC3-4C6C-87D3-8928DC48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— Goal + State + Tools +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78E18-75FA-48EE-8EA0-6F9AFD98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57EE4-49AD-4A66-B916-9DC37A2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691F8-167A-4BD1-918B-3FB736F2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38C5D-D09C-430F-8EC7-FFC0D628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A116A-0EE5-4533-9A45-8879ABC1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2A10D-A300-496E-9F27-088C9E60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받아 현재 상태를 보고, 도구를 선택하고, 결과를 확인하며 다음 행동을 정하는 실행 구조입니다.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916E7-54DA-4587-9935-0A379B21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E4D19-8355-4FD8-A59A-59FEEEA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193BC-FB31-437A-A90D-945C3BD9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번의 답변이 아니라 여러 단계 업무를 안전하게 이어가기 위해 필요합니다.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C33BB-D7F1-409C-94DA-6EC59EE5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AD3FD-6737-484B-B583-FEAC5AC8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읽기 → 요약 → 검증 → 승인 → 기록</a:t>
            </a:r>
          </a:p>
        </p:txBody>
      </p:sp>
    </p:spTree>
    <p:extLst>
      <p:ext uri="{BB962C8B-B14F-4D97-AF65-F5344CB8AC3E}">
        <p14:creationId xmlns:p14="http://schemas.microsoft.com/office/powerpoint/2010/main" val="1427240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26977-143F-4D19-A6C2-9F50CFE0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4AC15-ED4A-4222-880A-3F6889F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 — Instructions + Tools +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AF5FA-28CF-493E-B542-11B77273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BBE33-0A4A-439E-A7BC-B5211C29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4AD1D-C9AB-46DA-B4DC-59FAB825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2C3EF-4AAD-4F1D-8125-A7C69703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1A92C-14AF-47AE-87BF-A95DFCD4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23482-AA71-410D-8F39-C65F0B25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주변에 지시문·도구·권한·테스트·관측 장치를 설계하는 방식입니다.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F508C-9555-45B7-8F4F-DAF5D474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F7345-6E7D-4B77-A614-BB72F8A8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09924-4221-47F6-86BA-21A4575E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모델도 어떤 실행 환경과 검증 루프에 넣느냐에 따라 업무 신뢰도가 달라집니다.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FD04C-CF95-4B7B-9ED2-154724BF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32900-A3CB-48A9-A86D-AEE9450C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Codex·Claude에 작은 작업을 주고 테스트와 diff로 결과를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029419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D6DEE-E301-43C8-8B24-A755183A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INSTRUCTOR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7C72F-EFAF-4EBD-B394-54BA5FDF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역할 · Agent 제품을 운영하는 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C7710-DB8A-461F-AC9E-844FA1BF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77897-6844-4308-9DA7-F81259AB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D3BD8-9747-4A69-89B3-3C7F8B76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A052D-2A14-4974-BB5D-9277873B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1061C-FA05-4D62-82D9-22F4DFD3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8ECD2-128E-4A3E-B971-20141A1D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 접점 Agent는 모델 데모가 아니라 제품 운영 문제다.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FDC2F-0A27-435A-B615-586A7A8A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Agent AID Chat·쇼핑 탐색·상품정보 / Voice Agent·AI 해설 / SEO/GEO·모두의AI</a:t>
            </a:r>
          </a:p>
        </p:txBody>
      </p:sp>
    </p:spTree>
    <p:extLst>
      <p:ext uri="{BB962C8B-B14F-4D97-AF65-F5344CB8AC3E}">
        <p14:creationId xmlns:p14="http://schemas.microsoft.com/office/powerpoint/2010/main" val="2056909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5CC37-AFDB-4091-BD2B-34D7D412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9A262-04D8-4D9C-9F34-329A0BB3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산업 경력 · 모델보다 문제를 따라 이동했다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92F5F-2466-475F-921D-0F78BD4E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59CE3-C38D-4DDC-AC17-20F4251C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C6C3E-C203-40FE-B82B-81425826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18DB0-A596-4C13-B745-1CAFF690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8ABEF-5C2E-4DFD-976C-BBFC708C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금융/ML → 의료/DL → 교육/LLM → 이커머스/Agent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AD1AC-4918-4218-BF94-4D4242D3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764D5-D78E-4DD3-9E6B-813316A6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에이젠글로벌 · 금융 AutoML·MLOps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833D2-02F0-49C5-8C54-D38E0E4D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18A81-2D52-4514-9659-5049A340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아이넥스코퍼레이션 · 의료 실시간 영상 CVOps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59A83-61C2-4E32-997F-482B4E02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A1D27-91C6-40C8-A1DB-8D01479B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크레버스 · 교육 7만 명 평가 LLMOps·AICC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DF17E-9B6F-4AAA-BE94-5DA7AD51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9077A-55DD-4E35-8AAB-6A3F5777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무신사 · 이커머스 Agentic AI 제품</a:t>
            </a:r>
          </a:p>
        </p:txBody>
      </p:sp>
    </p:spTree>
    <p:extLst>
      <p:ext uri="{BB962C8B-B14F-4D97-AF65-F5344CB8AC3E}">
        <p14:creationId xmlns:p14="http://schemas.microsoft.com/office/powerpoint/2010/main" val="1246703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D39FC-363F-48B6-8E36-FD01344D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FIELD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43264-1865-4A85-8D08-44512466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LLMOps · 3–5일을 약 10초로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9E9E0-7527-41FE-A375-D07C378E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53DE0-CB5A-4A53-B678-FA379D9F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0B752-395D-43A4-9637-21F381C3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9B9CA-2E10-4F82-BC2D-68D6C152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E0EF1-5D9F-4080-9B60-466CDAF2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F18C2-591B-4FE1-98B9-83253238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대규모 평가 자동화는 정확도만으로 끝나지 않았다.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61F38-FBE5-4BDB-869A-67F3304F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평가 기준 정렬 / 사람 평가와 품질 비교 / 비용·시간·운영 예외를 함께 설계</a:t>
            </a:r>
          </a:p>
        </p:txBody>
      </p:sp>
    </p:spTree>
    <p:extLst>
      <p:ext uri="{BB962C8B-B14F-4D97-AF65-F5344CB8AC3E}">
        <p14:creationId xmlns:p14="http://schemas.microsoft.com/office/powerpoint/2010/main" val="16126112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4B0DC-B882-40C2-8FD4-72B67366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TEACHING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62186-5485-45BC-AE1B-CB1E2324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대학과 기업 AX를 잇는 수업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86879-EAFA-43CE-B37B-05BF9D7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B2331-1B8A-49EF-8837-2283BED7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DFF0C-6797-4DB1-AA9C-043BEAC3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F95A8-0858-4E57-9031-FC646E9D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B305A-3162-4E4A-A596-ADCEF67A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DataAnalysis·ML·MLOps·LLMOps가 하나의 서비스 생애주기로 만난다.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6E548-E8B2-4385-8FC8-6DFE8506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A784B-7CBF-467F-8694-0AE271EB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서울시립대·아주대 겸임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F45AB-BE47-4D10-8C0F-945F0A82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0F552-CD44-4DFF-8FA8-CF713E2B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KT·Kakao 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6E953-47F3-4F54-9473-F3740B23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1D840-5242-4EB0-BB1E-5C33A0E1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연구 AX·AI Native 멘토링·심사</a:t>
            </a:r>
          </a:p>
        </p:txBody>
      </p:sp>
    </p:spTree>
    <p:extLst>
      <p:ext uri="{BB962C8B-B14F-4D97-AF65-F5344CB8AC3E}">
        <p14:creationId xmlns:p14="http://schemas.microsoft.com/office/powerpoint/2010/main" val="20119889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FB018-EF1A-4566-984D-F0AAC399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EB734-08A5-4A7B-9BA8-D502CBE2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40시간 뒤 남아야 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308F5-3422-4E9E-8155-F097B276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28AF8-8833-41C0-9DB9-DB3AB7BF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A8D94-FFBE-4884-9097-0A19B951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1EF0F-D6AB-41BF-93C8-B52B0F4F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17312-BD82-4A7B-A493-70166EBE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B9C89-AC28-4A01-8930-D585C977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“AI를 써봤다”가 아니라 “검증 가능한 업무 Agent를 운영했다”.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91C22-9C2B-49E9-AE3B-74E1690E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STT·LLM·Tool / LangChain·LangGraph / Human Approval·LangSmith·Git 증거</a:t>
            </a:r>
          </a:p>
        </p:txBody>
      </p:sp>
    </p:spTree>
    <p:extLst>
      <p:ext uri="{BB962C8B-B14F-4D97-AF65-F5344CB8AC3E}">
        <p14:creationId xmlns:p14="http://schemas.microsoft.com/office/powerpoint/2010/main" val="1977665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6C04B-6333-4C06-92DE-40385A88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C3B9D-B251-417F-89B7-68DD211C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5일은 하나의 제품을 누적한다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F1609-AC10-466F-B1D4-EAC1D924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7F000-17A2-449A-848E-A039E657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263EB-33AE-4631-9B9D-A7A79C07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BFC21-7BFF-4FB2-B92D-7DC4FAC4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62ECC-6B46-4F7D-A4AF-38D74B53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K-Work Copilot은 회의와 코드 변경을 검토 가능한 업무 기록으로 바꾼다.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B89CE-7B33-431F-A89A-94693469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5CF81-BB30-45E1-A691-0253F87F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 STT·회의록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88BA2-0C00-4D67-B991-2AAA55BA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28BF1-FE79-4EF9-BF38-0A9B529C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Day3 코드 리뷰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57FA2-FEF7-49AA-B828-AB9EA01E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8AC13-7314-41A4-8EAE-BFA08E13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Day4 GitHub·Graph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99E65-AF5F-4B0B-B063-E47E9398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CC100-EBEC-4362-960B-FF45752D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Day5 관측·평가·발표</a:t>
            </a:r>
          </a:p>
        </p:txBody>
      </p:sp>
    </p:spTree>
    <p:extLst>
      <p:ext uri="{BB962C8B-B14F-4D97-AF65-F5344CB8AC3E}">
        <p14:creationId xmlns:p14="http://schemas.microsoft.com/office/powerpoint/2010/main" val="15013592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4AF12-C55A-4F95-8BA0-63DB457C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BA933-0660-4F55-AE15-450D4E2D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8/23은 점심 시간이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505D8-B4F9-486E-B480-C1920406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B5518-49BB-43E8-98C5-32F986E1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CCED7-F2AD-4750-A626-7A072187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FB001-AA68-4EDF-86A9-B55F0E30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1C8F3-0B62-4829-B2EF-04A1E8F7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50663-FAF9-4607-82EB-F7BC64A9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첫날은 09–14 다섯 시간, 15–18 세 시간으로 운영한다.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D89EB-5E63-42A8-933C-89E4CE3F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09–14 오전·정오 연속 / 14–15 점심 / 15–18 오후 / 다른 날은 12–13 점심</a:t>
            </a:r>
          </a:p>
        </p:txBody>
      </p:sp>
    </p:spTree>
    <p:extLst>
      <p:ext uri="{BB962C8B-B14F-4D97-AF65-F5344CB8AC3E}">
        <p14:creationId xmlns:p14="http://schemas.microsoft.com/office/powerpoint/2010/main" val="14495877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29AD8-BFC8-4136-BD3A-5696CEB7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CE904-5B84-4F09-9D78-F24D9C27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재직자와 구직자는 같은 기술을 다르게 증명한다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8AE20-C737-4EF5-BA04-4F48D47E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CA99C-DE14-4C5C-91EE-EBA82874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FE383-D005-4015-B168-F5E0F55E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9E955-A785-46AA-B5D4-74827E9D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41540-909F-4A7F-8045-F62A6DA3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재직자는 도입 통제, 구직자는 재현 가능한 포트폴리오를 강조한다.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FD462-0E60-4303-BB1F-0750A6C1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76E85-93F8-4C19-B657-10FE3271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재직자: 보안·업무시간·승인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4B09E-9A94-444E-A718-C2A116C2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3675D-7B65-4556-A64B-E886347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구직자: README·테스트·Git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A6EBF-133C-4C3D-80DC-53734A76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4CD06-698F-417A-8AB7-03F04985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실제 demo</a:t>
            </a:r>
          </a:p>
        </p:txBody>
      </p:sp>
    </p:spTree>
    <p:extLst>
      <p:ext uri="{BB962C8B-B14F-4D97-AF65-F5344CB8AC3E}">
        <p14:creationId xmlns:p14="http://schemas.microsoft.com/office/powerpoint/2010/main" val="7285450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54759-434D-4FD1-943B-3B0F8FBE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DA4F5-AFCA-410F-83D0-4413D882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운영 루프 · SEE–COPY–BREAK–PROVE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EB2F4-5E8B-48A6-ACFB-66DC7B53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ABE60-E7BD-4357-8624-69791E97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401D9-1A15-476D-842A-ED02A02C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3AE18-AD48-4135-82D8-D7548BC2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0D41F-2619-4B14-8218-CC8A31D9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17AEA-24FD-4D64-9D48-9C904FBE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7E165-E517-41AA-9867-C428C167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8031-9887-43ED-BA46-8797D450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강사의 완성 흐름을 먼저 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ACAED-7FEC-410B-BA1A-3A6C5876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B8A7D-EB2A-4A24-9FB4-A3A187C5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AE4A2-9A12-4529-AC86-7A82830F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1A1D8-12A4-430B-9F3D-44B206C3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최소 단위를 따라 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5B8D7-12ED-4C33-865A-18E0BF5D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A94AC-CC53-4202-83E8-6C6D894C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F17CC-DADB-4FFB-82FF-D5C340DC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1142-7FDF-4C30-AC5B-7566449E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실패를 의도적으로 만든다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A9E17-1A3C-42D3-929F-757B0C77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6AD0D-0BEC-4D6E-B42D-1A5CBA7E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CB32B-76B7-434A-BBDB-C2D2C1B7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A85C4-5C4E-4CA6-96AC-D1D84780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테스트·diff·설명으로 증명</a:t>
            </a:r>
          </a:p>
        </p:txBody>
      </p:sp>
    </p:spTree>
    <p:extLst>
      <p:ext uri="{BB962C8B-B14F-4D97-AF65-F5344CB8AC3E}">
        <p14:creationId xmlns:p14="http://schemas.microsoft.com/office/powerpoint/2010/main" val="17644667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8C454-9D5A-4568-80C4-8BFEE358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C5C16-1BEC-4079-9674-233E3E62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시간의 장표 리듬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503DF-AF0D-4EC0-8AC4-86F1A484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679C6-E4D0-46F3-AF50-0A51B0F5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DC40D-820C-4903-BC54-3D46DC6C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ACF45-E0C5-4C3B-A66A-1EADD9FB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263F1-CC95-4CC8-B0BE-D317340E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38EF9-156C-42BE-A5A9-249C0F49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EE763-2A0C-4D40-BCFB-6A9E89C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17F0B-82C6-4889-9BF1-8AFFBDC1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문제와 완료조건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9BBEB-A723-4E51-8167-9F21D7DF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5F005-F7E6-4AB4-AE45-36C4F6DA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6542E-D774-4D6A-AC19-537FCB6C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0163A-B2F7-4589-854B-DC3865AA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장 한 주장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BFE4E-0854-4435-8405-DB74176A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008CE-A2EA-44DA-8054-91F11664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F8B50-9D62-4981-A21D-24937687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74B28-E90E-4FD9-9AB2-76A6FB10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화면·코드 따라하기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274965-0598-4B6C-AF40-1D705D8E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08BD4-B0DF-4F4B-85E8-9F675AF6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D9203-7D4D-4C29-9689-4D79F8A5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FD1B1-2530-4C71-96D1-F3D5E2D4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분류와 checkpoint</a:t>
            </a:r>
          </a:p>
        </p:txBody>
      </p:sp>
    </p:spTree>
    <p:extLst>
      <p:ext uri="{BB962C8B-B14F-4D97-AF65-F5344CB8AC3E}">
        <p14:creationId xmlns:p14="http://schemas.microsoft.com/office/powerpoint/2010/main" val="2710328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47187-E3F2-4AF6-8B0E-A8CA900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ABB8D-1B61-43F8-B2C3-19C86DC0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질문을 디버깅 정보로 바꾸기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FF416-2565-435D-B473-455720FF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A1A06-0374-4DC3-B0DB-6DB1E80D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ACE55-7691-4006-921B-1FF33860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75A3B-0C50-4055-8172-44A7EC79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81F42-3263-46A1-9EB9-ED14E62F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89217-5C8C-4CDF-A283-D070C36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D683D-5B1A-42AF-BDDE-B839ADE3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증상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B31F5-A2D5-4716-8131-03C8E6ED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보이는 문구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1C8F4-9C46-4A87-B2EB-A758425E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927EC-8066-4871-A85D-029CC635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78271-8A2E-4029-B80E-84CBE8DA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0AF76-3E26-43FE-974A-424705D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직전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DAA44-AAD9-48CB-9818-41E0906D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9CC5B-94CD-474B-BDDD-22F19617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21BBB-5F0E-4458-AC18-B6E5778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666F8-5AA4-4A55-A669-61985242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OS·버전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E92E4-704B-46E6-A89D-89E48D8A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A3CDE-D98B-4751-BCC4-3211CF51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DBE32-F552-41DD-8D16-ABE5A8D3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B2B32-EF34-4987-AEB1-77529512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나와야 할 결과</a:t>
            </a:r>
          </a:p>
        </p:txBody>
      </p:sp>
    </p:spTree>
    <p:extLst>
      <p:ext uri="{BB962C8B-B14F-4D97-AF65-F5344CB8AC3E}">
        <p14:creationId xmlns:p14="http://schemas.microsoft.com/office/powerpoint/2010/main" val="16428064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81EDE-6733-412F-A75A-450ACC3D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0CE36-8D4E-4446-8124-9645A3D6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속도 세 개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E4BFC-EE9D-403A-8B86-0664E409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04A48-BF57-4CC4-AD90-91CA9AB9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600B4-233E-47AA-B859-12BB1799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51A99-BC9D-4E9B-AC3B-D5C86B7F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3374E-77B8-46AA-8E18-7DF5D1DD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73C35-8A0A-43DB-90D8-5F2733EA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4D436-2D38-4188-B1C1-F2575DEC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758D7-DF67-49D6-ABCE-7D28BCD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혼자 재실행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C00E7-7CE3-48DE-90EE-1EC661F7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BC1C3-9BBD-4FF2-A442-AC98A4AA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E4FF0-8B2C-4042-897B-4BF5C5A1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YELLOW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B5721-9236-48D7-81C2-384D10DE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장표로 진행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C6B1A-2016-4CB5-B869-B73D8317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3B956-A390-4A98-8B8D-AE4C7EF2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CE1F5-93C5-4E1E-8BC0-5070937B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71308-43A4-4897-BE02-51EF8483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checkpoint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ABDED-9741-45A0-86BA-74372BED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A93C2-5F8A-47BF-9EE1-3CC99CD8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D03B2-1768-4CC9-BFDF-A097B17D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4849B-06C2-4F81-9DDE-4FF8A46F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심화 과제</a:t>
            </a:r>
          </a:p>
        </p:txBody>
      </p:sp>
    </p:spTree>
    <p:extLst>
      <p:ext uri="{BB962C8B-B14F-4D97-AF65-F5344CB8AC3E}">
        <p14:creationId xmlns:p14="http://schemas.microsoft.com/office/powerpoint/2010/main" val="4335961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E4494A-782C-41F2-BBBF-EAF0A4E1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F2026-EF37-4E71-8940-717CAD83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83EBF-53B3-4F28-B603-93BF9422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30213-9FFA-4902-A2CE-3B3C02C0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A1F4F-8FF9-4775-8347-06E54B13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78BEA-E044-413C-AEFB-31652AB5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1C59E-97C8-4AD2-87AC-9CEB00DB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89328-3D1A-49BB-968A-C70A5456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A39FD-2B2A-416B-B283-0A914908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B33B8-5015-4F01-ADB9-CFA5B5F5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산출물 존재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C5AA4-DE9A-4F27-93EF-FD7BFEB1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3ED22-8665-4FF6-964F-4244D9B6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CB8BE-6734-4D5E-A096-EAC47E64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BF9CE-05E6-4BD3-9029-CDFF8251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명령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0AF39-FF41-445D-96BE-5CCA9892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8D473-F1D6-41AC-BAE0-8DE27465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00723-DEA4-4F8E-9375-52039A39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E9D62-3B08-4BF8-B25C-B350F74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test·schema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49DE6-43DC-4D61-A3E1-33EBC945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B3DFD-73EB-402A-A591-7C21CBD8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14DC9-EB74-4777-915D-1584DB42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F970D-59AF-495C-9E7B-6FFA27CE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안전한가</a:t>
            </a:r>
          </a:p>
        </p:txBody>
      </p:sp>
    </p:spTree>
    <p:extLst>
      <p:ext uri="{BB962C8B-B14F-4D97-AF65-F5344CB8AC3E}">
        <p14:creationId xmlns:p14="http://schemas.microsoft.com/office/powerpoint/2010/main" val="4029475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DA562-B203-4EB5-970C-8592BBC0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B1546-47BB-469C-931A-B8938E0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화면은 이 순서로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5D36B-7C3C-4FB8-9241-42139C56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AD288-34B4-4E9F-94D2-68E62A30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B86BC-74C3-41A3-AD18-5C9EC557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94336-6625-4A2D-B81E-4C1DD470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AC390-4F30-4C86-B078-6C83B7B5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다음 장부터 화면마다 ‘어디를 보고, 무엇을 하고, 어떤 신호가 나오면 끝인지’를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DB8CE-F4F8-4FC6-BCAF-F6A4E2BD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E31BF-289D-4CCB-9CD3-D98503C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C0D6D-B412-40BF-9DB2-C0EBADA0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3B401-F1DE-43BF-B42E-E3E2FAA2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DCDA4-5911-4ABD-90ED-D0A390B9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D680C-911C-48F6-838B-E1634984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D62D0-2671-4ADC-AD54-D4B1998A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A4056-4497-4F94-A288-431D5F48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C0A8B-8496-4FBB-8B95-91D0ABD0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26422-329E-4A5A-B782-DFEAA41B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38801-190A-4F44-849C-CC75996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ACA09-D406-4530-BD18-3D5340CB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51977-5312-4EA0-A5B2-F659F1F5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A5DEF-5B46-404A-A0F9-2B4F6647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F29FD-E01D-407E-8B2F-0B9703A5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63319-9698-4A60-9979-9BD2159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FF3F1-1777-468F-829B-4EBEB23B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E01B1-1F8B-4278-9A0D-CA9EF259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82F50-AD07-4618-A4BB-E0BEFD64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01BBDA-B318-42B8-A3F0-C975CFB1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23522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02A8A-E29E-470F-BB9F-ABA8890A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D71DB-3508-4F42-8914-4C8FFB89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BD43D-98AC-475F-9E24-D3B8FD95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87763-ED8D-44D9-B0A2-71815246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85425-0202-4E8F-A1BA-421E5897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5A4CC-EFF3-42D7-AAC1-944D826D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C8912-388C-4798-815E-8257E943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1464A-2E3C-4085-831B-AC995299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C3050-0860-4DCC-A01E-7F26976D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디렉터리에서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C491B-CD43-43B2-9471-E51EA015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6DF79-003F-4EA2-A901-FD39CA8D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요구사항을 파일·테스트로 구체화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CFCAF-5BE6-47D0-AE04-CF520991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1E7BE-452E-4CB1-814E-11DAE3EA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diff와 명령 결과를 사람이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60265-8E50-477D-8E58-99D1069A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BF128-C8F4-47AE-8E89-5C93D2EA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BCA90-E413-49C9-BF4E-40108606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b86fdc9284d2c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D6C8C-F8B2-48C1-9221-F6B6B7F3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11256696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F934B-2EB7-4468-ADC3-D038479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D102A-2F46-4091-B071-ADC7E020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DACDB-8B85-4642-A8D0-8F20DE48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83922-5FE2-470F-9C43-FFDFD34D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B1358-2E06-4379-BA86-96266849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686D5-2A4C-4965-9E75-08FECA36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0DC84-F7F0-4823-BCCF-DD4D72FB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1587D-3C85-451B-B7EB-92AA00BB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F4F3D-6658-40B9-BADF-E3B73DF6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코드베이스 맥락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65B9F-652E-4F39-A6D5-9A59FD0B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33A09-4124-4428-A951-CE5C6EA2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작업을 작은 단계로 지시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558DF-CA42-4260-8CF1-E43A41A6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2D671-3557-4AAB-820A-814DA1DD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변경·테스트·설명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76B03-48AB-4ADA-8CB6-36E210B2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601A4-6D60-4811-9A64-9CEF142D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1E7A8-6B98-42B0-8C8D-F02DD601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4098e42844fe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8AEA2-49A7-46C6-BEB6-B22FF574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Anthropic Claude Code 공식 Overview</a:t>
            </a:r>
          </a:p>
        </p:txBody>
      </p:sp>
    </p:spTree>
    <p:extLst>
      <p:ext uri="{BB962C8B-B14F-4D97-AF65-F5344CB8AC3E}">
        <p14:creationId xmlns:p14="http://schemas.microsoft.com/office/powerpoint/2010/main" val="10658582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33957-18CB-42AC-89CC-D1FE3EB8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8AC26-A74E-4824-80A9-201F551E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6EBBA-B4F2-4477-BC36-E553F792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36A20-0699-490D-8C93-0CF7D605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90F09-1C79-4384-A03C-717C549E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9EBDE-7142-4D34-B7A6-EDA6C3A2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D1A70-8610-4593-824E-883C5903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EB0F2-2A5C-4D73-9613-C446A514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FDC9C-BBDC-49B3-ACE1-8F82535A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src·tests·materials를 먼저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B7FD4-D2F1-46E3-BAC2-4A072349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3EDCA-6443-4C73-B330-047752A5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.env는 열지 않기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901F2-BA56-4C92-9F5C-3669CE9A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FD14F-FBFD-4AE2-8FA5-58E8A5AF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폴더 구조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0ED3C-6CAE-4143-AF64-F7345FAC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D4188-7D83-4B11-A9F7-EC456C57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F6793-F461-4ACA-932C-7865D871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4cb969c184bf0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F547C-D741-46E0-BC6B-CD405369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로컬에서 연 강의용 저장소</a:t>
            </a:r>
          </a:p>
        </p:txBody>
      </p:sp>
    </p:spTree>
    <p:extLst>
      <p:ext uri="{BB962C8B-B14F-4D97-AF65-F5344CB8AC3E}">
        <p14:creationId xmlns:p14="http://schemas.microsoft.com/office/powerpoint/2010/main" val="5702127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093F9-5980-479D-80C2-4F35D298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0A5FD-620D-46D7-A2F1-5C8AA870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B8C4F-244C-4D65-903B-15CC79EB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91596-51FC-4208-A953-924FE165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F001C-AA71-4BA6-88C4-E7585EF3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C4746-1D32-4C4F-9C7D-47497627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6A9CD-DF10-4677-B1CF-A7FC67B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D2E38-6EE6-449B-8CFA-C86D6334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58E73-4668-4E17-9C3A-FD3BA954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처음에는 framework 없이 제어 루프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03AF2-0E73-4BAB-94E2-1A31B359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1A920-691C-4DFD-9B42-CAC1B70A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읽기 도구만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BEE33-A279-46B4-9F64-16D32C31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31085-DD83-4FDC-9A82-42DAE86D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결과 객체로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66502-F648-402C-99AB-EF71BCE7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45596-6BE1-4904-B770-0A8F1976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76834-41A3-4B35-85DA-8FA47E3B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7157dedff479d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CC5CC-655A-43C6-BE96-9790F540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Code에서 연 src/day1_agent.py</a:t>
            </a:r>
          </a:p>
        </p:txBody>
      </p:sp>
    </p:spTree>
    <p:extLst>
      <p:ext uri="{BB962C8B-B14F-4D97-AF65-F5344CB8AC3E}">
        <p14:creationId xmlns:p14="http://schemas.microsoft.com/office/powerpoint/2010/main" val="12665939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64CF4-EB73-4D2E-BD59-AFD3A30E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30F9C-E750-4B7E-B85C-2A9654E2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요청을 먼저 spec으로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FA1B6-7468-4629-8974-DF8EA8EA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89749-29F4-4239-BA75-66EE2DF8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8B84A-0A23-4053-9DF1-63ED7197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AF37D-54D4-41AC-8AD3-51133F08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5091D-78C9-4510-9D55-5626BD8C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9A4AB-48B9-4E1C-B031-612892B4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한 문장으로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FEB5A-9A97-4862-8D92-FCD1F812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AF2D6-DD40-4638-8C05-842DB3EB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입력·출력 형식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CDDC4-3EE9-41F9-8863-F2ECC688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69C53-4C13-424B-B3FE-4AB4956B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행동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6D14C-0496-4B1A-9D58-0BDCD48F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DCB76-5E06-4B32-86F1-67DBD9E4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완료 증거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068DE-4EB5-4F01-87A4-73F0AC70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68104-FAC5-4FD4-A063-C8636B89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E3030-E128-4ABB-8CAE-F270670F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goal: 안전한 파일 읽기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input: 공개 txt/md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allowed_tools: [read_public_text]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stop: validation_error | 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evidence: pytest + output json</a:t>
            </a:r>
          </a:p>
        </p:txBody>
      </p:sp>
    </p:spTree>
    <p:extLst>
      <p:ext uri="{BB962C8B-B14F-4D97-AF65-F5344CB8AC3E}">
        <p14:creationId xmlns:p14="http://schemas.microsoft.com/office/powerpoint/2010/main" val="8762966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17258-98FD-46DB-BE54-A745444D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3F3A8-EDBD-46E1-820E-BCB71C15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Agent의 최소 반복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A8695-4BC3-47D8-9C9D-1B1DF096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A2AB0-D6B7-4C0E-B955-5F546E4E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414E1-B47A-4D06-8777-00F57CD7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92E65-09AB-4F16-9AEE-628A09BE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EBB89-D689-42C7-AFDD-00BD80C7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E51B1-82CC-4124-B306-B479136F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판단과 실행을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FA8F7-C45E-4605-B6BB-EE44169A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1EAA5-F574-419F-91B2-3621AA61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 step 결과 관찰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6E1CB-C6B7-4198-BE34-D84E11A2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F0E79-B910-4AFD-AE91-089FAD27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반복 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CA1FD-0890-43A2-A376-FDF9E629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7980D-8841-4094-A287-5B463600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state로 감사 가능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6B921-25CA-45D9-97DF-56136582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3E74D-153F-4887-8414-53DA8EBA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CF4FF-6DA6-4AC6-9A4F-C6C113F6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while state.status == "RUNNING":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call = planner(state)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checked = validate(call)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result = execute(checked)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state = observe(state, result)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state</a:t>
            </a:r>
          </a:p>
        </p:txBody>
      </p:sp>
    </p:spTree>
    <p:extLst>
      <p:ext uri="{BB962C8B-B14F-4D97-AF65-F5344CB8AC3E}">
        <p14:creationId xmlns:p14="http://schemas.microsoft.com/office/powerpoint/2010/main" val="4546009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E7D36-779C-4ABE-9D15-A00EC52C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D2477-5471-495B-87BD-CF9CBCFF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 1 완료조건을 명령으로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E00DB-6437-498D-A23C-8DD7BD4A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B3FF4-3A5A-4760-97AB-C43D650B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A5AB2-7E76-4381-8A6D-9BA85D49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C13EC-D4E4-4F61-B53B-802FBE21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79CE5-0C44-4FCF-B51A-453DAC90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00979-6D27-486E-BEFF-CF06BB07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CD517-8D47-4B57-B5B0-3E0FD35C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1C5D5-8A6C-43C2-9DF6-0993A314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0468E-71D0-4180-A80E-5883FA44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EE85F-5579-40D7-95AF-DCB3B82A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E7F9E-0B03-4845-899F-D57608EC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1528A-CF22-418A-AD0B-CCF2AA0E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 가능한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B8212-8AF0-4D12-B108-B415AF49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0791D-F97D-45DB-BDCA-E2485F2A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0AEE1-F041-4957-ADF7-2E2F0822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src.day1_agent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success: 9 passed</a:t>
            </a:r>
          </a:p>
        </p:txBody>
      </p:sp>
    </p:spTree>
    <p:extLst>
      <p:ext uri="{BB962C8B-B14F-4D97-AF65-F5344CB8AC3E}">
        <p14:creationId xmlns:p14="http://schemas.microsoft.com/office/powerpoint/2010/main" val="12807968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F74FD-71BA-431B-B855-C10EA17F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6A848-70D1-4810-ADF3-C2109D01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저장소가 말해주는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B36B5-C6A6-4610-82B7-94973D1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2EF31-E707-423D-BC9C-4F828E35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02A74-F494-49D0-AA9A-AD4881B3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92497-37F4-46C3-9912-E697546A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9DC79-B3C7-479E-9D83-2EE87D87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4A86B-AA2D-4D36-A927-D379A129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코드와 데이터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3F14E-2704-4D1E-B613-E14E49BD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98A4D-B15F-441F-984E-E15E9559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노트북과 모듈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92546-C066-40A3-952A-661F80AE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E3397-E688-4B92-A25B-57234FF5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테스트를 1급 산출물로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E3B72-570C-42F8-AA3A-19B047D7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5FEE2-279D-4773-81DC-D7C8EF41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장표와 파일명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7964B-C944-4CC0-9514-7EEEA57C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273D8-D664-42C0-9A36-EED33567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576C5-692A-404C-A5FD-98F4F937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src/        # 실행 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tests/      # 실패·정상 증거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materials/  # 따라하기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data/       # 공개·합성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slides/     # 수업 화면</a:t>
            </a:r>
          </a:p>
        </p:txBody>
      </p:sp>
    </p:spTree>
    <p:extLst>
      <p:ext uri="{BB962C8B-B14F-4D97-AF65-F5344CB8AC3E}">
        <p14:creationId xmlns:p14="http://schemas.microsoft.com/office/powerpoint/2010/main" val="204873532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91ABD-489D-4CBA-AB36-E9DEA7ED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DEF9A-F45D-4839-8D4B-AA5D049E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완성보다 작은 checkpoint를 먼저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BD17F-7B9E-4E2C-8794-BB1383F6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B9C17-74ED-454F-AF08-364E13A7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2130D-BE34-4D42-B007-8A830B4A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724F7-868E-4B9D-972C-BE459B57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B1604-CBCB-48E7-BE2F-D668E5E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21B85-F739-4053-A31C-C28B647D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화면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DAEBB-F77C-4CF8-BE0E-D95D0EB1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C485E-7B05-4AA0-A199-76C08FC4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확인 명령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979DB-5031-40C3-9122-27BA1AD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C6F14-E68B-4471-A4AA-6CF7DFD5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대체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A8FFF-9112-49ED-BAB7-23E3029A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4CD35-18DD-4BD7-A7E4-BEED53B0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지원 지점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35078-A12B-4774-9C0B-40B47258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B35B5-0BF9-4C60-8580-021753FD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36150-419C-4FB2-98F8-528BAF17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checkpoint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"name": "day1-env-ready",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"command": "python3 --version",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"expected": "3.10+",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"fallback": "provided fixture"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451624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B853D6-B8C4-4D61-9FBA-E018A4E5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C5338-7FED-45C0-96E6-F3281998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내 반복 업무 한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EF5C9-1739-4A1C-9688-F4381487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737CB-A3C1-437D-981D-5F8710D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09B61-9C7A-4744-B7CF-4D6DF989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EBBCC-B401-42D9-A2B8-A4B1BFC8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65BCB-53C5-4F24-B369-945806E3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2A100-714F-4391-8A80-5A067BBD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958AA-9D37-44F4-B9B3-2E9AA40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5F92F-8515-47F5-A15D-74E1EE19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AD29B-5D0E-43C4-BA3F-65AB5D40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ACD43-BE17-4697-BB2B-11EB8657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매주 반복하는 입력을 하나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181DD-A3D2-4EBE-A2AB-909816AD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B877F-B3C5-4307-9C45-14F4B42A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8B32-9953-4652-8918-32BA90D1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결과를 받는 사람을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4FB95-C0AF-47B7-B143-E34F1F0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0C381-8160-495E-9E97-1119CC73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8BD48-72D2-4487-BC88-AEBDB675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실패했을 때 피해를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202D2-9E0D-4015-B4A5-F3DBB504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6477C-1683-4A6D-A97A-35DC040B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8D66A-9EFF-40BE-A0BB-49874EB8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해도 되는 범위를 한 줄로 제한한다.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FB70F-4B00-4049-9A18-9B5B2124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3543B-3FF8-467B-9822-9E49B807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B3493-BB50-4E39-B051-777C663C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문제 문장 1개 + 금지 행동 1개</a:t>
            </a:r>
          </a:p>
        </p:txBody>
      </p:sp>
    </p:spTree>
    <p:extLst>
      <p:ext uri="{BB962C8B-B14F-4D97-AF65-F5344CB8AC3E}">
        <p14:creationId xmlns:p14="http://schemas.microsoft.com/office/powerpoint/2010/main" val="12492619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568D0-F8CC-4F64-9321-27244FB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BFE8A-2714-4B24-8AC2-5AA5144C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재직자/구직자 트랙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955CA-7C0E-4F45-ACF6-B196B086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EB499-4BD2-4FCD-A994-62B27043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5B0F9-69A0-4F5A-82F3-78EFB7C7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845B1-55BE-4C8F-8A6C-75CDD457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D99AC-93E9-442E-822D-C469B28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D6B77-CE99-4952-B49A-0F08C44F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E582C-8C32-414A-A0F8-E2F561FE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C95F7-0700-4792-BF65-9701DB3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2C1D3-8076-4F51-9246-2EEB4E2D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2D1E6-7322-4C37-97E4-190578F7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재직자는 공개 가능한 업무 추상화를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DD706-2346-430F-B41B-B651BFEC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D2AC5-86DF-41FF-B968-9AD8368F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BD2D5-6EBE-4972-A5D4-95DDBE25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구직자는 공개 데이터 사례를 고른다.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E8CD3-D717-44FC-846D-CC5A4C4B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EF5E7-586E-4121-A58C-657B36F7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9F4E5-371E-4BBA-A15E-BD42A967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발표 형식을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38E22-F3A7-4490-A881-2765E16D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6AA82-9960-4065-B8E1-F90955C2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C4CD3-E773-4712-B1C5-ED8CED34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짝에게 선택 이유를 30초 설명한다.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7DC62-62DD-48D2-BC51-2AF5FA18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EB873-BCF6-4D63-B96D-8078726A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75163-287C-432F-BFA3-4DE9E2F7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트랙 카드 + 발표 목표</a:t>
            </a:r>
          </a:p>
        </p:txBody>
      </p:sp>
    </p:spTree>
    <p:extLst>
      <p:ext uri="{BB962C8B-B14F-4D97-AF65-F5344CB8AC3E}">
        <p14:creationId xmlns:p14="http://schemas.microsoft.com/office/powerpoint/2010/main" val="356722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3D274-FDE1-479D-8BD0-F1F6A7A8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CA87B-EB22-4A26-8D6C-08B624C5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최종 데모 역산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4A54E-B3CA-4F69-AF6E-6D211F69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EA384-DD57-4C58-9976-34CD503D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175DE-4C07-4DEA-8419-347C17AD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1BADE-8137-4583-ACAB-F95431A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E5C0E-6F52-4810-AFBD-E7484B4B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A4FEB-300F-499A-99C2-2145FC77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BB83B-E9D3-4C84-A5D8-FD91A460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097B7-F50F-41FB-A937-A917B0BF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62EBB-50B5-4935-BC2D-9D5B0CC2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45AD1-7584-42E7-B15C-E35A706E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입력 한 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390FB-ACFA-48B8-A33F-58E8ED8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197C4-F7FB-48D7-BD75-B8998DB9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FB30C-3520-4F44-8B10-E736BBCB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보여줄 출력 JSON을 그린다.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2B650-E9B5-452D-BD10-E68AE1FF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CBD37-9D6C-4835-BD1A-D2C9262E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60835-CB3C-4E25-837D-BAFC9923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승인할 지점을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8530F-04ED-4E6A-B0B0-FF8B05C7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6856D-1475-4140-B439-FDC39D85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35ADF-C3CD-4EEC-AE9D-60A2F447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LangSmith에서 보고 싶은 실패를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DA92A9-7754-424A-8DD4-C249CB57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CC0A49-9A0F-4187-9928-D4553DED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CCEEA-5FF8-4D2F-A1CB-DC039018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입력→출력→승인 sketch</a:t>
            </a:r>
          </a:p>
        </p:txBody>
      </p:sp>
    </p:spTree>
    <p:extLst>
      <p:ext uri="{BB962C8B-B14F-4D97-AF65-F5344CB8AC3E}">
        <p14:creationId xmlns:p14="http://schemas.microsoft.com/office/powerpoint/2010/main" val="8866045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54295B-6D14-4D01-ABD1-DC1BD721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E64CC-BB05-4C73-921D-03ACA775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환경 신호등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8FCFD-F510-4292-A108-1CDB9128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61B11-1F7A-4CD1-9106-C17451FE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387A2-ACED-4581-8112-1466C39D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58E99-9084-41E7-BDEA-0FDDC8DD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B025D-A1C7-4C7A-A594-2A061C3E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FF5A3-0379-420A-8637-96F75C50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6D0D8-BF2A-4274-BF72-D87C6608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35204-B365-47AB-A898-DBEF1EFB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454D4-35D1-4C5D-9DBF-7B8644C9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8E98A-72E4-43E8-B2B1-4526DBCF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 설치 여부를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5A2FA-C7FE-44B7-819B-DEFBABD3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ADAA1-25E7-4A88-A6D9-B2268F20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CCA7C-7646-45B0-B873-56D6DF36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여부를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9FF7C-CA9C-4781-A924-FE60E45E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DB516-2971-401D-AA31-6CA1B007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D23CF-AD17-4143-8270-1E485C5C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RAM·디스크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5C7EE-4A2D-4F30-83AD-AACD8632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25715-4906-4778-8DD6-6734665B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6AE83-95E1-487A-B207-A7BE3A31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GREEN/YELLOW/RED lane을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B07DD-AD67-479B-85F3-0271656D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D9FF2-869D-4B14-8A0A-FA8E6076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5BE40-A24E-464A-A0EC-C9AE41A0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개인 환경 진단표</a:t>
            </a:r>
          </a:p>
        </p:txBody>
      </p:sp>
    </p:spTree>
    <p:extLst>
      <p:ext uri="{BB962C8B-B14F-4D97-AF65-F5344CB8AC3E}">
        <p14:creationId xmlns:p14="http://schemas.microsoft.com/office/powerpoint/2010/main" val="19703889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78937A-505D-4451-9BFC-2236B999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A4C80-8BF0-497A-B378-0D71CB0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문제 범위가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36A71-4061-4DC7-9AF8-7E76DF5A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B52A7-AE7C-48E6-A755-0ADBE734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DD28C-149F-4437-A33B-EB12564B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7F2FC-481B-4524-84E2-A706AFA7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DB467-F73D-46C1-8702-0194724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5F898-BEAF-4830-9E8D-7F59AA98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DA4F0-CD17-46AD-83B3-0F636B0A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F113F-3A06-46FA-B35C-14E04EBB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9A3CF-78CB-4F98-9A35-7ACFA127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전사·요약·메일·ERP를 한 번에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0D3AF-CA3B-4202-A8A0-5CC195BD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7F74D-3372-4A4C-8A14-E277CC8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사용자가 여러 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1FE7F-759B-4FAD-A596-D3D5BA44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2A46C-92DD-41EE-814A-C9FA2AC0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98CD9-8874-4BF0-A33D-FDC4D65F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258E7-44F7-499E-95C6-1E55A3C5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데모 입력도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07737-13B3-4066-92F5-590C3A56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879A2-6432-4F0A-B2E2-F85AA93B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사용자·한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7C20E-E21B-414E-89B5-AD1EA93D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D7ABD-2255-4D25-96F2-A4CDBAF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구조화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C8CBB-2631-4A64-8EBF-BE879B48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14DD2-F724-4463-B57F-50D24A09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승인 행동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71BA4-9AF4-4D84-A141-1524D7E4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2AB382-7F9D-4EBE-AFA3-69C19570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개의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7992603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849A9-9301-4C9B-886B-5F12F870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F1D8A-53A4-4B17-992F-EF77C2C4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실제 회사 데이터를 가져온다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7845E-FB9F-48A4-B5D7-A1383878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A8385-CDF0-4807-B588-8E14F526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9118E-E133-4CE9-A8BE-8BD9B8F9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AADC9-6651-45DC-BB50-0D4271FA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DD111-B533-44C6-BE81-BE954C04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681ED-44EE-4CFD-B941-74861267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B0195-B028-41AC-8847-192FA614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32F9C-348A-4FA8-9706-AD286D82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38F45-A219-42A8-BD53-1B9EE138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고객명·이메일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ED902-ECD5-4CC4-8489-F5853477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81529-ED3D-474D-BF21-4896D08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회의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3BD07-7B01-4FE2-BC27-55BBE988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1C090-9975-4B50-95F5-8995FE27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repo token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08464-8CF0-448F-A244-CEE51D27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6A891-9952-4300-A95C-92492179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 trace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C840A-63F3-463C-9132-50211C9A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4EBC4-C7C7-4C2F-8088-90F0DE44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53FE6-DB9F-4C4F-9AF8-03B97E6A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9946D-CD10-4BF1-B21A-2D72BFDC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이름·금액 범주화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C846F-3452-43C9-A2F3-B475843B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80707-411B-449F-A714-C1D33556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sandbox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F597B-ACC9-4323-A2FC-DA3447ED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FC4340-8479-4B5D-9BDC-A131E6AF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필드 masking</a:t>
            </a:r>
          </a:p>
        </p:txBody>
      </p:sp>
    </p:spTree>
    <p:extLst>
      <p:ext uri="{BB962C8B-B14F-4D97-AF65-F5344CB8AC3E}">
        <p14:creationId xmlns:p14="http://schemas.microsoft.com/office/powerpoint/2010/main" val="2857593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7164B-2A73-4A4D-9A7B-B2E2B767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E7F17-BC07-490C-BAE1-9288D0F8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모델 선택부터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62A3A-63A7-4C82-860B-B67752D4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88925-140C-4537-B4EB-AC5F9B79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5054A-F166-47DA-93AC-69770E21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DA415-B12D-4653-B9C9-83C531F1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934F2-0FA4-40EC-B746-4AB4FC9E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3FE4F-C839-4A67-A4BA-717E9426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01213-2D90-45AA-8222-D85EEEAB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A2607-A1CC-447B-93B2-86F6D77C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340F7-8E6B-43D0-84A2-475A939C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벤치마크 순위만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2E10F-80D7-4D83-80EA-E6745368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8E4D1-0B59-4708-A9F1-F9D1F20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큰 모델 다운로드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9C2A8-A147-4998-B533-21FFAADA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D27DE-F600-4BFC-B5F8-800FDE6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문제 정의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9A893-4CA7-4BE2-B25E-CEDD670A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1F325-D228-4D83-8E3C-E58A7955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조건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BE5A4-3D2F-4929-B3C5-7063A131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87EDB-B259-4677-8C2B-79A37ED9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 흐름 먼저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3BD93-B222-4F48-9040-B67FA48E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2A740-5935-4183-938D-D3457C2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AE8C6-9D0A-4403-81D9-781FA2C9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9BECF-DA05-4982-B4BD-C24CAA75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계약과 test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AC252B-1392-4F2C-AB98-339D84C8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DFA49-127B-4D8B-9E76-9AFADECD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교체 가능</a:t>
            </a:r>
          </a:p>
        </p:txBody>
      </p:sp>
    </p:spTree>
    <p:extLst>
      <p:ext uri="{BB962C8B-B14F-4D97-AF65-F5344CB8AC3E}">
        <p14:creationId xmlns:p14="http://schemas.microsoft.com/office/powerpoint/2010/main" val="20871993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2773D-9E2E-41F5-85C4-52920650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32674-8359-4114-A17C-266A5B16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현업 PoC 승인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2EDA8-DA5F-4A67-BE45-DB367256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E44EB-DC03-4633-99BC-88AA30A2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D7B1A-9017-440B-8DE3-0B45831B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918D2-F8FB-4738-8A7C-EA911948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613EA-B459-43CA-A835-3D1F0B5E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7AF50-011A-466B-81D2-95890BC0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B64F4-5C6A-436C-8BDC-BA8DF131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BE2BF-0846-4F51-9CDD-0BF75657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FAC55-2771-425D-B7AD-1171DB68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시간을 줄이나?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93806-63AA-472A-B64D-7F5DFB80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DD50F-8E87-4B02-A9B2-16DF656C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어디서 사람이 승인하나?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0C757-1AFA-42CE-BF20-7243A255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46824-D4E9-4A8A-B885-CB5019B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데이터가 나가나?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55E1C-8B51-4DD1-AE2E-97E3566C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CF9AE-ACBE-4DA7-8117-44C77A90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장애 시 누가 복구하나?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95E73-BB9C-4F5A-9CB7-F5F10153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C1E33-B5D6-407C-9CCB-D048690A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before/after 시간 가설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897DD-F195-4566-9109-03078D43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B70AF-83E1-4943-9D4E-8B5AD22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approval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5B72C-345E-416D-88ED-8F259DD2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ED5CD-53BD-4B40-909D-4B8BBD31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91200-EE2A-40D0-B90C-8C53D8E8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791EE3-D2DA-4B10-B6DB-B3215B34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 runbook</a:t>
            </a:r>
          </a:p>
        </p:txBody>
      </p:sp>
    </p:spTree>
    <p:extLst>
      <p:ext uri="{BB962C8B-B14F-4D97-AF65-F5344CB8AC3E}">
        <p14:creationId xmlns:p14="http://schemas.microsoft.com/office/powerpoint/2010/main" val="89176670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B38C4-C27B-4CFC-BC80-87DAE6B6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0257E-ECCE-49AF-81D0-7F943362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09시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F835C-FCB0-4F1D-AE71-7B130279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02127-F10D-4210-AC66-C03B4768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40472-8FBB-4444-B02D-82C78CFD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09:00–10:00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2B036-6A70-414C-B3C3-75DC55E5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6DBB6-D6A9-46AD-9A4A-A92E002C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F1F43-5741-4D6D-A7BC-6C5869C4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C69A5-F798-475D-8EF5-591F3C82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F75C9-ABD6-4900-8698-7ED0DF56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내가 만들 제품을 한 문장으로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85C81-A842-4562-8BD3-1D59CCC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429E2-2A87-4D3C-913B-7AC97E09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5E257-9059-441C-958A-E052020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Chatbot과 Agent의 차이를 “도구·상태·검증”으로 설명할 수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141E2-036B-46C6-A0CD-E8BE4BA8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2130B-10EF-40E2-98B3-2EA0323C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4A476-FAA8-42D8-8408-2F4C3EA3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오늘의 특수 점심시간 14:00–15:00을 기억하는가?</a:t>
            </a:r>
          </a:p>
        </p:txBody>
      </p:sp>
    </p:spTree>
    <p:extLst>
      <p:ext uri="{BB962C8B-B14F-4D97-AF65-F5344CB8AC3E}">
        <p14:creationId xmlns:p14="http://schemas.microsoft.com/office/powerpoint/2010/main" val="12192885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C1A29-6198-409A-9B8D-A4954637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EAA40-BAD6-4B92-967A-9D49219F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401FA-3F52-4407-96E3-191E4B7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Tool Calling의 안전 경계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DBA9D-5C8E-4B17-8E46-45BE5268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모델이 만든 호출을 바로 실행하지 않고 schema·권한·정책·오류로 감쌉니다.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1B973-BAB3-4A3D-B90E-4B0C8520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2D92D-AD37-4337-8E7E-44A217B4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Tool schema · SafeToolExecutor · 정상/실패 테스트</a:t>
            </a:r>
          </a:p>
        </p:txBody>
      </p:sp>
    </p:spTree>
    <p:extLst>
      <p:ext uri="{BB962C8B-B14F-4D97-AF65-F5344CB8AC3E}">
        <p14:creationId xmlns:p14="http://schemas.microsoft.com/office/powerpoint/2010/main" val="189647208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3A476-8A49-478A-BF9B-884BA006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84C61-C42E-40FC-A128-42492A32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10:00–11:00 · 이 시간의 학습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D52A5-834F-4FD2-8130-401A8BB8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8F40C-F78B-406A-8461-4DA11DEA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1D243-382C-4621-956E-66DEAC7A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F4CDC-7EE5-450A-9449-6F0FCF87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0FA3E-B17D-4CAD-84F3-AF3FF1E0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허용된 도구와 인자만 실행하고, 모든 실패를 재현 가능한 error_code로 돌려주는 계약을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59E4C-34D0-403C-AA3D-1B556E52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45336-C432-4D57-B92D-AEF0F083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ECC28-5078-4462-82DA-03807DF4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262F3-4A4C-4C53-8094-87B312D2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AC434-8D40-425A-838D-7F0BAE5D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90D33-3478-4BC0-837D-B8677F92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77201-E258-4B5B-BA36-9BBFCD74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6628F-9979-40DA-A4D3-2290DC0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72584-C72D-4F6C-B4F3-729063CD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1E9A4-4FBE-4DE2-9646-3FB240A4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BE936-27A3-4F65-8AD5-1F1EA647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81170-D9BD-4139-A063-7A26AE05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CC1B2-D540-4911-9E3D-CF960698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1C9AA-786B-4B71-BEAF-EE8A953B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04FE7-2321-47FD-8D29-5F603BD4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112419352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1376D-B3D6-4D78-B2C5-A0689480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6262D-7C2D-4C9A-820F-B02EA665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 — Structured Tool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40A8B-74CF-4A03-9897-3318BC95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90F58-D45A-4C63-B238-9912BBBA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C91E8-5E81-4420-B73D-F795CB3F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DF5A8-DA3E-43A4-8554-452187C7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6AEED-13FC-4CB6-AAB9-FA2754DD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F7191-AD35-4672-9363-07D80767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자유문장 대신 도구 이름과 인자를 구조화해 요청하는 방식입니다.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705F4-2768-4F95-B11B-5184CE68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60BD9-9EF9-437D-B438-D9ACC476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CCC02-ADF2-4745-BD30-A64FEC95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파일·API·DB 접근을 허용된 행동으로 제한할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8FFC8-115C-461A-8EA1-D496FC61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841B8-D61A-4A94-B47F-24864EA9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read_public_text(path=...) 요청을 만들고 실행기는 따로 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107335017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47CE4-DA27-4097-982C-EFB151FF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8C4A1-2EBD-4602-9420-5881FB86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— Data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2BB64-12D4-42E1-BDE9-0956EBB9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4BB26-21E0-4934-97BA-8AE650E7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42FB6-8B33-4F9D-8E33-35F0D3A2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F0FDD-36F6-45D9-94DA-D3084B5D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5E0EB-EED5-413A-B482-C80309FA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A4CC8-65EA-4593-B605-146ABEB0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입력과 출력에 어떤 필드가 필요하고 어떤 타입인지 정한 계약입니다.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A8DA4-D2B1-4F74-8477-C4BAFE56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BE25A-742B-483E-B2E8-CF490A1B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C3EF6-E105-4CF0-861F-0059676A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출력이 흔들려도 프로그램이 처리할 수 있는 경계를 만듭니다.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98677-3B8F-4B0A-9B71-C01190CF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F9801-CA4E-4E96-B9DB-56D64E69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path는 문자열, action_items는 배열, due는 날짜 또는 null</a:t>
            </a:r>
          </a:p>
        </p:txBody>
      </p:sp>
    </p:spTree>
    <p:extLst>
      <p:ext uri="{BB962C8B-B14F-4D97-AF65-F5344CB8AC3E}">
        <p14:creationId xmlns:p14="http://schemas.microsoft.com/office/powerpoint/2010/main" val="64873029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94FAF-4286-4484-811E-D6C4B459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587F4-77D1-4894-A0F2-FE5B6DBD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 — Contract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819C8-1E2D-4279-A3F3-452BC9CC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62801-6156-43A7-BD8E-CDC962FD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BD34E-416E-4C41-AF4E-7604F0D0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33669-C40C-4DF2-B5A1-A5D6DA5B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31CB0-6E44-4C2D-BBA2-ADEA86EC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5B36C-37D2-4505-AEEC-55434E29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입력이 Schema와 정책을 지키는지 검사하는 단계입니다.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BC5DE-6CFC-4902-8240-ADD1F120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0B4BB-B53D-444C-8CBB-65920350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905E1-57CE-4AC0-95C3-E6FC5FDA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잘못된 경로·누락 필드·허용되지 않은 도구를 실제 실행 전에 막습니다.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1DDCA-9373-4680-920D-1B73164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A5BBA-7260-4750-9AD6-EDB77153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확장자가 txt/md가 아니면 validation_error로 중단</a:t>
            </a:r>
          </a:p>
        </p:txBody>
      </p:sp>
    </p:spTree>
    <p:extLst>
      <p:ext uri="{BB962C8B-B14F-4D97-AF65-F5344CB8AC3E}">
        <p14:creationId xmlns:p14="http://schemas.microsoft.com/office/powerpoint/2010/main" val="108565573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27283-CC36-418E-BABC-A69A97D2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CD0BD-CD44-44DD-BC1A-F305EE49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— External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6CD5B-29F2-4443-9FFB-45530848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40863-94AA-4DFE-BEA0-DFEBCC59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CD829-371F-4B8A-A43B-B41C2227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EF35A-5C5A-44F1-A798-DD09E1D0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6691B-75AC-45AF-82F8-DAD7736F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C3820-E778-4A92-B486-195E97FF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쓰기·메일 발송·DB 변경처럼 외부 상태를 바꾸는 행동입니다.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6C30B-087E-4FFB-8CBF-388D4D7E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BB6D0-05EA-4949-951C-D2D5682D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061ED-42EB-476F-BE20-79CCA82F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후 재시도하면 중복 실행될 수 있어 승인과 중복 방지가 필요합니다.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B7059-B6F3-4F9A-8FCB-F797570B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97BC5-203A-40EE-BD94-901F4B43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요약을 Slack에 게시하는 행동은 승인 뒤 한 번만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29739339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4E774-51F7-46B8-A64F-C596ED93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28C45-0316-4BD6-9605-6A241ACD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Calling은 실행 권한의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93818-D209-4111-9186-AA55833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DF703-57EA-44E0-B991-95CC97F6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EABF6-2042-4BAD-A92A-6958CC49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1057F-4E7B-4DE2-91EF-79DB1652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A99E8-1345-4CC5-BF29-724B89F1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ADDCC-2C7E-45FA-8253-696EF96E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제안일 뿐, 실행 허가는 애플리케이션이 결정한다.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848C8-6EDD-452B-8980-F423FC41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name·description / arguments schema / allowlist·policy</a:t>
            </a:r>
          </a:p>
        </p:txBody>
      </p:sp>
    </p:spTree>
    <p:extLst>
      <p:ext uri="{BB962C8B-B14F-4D97-AF65-F5344CB8AC3E}">
        <p14:creationId xmlns:p14="http://schemas.microsoft.com/office/powerpoint/2010/main" val="18783224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5EC6F-86BB-49FE-9338-921EE4E8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5162C-EB50-4929-85EA-D160FF9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Schema는 문서이자 방화벽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964DC-366E-488C-A3E3-6B3E218C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1E297-4FDB-471A-9828-A9E770BB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242F3-BD4D-49AD-8467-9BA77032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FDD55-4CBA-4A50-8935-0031EB0B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FD97D-D48A-4A37-AE18-1C620BF7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 필드·타입·열거값·추가 필드 금지를 코드로 고정한다.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688FC-533A-4126-AD6B-502A89F5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9FB02-90B3-489A-A0F8-897516B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F102F-25A2-49CB-A604-94EAEEB3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84627-3FF2-43B9-A081-6A43CBB6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type·enum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70FB7-48AD-4589-8D5C-8CF55799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B6EE9-101B-403D-B15F-8B95E61B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additional properties</a:t>
            </a:r>
          </a:p>
        </p:txBody>
      </p:sp>
    </p:spTree>
    <p:extLst>
      <p:ext uri="{BB962C8B-B14F-4D97-AF65-F5344CB8AC3E}">
        <p14:creationId xmlns:p14="http://schemas.microsoft.com/office/powerpoint/2010/main" val="57974615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E9301-4F89-4C10-AB4F-BBFE9EE4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1A282-062A-492D-A0BB-41E51CBE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Registry가 실행 가능한 세계를 제한한다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54CD2-31B0-4DAE-B985-15BC0F70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D57B1-52E5-4389-9C1A-31C18ECF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48895-2DE6-4C6F-9471-8314165F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1C847-734F-4753-8908-3FC9C4A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4345D-94A3-43BC-B084-998F66B7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95EFC-34A2-441E-BD23-831E9D08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아는 도구와 실제로 등록된 도구를 분리한다.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9E65C-46B6-4026-ACB5-67440EDE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TOOL_SCHEMAS / TOOL_REGISTRY / unknown tool 차단</a:t>
            </a:r>
          </a:p>
        </p:txBody>
      </p:sp>
    </p:spTree>
    <p:extLst>
      <p:ext uri="{BB962C8B-B14F-4D97-AF65-F5344CB8AC3E}">
        <p14:creationId xmlns:p14="http://schemas.microsoft.com/office/powerpoint/2010/main" val="184043507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A0164-DC9D-4C14-B60E-93393C0A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8A095-6E1C-4EA9-B0D7-B5098746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권한은 기능을 줄이는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43E4D-A856-4582-99A6-F08B7143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C291C-0C2C-46DD-B8F0-0F27BB33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C6178-A1BC-4011-9C34-C91BEABA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35E78-13D7-4DE2-AAE8-76D8C95A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B54E3-A9AF-44B2-B83F-75DD4A12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범용 shell보다 목적별 좁은 도구가 더 안전하고 평가하기 쉽다.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AF685-AF26-4D94-94D1-56C4997F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C2610-0027-4727-838F-C32E7C5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6852A-BA63-4742-94CE-1EDB1374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1A92F-C525-4BA7-AB4F-9853A8DE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확장자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418D4-26AD-4A25-BB1F-ACC33D64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66E4A-8388-4759-93A6-B160A2A8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workspace 경계</a:t>
            </a:r>
          </a:p>
        </p:txBody>
      </p:sp>
    </p:spTree>
    <p:extLst>
      <p:ext uri="{BB962C8B-B14F-4D97-AF65-F5344CB8AC3E}">
        <p14:creationId xmlns:p14="http://schemas.microsoft.com/office/powerpoint/2010/main" val="134372486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12389-8114-4F2E-8650-E52821A5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9812B-0E27-4516-A01C-4B31D48D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Validation은 실행 전에 끝낸다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17292-BEC3-4611-BE9E-ABF1DC4E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1ECF8-B5FF-480F-8894-5DD8333A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86F67-F9FA-4EDB-8004-0EFDF7D7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DBB06-5335-41CA-9CEC-E21823E1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88962-1ABF-4955-B0E0-103ACAFB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F1EFB-254D-4CBB-B28E-701CAD77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누락·타입·예상 밖 인자는 side effect 전에 거부한다.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08133-01C7-4FA2-A188-124A8219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missing / unexpected / wrong type</a:t>
            </a:r>
          </a:p>
        </p:txBody>
      </p:sp>
    </p:spTree>
    <p:extLst>
      <p:ext uri="{BB962C8B-B14F-4D97-AF65-F5344CB8AC3E}">
        <p14:creationId xmlns:p14="http://schemas.microsoft.com/office/powerpoint/2010/main" val="66963717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6BA02-C78F-4973-A885-8D0CB0EF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6B51F-893B-4875-BA6E-D02E0397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오류도 정상적인 결과 형식이다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E3FA2-C58C-4603-B55B-5C450434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A5B7D-4D86-48C9-82D3-3C184882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4463A-05A3-4950-9B99-714CFB92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2C5F1-3744-4965-BBF4-E125C241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123EE-7874-4C9B-87BF-303F53CB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traceback 대신 ok·error_code·message를 downstream에 전달한다.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D3006-1517-4CE9-BD89-4F0A6943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6BC67-2543-4D2A-96AD-E0688164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VALIDATION_ERROR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A411D-D929-4A24-86D5-2D5A64C8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EA8E9-5186-4ACE-9892-712DE135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NOT_FOUND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9BEA1-AF56-4001-AA58-47697221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1F6E9-6ACC-4EB7-9FB1-4FB14AA1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08FAE-C231-41F1-85B4-9F0D3732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CEAE5-7510-4945-AF67-E8A13487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TOOL_RUNTIME_ERROR</a:t>
            </a:r>
          </a:p>
        </p:txBody>
      </p:sp>
    </p:spTree>
    <p:extLst>
      <p:ext uri="{BB962C8B-B14F-4D97-AF65-F5344CB8AC3E}">
        <p14:creationId xmlns:p14="http://schemas.microsoft.com/office/powerpoint/2010/main" val="67732345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311A4-6CE7-4F48-9214-582617CD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C23F0-296E-42D1-AA88-CC357543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Read와 Write는 위험도가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94E80-874A-4EF6-A606-894F836D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FC2C5-8EC4-45A6-9989-E12D3F7E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7536D-B822-4EDA-8B7E-68C3660B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6E5A1-2A15-47A4-B1DB-85CE7EB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08F15-3C2C-4FB3-AC2F-0C3F363C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B3696-3BD0-4704-945E-27DFBB38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쓰기는 승인·중복 방지·감사 로그가 추가로 필요하다.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30744-C147-4149-930C-177AC471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read: 자동 가능 / draft: 검토 / publish: 승인 필수</a:t>
            </a:r>
          </a:p>
        </p:txBody>
      </p:sp>
    </p:spTree>
    <p:extLst>
      <p:ext uri="{BB962C8B-B14F-4D97-AF65-F5344CB8AC3E}">
        <p14:creationId xmlns:p14="http://schemas.microsoft.com/office/powerpoint/2010/main" val="155987293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C8ED2-0AB7-451A-85D3-F1822716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2BCA4-BA1A-40E3-988F-715899D8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Timeout과 Retry는 실패 종류를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27A0F-07A4-459B-B8FA-4D2CE706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BB938-8983-4865-9921-98E5E12F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3A4E3-76F7-4293-A0CD-188B6666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ABCA7-BCCE-4736-A6D4-C7A33EA4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F6165-8093-4964-B4F2-CC7454E9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일시 오류만 제한적으로 재시도하고 정책 오류는 즉시 중단한다.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E6B85-8143-4366-AAA1-1F924152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F17D3-3A5B-492B-91EC-EF24B288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4AA14-C6C1-4440-9439-8694C43D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460A0-4223-458E-B2FB-25BD558D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permanent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54103-CD66-4E6C-99B8-9124C17C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E30DB-07FA-468E-8984-50D53867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336D6-1904-4278-B36F-BDFC3320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9069E-2F0F-44A2-9EF7-6028C668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human-needed</a:t>
            </a:r>
          </a:p>
        </p:txBody>
      </p:sp>
    </p:spTree>
    <p:extLst>
      <p:ext uri="{BB962C8B-B14F-4D97-AF65-F5344CB8AC3E}">
        <p14:creationId xmlns:p14="http://schemas.microsoft.com/office/powerpoint/2010/main" val="184927595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CBA36-CB89-467A-B07A-EAF9EC79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E087D-1198-4706-A603-3D9CFFC6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호출의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752B1-7078-4119-AD84-2B29F601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9FC8B-CD34-4594-83FF-D1B65C87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049DB-5F36-4D4F-A587-6628C4A0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C6E8B-766B-4541-A3C6-45B55D39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13F00-D685-4860-94BC-E43328E7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CB8C7-5CF5-44E8-8C28-7D1DEA6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3A190-CC91-4623-A1A1-D7CADBBA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79B4B-A1A6-4962-A8FE-3CBCBF59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도구·인자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AF848-2757-488E-90DA-66163EB2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CB9D3-BE35-4345-A5A2-6ACA78E2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E5CE3-AE02-4D02-A55C-583264D7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53EE2-BC1D-4029-B9F7-6F0CEFCD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4E582-92EC-4E92-B0B3-890EAC09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DEF66-247C-4AA4-B1C6-9EEF0358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9BC90-02A2-43B2-A699-764F14A5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38BD2-2A9E-49D2-942B-D6BD2944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등록 함수만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8EEB9-FB9B-43FD-966E-DC67152B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50E8A-7367-407C-8A49-2097F8D8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27455-F94D-4CB4-AB8A-5BE3F7E8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05964-EABC-48C8-901E-55EB8A14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결과·오류 기록</a:t>
            </a:r>
          </a:p>
        </p:txBody>
      </p:sp>
    </p:spTree>
    <p:extLst>
      <p:ext uri="{BB962C8B-B14F-4D97-AF65-F5344CB8AC3E}">
        <p14:creationId xmlns:p14="http://schemas.microsoft.com/office/powerpoint/2010/main" val="182286533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41DF4-67F6-48C8-921C-32724721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892B4-5C32-4C5D-BE28-E67D8BD2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Schema를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2924B-BA49-464C-9863-31EAC9E6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299B2-125E-43F5-A8F6-939630F4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52593-14DD-45C5-8313-B84AF88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1DA41-E69C-4E84-8339-30C62476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BCB05-E3DE-4865-9861-A80061A2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52692-1502-4F03-B237-376AD244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7995E-6F1D-4BE1-90AC-216334E5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F246D-CBE1-4753-A8C7-E3FAC0FA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책임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97011-4731-44D1-802C-9CCEDB23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618FE-5AB6-4A38-A276-CFEFA4F1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47939-40CA-4B77-BB5E-4C93EA6B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3C51C-DB51-4BCB-8853-6595FB14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필수·타입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5E0EC-B1CA-4D8A-81FE-957492E5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EFB4B-4F4B-40CB-8A83-A3D0CB0D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E1FB4-F0CF-4349-A536-1A504C7E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615F9-02FB-4BA0-BA26-911C8F7C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enum·길이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939BD-944A-42ED-B9D1-CC0DFC2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62045-7AFA-42BB-908A-9C5C63D0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CDD21-8216-4B77-B343-B0EF4402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3BC36-6604-48E9-AE73-90DE76F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정상·실패</a:t>
            </a:r>
          </a:p>
        </p:txBody>
      </p:sp>
    </p:spTree>
    <p:extLst>
      <p:ext uri="{BB962C8B-B14F-4D97-AF65-F5344CB8AC3E}">
        <p14:creationId xmlns:p14="http://schemas.microsoft.com/office/powerpoint/2010/main" val="58045830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98588-3602-46E2-BF8B-FE37A9DF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E2184-A7E2-4E27-AC8D-5B872F67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도구의 경로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D65A5-3D48-442C-A764-D6773327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ABD28-84BA-47DD-ABFD-418346CB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A1573-34D0-448C-A34A-4B00307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717A3-6802-42FE-AAE4-F7D4F152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AC48E-68E7-4041-8891-E20EBE76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01DB2-0098-4EF4-823E-30865930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6478D-8417-4809-9ED3-57CF0610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A95F9-2A9C-4689-A982-D34ECB65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workspace+path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D636C-360E-4934-9584-B7F5A3C1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EA0F3-0429-4EA5-B19A-05C82B39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06C9B-2F1A-4421-96EE-8F88E85A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CBDE0-2BD5-4BB0-8795-8274FDD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절대경로 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1B439-8F81-439C-866B-B0D5F348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C60FA-FEBB-4E6D-8A3B-E40DE21E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FC11E-F236-415E-BE16-D116115F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76AE3-23A2-495F-8668-ACFA9828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root 하위인지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C0305-CC9E-4914-ADE5-522A724A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27FFD-3724-4FAD-B6A4-D5685466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D3249-CCF5-4A18-B1F9-727031F9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2EA6F-1255-4751-9E31-6B0E1263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확장자·존재</a:t>
            </a:r>
          </a:p>
        </p:txBody>
      </p:sp>
    </p:spTree>
    <p:extLst>
      <p:ext uri="{BB962C8B-B14F-4D97-AF65-F5344CB8AC3E}">
        <p14:creationId xmlns:p14="http://schemas.microsoft.com/office/powerpoint/2010/main" val="160495747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B2D75-9291-4279-A89B-55E227E0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4AC2C-9F3C-4B89-AA6A-2D6E8302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분류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6DC51-B773-4323-AE0F-BDA48882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59434-C005-490D-BF61-7E168078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61519-6BF5-4ADB-8187-18F431BF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48235-DEF0-42B3-95AF-8C4EF41E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76A71-4657-4644-8E6C-CE2C710C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5139B-AF48-48DA-9F97-CD3B948A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17731-7159-4C24-93AD-DF7B10FB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9ECBE-37B2-4A7F-A515-84D14888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재시도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575B1-EF87-4A3B-B968-3D83B2E2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8B290-CBC0-41C1-AF7A-C04BE901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2DC22-4755-49BA-83AD-3FD9756F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46948-DA69-4CF3-9C30-C2F22365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수정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1AA81-08DF-4B68-98BC-64684F9E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E72AB-D486-492C-B232-D886795F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A383C-14D6-44A7-8530-808966F4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8BAA2-44C9-4D75-95DC-B94A06BA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3301B-ACB4-4F50-8C3C-55C0C366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1CBA2-307A-4D2B-A0F7-9B5E932D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4FDA7-20F7-4005-8327-A9F38011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95397-026D-449E-A6E1-582B8434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중단·trace</a:t>
            </a:r>
          </a:p>
        </p:txBody>
      </p:sp>
    </p:spTree>
    <p:extLst>
      <p:ext uri="{BB962C8B-B14F-4D97-AF65-F5344CB8AC3E}">
        <p14:creationId xmlns:p14="http://schemas.microsoft.com/office/powerpoint/2010/main" val="166338258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62EB0-ED41-4FEC-AA18-53B697DA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70BD3-2626-4587-9911-E08587EF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702B9-1057-49C5-B970-CA3DD3DB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373B5-FA8F-45CA-B302-A07CF714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41C26-7061-42F4-A2CE-B279D70D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24498-3D3E-48AB-831B-A16B9430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9A916-E246-48F9-970C-0EEDDD77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EF848-FD4D-45DC-AB0F-4E89D01C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5DD0C-80F5-406B-AFB2-483F6882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486E8-CDC4-4E9F-9F80-1F432466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33311-76E9-4098-86D1-F543591D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99580-240C-40B4-8915-E832061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124DE-980C-46ED-8212-CB25E0AC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00C36-64B9-41DB-83B7-B65B3BDE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최소·최대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7D993-7698-4A80-A7CB-1EBEEADC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40DCB-8A3C-4584-9460-8D9F5CB8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3A309-5798-4712-B577-614F60D7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F8B72-683A-4838-AC6B-08BE88AF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path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D5E5A-43CE-4BB6-9F93-89232B2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A0CC9-EF15-4AE1-96CE-6D9CB3A3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D5984-F201-4F8E-BA25-F243580F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032A8-8AE5-40AF-BC83-3E8C0FD9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cached result</a:t>
            </a:r>
          </a:p>
        </p:txBody>
      </p:sp>
    </p:spTree>
    <p:extLst>
      <p:ext uri="{BB962C8B-B14F-4D97-AF65-F5344CB8AC3E}">
        <p14:creationId xmlns:p14="http://schemas.microsoft.com/office/powerpoint/2010/main" val="167184479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884D87-74AC-4B6F-8252-E08F3BC6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2D24C-42B2-4F76-B482-B7D20542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화면은 이 순서로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F9E24-B16E-4B9A-8014-D252CAC1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38272-CBCF-44BA-831B-4A522FF7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B8ED3-3D67-4B4B-9CEF-F07FE74B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072BC-1064-410C-8FFB-F1884028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3757D-B052-4FCB-9F86-698D0F7D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다음 장부터 화면마다 ‘어디를 보고, 무엇을 하고, 어떤 신호가 나오면 끝인지’를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8809D-936B-4765-948C-BCCA294D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C119A-3468-4FE5-87E6-891C40BE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39115-5071-4E54-B8EC-0E787F4C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9D14E-3C3B-4451-A3DD-0BB3BDCF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B07E9-E431-4C63-9C81-EE0A80D1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AD9AD-E66D-433D-B980-3DFF4F64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14AF6-0BE7-421D-A206-9470311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34BF7-42AF-41E4-8698-D063D495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3F9DE-9C13-4FAB-A86B-CB693231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934A6-D625-4074-90E7-11DECB5F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07D3B-1C52-4E7A-BE6D-FEEA4D10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E77A5-D731-4CFE-A815-77FD155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5D7CC-BB33-4E3F-9A6C-528655F7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61AC9-012B-4457-8D08-8E650F82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2CB99-05FA-4FE5-A796-D9E28DE9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E440C-F21D-4182-86D7-7BC4C51B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98A841-0F6D-4FDE-BC28-72F22A7F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3E41E-5ED8-462A-9FCE-67432E2D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9 tests 통과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65D13-F8FF-4B16-8219-E2EE478A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D50664-6C3F-43CB-892E-B82D96AB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543687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6B5F1-FF67-4795-B525-68B5A39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9799F-A457-45E1-B1C4-F6AEDA75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9FECD-537D-4E6C-B5C3-163F6D66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34668-3506-4219-B4B1-732AA5D5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E7CDE-E706-41AA-8FAA-E03C3A2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CBE54-5F12-4B30-94BF-7F9971E1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0A2F1-A4EE-4B41-9DFA-AD41F224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FD793-5E60-4EAC-850B-4114389F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2F1EB-3177-4AAF-9983-A6349EE3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80BAC-A13B-4BBF-AD4C-E47884DF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B3F93-A2BF-4EDE-AD89-B69E2CC2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request/response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12ED8-593B-4183-A8D8-3F860074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E2844-5190-4425-8D28-FDF2C578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timeout·stream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360ED-533E-43DF-93CD-244FAD81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65402-480A-45D9-9180-C901D744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80FD5-13B1-4353-BAE1-87B37D80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b0adb43904ef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EAD2E-F90E-47D9-961D-AD6A9121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API Introduction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32214478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52034-D32A-43F4-88B8-5171195B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776CF-71AE-405D-8E36-30936D33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52E77-6706-4A5E-9E96-08E0AEBC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37329-3B65-481D-97C0-ACB48060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06CD4-875C-4EFC-9B30-C7BB1809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C5764-22BD-441A-9EF9-D331742B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8B29D-8CA8-495E-A46A-1F21D738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2CAB5-F433-4C6E-8991-775E518A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1C74C-987A-44FE-9D4E-AE40F401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token은 환경 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A3B7F-4AF6-4CFB-8938-2E557982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D5AA8-9561-4C54-A13F-62E499F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실습은 dry-run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4ECA2-EA11-4C18-85BE-472AEF5C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D02C3-02A5-49FB-A96B-C2B1F71B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86C9D-5F25-4A60-9267-E40F8553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DFE68-A08D-487F-96A9-A65DAD57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5AE00-3E97-470A-AD5E-66219C32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65a77d9974dc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E24BA-DEEA-4397-BEDF-5AE4A9B2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REST authentication 공식 문서</a:t>
            </a:r>
          </a:p>
        </p:txBody>
      </p:sp>
    </p:spTree>
    <p:extLst>
      <p:ext uri="{BB962C8B-B14F-4D97-AF65-F5344CB8AC3E}">
        <p14:creationId xmlns:p14="http://schemas.microsoft.com/office/powerpoint/2010/main" val="214403664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6639F-8B80-4C81-8A67-9AD34E7E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722B1-99D8-4076-8BBA-79E4E164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A02BE-6602-4B64-A1C7-E96BF1CA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8EDEE-8102-49F2-9BCB-CF3AA9A6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92BF1-2C64-4EEA-A2A5-C5854AB1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C1105-49E1-4305-8FF2-39AA2EA8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2B7D8-FC5E-45BA-993D-9D59FE47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E574F-9953-4BC0-A035-BBF681E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565FB-C8DD-4FEF-98D6-C604D3DE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test_ 함수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6CE83-AEDE-4E0C-9EB2-4623387F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07756-09E3-4F4B-A48B-99F56133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assert로 계약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19E63-B67C-4543-B954-A77583E7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AC225-A280-4994-A579-2015A4CE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 함께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628D9-A4AD-4F17-99F2-CE087C4F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1A4AB-00FB-46CB-ACB3-390F3989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5589B-5AE7-4E33-A37A-9784694E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0cd337f2e416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7568A-25C6-421F-9D21-131A4533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pytest Get Started 공식 문서</a:t>
            </a:r>
          </a:p>
        </p:txBody>
      </p:sp>
    </p:spTree>
    <p:extLst>
      <p:ext uri="{BB962C8B-B14F-4D97-AF65-F5344CB8AC3E}">
        <p14:creationId xmlns:p14="http://schemas.microsoft.com/office/powerpoint/2010/main" val="98142927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C9EED-3580-49A7-9166-05FA30B9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5DC87-31B5-4D50-A007-4B0389B5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9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77782-D089-43E6-A837-1DBE61E0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E6850-7F9D-4BFC-A5A5-BD3514FF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471E1-A8E1-4977-B4DD-B2DEE7FB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0B5AC-D5D0-4B8C-8CA3-5EF8DA70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25CA9-D6FC-4C76-A771-35A6A426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984ED-BD65-4C7B-A583-155A513E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DB5B9-D6EA-42D2-A99D-A87F14EB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......... 9개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462F0-D469-4277-B634-E5C31589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7ACD1-21D1-4E92-BA87-5CE356D9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[100%] 완료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C26FD-4AB0-4BF0-816D-E4CD4A4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DC250-9F26-4808-B883-9C0B2E63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시간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58B57-E76D-4A9F-8A97-BBB91DC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E6D2D-557D-4A27-ABDC-5AC81570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CA3C2-762E-4B90-920B-0B2EC44B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a61fe76064660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93FF9-B9E3-4F8E-93F3-C777F856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통합 터미널의 실제 pytest 결과</a:t>
            </a:r>
          </a:p>
        </p:txBody>
      </p:sp>
    </p:spTree>
    <p:extLst>
      <p:ext uri="{BB962C8B-B14F-4D97-AF65-F5344CB8AC3E}">
        <p14:creationId xmlns:p14="http://schemas.microsoft.com/office/powerpoint/2010/main" val="62699129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7AF40-1B4F-4CBE-B9FE-131AF089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CCC38-33DF-44C7-807D-6A1E4FE3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 schema · 허용 입력만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3148C-709F-4AB1-B500-249EC21C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99A90-AA0A-4BD7-A299-4064438A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5109B-B0EF-4345-B25A-41A63020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ED0E5-C771-43E1-8586-B9D286C3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7DF9B-025B-46AE-BD28-9471E29F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BCAB0-0771-4C62-BF3F-38D0B070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도구 한 책임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84F5F-1ED4-4C4A-AEE2-7E0B2202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F2798-1C61-41CC-9F54-53C17215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 명시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7B65E-49FD-4FE9-A2D9-642CA144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3E4B1-5CCE-4B7B-B58A-D8536D8A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설명은 모델용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EE4AF-42CC-4D6B-B80F-6EEAAF53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DD6A2-54E9-43EE-A16C-947CD2FA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함수와 분리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2EEB4-D0CC-458B-AB15-6914E26C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605F8-4045-4C32-BEB5-CD58B635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84C1E-0899-47F6-B206-9F381A9C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"description": "공개 txt/md 읽기"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121045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8AC9F-3607-4243-9952-F1383E3F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BD7B4-BC9D-4740-B480-B2EE3A69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8AB40-68A4-46EA-A1BB-BB5E17A4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E548C-719F-4D45-A74C-A96EA936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C5DE5-6361-44FC-9869-1E517A7F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0F303-E848-4758-9C1E-D62EC15C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D3334-A433-4924-A9F4-D6277865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5DEC1-A696-40EC-9668-DF9E1814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BE152-8C8E-4D0D-AA1C-11CA8C85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0A40A-DC30-42C0-BE67-66F75D68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필드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A6997-695E-4A9B-B9E2-4AFBD9E7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3AABC-1439-43F2-ADC4-E047D30E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차단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429E2-38E1-4915-8CA5-9485BC77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9259F-ABC3-484B-AA50-0FF7DFF6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코드로 변환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43B73-201A-4B12-9592-0CF22C89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0F805-AD2B-4C5B-A248-056B1F70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DCB59-856F-4D0B-9A12-07A1B91A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required = schema["required"]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missing = [k for k in required if k not in args]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unexpected = set(args) - set(required)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 or unexpected: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ToolValidationError()</a:t>
            </a:r>
          </a:p>
        </p:txBody>
      </p:sp>
    </p:spTree>
    <p:extLst>
      <p:ext uri="{BB962C8B-B14F-4D97-AF65-F5344CB8AC3E}">
        <p14:creationId xmlns:p14="http://schemas.microsoft.com/office/powerpoint/2010/main" val="49097525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0BB29-09DE-45C7-8887-BDFC9B59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13D3D-A8C6-41D6-AD10-0EF65228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이탈을 막는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C6272-C263-4149-AFC0-883AC949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93870-6493-4D21-8BD0-0DA60DCB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478A6-EB1E-40FF-A64A-DA40C5D2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68E5D-4F3C-4E0E-9381-BA182FC0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EDBB3-5578-4D71-9897-09D8091C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DA3A3-85F4-48DD-B5A3-C65CD705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정규화 후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72C66-3BBD-4787-BB5C-2BAA5111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7D57C-E688-4F79-A0A7-4F405B01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절대경로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AD811-8D34-4EF3-A42F-F63E98CF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C1C53-EAC1-4E41-BD0C-C9E52D5A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symlink 고려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4875C-1B4B-4A64-A824-AC02EEAD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5AC28-0082-4611-BDBC-47AEFDA0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테스트로 공격 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05B1E-2FA0-4D41-ACB8-A7D65F60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69544-FB81-4B18-ACF9-ED601392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B4C33-0A5D-4751-BC41-0EFBB079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candidate = (root / path).resolve()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ToolValidationError("outside workspace")</a:t>
            </a:r>
          </a:p>
        </p:txBody>
      </p:sp>
    </p:spTree>
    <p:extLst>
      <p:ext uri="{BB962C8B-B14F-4D97-AF65-F5344CB8AC3E}">
        <p14:creationId xmlns:p14="http://schemas.microsoft.com/office/powerpoint/2010/main" val="169229045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4014A-361F-400A-ADAF-C05CA221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17C7B-DAA4-45C0-8705-5EC3978F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공통 result로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1D63-AE9D-4C21-AB05-615B9CC4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B0AEB-C0C2-4CF1-AA54-EDC51167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07813-37DD-4E2E-9112-4349920E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7965E-425F-4CC6-ADA1-05016B1E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ECE2B-01BD-46E7-A5C9-F58E7194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4B2C5-2F4F-48F8-A5BB-B812CC73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경계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23EA4-2726-4DF5-90B3-3EE7E8C8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018C7-019E-483B-80F0-F215482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error_code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54779-59DD-4163-BA2F-B78939B1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16328-BAB6-4ADC-8047-2C92C274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F0846-BE94-42AF-B356-0A644A1F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47BB5-B5AF-4800-8B1C-13A24D9E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trace에는 상세 stack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602A2-E823-4D8A-85C7-F00A3C27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6A232-9123-4DEE-931C-60B0243E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11A88-06FA-498B-8384-48A9209F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ToolResult(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ok=False,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tool=tool_name,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error_code="POLICY_BLOCKED",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message=str(exc)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688857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48D71-48C4-4ECB-BF12-6809A670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E64A1-CD1C-4AB3-A526-CD293A52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call_id로 중복을 판별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22135-D016-4C6F-B822-1F3343C0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863AB-E45C-4EC9-BEEA-C7A69ECE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CBA37-D828-4DAC-8686-10156A10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A9668-7810-481F-A245-C70B8D49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EAF6F-E014-4BBC-BE70-D7040898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C96A1-40A4-4A19-835C-0521E5F3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정렬된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673AA-2CE2-49C6-BCFA-771E68B9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9FC98-E97E-4DB5-9F6C-E5C1E700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hash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6EF5F-5CE7-4CA6-AC92-C5001FE1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13925-583A-4BDE-A7D5-44FC255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5677C-E8FD-40C9-AF45-87963CB3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00882-B161-4B2B-B220-BAA9FD35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쓰기에도 확장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3BD37-BE68-45CD-9BAE-4D0891D4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C0103-AFF1-4B27-B6B1-984B2747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1C9EF-3A16-45AF-880A-81F9D4A6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json.dumps(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{"tool": name, "arguments": args},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sort_keys=True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sha256(raw.encode()).hexdigest()[:16]</a:t>
            </a:r>
          </a:p>
        </p:txBody>
      </p:sp>
    </p:spTree>
    <p:extLst>
      <p:ext uri="{BB962C8B-B14F-4D97-AF65-F5344CB8AC3E}">
        <p14:creationId xmlns:p14="http://schemas.microsoft.com/office/powerpoint/2010/main" val="121214826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97FEF2-3801-464D-BC4C-9B6A1409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8EF5C-D9CC-48C3-BEFD-1E5FB777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도구 한 개를 schema로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7E1A0-B914-4D38-BCD6-F8EB422C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9A72D-1692-48A0-8AA3-8099BB91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B1917-C852-41CA-92FA-6CE42E13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A049D-58E0-4359-B2D6-1193D5E0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BB3D1-AEC2-4E04-AB68-483C2715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1744E-224C-4437-B3A1-0B94B028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ECD4E-0FFE-41C4-961F-F4BFE4E0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1AAE5-7BA2-401B-ACA7-78089671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EAAD7-6085-4069-AF8C-882E7A9A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F1E28-3FAA-4D7C-99BD-183726B6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동사를 한 개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88BD0-45E5-4E37-A62B-B3E0ADAD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97080-8A99-4AB4-A9D4-2E8A9C24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F4266-C7E4-4BCE-B2A6-19A26D00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1–2개로 제한한다.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2D1FC-20A7-408B-827F-C4F1CD04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9F494-D2D0-475D-A7DD-1D6C0DC7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A56B6-D1CE-4104-99B2-E83E960E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타입과 허용값을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9B36B-CAC3-48DF-8788-589F39DC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111A4-522D-4D85-831A-D62F89D0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126DA-AB1D-4C72-9044-B7E7FCDF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호출 예시를 JSON으로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09502-AA96-4851-95BB-16448F90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91C9A-C4CB-4974-BA4D-C34EF376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0B146F-E1BE-4570-BE6A-7AFBD1B9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tool schema 1개</a:t>
            </a:r>
          </a:p>
        </p:txBody>
      </p:sp>
    </p:spTree>
    <p:extLst>
      <p:ext uri="{BB962C8B-B14F-4D97-AF65-F5344CB8AC3E}">
        <p14:creationId xmlns:p14="http://schemas.microsoft.com/office/powerpoint/2010/main" val="106609628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DE3F9-D80A-4E83-A6FA-E4BC47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33FDB-55BE-4BAB-8CC6-4FE915A5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잘못된 호출 3개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F5D31-527A-4AF7-8339-A48F54BE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00195-453E-48BF-AAE5-6CD3FBA0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DF7A9-B2B2-4553-847B-CA139616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AE271-B4A0-45FE-A007-B3D88E0E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05726-AE94-412A-B2B3-81261658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E0897-AA6F-43BD-969D-30279972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3AB33-B3FF-40A0-9B78-123CED2F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7907D-CCAF-46A5-8E6E-5DCC8F14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A8AB2-92E0-462F-8BC6-CAF06944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5C7C9-7505-408C-89D9-7D11C9B0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호출을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6948C-0076-42C6-B659-7EE305E6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5E5F3-2CC0-40D7-89F7-73019D5C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67890-5B50-4028-9E22-690A4580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하나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9E9D0-0659-4680-A1CB-69A7498E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0A83A-F7EE-4B46-B5B5-1598CF0C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AE529-3051-4CA4-88FA-21EFEFA9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하나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910E7-B6ED-474D-AA3B-D2411AC5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276A4-25FA-4841-84D5-89FA3B18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AAE4B-DF7D-4AFF-8036-6B6E041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error_code를 예상한다.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6D6E0-8AEF-46B2-8AAE-4AC6ED1D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4B297-DD3A-4488-B16A-F3727845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50AD9-AAC2-4A30-9F42-70D35F69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실패 fixture 3개</a:t>
            </a:r>
          </a:p>
        </p:txBody>
      </p:sp>
    </p:spTree>
    <p:extLst>
      <p:ext uri="{BB962C8B-B14F-4D97-AF65-F5344CB8AC3E}">
        <p14:creationId xmlns:p14="http://schemas.microsoft.com/office/powerpoint/2010/main" val="210402306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90EC4-DE78-4154-84F1-F4B3B0BA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67F19-5514-4B28-A7E8-1F3FE372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workspace guard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7464C-3B08-4A9E-808D-FDE3C3B2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4D1BF-1977-49D1-9ADC-F9C8BCB7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7F379-3223-479C-9330-AD37D969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52F48-0EE0-4E13-96DB-66CE289A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36F32-E8B4-4AD1-99CE-72D67977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970C4-607D-40B0-A2F9-FF20A008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81FD5-F756-472A-BDB0-DC706E0F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91C7E-CF94-4D83-B9E1-F9CEB414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3E442-8593-4906-9B5A-90C0CD2B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880EE-15F0-4DBC-A2DA-7097668D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상대경로를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045AF-41ED-49DB-B213-178E73A6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93170-C0EE-4C9A-85D2-32EE2BD6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82A0F-81F9-4DBC-85A7-29E62FC2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../를 포함한 경로를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0AA2C-35D3-43B4-A558-9DCE6E9D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1FDFC-36F7-4DC2-8A6F-1659B56B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89B9C-230D-4A0B-8F4C-F2042C4A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.py 확장자를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D63AA-759C-45D5-9958-E73421ED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E246C-773E-4C45-BEB9-A352992E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F3990-0388-4B49-8F27-93BC1704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어느 단계에서 차단되는지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0ACCA2-9B26-4A40-BFA5-A4FCFED3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825E6-8F2F-4EC9-960D-633A9291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53485-B5C4-487B-A008-3C6A6A8F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1 + 차단 2</a:t>
            </a:r>
          </a:p>
        </p:txBody>
      </p:sp>
    </p:spTree>
    <p:extLst>
      <p:ext uri="{BB962C8B-B14F-4D97-AF65-F5344CB8AC3E}">
        <p14:creationId xmlns:p14="http://schemas.microsoft.com/office/powerpoint/2010/main" val="49454150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CC9E2-91EA-463F-BFA1-26CDE0EC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CA571-C36D-4E74-8B57-2CD16C31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ToolResult 계약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3268D-A716-44F6-A5DC-E4565A87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776ED-04DC-4745-B477-70079CDB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AB5E7-0EDF-4316-A62D-9B502937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17BE8-6097-4267-8BEA-FF881023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F5F67-D629-44E3-BF29-A83CFF1A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AC9ED-0E17-4D9E-B5C7-C08E7E4A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1DBE7-9CFE-49D0-895A-0B9D8A06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EE9D6-C9BE-46FD-815A-8AD39F8B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15C98-E87E-4FFF-9C43-78EE8DCA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FF4E7-5830-41FC-B65C-1CC91A78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5A722-7D88-4813-AB31-1A788D5A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ABEE1-EEC9-45F0-A4C6-13B0D78A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87BD7-338D-4FE7-AEA1-6E1323C2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AC4C3-85DF-48CC-9591-A94C8A90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28C48-8306-4E84-93D3-9019D180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76AE4-CA84-4A9F-8D73-949487B8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exception을 몰라도 되는 이유를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050E3-55AC-4DE1-A8DF-2E145B53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2624F4-62E7-4547-AE68-5267237A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3B476-2218-4007-9F3F-DB81D80A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needs_human_review 조건을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6AFAE-F6B8-44A0-97A7-62E5E53C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6BCD9-8971-4FA9-886E-982D0D80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DA94F-967B-434F-B8FB-AA0AA368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공통 result 표</a:t>
            </a:r>
          </a:p>
        </p:txBody>
      </p:sp>
    </p:spTree>
    <p:extLst>
      <p:ext uri="{BB962C8B-B14F-4D97-AF65-F5344CB8AC3E}">
        <p14:creationId xmlns:p14="http://schemas.microsoft.com/office/powerpoint/2010/main" val="46086219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ED9A1A-0B72-4FBF-8CB2-BFDC3F97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0D596-BE86-43F7-86B0-8E7DC426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모델 JSON을 바로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D5EB8-F0EA-46A0-9947-9F478A45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9A991-A02E-43DF-87CF-3E6F3262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80D04-02A4-4761-9F42-08F30D70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F0282-9FC0-43F7-BCAC-08E05C99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463C8-1A94-48E5-9D3B-2AEBCEB9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61FBC-4701-4B5D-B5B2-84CA2806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794F1-05B6-471A-9037-0BF46DF1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3CD48-48D6-4C65-AD87-CAEC48F6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DEFFE-993A-47F4-8DD5-15817126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검증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C29F1-A8D9-4383-BF95-6D2E0DE1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D26E1-BF77-4AE8-BCE4-62B3E4CB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임의 도구 이름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BCABF-B6EC-43C5-AC17-495929B9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D0855-F1BA-442A-B139-DBCC32FD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인자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DC964-444B-440F-8EA9-017473D3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7CA3C-1C12-4640-BA06-D952A99F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직행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C9335-E58D-43D1-B56B-D7B58DDA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FDC68-CAD5-4FBF-9371-5F5F86FC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plan은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5D77B-081F-4D83-AACD-1AC0EC9B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0360F-3EBB-448E-A72D-570C6112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4C47A-FD09-4F52-9940-3A718539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7AB9D-4BF2-498D-8480-D214E465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251E5-1833-424D-8EBC-D6FC84FE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9F5A9-7113-4648-9F22-FBF02F3D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쓰기 전 preview</a:t>
            </a:r>
          </a:p>
        </p:txBody>
      </p:sp>
    </p:spTree>
    <p:extLst>
      <p:ext uri="{BB962C8B-B14F-4D97-AF65-F5344CB8AC3E}">
        <p14:creationId xmlns:p14="http://schemas.microsoft.com/office/powerpoint/2010/main" val="1325083537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424F9-8C69-4C04-96CE-F0E3C96B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5B847-BC94-4CBC-B208-8D447205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범용 shell 도구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0CBAA-47A7-4251-8209-98973FB8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52E9D-1BB7-40EA-ACF7-00C0AA69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5EF99-E666-40D1-8B31-859147BE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D8E2D-68EA-4334-B816-C89F8CCE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348E3-93C2-49AA-B963-0D2C2969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5BACB-F307-4AC6-9452-64203E5F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D4D0B-9E0D-4A7A-B67B-C923FE20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11FEA-8C76-4EEF-9649-1287C4F9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141B2-41FE-4B33-809E-ADC9B651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rm·curl까지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81A2E-A908-49F7-9B2A-952E8CCB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40DC6-A9B4-4B25-9F4F-7FC0FEA7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문자열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3BB72-AB6A-47B9-B756-7A1C633E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54EEE-7EDF-488E-B395-F1E0827C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범위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2BDFB-6050-4FB9-95D9-E1AD1A8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DD84F-6AC7-4848-B7AA-02034747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불가능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A16C9-0587-482B-84DA-C2357752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8CDEE-FEE1-437E-BD88-057F7F0A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목적별 함수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A090E-B6E6-4279-946C-3DF513C9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8AF9C-926E-462A-B480-4E931638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arguments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5C92B-1520-4833-8C7F-7DE69496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4CFD27-9814-4535-97F3-2067D68E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파일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736DE3-26E8-4550-9D2E-79094C7A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A92C4-2759-419C-BBE3-C13A004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정상·실패 test</a:t>
            </a:r>
          </a:p>
        </p:txBody>
      </p:sp>
    </p:spTree>
    <p:extLst>
      <p:ext uri="{BB962C8B-B14F-4D97-AF65-F5344CB8AC3E}">
        <p14:creationId xmlns:p14="http://schemas.microsoft.com/office/powerpoint/2010/main" val="135666765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D7B895-4208-4D90-A20E-57FBCC01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34FD2-FB8F-41A5-AB31-4BE7633D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모든 오류를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A78F1-6DE1-4911-A3C9-B33360A8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86C2B-5387-47AD-B84A-9CA3CB04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90944-FC44-43BF-871E-283A78E0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BB0F0-6B9D-4A1D-9D94-7D96E83A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2BDBC-7DE4-4E01-9082-B8DC8162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CA555-A73D-4E76-9349-A79B9B3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EE2B6-5397-428E-BC23-D2EC2F66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72C7A-724A-4A02-A3B6-EBFEAA9B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E8B64-BAA4-4CCD-92AE-1094CD40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7C919-9413-4625-90E6-69016080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C2F02-08FD-4243-8D08-6E473E78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3321C-E288-4532-9F96-0EA436B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DA80A-FD40-42BF-B1E4-9106D29C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쓰기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E77D3-285A-4788-BCB4-CCC5F001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3C321-EDE5-4EEB-BA22-E02EF992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은폐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B99FA-F8C7-4760-8122-A3061163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F8AB8-C363-46B2-88BB-194C74F6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0CAE1-8169-4FE5-B489-30F65939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3AC36-22D6-410A-80D7-D7F0F002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 오류만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5A880-C2C0-49C6-85C0-D90BE0A9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998D2-4249-45D7-8257-D9FE301B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4D6C66-31F0-4422-BCFE-EAA27D0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803E9-D23B-4379-9B67-34E3D1EB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후 사람 검토</a:t>
            </a:r>
          </a:p>
        </p:txBody>
      </p:sp>
    </p:spTree>
    <p:extLst>
      <p:ext uri="{BB962C8B-B14F-4D97-AF65-F5344CB8AC3E}">
        <p14:creationId xmlns:p14="http://schemas.microsoft.com/office/powerpoint/2010/main" val="154903027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E79E5A-F105-4C40-9F59-AA9582E9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8E414-EEB2-4BC1-B113-E48C68BF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Tool 권한 승인표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04F62-75B8-46A2-8D71-15C22DBF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66726-AD9C-4C82-A4F1-49EA6CB6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2C902-C877-426B-8890-8EEA3E03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BFEE7-C59F-4FD4-9DB2-D3657532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DA5AF-FA2E-43C6-832F-3C315533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자동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E1996-1D32-473B-A051-F17EAD28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A2BD3-9F37-43F8-9AC0-23BDF072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6D34C-95D7-40DC-BB69-F944F2D8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FE511-7C4B-48DC-ACF8-D840348F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문서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4B548-0EC3-4D0F-ACFB-16F620E6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400C9-B725-4E2F-A650-DB974F96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parsing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76784-00ED-4CBB-B2BC-6D16328A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E26CE-1551-4561-8D63-EA61FA6D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33741-FE92-43D2-8097-AA097DD4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9C82F-A9DA-4BDD-AB79-D2A802A3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7F413-4936-4931-8A80-3D6CDABD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33B70-4EE3-4E1B-A395-01FF8C2E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메일·Issue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B765B-1247-4702-BCCC-CC9FC9F1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58C73-188D-482B-99F8-DDDFD9F7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고객정보 접근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B0D55-FB77-4564-BC3F-BF84BCFD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82B9A-D80B-461E-82BA-0E07A8ED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결제·삭제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44A34-3B2C-452B-B6DC-9F4E1EFC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15FDE-6B0D-4153-8037-605294D8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repo 쓰기</a:t>
            </a:r>
          </a:p>
        </p:txBody>
      </p:sp>
    </p:spTree>
    <p:extLst>
      <p:ext uri="{BB962C8B-B14F-4D97-AF65-F5344CB8AC3E}">
        <p14:creationId xmlns:p14="http://schemas.microsoft.com/office/powerpoint/2010/main" val="888371056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F77E8-08DF-4180-80D3-9AE1F3E0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F7782-144E-46C7-B738-97F0CECA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29E08-B4BD-4CA1-977B-A2FABD79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8A28B-0FA5-4189-8D43-49A2F7E7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E85EC-F91C-4A56-9F0D-83C31927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10:00–11:00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955FF-867B-4302-A880-00F98EDD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30D60-4D38-4D2F-B673-AF3A7A18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A1740-EDB0-49A2-9A13-6D87C1F2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327D6-CE09-498F-9342-D96FEA05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95F96-8270-4A91-B8FE-BA37D76E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tool call을 왜 바로 실행하면 안 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5E3E3-A777-445C-9A1E-48F086B8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3F498-A092-4C29-A0FA-AB1BE995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20DB1-BD12-4A3D-B887-43CC5E1F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Validation·Policy·Execution의 책임을 구분할 수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F3F28-561B-4562-8A75-309D2ACE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DAEE9-32A0-4C3B-8E8A-A02C8920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E2424-DA09-41BE-B156-D9A34033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Retry하지 말아야 할 오류를 한 가지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15240994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1413F-5001-4BC3-AF37-73D2D9A3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F27AF-CF1F-4D80-B3BC-8F19F58F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11:00–12:00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20084-3AF7-4510-AB47-A8222350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한국어 PBL 문제와 데이터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2D5E8-12A0-4313-AA44-D15BAF08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실제처럼 보이되 공개·비식별·재현 가능한 한국어 자료로 프로젝트 범위를 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726C9-A7B6-4D3D-8A34-B9792891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24779-5975-44C5-8695-C805B91D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K-Work Copilot canvas · dataset card ·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24227902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5242C9-30AB-457E-9AAA-121F1C61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46778-B183-42D6-A2F5-217D5B38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11:00–12:00 · 이 시간의 학습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5C2B0-E8F4-403A-8E66-1AD3DF77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48AB1-F935-455D-BF18-44771FFA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CB6EB-CB8F-4972-B9FE-207F5773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D08BA-CBC0-4486-81D7-43114079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E5DD6-0498-4898-8213-C992C6C6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회의/업무 데이터를 안전하게 선택하고, 제품 가치·정답 기준·실패 비용을 한 장의 PBL canvas로 고정합니다.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9BCA7-77D1-45A9-9880-09E34220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635FE-8888-4E2A-893D-E155BF31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2FFCC-55F3-48CB-9D57-6F46AEAE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9E7B9-08A7-4A74-B273-9F937FE1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923A4-57C7-441F-B4DB-886B70E3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2EAE6-3641-44A9-9EA0-F23E8EAE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F13B3-E96B-4874-A98B-2C242DAC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04180-3EB2-4B90-984C-2E2E67E2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1DE1A-9853-4595-AA7C-3FAD0E8A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60A35-4A46-4AB8-8F09-0F88152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B7CC8-94E2-4892-BCF9-6EE821B6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5DB37-A7BA-4B91-B079-1146430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716BE-DAC2-4F0A-9689-04E53297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459B2-9743-420F-9C1E-71D48ACF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CFF4C-C9FE-47EF-B6C0-08284BB9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127744934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C9976-6011-42E8-A23F-978BC915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BEGINNER DEFINITION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E0198-68BF-4EF5-B57F-F11D9DF8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 — Speech as 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50B72-D18D-4846-8916-CC7375EC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964DF-F0CF-4BD2-B733-E215DA3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ACABE-9704-4D92-8837-0EF075FA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BCF8B-38BA-40E1-ADE7-7DA2956F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6001A-AEC5-4A43-9599-D7BB8B69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29B36-8673-41EA-85C5-D3EE414F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음성 내용을 시간 순서대로 문자로 옮긴 기록입니다.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34F18-36E4-4A3D-8D72-27252C3B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A6F66-C877-4562-B26B-01E48809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AF606-09C8-43A3-9203-C6EF9AFC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요약보다 먼저 원문 근거를 보존해야 잘못된 결정을 추적할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45AE7-6B00-4A5B-BB70-16FC1BF2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77922-B762-4535-84DC-7D311127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발언과 타임스탬프를 함께 저장합니다.</a:t>
            </a:r>
          </a:p>
        </p:txBody>
      </p:sp>
    </p:spTree>
    <p:extLst>
      <p:ext uri="{BB962C8B-B14F-4D97-AF65-F5344CB8AC3E}">
        <p14:creationId xmlns:p14="http://schemas.microsoft.com/office/powerpoint/2010/main" val="151836690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F16EC-54ED-4CF5-A68D-7598DB09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BEGINNER DEFINITION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AB864-8ED1-406F-B82C-BB76021B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— Timed Utterance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2CC97-AF03-45D2-8DCE-5DE41AEB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813F4-8CDD-494C-A36A-FAA019BF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521AA-522E-4C69-A7AE-C27DE210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8361E-7EDD-4B25-B1BA-E17DA6E3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489FD-4B52-4462-B1D9-F10C6F2A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288FE-A228-426B-AC06-29C8243C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Transcript를 시작·종료 시각이 있는 짧은 발화 단위로 나눈 것입니다.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79B50-AB5C-41DA-966A-DEB0FD37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E64B8-69F8-48B5-BE6D-CCF58A8F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F6770-A99D-41BB-8507-6F6F26F4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긴 회의를 자르고 특정 주장에 근거 시각을 연결할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2B843-5582-4581-8F1B-53E188C0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E0A58-8712-4FFA-AF76-2585EA65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41.2–48.7초의 ‘금요일까지 초안’ 발화</a:t>
            </a:r>
          </a:p>
        </p:txBody>
      </p:sp>
    </p:spTree>
    <p:extLst>
      <p:ext uri="{BB962C8B-B14F-4D97-AF65-F5344CB8AC3E}">
        <p14:creationId xmlns:p14="http://schemas.microsoft.com/office/powerpoint/2010/main" val="178959035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01F5A-9C02-43FC-825E-B5C07B75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BEGINNER DEFINITION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F823A-6774-4378-BA86-75E76B31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Dataset — Reference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1E0D5-73DB-4259-83E2-06540164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CFA48-0093-439C-A0F7-0228C204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86A35-C60E-45AE-AD3F-6F65F340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145E2-D620-4630-AF82-3AAB52CE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B9718-996B-406E-B813-1230950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00072-32A4-4B87-ACF5-9BC1310B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또는 검토 기준이 붙은 소량의 대표 예시 모음입니다.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62262-AF50-4B03-BC6B-E6773232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2D9E1-45BF-4F99-936E-A6E3AD12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515C2-FEB1-4426-A5D0-745061D4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프롬프트·모델을 바꿀 때 좋아졌는지 같은 입력으로 비교할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27145-6E66-4CBF-A944-0EFD0BE6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69026-91B1-4C51-B2C4-8AD8D8CE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회의·무음·모호한 기한·근거 누락 5건</a:t>
            </a:r>
          </a:p>
        </p:txBody>
      </p:sp>
    </p:spTree>
    <p:extLst>
      <p:ext uri="{BB962C8B-B14F-4D97-AF65-F5344CB8AC3E}">
        <p14:creationId xmlns:p14="http://schemas.microsoft.com/office/powerpoint/2010/main" val="462283813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051AB-B285-4380-AB8B-07971414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BEGINNER DEFINITION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F599A-196C-4B6C-894F-2C424D87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— Source Grounding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8C0A0-316B-4734-AEF6-71BE08CB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7CF2E-AFC6-4E0F-94CA-926C6419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6293C-08CA-4F75-B993-92800A81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411CF-BF42-4BBD-AD82-9E1C27A1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5D9BE-5E23-4F0B-8EC5-EDA337BD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B6DEF-B51A-4310-A471-BF740E91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결론이나 Action Item이 어디에서 나왔는지 가리키는 원문 근거입니다.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B0A86-37BE-4939-86CA-8DE2C82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270D7-F55C-4809-ADA1-5E8F8DA9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1FFB1-47EC-4D42-8326-E01C2507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자연스러워도 원문과 다르면 업무 사고로 이어질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411DF-BC32-416B-B04B-94D5C786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6D2CC-36DD-49BB-A09D-948523F4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Item마다 segment_id를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831139383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21B1F-0C66-4766-B24B-3121F8D1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52BC5-1979-4ABC-9D6D-DF8BBC24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PBL은 기술 목록이 아니라 사용자 문제에서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8B636-A48C-4059-8C23-A992372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A6375-C97D-44B8-B59D-6249661B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F5898-D584-4EE1-8731-4914AA59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A84DC-8D64-4EBB-BB45-8C58E497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AE932-B79A-4B70-B684-694ECE84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DA131-292B-4142-81B5-7B591204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STT·LLM·LangGraph를 모두 쓰되, 한 사용자의 한 업무 흐름에 묶는다.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E7CDF-865E-4287-8E5A-F8126A3E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사용자·상황 / 반복 입력 / 원하는 결정·행동</a:t>
            </a:r>
          </a:p>
        </p:txBody>
      </p:sp>
    </p:spTree>
    <p:extLst>
      <p:ext uri="{BB962C8B-B14F-4D97-AF65-F5344CB8AC3E}">
        <p14:creationId xmlns:p14="http://schemas.microsoft.com/office/powerpoint/2010/main" val="255342579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371B7-93B2-453E-90BF-A587EF4B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ED66A-0F52-4B56-86DB-F80E58FE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K-Work Copilot의 첫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39075-96DD-483C-A186-7003ECF1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BFC96-F806-4FB7-AFD0-F43B66D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8B1C3-F8DE-4537-B83E-2003CE5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9C046-D5DD-4D62-87C2-E0E05E66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42638-148E-4569-A17B-EEA44006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2–3분 한국어 회의 또는 정답 transcript 한 건으로 시작한다.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39A92-B606-4D33-B047-7C7F7124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DCB8A-1140-4942-9335-78ADEE8C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 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2DA68-536D-43AC-B9CE-616D13C6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1F312-E174-4608-ABC2-38C678C8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transcript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6F188-E63A-49EF-8AA7-6F7A5542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BA079-0477-4261-B7E4-23B493EF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summary·decision·action item</a:t>
            </a:r>
          </a:p>
        </p:txBody>
      </p:sp>
    </p:spTree>
    <p:extLst>
      <p:ext uri="{BB962C8B-B14F-4D97-AF65-F5344CB8AC3E}">
        <p14:creationId xmlns:p14="http://schemas.microsoft.com/office/powerpoint/2010/main" val="52558412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E9DEF-03D5-475B-BE09-11781EFA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0209A-C607-45F8-A39E-A89A1202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한국어는 띄어쓰기보다 업무 맥락이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39F5F-64E2-43E6-A4FE-CB9BF4C0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2F44F-3324-4077-A0EF-ABF59E73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A8029-7E20-4622-9B7D-F218CD45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AF41A-816F-4CEE-A3CB-A8499B5D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7C194-874C-46F4-963B-10B1294C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08549-D1DE-4F0E-B9C0-E0111332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존칭·생략·동음어·숫자·날짜·담당자 모호성을 별도 오류로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303E9-2EA3-4F0D-A4AB-5BA0424E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화자 생략 / “다음 주” 기준일 / 제품명·약어 / 책임자 추론 금지</a:t>
            </a:r>
          </a:p>
        </p:txBody>
      </p:sp>
    </p:spTree>
    <p:extLst>
      <p:ext uri="{BB962C8B-B14F-4D97-AF65-F5344CB8AC3E}">
        <p14:creationId xmlns:p14="http://schemas.microsoft.com/office/powerpoint/2010/main" val="157720770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9B9FE-5CE8-4F29-B404-FE0DA521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37C98-B936-43D7-8410-577EFF29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데이터처럼 보이는 최소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1575D-0EDC-4661-A917-6A1F744A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9110B-4CA2-42DE-BFAE-E8851CDB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794F8-0C5B-42B0-8829-841092CF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A1989-26BA-4ED7-B93E-2BB6B710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07F59-5F73-494B-AC7B-0C247E16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자연스러운 맥락·역할·결정·마감이 있으면서 개인 식별정보는 없어야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D6B63-2B41-4C8A-99F0-418B68F7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3050C-6822-46CD-BBA0-1C0CECF1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 조직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BF6C0-C1CE-4892-A054-F5329CE0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F404C-E599-48D6-B880-C2375ACC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4343A-C012-4207-A3F2-78C14C74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911AC-9CD6-4828-B068-310BCCBC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합성 금액 범주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1B2BE-D091-4A2D-9054-594B59CB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671E2-C405-4C8C-B318-DE69125C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가능한 업무 관계</a:t>
            </a:r>
          </a:p>
        </p:txBody>
      </p:sp>
    </p:spTree>
    <p:extLst>
      <p:ext uri="{BB962C8B-B14F-4D97-AF65-F5344CB8AC3E}">
        <p14:creationId xmlns:p14="http://schemas.microsoft.com/office/powerpoint/2010/main" val="974838262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EEB19-CFE8-48EF-9091-243D0A42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FC29B-A1B9-4B0B-B955-BCE0B1E2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공개와 사용 허가는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DB816-D24F-434B-BA07-6C46B702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146BA-8FCD-49F3-966A-A9285AC2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92DFC-2582-4B42-B8EB-30066B0E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E854-9D46-426A-9BE9-791BDD56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25EE2-C5AD-4956-8E8A-14008E6A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05B38-82E7-4C4F-8438-D84D0495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웹에서 보인다는 사실만으로 재배포·수업 배포가 허용되지는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68869-64E5-48BA-BA5E-452AE8C1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이용 조건 / 다운로드·신청 / 재배포 범위 / 출처 기록</a:t>
            </a:r>
          </a:p>
        </p:txBody>
      </p:sp>
    </p:spTree>
    <p:extLst>
      <p:ext uri="{BB962C8B-B14F-4D97-AF65-F5344CB8AC3E}">
        <p14:creationId xmlns:p14="http://schemas.microsoft.com/office/powerpoint/2010/main" val="435997691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B6F0E-8DAB-4DC7-9EEF-01D1E62C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07565-8D43-4357-A9B7-A0E0F4CA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Card가 실습을 재현하게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EBA34-27FC-4F8B-918D-1251692C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81F9D-FC7F-4F37-B92A-76CB38FF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67862-31C1-41AB-AF38-532AC695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DE3B7-FE10-4638-BCFB-F2E8984E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C4F4A-455E-468A-8252-83D03A77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출처·버전·샘플링·민감성·변환을 한 페이지에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84315-9CA0-402C-806B-5DED6EB1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03269-6E4D-42F0-8D83-6D459C8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source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00BE6-6CE8-496D-BBA2-EDD04040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4A949-BB39-4F47-8E15-4B8F9372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collected_at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17B1A-5E22-4210-9D57-6224F41E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1FD7C-B78A-4119-A330-6A223340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license·terms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C6AE9-BDA8-42AC-BEDE-FD8B1A18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37F92-F0F5-4151-BEBD-7F1AC800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preprocessing·limitations</a:t>
            </a:r>
          </a:p>
        </p:txBody>
      </p:sp>
    </p:spTree>
    <p:extLst>
      <p:ext uri="{BB962C8B-B14F-4D97-AF65-F5344CB8AC3E}">
        <p14:creationId xmlns:p14="http://schemas.microsoft.com/office/powerpoint/2010/main" val="977271603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4C680-583C-496E-9572-D62B0B69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8C443-D0DA-45D4-9A7E-06809F49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 schema가 STT와 LLM을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ACC45-BAE9-43E1-8092-6AE4305C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C4653-B5E7-4944-B9E9-4005EF96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E0AD5-36D5-4E2A-83E4-47B13151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3D960-01F3-426D-ACD0-31ECA1CC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2EC98-17AD-40A8-9365-8D0BAF24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35A62-F323-4418-A5CB-D0EF9280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텍스트만 넘기지 말고 segment·time·speaker·quality flag를 유지한다.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B44BE-85DE-4F9F-B8A6-78FD05B5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start·end / speaker / text / no_speech·language</a:t>
            </a:r>
          </a:p>
        </p:txBody>
      </p:sp>
    </p:spTree>
    <p:extLst>
      <p:ext uri="{BB962C8B-B14F-4D97-AF65-F5344CB8AC3E}">
        <p14:creationId xmlns:p14="http://schemas.microsoft.com/office/powerpoint/2010/main" val="113502841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DF61A-EAA7-4B53-94F9-DD16D98A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8AE83-CCE9-405D-AD40-44008EB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Evidence가 요약의 근거를 고정한다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BA1DC-CA7E-4A20-8E41-78D7EBE6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B9246-5466-4068-B3F8-BFBF54A1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BD9CF-9209-4F0E-A570-D09E761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9A90B-2897-4E16-AC10-3F629BBE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4E4B4-8574-47AC-88D5-88FBB51A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결정과 Action Item마다 원문 segment ID를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CC980-FC6B-407E-93C9-EB4A031E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F2597-276C-45CF-9609-0E4FA1BF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A457C-6BBC-4D14-9C5E-EF4BEFE4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DBA65-C084-401A-9F6B-EE855557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evidence_ids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FF241-FEEE-4D7E-9287-5690793B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6A108-C2E4-4C25-9BBF-4744706B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4FF0C-8ECB-4924-8C09-CE673AE2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F9B1F-CF35-49FF-8192-FE9A86B9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needs_review</a:t>
            </a:r>
          </a:p>
        </p:txBody>
      </p:sp>
    </p:spTree>
    <p:extLst>
      <p:ext uri="{BB962C8B-B14F-4D97-AF65-F5344CB8AC3E}">
        <p14:creationId xmlns:p14="http://schemas.microsoft.com/office/powerpoint/2010/main" val="147779810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1D6BFB-88F0-4E57-836D-7F946A72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5E634-BAF7-4CEB-B2F4-5572C176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데이터 선택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8F1DA-3694-4F6D-AF16-05725024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375B2-24D7-46AE-94E8-7A974F69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9491D-0CB4-49EF-B76E-35E8A281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6283A-7408-4AE7-8A88-641DC316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5D2A8-96C1-4386-8006-8B7607A9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519C4-357D-4952-B155-EB32B21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81D84-E990-40F5-81D0-BD1832B4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8DEAC-52AF-428E-87D8-70D5B937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원자료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E58FD-BCDB-457B-AD44-46F85285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D1EB6-41AD-40CF-B725-5ED0ED2F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6536C-5411-4D44-8E02-CEFF4BE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FFAF7-2770-41E0-ABAC-323ABBC9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이용 조건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C2FED-1CA5-404D-9BCB-6FA7D72A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BFBA0-774D-49D6-B4FF-3B2CCBA5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40C04-E813-487D-8EC7-C818898D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46F87-DDC1-4580-A03E-DE21D228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소량·목적 적합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BC2D8-B534-4F99-A813-64A1D8B1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D6355-790B-4249-9BAE-73FC740B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46099-77F1-4BF7-91CE-A211C948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257CA-83F3-4EBF-9361-497B9FE3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출처·변환 기록</a:t>
            </a:r>
          </a:p>
        </p:txBody>
      </p:sp>
    </p:spTree>
    <p:extLst>
      <p:ext uri="{BB962C8B-B14F-4D97-AF65-F5344CB8AC3E}">
        <p14:creationId xmlns:p14="http://schemas.microsoft.com/office/powerpoint/2010/main" val="25678247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D5AD7-E0C4-490F-8F61-C3378D7D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A56B6-D094-4154-A675-9933C882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샘플 합성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BC291-1F30-486E-BCCD-ED62DDD5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BC417-78C9-4302-B9E0-A27F21C4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8CB27-D50A-4323-8326-6754134E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6FB95-0A1F-4AA8-9712-13872F3C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FC859-C1AA-497D-A667-87BBC661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A8807-5895-4C49-9355-5B54297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CBC77-743B-4D47-AC43-7101E376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F40D2-C29D-4AB9-BF56-D114231D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PM·개발·운영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D6CA6-3710-424F-8BF7-0DC6B94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DFA4B-E26D-494E-8980-1C0CA0FF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4909B-07B9-480C-8700-4FE06FEA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쟁점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1FFCC-8E11-415B-A36B-4929A7EA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의사결정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93B52-CF78-43C2-A3E4-2DF255EC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2A2EA-F29A-4AFA-A34B-A135882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65DF7-F63B-4190-A9A5-F37D47AE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34D36-F8FD-4526-A2F5-015834A8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담당·기한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55A85-C8B8-4521-B082-D71C45EE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B80A6-86CA-4FDB-96A7-ACE56A04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45AAF-45A9-42E9-8DA7-2BFFE0BA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A042E-8A9F-461E-9BAD-7E129271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모호성·검토</a:t>
            </a:r>
          </a:p>
        </p:txBody>
      </p:sp>
    </p:spTree>
    <p:extLst>
      <p:ext uri="{BB962C8B-B14F-4D97-AF65-F5344CB8AC3E}">
        <p14:creationId xmlns:p14="http://schemas.microsoft.com/office/powerpoint/2010/main" val="423943485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31EDF-DBD7-485F-9B2D-654C24A4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EA06B-3D6E-483B-9C54-DDF4A949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비식별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2A9E6-7B20-4FF6-B462-A96E7727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D41D2-A23D-42A1-80FF-E3C696EF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78289-F1C2-49E5-B83B-EC9E812E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17E93-6A73-4DDA-9AEF-53074105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6FC51-56D6-4B92-A019-2B509DB2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3AE79-9BF9-4CE2-B47F-7DF00FDB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E63A6-8EC3-4659-B1CA-0703813E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70AA7-9FB2-4876-AFD7-DF200B3C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이름·연락처·ID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A5186-1A01-4F71-869F-21D22A49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021D1-6F82-4C76-930B-7D36A153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A1B41-D5E2-4300-80D8-D67092EB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213E1-1AF0-48DC-9368-26BC5C77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역할·범주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C913B-C8B4-49B3-BDE8-94373178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CD69F-F09F-4592-8FED-DE517E7B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BFBAD-4878-4B68-9D4D-513237DB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DBA0B-EE8E-4528-A279-9C8788C6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문맥 재식별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386F2-67B9-40F1-B0AB-3453BB28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8A79D-ED47-4E16-8175-82D27F0B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E7C661-37FC-46FC-8557-62FD214A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84728-C84D-46CA-9130-14D2131E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변환 규칙</a:t>
            </a:r>
          </a:p>
        </p:txBody>
      </p:sp>
    </p:spTree>
    <p:extLst>
      <p:ext uri="{BB962C8B-B14F-4D97-AF65-F5344CB8AC3E}">
        <p14:creationId xmlns:p14="http://schemas.microsoft.com/office/powerpoint/2010/main" val="101081888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62750-A222-4CA7-B6CC-C904334A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45EF3-5B56-4DCC-8E6D-6F3CB029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set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234AF-23E8-4169-846A-219906A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A3C9D-F76A-45B4-99AA-1954CC5F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631A3-2F2C-407B-A673-0B73EE29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DC2DE-9170-4684-ADDC-FF99BB9D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5F385-4C7B-4F58-9478-AE1AA909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D8E15-0515-4A7C-BE85-8BEBF125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50E76-46F1-4C09-BEF8-C9A3670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78933-9460-4DFA-91BB-8FD5A59B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사람 정답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6AF06-47AF-432C-9143-4204018B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49015-EA3D-4ECD-9317-6A00EB84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0BB76-8189-49D1-B2B8-9DAB1906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ANNOTATE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90BFD-F740-483F-87BB-2AAD4546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6D6B3-01E3-4D50-A808-1EFD0DE9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8D2A8-E356-4FA9-8096-FC1E722C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8B224-E1A0-4CA7-A04B-C5FDA897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140FB-921B-43EC-AF59-82BB59E6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AB215-066B-4E33-85B2-2A96BAF2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7720B-99ED-4AEC-9723-56C209D6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1B757-6FB7-49B3-BC00-D2140F6E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1D9C2-0CB9-4E28-A240-2AAB49C9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2인 합의</a:t>
            </a:r>
          </a:p>
        </p:txBody>
      </p:sp>
    </p:spTree>
    <p:extLst>
      <p:ext uri="{BB962C8B-B14F-4D97-AF65-F5344CB8AC3E}">
        <p14:creationId xmlns:p14="http://schemas.microsoft.com/office/powerpoint/2010/main" val="1543211400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44EE2-CC11-45EC-B149-7607B843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7F2AD-018A-4C46-8E60-0C459724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 canvas 네 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2F3B9-2E24-4BA8-B731-9454BE5A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21B79-4FAE-4687-BD6A-1D63B1E5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52162-1BF1-4766-A072-03A89AB4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AF3E7-66A7-4EEF-9107-0463848A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F3453-8E81-41D9-A372-ED65071A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3087B-6065-4C55-AC51-E212E902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992E2-72E6-4EEB-96DC-4A79F428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5C808-96D8-4C7D-98E9-E1807E06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쓰나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03212-2DAC-4F92-90FE-D60AFEF2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BFE42-2EDF-4C8D-A82B-24AE8526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41E13-69F8-4DC5-AC9D-7EF9BC34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AC6C7-5864-440B-B10F-45032BBA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무엇이 누락되나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299B5-2A57-42AD-A626-91DAD626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EEB6D-8433-431D-9966-6FD0F6D2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CC3E4-B4DE-4BAF-8A8E-5992BF17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F4954-2161-4C71-8544-61459D69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AI와 사람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55B70-6588-4D7B-8FF7-74F5594A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8126D-9CC6-49D3-8459-8590EF33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1C975-730B-4E72-BE44-B4AB556A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FA64E-0946-4CCF-9FFF-E5DA1E8B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무엇으로 좋아졌나</a:t>
            </a:r>
          </a:p>
        </p:txBody>
      </p:sp>
    </p:spTree>
    <p:extLst>
      <p:ext uri="{BB962C8B-B14F-4D97-AF65-F5344CB8AC3E}">
        <p14:creationId xmlns:p14="http://schemas.microsoft.com/office/powerpoint/2010/main" val="440760463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C258C-FD8F-42AE-AA8A-D5259ACE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87D40-5F94-40E3-ABEC-F9EEEEF2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화면은 이 순서로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DBEDF-8E1D-4221-A4FB-4C1B4590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B2E3D-9F9C-41D9-9452-0DAF3ED9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A63C4-69E5-40EE-A6B0-26B204F4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10EE3-96B3-42FD-9A95-B909C0B8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2572A-1E21-4481-B8E9-D864EAD7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다음 장부터 화면마다 ‘어디를 보고, 무엇을 하고, 어떤 신호가 나오면 끝인지’를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99897-E286-4FCB-8C08-F67F818B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78529-AA98-4C45-AA27-F71CDF32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AAA4C-55C1-441E-A32C-01AF594A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72F08-B6FE-4A69-B4D1-01875628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3A098-34EF-466D-8DDA-71AFCD71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52D42-0A25-4C5D-ACE8-ADC7F9A0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42299-FB89-4015-827D-D7C6FC02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C1DDE-4FE9-43FF-A367-2C88538E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218AF-7903-4124-A04C-6932858F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2CAB6-A798-4C89-A537-B0DD2000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9293D-1055-484E-A757-58CC2F44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2ACD3-EE40-43E4-BCF3-483AEB08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0A0F4-EA17-49DF-B8C4-BE824990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130E2-3AD2-4741-A856-3D1B94F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B4248-A8FF-4C1F-8B77-CE8D5607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ADB26E-61CA-43C2-83B3-2EDFA0E1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D7DF1-6697-48D2-8771-9B48CCAE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B674CC-44EE-4B3B-B74D-FDFE9950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4F12A-24DC-4493-BCA6-812BBEED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89FD00-834D-4677-80DF-72E79E4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0621258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13895-B36B-47A6-8600-93D6BE6C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61EDD-9FBF-4C65-B7D1-45ACF82B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9ACF6-6F78-4531-9037-D213890D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9305A-37FF-408E-91B5-9116C8ED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8125D-0D19-4FDB-9BC1-A347613B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4CB78-5EFD-4C6F-B37A-E33145EB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D9959-A02B-442A-987B-7F2E1711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7D2E0-AAA7-42CE-A99B-329629D0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68412-55DC-4982-8D05-39F6D6DB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제공처를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8CC68-7205-4D7F-9621-8BC9E51B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FE421-64B9-4EF7-BA74-0045F6E8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검색어·제공기관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DA10F-9526-4C78-B47C-33625F15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EE617-D9A1-4E19-BC27-7A17BC0A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형식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84E2F-E712-4FC9-9901-4B503D20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5EE50-018B-4E22-A8D2-A65CAD8F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9F0A0-A042-4049-92E7-14FF6616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d3859b4774e71"/>
          <a:stretch xmlns:a="http://schemas.openxmlformats.org/drawingml/2006/main"/>
        </p:blipFill>
        <p:spPr>
          <a:xfrm xmlns:a="http://schemas.openxmlformats.org/drawingml/2006/main">
            <a:off x="4876800" y="1727104"/>
            <a:ext cx="6591300" cy="370859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658BE-D9B3-4D8B-9E1F-679D58CF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서울 열린데이터광장 공식 화면</a:t>
            </a:r>
          </a:p>
        </p:txBody>
      </p:sp>
    </p:spTree>
    <p:extLst>
      <p:ext uri="{BB962C8B-B14F-4D97-AF65-F5344CB8AC3E}">
        <p14:creationId xmlns:p14="http://schemas.microsoft.com/office/powerpoint/2010/main" val="373625681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6B198-CED7-49FA-B424-2976A5BC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F4E22-4EDA-4E4C-943D-41C8B460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D9C0F-2F18-41AF-A82A-EA9AF1C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A845B-6518-42C3-8FD1-37839044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010E8-1C97-4338-9F44-19558300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77CBB-6512-46CB-94EC-E9C8A152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35BA4-150A-4CF9-82C0-B9AF606E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5D474-E3D1-4680-93E6-B85C2FEC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4311E-91C0-4600-9EA1-16C7215F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신청·이용 조건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CBFCB-6FC9-4A4F-AADB-51CA96A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AA6E4-9455-4C53-AF25-8FA77A4F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말뭉치 종류와 목적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15F23-564A-4111-A634-8D0822B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70841-454D-49E9-A64A-7A7BD2B3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재배포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5592B-292E-4FD7-B64F-C2EE3D70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5709F-0481-48B7-A8CA-EB319BE1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4211A-D297-4ECD-8C8C-7F0DB347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9cf8a2d364d5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BF7E5-5A44-4083-9327-5E5F33D2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화면</a:t>
            </a:r>
          </a:p>
        </p:txBody>
      </p:sp>
    </p:spTree>
    <p:extLst>
      <p:ext uri="{BB962C8B-B14F-4D97-AF65-F5344CB8AC3E}">
        <p14:creationId xmlns:p14="http://schemas.microsoft.com/office/powerpoint/2010/main" val="521146459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278DD-033F-4460-8A8A-C2D4D20D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E627A-64F9-47A4-ABE1-7F5206DC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68CF9-E7AA-428D-AE1E-1CF260DC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F0AF3-3F02-40F6-B550-B4926016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1DB1D-E611-4362-BF63-F106A1A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9E23E-21A9-4D70-BA39-3DD2B50E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A761A-9ACC-46D1-B8CF-A022E799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645CC-FC35-4B85-A27F-377452CC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40A34-D784-438E-BEFE-80F45C83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발언자·회의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D6EC8-B910-42F2-AFD0-1B8EB88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13F65-8AA4-48FD-967E-9FEE24DA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회의 기록 사례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B271B-AC31-45F8-AB2B-F23294E5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0238F-D7BA-4450-9C86-37D30727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페이지·첨부 공개 범위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F1DBD-A631-413C-91B8-0EA7F12C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ECCE0-3358-488C-A8A9-F5CBBE68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C3FDF-E841-4B9C-BA2C-71B4FF1C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2bd416ea24cdb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110D48-442E-4626-92A1-3BF54737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국회 회의록 빅데이터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32408180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1D11D-A94F-49EC-B9CB-904C4993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639F0-1847-4B18-8A35-7373038C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A1118-3F8B-4EE1-A171-485181F1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CD56C-7DF5-4A1B-8BFF-35E8EDF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7B041-8472-462E-8B0B-3346AB42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A4DC1-11B5-4795-BF2F-F29205EB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8FC00-49A0-4371-9818-844D5B6E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69F65-16E9-4839-AFCC-A72F7D0B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EAAFD-99E1-4094-A57E-ADC4D3E3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계정·edition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69ACC-83C3-42D0-811B-4AFBD334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CE12E-F98F-4A6D-BB54-71A6FA05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지원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8F7A0-E924-4AD9-93F9-786B7687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40676-895A-4754-9176-44289A46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보존·권한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66233-FC0E-4762-827F-234A3F10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A4BCC-2F3A-433F-828F-521D8229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D6B0A-5FA5-4CCE-B370-54580704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8524d2198466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100D1-AE4D-4E5C-ADFB-F998DDBB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transcript 도움말</a:t>
            </a:r>
          </a:p>
        </p:txBody>
      </p:sp>
    </p:spTree>
    <p:extLst>
      <p:ext uri="{BB962C8B-B14F-4D97-AF65-F5344CB8AC3E}">
        <p14:creationId xmlns:p14="http://schemas.microsoft.com/office/powerpoint/2010/main" val="1944492611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31B02-3105-4170-9D1D-414EF7D2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0457A-3FFF-4109-A0A5-4F3D7C99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segment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D7FEA-CEC1-456B-9C24-3B71453C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ADBA1-8A6A-4E95-AD13-08A1A8F3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0599A-D110-49F5-A5AD-E4305B9A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3E782-7212-4587-BC4D-AABA3172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40C33-F2D7-4A56-9CB3-34EA9688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F9F54-035E-4ABA-84BE-6E4B86B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EDCB7-5E9E-4840-ABE7-53E5FCA0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BAB54-D80F-4099-A002-ACEA0587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speaker는 모르면 null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56271-D9B6-4B36-A941-64F66256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1E07B-2A34-4DF5-AF2E-38C26EBE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text 보존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FEB39-5BB2-45B1-AC8A-966FC745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313DB-4CB8-42D4-886E-51965DE1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 flag 별도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01E72-042C-426D-80D4-9FCD1AF7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B2541-2801-439D-A7B6-2F0CCECE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5672B-7FDA-43F8-A4F4-7496A918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"id":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"start": 41.2,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"end": 48.7,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"speaker":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"text": "금요일까지 초안을...",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1454219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94164-3E93-4171-BC12-295BE0A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FA4A4-ECF6-489A-8E99-B365985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evidence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EF57B-AD04-4D05-8097-045A45F2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E877A-A269-4446-8208-A07804D5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B0C55-F6C4-4783-95D1-EB90AE26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F3B33-BDAB-4191-BBC8-19833931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7CD45-6202-484F-82E5-2AA40B4D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47400-0676-4546-8C32-91EA74A9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task·owner·date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DD337-1A24-44EB-A063-EF21999D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B1AD0-D042-4874-B7C9-E95A537E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segment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A8C42-6A26-46DD-88FE-FDFF74CD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6B270-23F0-4C1A-950F-3A3CC16A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 정책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7E9C9-79B0-4F48-90C0-4FCFDC5E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2ADCA-AB1C-4D7A-B681-1E46FBCF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시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F5541-240F-4405-BA65-E64379F8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E851E-AD23-4281-B173-5A29F551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B07B1-B40A-49FB-9031-5B1F157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action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"task": "FAQ 30건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"owner":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"evidence_ids": ["s12"],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"confidence": 0.92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114507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37678-AFE4-4341-A664-72CFC921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FE936-2003-4BEE-8395-9FBC6A81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날짜는 추론하지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E59BA-469B-49BB-A1DE-FF3D1A86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6962D-0C0B-4715-A865-687A264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5E6EC-4B76-4984-BD1A-348E7774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FC64C-36F2-4715-BF05-CAFE629D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47101-3370-461B-84EE-7753D7D2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A6046-CA96-4A65-8C50-F72959E0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기준일 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04FAB-2349-4E92-8D50-B1A607FE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4745E-EEB7-480B-A7A5-D462654F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null 허용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03A8A-4512-4C44-B496-E2411930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22971-7CF2-4D00-B7CA-4C16658D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모호성 코드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5C1F8-21C2-4BA2-B105-46D01489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C6A26-930E-45D5-A65F-5D706D57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사람에게 질문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EC22A-4486-4CED-BCA6-150BEEFA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35860-7A91-4BD5-B94F-41E75FEC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213C8-80A9-45C9-8622-10829A62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due_text in ["다음 주", "조만간"]: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"due_date":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"needs_review":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"reason": "RELATIVE_DATE"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37784363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38D37-7A33-494F-B7BC-0864F7E6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7F519-30D0-437B-8D96-405F05E2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간단한 개인정보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29B64-BFB5-452F-874F-37BED17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765AE-8F7C-4B38-B2C6-F535DD21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06AC1-07C0-4499-BF63-0681B016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33D47-CC90-4D69-BEF7-A6B50193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11C49-D30D-45D4-9F2C-AE95FF52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2256E-83A2-4CC2-902D-F54CE2F3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정규식은 1차 필터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611DF-CA1A-433C-9A22-0295C793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A73B3-003D-4608-AE13-1A4A6C49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별도 보호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96C94-D92D-4BB8-ADAE-3B2E8CC1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94F98-4A6C-4D2E-9F4D-7332E7D2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과잉 masking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2D088-9E73-48A2-9F64-D7E0E010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051FA-0DB2-4017-98AA-607D6AB4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 로그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247FD-A18F-4A38-BDCA-6212C16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EF4EA-CD43-421E-9630-7D96ECAF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033EE-E73A-4013-9FBB-74A845F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patterns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"email": r"[\w.-]+@[\w.-]+",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"phone": r"01\d-?\d{3,4}-?\d{4}"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text = redact(text, patterns)</a:t>
            </a:r>
          </a:p>
        </p:txBody>
      </p:sp>
    </p:spTree>
    <p:extLst>
      <p:ext uri="{BB962C8B-B14F-4D97-AF65-F5344CB8AC3E}">
        <p14:creationId xmlns:p14="http://schemas.microsoft.com/office/powerpoint/2010/main" val="352002793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158A5-F7F2-4D32-A167-D3A3499E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ED9FB-0267-4E5E-B990-B81D6B52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 최소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85FF4-F6E4-4211-9E64-FD15B70A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7980F-668D-4A8C-B2A2-B50DA721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D6F0A-2356-4FDE-B349-7C07C338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E62AA-7E34-40AD-ADA7-BE19A657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391CA-FB03-4963-8A52-3D45A060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5489C-51D4-4365-B3EE-97936BF3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69D68-392B-439A-88B7-61E1D6DF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AFEA6-1008-4EDF-BB21-0AD7448E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수집 시점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1FB06-70D7-48C3-8832-83922BA7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B698F-6CF7-47A3-AACC-96B3FBA3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A5D40-2031-40FC-B288-D2E75FC3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FECD8-D3EE-474A-AA63-E02E13B5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변환·제한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DAAA0-8F26-43F1-B925-28295992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08E0A-E5A2-483E-8486-3087F755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16441-B660-42F6-AE6B-14B4D97A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dataset: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source: official_url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collected_at: 2026-08-22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purpose: classroom_demo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contains_pii: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transformations: [sampling, anonymize]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limitations: [synthetic_speakers]</a:t>
            </a:r>
          </a:p>
        </p:txBody>
      </p:sp>
    </p:spTree>
    <p:extLst>
      <p:ext uri="{BB962C8B-B14F-4D97-AF65-F5344CB8AC3E}">
        <p14:creationId xmlns:p14="http://schemas.microsoft.com/office/powerpoint/2010/main" val="797311954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02991-24C5-486E-8C98-B1D0C17C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26A82-C829-4B93-B1AA-D799F150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한국어 사례 후보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78AFB-3791-470C-95D8-32C3C67D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FCD48-8BE4-413A-980A-DAF10DB5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256D1-928D-44C5-8358-00BC6F77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23A8A-038E-471C-AC8D-7851AE15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8F255-B8A3-414A-9A5C-EDCFC1A3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24E06-71C1-46E8-958C-7DBFBAF6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48DB8-031E-42A7-8C7A-CDF120EA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703DF-344C-4119-894A-5EFE172E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4E6A1-36C3-4BCF-8D48-9CED852B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5C0D2-8315-4721-B21D-67FA850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데이터 사이트에서 검색어를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E46F9-65C8-4784-84C8-D8AF0A41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96D81-8D94-40F0-9F5F-36FE71F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7F617-AC48-4741-8341-B83FA670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사례 후보를 세 개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4696F-0FC6-4BC2-89BA-C84791CF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05E9E-E383-4D31-951C-9CCB079A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86587-2178-43DB-B6FB-47C8956A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흐름과 가장 가까운 한 개를 고른다.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827FE-B7A7-4D62-83BD-3B1222BE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2717B-980C-4012-B0BE-91E674E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A3D7B-44B9-4D34-9147-4FA57B71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이유를 한 문장으로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C0616-D30B-4C51-A355-0A7B79E0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F5D2F-33EB-4038-B803-8D5B230C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7CF019-4FB5-4A4E-BF99-88F0881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후보 3개 + 선택 1개</a:t>
            </a:r>
          </a:p>
        </p:txBody>
      </p:sp>
    </p:spTree>
    <p:extLst>
      <p:ext uri="{BB962C8B-B14F-4D97-AF65-F5344CB8AC3E}">
        <p14:creationId xmlns:p14="http://schemas.microsoft.com/office/powerpoint/2010/main" val="715609379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BDF6EC-A75E-4461-8CD6-C59B9D52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C1CF4-4920-4539-B281-C9824C33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이용 조건 확인표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6C6F2-741E-4599-A88C-3E7854BA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3F7FA-9206-44C9-BF89-F0B59B5B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4778E-DC39-43AC-972A-90BA5D6D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D594F-B330-4376-9720-5F05C2B3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02672-E8FA-47EE-AEFE-9B0B7E69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94EDC-2A8E-4042-BF66-73AA4E15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C4936-DE25-4C41-A1B3-439367A3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8F0BB-AC81-4909-A19E-78215F72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F578F-E02C-4C92-8153-F817F48F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2C4D4-9858-4B5B-86AD-F210E0C2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제공 기관과 URL을 기록한다.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3D03C-6955-4E64-BECB-D65D0E0B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BB796-70EE-4D90-B9E0-E1B5F4D9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20C04-994B-42DB-A9D3-6065C2C7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 필요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0C2F3-DBA2-4715-B122-67F6578D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D58B4-9E4C-4705-A656-15060C77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9FEEB-2631-4287-BDA3-F4F32662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가능 여부를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D6A6E-F3FC-4217-A70B-5E41E701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93101-E7DA-424C-8683-13187EBC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8424C-F0C8-4FA3-8328-67FB5A61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불확실하면 강사 fixture를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ADA72-1240-41D4-936D-54354294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D0253-ED4A-40BB-ADFA-7F9E0D34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C546C-C819-45BF-97AB-039EA4CA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source checklist</a:t>
            </a:r>
          </a:p>
        </p:txBody>
      </p:sp>
    </p:spTree>
    <p:extLst>
      <p:ext uri="{BB962C8B-B14F-4D97-AF65-F5344CB8AC3E}">
        <p14:creationId xmlns:p14="http://schemas.microsoft.com/office/powerpoint/2010/main" val="656037444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DA454-1FFA-4E7A-828A-FE4E5D6F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C7200-4491-4DC2-A5E4-27CFB518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합성 회의 8문장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A1110-ED05-4834-9FFB-D84A2B41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EBCE7-0562-44F9-8954-E6807FBE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9B2C3-47C8-40CB-8497-6AD86BD6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3FFD2-ED72-4589-AE37-0EBDE8A3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1C6FD-F9C9-4600-A1FB-43DD89A1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344B7-9C41-4D50-9690-A7F90450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C36AE-034C-426A-8206-FF154E01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795F8-68DD-45F3-BE30-382C9A44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36D1B-4AF5-42D4-84A7-00B1585C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AA02D-266B-45AA-A9AF-90A89B4C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2명을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35009-D7EB-4F11-9AD6-B0A597F7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2BA52-6730-42A1-8970-F1EC3452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00E73-5A5F-4B1D-BA3B-A8FA345B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 1개를 대화에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DE243-3573-41F8-B72F-03ABDB1C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51649-38AB-485D-8F9C-5987740A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B749E-7ABC-480D-AB92-784C76AC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담당·기한 Action Item 2개를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1E08D-DFF9-4E64-8C00-1B9C15B3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A4A0B-FD23-41FC-845E-83CF4036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182FE-9790-4AB5-9451-27527F00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표현 1개를 일부러 넣는다.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D7204-06A2-4611-ADCB-A897A840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CB108-175D-4239-AD70-241E425D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3511B-FDE1-4567-AC80-A21B5AA5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합성 transcript 8문장</a:t>
            </a:r>
          </a:p>
        </p:txBody>
      </p:sp>
    </p:spTree>
    <p:extLst>
      <p:ext uri="{BB962C8B-B14F-4D97-AF65-F5344CB8AC3E}">
        <p14:creationId xmlns:p14="http://schemas.microsoft.com/office/powerpoint/2010/main" val="1612089562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A597D-8400-4823-A990-49471CAD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41A17-913F-494B-82C0-0F93DD5B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Golden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707D1-8E79-4818-8230-2DD096AD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6411D-A00F-4773-A297-A6E889B6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C5811-43B3-4E14-AD09-4E8DDBD0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4B953-FEC5-486D-81A0-C86391B3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10B7A-5AD8-431F-8848-D001FC2A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FC3A6-F143-48BE-B1BC-B29EF975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D8EF4-7775-4E8C-91FC-64AF79AA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AED6D-64AE-417A-AD50-9E40A843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B25BF-C2B2-44BC-81D3-B75C0759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70E23-6C8A-4CF5-B4F9-583846E2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title·summary를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82DA4-D414-4BDA-9897-C4FB4420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D73CE-324F-44B5-A677-36FA591B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43822-66D4-423C-A275-181DF576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decision을 한 개 구조화한다.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9188B-DF34-40BB-B15D-9207F955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09288-395F-47D3-8527-23C588A4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39D50-0D15-4205-BB49-1A0FE566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 두 개를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2D4DC-B964-4E38-95CF-22F436E3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70DB1-1819-49D6-A55A-F79D2ABC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38C49-4BF7-4DAE-B086-D00DFB91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항목에 evidence ID를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1132E-D94D-4F12-9991-D3268F6C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4E3EB-BEBC-48EA-9502-DC610926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77783-CCD9-435F-B638-7C5DA955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정답 JSON 1건</a:t>
            </a:r>
          </a:p>
        </p:txBody>
      </p:sp>
    </p:spTree>
    <p:extLst>
      <p:ext uri="{BB962C8B-B14F-4D97-AF65-F5344CB8AC3E}">
        <p14:creationId xmlns:p14="http://schemas.microsoft.com/office/powerpoint/2010/main" val="1124492039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CEF463-F62F-48B5-863C-473FC15A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D02AA-6255-4E4E-800F-9229551B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데이터가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F01F1-FF69-4553-BD2A-077E7D8C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37A77-89CE-4E0C-A308-4DE8CCD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AC73F-B0BD-45CC-B2A9-EAB82778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3C84A-29E9-489F-B09C-997B7DA4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754D2-DF14-4A2D-B707-66006C1A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FDD1B-EB2B-4BF5-89DF-532DD961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6023C-1BC1-4114-80EB-6BBFA556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331A5-3B3B-40DB-8284-86C138C9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587A5-E13F-46C6-9724-A0439037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수십 시간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DE8E9-36CA-43A4-A9E3-055A8EF6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1DA26-E42C-46DB-B3C4-F9375EAF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수백 MB 전체 말뭉치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00248-66AE-45AE-B475-283BEAF4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3903B-C387-4D72-8557-3ED487E1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전처리만 수업 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155CE-D26F-48FE-832D-E8F901E9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7FCB0-B383-40E0-BDDD-A0F0D4AE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만들기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E6E6A-49FA-4EE2-AB65-C205F629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9981D-8D07-48EB-B01C-8492FBCA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2–3분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7CD27F-176F-42ED-93C8-93502B3C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E67BB-F537-4035-9DB0-50BCB30A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10–30건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CF7FA-9AD5-408A-87BD-D0CFBABB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5E123-5C20-468E-93B6-E75F4DD5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3–5건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1DDE0-35BB-4B3A-B1E9-F00EA69A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7C97B5-2C18-4239-AE2F-0917185E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 과제는 별도</a:t>
            </a:r>
          </a:p>
        </p:txBody>
      </p:sp>
    </p:spTree>
    <p:extLst>
      <p:ext uri="{BB962C8B-B14F-4D97-AF65-F5344CB8AC3E}">
        <p14:creationId xmlns:p14="http://schemas.microsoft.com/office/powerpoint/2010/main" val="202918085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D6457C-ABF6-47F6-9FAC-D8AC7CE5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88A5D-93E4-41D4-8D58-F587CFBD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공개 페이지를 그대로 재배포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2DCAD-0E92-4622-B12F-6FDD5E82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6433D-4C95-4E62-8CB7-BE6A8204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8D7A2-27A1-4C85-9DB7-A3A9EE8E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2D795-E6CC-484D-8963-A3D8DC3E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08524-428E-427A-901B-4F8C017B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A887C-4757-440A-9DD2-42A44CDB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568E3-3312-4945-BC97-D17388A7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FEA1E-7C40-4745-866A-8352E18E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B46FF-41D3-4A25-BAAF-8B0050A5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E4B52-89E0-43C2-B9A5-2DAD6D2D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543B6-1391-464B-8C37-920E9250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첨부 전체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66BE9-F687-4E76-9AA2-347425D7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D632C-5B6F-4158-800E-D0A4EDEF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71A0A-2619-42CC-8B9B-7C713443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B18E3-2470-45C9-9338-B4B2418A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4F5DB-1B99-421A-8F15-0B047F18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412E9-CD05-450A-A105-77E1A8B1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링크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FDCA48-4581-4745-846A-545184A4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BA797-9D75-4F6B-A2F1-B02B1620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허용된 소량 샘플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155B9-B963-4687-BF67-226B67CD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4E3D8-C922-4CCD-9CD3-25A6C8D9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출처·날짜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64E54-27D5-43F8-9714-5E33FBB2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918DE6-B513-447D-9DFC-D2CEFFFB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대체</a:t>
            </a:r>
          </a:p>
        </p:txBody>
      </p:sp>
    </p:spTree>
    <p:extLst>
      <p:ext uri="{BB962C8B-B14F-4D97-AF65-F5344CB8AC3E}">
        <p14:creationId xmlns:p14="http://schemas.microsoft.com/office/powerpoint/2010/main" val="1623283381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1A7196-A044-43F1-A401-C90220B5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8BEE7-C901-47D4-9FC3-288CA1EA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정답 없이 prompt를 튜닝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5F51E-39FD-4548-A341-6E65561D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A5CF4-5A49-4639-96AD-39BB357E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DDE10-7CA6-4E57-8AB1-FFC19375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6E22C-F03C-471C-A2C1-30B208FC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B200C-8B3F-4FA6-A092-A0F0BDCE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53300-2823-46C5-9A8E-58887EEE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4788A-A26F-4F5E-B6CA-79CF705B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473F2-8D7E-4B96-A485-ADD1C30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B53C2-9C06-414E-B7A3-7D2B682A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좋아 보이는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C7059-F1AF-4428-9F71-BAEF81DD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B8420-6E03-4BA1-9903-5F632AD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 매번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62995-F234-42E1-A0E7-EEE68CA8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0F2CC-8D66-4356-BFAB-5A0896E1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DB2E6-E804-4E99-B5E1-DA9D37AD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745E3-DB9F-4046-815F-AEC6D4AE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회귀 모름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332C7-7624-4796-9AD7-FC39579A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4C6E7-4E96-4082-A537-8C8B30C4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D41BC-095D-48DF-A688-6F514480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164D3-AFC8-43E4-ABB5-105E38E7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1ABED-D851-46B8-812F-5159463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AD290-1B4B-485B-A5DB-C79439A6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F405E-F8B9-4AC5-B537-4A45852C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F5EF9-C6CE-4DB8-B852-7EBD7266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 비교</a:t>
            </a:r>
          </a:p>
        </p:txBody>
      </p:sp>
    </p:spTree>
    <p:extLst>
      <p:ext uri="{BB962C8B-B14F-4D97-AF65-F5344CB8AC3E}">
        <p14:creationId xmlns:p14="http://schemas.microsoft.com/office/powerpoint/2010/main" val="1889768912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05741-6362-42AA-902F-E644007D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77946-7950-4AC7-9290-6624B0A1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실제 업무를 안전하게 추상화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59756-9C8A-4352-B9EA-F8AA6163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AD4F2-97C2-4CC1-807E-F34D7FEF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4EC90-24D6-40C2-AE2F-36B02380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8B840-2887-4829-B03F-87ABE797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062D8-1D33-4A9C-96F9-E67D6104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가져오지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85B2D-368D-40AE-92A6-3A101367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605C2-FE69-4391-9CC9-4ACE8A9F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49FB6-AC9D-4565-B8C8-A7B11BBB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087FD-D4ED-458F-92DA-BE83E6B3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실명·고객번호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E0F97-EA7A-473B-ADF4-B8A3F453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173A9-8A64-41BB-B17C-A76C5BB4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 금액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AD55B-F80B-4E21-A12D-B54257A7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ED4DF-20F2-4909-94BC-5A97DF09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31B23-F151-4F5D-9081-B5C65599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62C3B-0CC3-4AFB-BB9D-672F3487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2993C-798A-4846-828A-1CC16D46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9654A-80EE-4960-9DFA-9E795ECD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간 의사결정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24793-003A-40D4-ADB7-65AEAB03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C0EFA-1FB5-44D9-9B6D-E3C0ADDB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B92AB-E0CA-4AD3-A8A9-CD3233F2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E1A22-6361-4FAE-AB75-A48FEAC5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CA15DD-4A34-4C1D-91A2-ECC8B560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B91C8F-6FD1-49DC-B288-3F18E9FF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비용</a:t>
            </a:r>
          </a:p>
        </p:txBody>
      </p:sp>
    </p:spTree>
    <p:extLst>
      <p:ext uri="{BB962C8B-B14F-4D97-AF65-F5344CB8AC3E}">
        <p14:creationId xmlns:p14="http://schemas.microsoft.com/office/powerpoint/2010/main" val="922201164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C409F-3334-4671-A0E9-AEB90A60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08683-D8FD-4024-BE04-35DA0AAE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11시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A53EC-147F-4FE4-8E3A-F606F4D3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E54D9-1CBB-42B6-9762-1E78D99B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8ACCB-3ECC-4B35-A660-B9D3BF54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11:00–12:00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CD4DF-60A2-4839-8CDB-4B97B8B1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6870E-9FDB-411A-BD71-46D5A2F9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70F40-7E02-43E2-B38E-EE92F344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BA02B-85AA-481E-8B26-D5D0877F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E71C1-EA39-4E94-B75B-CBBD408D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데이터의 공식 출처와 이용 조건을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0A15B-C7D5-443B-8291-D8604F81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529E7-2138-4CC8-8B62-BE7A72A6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CAF0D-420B-4F8E-936B-6DE8705C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연결할 evidence 단위를 정했는가?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6AD20-FB87-4760-B261-39D2433C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EC0C3-2502-4F70-AF00-F9A23B96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308E5-ED57-4374-8105-1CF5307E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재직자/구직자 관점의 최종 증거가 무엇인지 정했는가?</a:t>
            </a:r>
          </a:p>
        </p:txBody>
      </p:sp>
    </p:spTree>
    <p:extLst>
      <p:ext uri="{BB962C8B-B14F-4D97-AF65-F5344CB8AC3E}">
        <p14:creationId xmlns:p14="http://schemas.microsoft.com/office/powerpoint/2010/main" val="1127759370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D13C7-9622-4745-80B8-1172CFBC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28519-87CD-4F2A-948F-BE546AEC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6D764-3AD0-4922-808D-062595E9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무료 환경과 Harness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D3019-46D2-44CB-ABC7-869458CA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모든 학습자가 완주하는 필수 경로와 Codex·Claude로 가속하는 강사 경로를 분리합니다.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49E37-CA65-40DA-A8B4-CB0284E6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A80FF-D3F4-4F27-BE33-4B16DE22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Python·VS Code·Git·repo · 무료/선택 lane</a:t>
            </a:r>
          </a:p>
        </p:txBody>
      </p:sp>
    </p:spTree>
    <p:extLst>
      <p:ext uri="{BB962C8B-B14F-4D97-AF65-F5344CB8AC3E}">
        <p14:creationId xmlns:p14="http://schemas.microsoft.com/office/powerpoint/2010/main" val="187392253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1BC35-A591-47B4-8D6A-28DCED43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8FC80-1E7E-44A0-A4B2-1A28A913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12:00–13:00 · 이 시간의 학습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822C8-8C14-42C6-837A-3FD86B8A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80083-8A42-43C1-BE72-D869FE7B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16E65-2BF6-400E-A5EA-56E39E37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92E7E-E90A-46A1-8E73-D32C6021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62985-5EC4-4502-A53A-A168CD70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종량 비용 없이 필수 실습을 실행하고, 설치 실패 시에도 fixture와 notebook으로 같은 학습목표를 유지합니다.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80E7B-5FA4-463A-AFA4-549E2D14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42246-D788-4B2E-BE1B-20B7ECAA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B9BF6-3603-4C35-9239-E4E314EC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63D03-0A00-4D22-A144-34BD233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35863-E2B2-45D0-B903-84F5C557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CD1AE-E733-43FA-9695-6BAF3AB6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9365B-FFBF-4B03-94E3-691FD4FA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AC92B-C539-4014-82C1-4CC2D808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E19AC-7681-4FD0-AF78-C670E58D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6A4B5-1453-4244-BEB5-CD2C9F55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A2F0D-AF60-412C-B925-33E4CC45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0816D-D47C-45DA-82B1-7BA60D75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E6894-7537-4506-AE5B-8024AA59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ED818-DB92-46DA-8DBE-894E8059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8A63D-9CBE-4BAA-8FC6-AD7F45EA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1259504901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240D0-8582-4E1E-944B-80D9DEB3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243B3-C8E9-4135-8D77-A9ADF82F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Runtime — Execution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7D972-AB0A-4AB1-8ADB-37810BDA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90A73-BE52-4686-A6AA-FD4611D9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04285-61DB-454A-820A-089E5375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19021-F91D-4D46-B153-07F9F280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DF49C-23CE-484D-A920-C9486948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FB70F-044F-4662-9034-806171A5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코드가 실제로 실행되는 Python·운영체제·패키지 환경입니다.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577DA-384E-41AE-BB7D-70C628F0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8996C-54B1-4BA0-9E0F-45F085E9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0178F-7A49-4733-98DA-7426F92C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코드도 Runtime이 다르면 import와 경로 오류가 발생할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96EBD-AC0A-4FBC-AB43-5CCD2A59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C6193-2DA7-45E0-904F-855DB556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python3 --version과 실행 경로를 먼저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10444185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AC528-D2D3-48B2-9044-BC91BB6C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7496E-43AD-446F-BA4E-8FA72455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— Selected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4D752-B04A-4CEA-9420-50D7FD7E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E96FF-A15F-42E4-AB4F-158C2014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380C0-DC88-4843-B7D0-200BEE2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901E9-12F8-467E-8183-69F1BE38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FB199-12EC-442E-9217-165B00E1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525FB-CA39-4277-9E91-44002A9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Code나 Notebook이 사용할 특정 Python 실행 파일입니다.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122CA-F2AE-45EC-AA37-5976E6C5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CA073-4FA6-4716-95B4-AE4A0F51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FA7DF-5014-4D94-ADFC-89C67BEB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Terminal과 Notebook이 다른 Python을 쓰면 설치한 패키지를 찾지 못합니다.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5721C-4864-431B-B731-92E566E5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000BF-EB78-4DC6-83C9-0A7B5DE4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.venv/bin/python을 VS Code Interpreter로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1311861522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4CA4E-64A0-4AEC-AEDE-E263A890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0D7FE-6690-41E1-8EE3-16BDDF5A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 — Isolated Packages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BD142-F185-4D15-938A-792AB988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699B2-EC78-4620-8B88-894D0F6D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DC6BC-9BC1-487C-AB60-81F350F5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40BDD-6390-4F1C-B81B-2BDAA025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B59D6-9AF3-4574-BFC4-7ADDF446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51F02-BD23-4A05-99E9-B2326C80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프로젝트별 Python 패키지를 격리하는 폴더입니다.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556DF-B1A1-46B6-B9BB-FD171AB9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49948-8D11-4724-B889-76675293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90BF7-D324-4599-868E-27C343EC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패키지가 다른 프로젝트와 충돌하지 않고 재현성을 높입니다.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6D83E-4CF0-404D-8DAB-F2FEAC12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D13E7-9C77-43D1-8870-B36DA630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venv .venv 후 같은 환경에서 설치·실행합니다.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338887084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E7B80-30A9-4B5C-92D7-DE77BF48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59CE3-32FC-4F0A-882B-C45F7936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Repository — Versioned Project Folder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55EA5-AA69-4565-87F4-B29AF913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2FE3F-402D-4566-AC48-6AA1E84C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A0AFD-D5C1-47CF-9909-024A620C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C2F8E-F764-4FAB-B806-074B7E2A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BD8F1-7131-4B77-A1F5-59A5C930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1CAE4-AB78-47AD-B20D-445CCF3A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코드·문서·데이터와 변경 이력을 함께 관리하는 프로젝트 폴더입니다.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BDBB2-FAA5-4BD5-834D-3FB7E207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802BB-B0EB-41E2-BB5D-3A829AD6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8FF5F-F9A8-401F-BD15-584B2845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무엇을 바꿨고 언제 동작했는지 Git으로 설명할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3C93B-3908-46B7-892A-5A4F435D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77DD3-CC07-40E1-A71A-2857DC93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src·tests·data·materials 폴더를 하나의 저장소로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1162055485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CAFB4-E812-4D6E-85AD-9F6DC840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7F72C-B4E8-4107-B680-722D562A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무료의 정의를 먼저 합의한다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323E5-DFAC-4687-832B-DFEF11D8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B9EAF-9E41-44D8-A480-B153CB1D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26958-50C2-4104-BC90-F72CB399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EA0AD-DA39-4315-93FD-F8C35B24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9F09D-D1CD-4BC9-ACFF-8FD1B6FB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73AB5-143B-4174-8409-1CB31906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학생은 외부 LLM API 비용 없이 필수 실습을 완주할 수 있어야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49165-39CB-4E2D-9878-78FB26CB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Python·Git·VS Code / fixture·local LLM / 선택 서비스 초과 과금 주의</a:t>
            </a:r>
          </a:p>
        </p:txBody>
      </p:sp>
    </p:spTree>
    <p:extLst>
      <p:ext uri="{BB962C8B-B14F-4D97-AF65-F5344CB8AC3E}">
        <p14:creationId xmlns:p14="http://schemas.microsoft.com/office/powerpoint/2010/main" val="457098644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9ED4C-778A-457B-9D10-A73CC1F4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3F550-FB73-4B6F-ADA1-1301E149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경로와 강사 가속 경로를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9440E-E893-4F03-AAB4-5031F889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D4E4B-7190-47B8-9939-6F828209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F48E6-B416-43EA-AFBF-15DE4E49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7384D-6BD0-417B-835D-7B91123E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47C3B-1FBD-467C-A3B9-947CB344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학생은 로컬·결정론적 코드, 강사는 Codex·Claude live demo를 사용한다.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EC18D-20CF-4D7C-95AE-498AC668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DF1F8-3706-490C-8721-A4CB2F99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필수: 직접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8FF73-98DB-454F-BCA9-5DF19E3D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FB1CB-55DF-4A92-97CB-4A2B6E9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강사: 생성·수정 가속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81A47-8F25-40BB-92F5-BDDEE3DD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19573-4913-45F2-B252-E6360635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diff·test 검토</a:t>
            </a:r>
          </a:p>
        </p:txBody>
      </p:sp>
    </p:spTree>
    <p:extLst>
      <p:ext uri="{BB962C8B-B14F-4D97-AF65-F5344CB8AC3E}">
        <p14:creationId xmlns:p14="http://schemas.microsoft.com/office/powerpoint/2010/main" val="389067410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5DC65-A2D6-4E29-9E76-4D16C603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3B9EC-C9C6-4A6C-A009-078DED33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Python은 실행기, VS Code는 작업 공간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4B87B-3CF5-4484-86E7-76CAFDC1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A38E1-3E19-4C9B-849B-34F0ACEF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13CA8-CDC4-4BC4-A2C5-E2A57E83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3CFA1-CBCC-4482-BCDD-81B8191B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8F066-DC6F-425E-935E-47E0E6A2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77518-44C3-4BBA-891E-96FFC17E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extension이 Python 자체를 설치해 주는 것은 아니다.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AE308-204F-43A2-B6EA-C961A475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interpreter / VS Code editor / Python·Jupyter extension</a:t>
            </a:r>
          </a:p>
        </p:txBody>
      </p:sp>
    </p:spTree>
    <p:extLst>
      <p:ext uri="{BB962C8B-B14F-4D97-AF65-F5344CB8AC3E}">
        <p14:creationId xmlns:p14="http://schemas.microsoft.com/office/powerpoint/2010/main" val="1851593411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386D8-8FA5-4BC3-81E9-13E81ED8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80961-6BEA-41AA-9791-A86F5B98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가상환경은 프로젝트의 재현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DFD43-6AE0-46CC-A411-4B7994DA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21D3D-6632-4237-BF32-512F5CF5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8F8FE-3085-4364-8527-C17351D4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1212A-5D7D-4B31-ACE9-F42FD83D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F2E04-568B-400F-85D6-3F0A6AA7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전역 환경 대신 프로젝트별 dependency를 격리한다.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E2739-1350-4AB5-8A9B-4F71A181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55E44-609C-4263-A82E-FA8B2EBF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9207F-D03D-4427-8CAB-310B7130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43292-6336-4334-9838-C69568C1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8F2C4-2511-48E8-8367-324D9C28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FFC20-059D-4A22-A3C2-23BFE245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requirements·pyproject</a:t>
            </a:r>
          </a:p>
        </p:txBody>
      </p:sp>
    </p:spTree>
    <p:extLst>
      <p:ext uri="{BB962C8B-B14F-4D97-AF65-F5344CB8AC3E}">
        <p14:creationId xmlns:p14="http://schemas.microsoft.com/office/powerpoint/2010/main" val="608801977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E929F-DF4E-4697-92AC-D25EEE4B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17F7B-CB05-4407-84FF-2D473D2D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Git은 제출 도구가 아니라 사고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E6947-CCD7-4D90-B1EB-27525218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3794A-37BB-41B3-99D2-26319996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69648-7FCE-4621-8446-3C9220F4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CB7BB-954F-4008-A7A1-5DC92C5C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7E2A9-0C82-4246-90D4-25347EF9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98B69-5671-4521-8DD1-D45BEBAB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commit이 무엇을 바꿨고 왜 검증했는지 보여준다.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DBD23-E232-4C28-8953-D338E8A5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status / diff / add / commit / log</a:t>
            </a:r>
          </a:p>
        </p:txBody>
      </p:sp>
    </p:spTree>
    <p:extLst>
      <p:ext uri="{BB962C8B-B14F-4D97-AF65-F5344CB8AC3E}">
        <p14:creationId xmlns:p14="http://schemas.microsoft.com/office/powerpoint/2010/main" val="1249608960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C7FA8-543B-4343-8D3B-5AAF950D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DD84B-B486-4E2F-98A5-0E302E83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Jupyter는 설명과 실행의 다리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F2D76-0159-45E2-B52A-F1ACA949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3E7A1-1111-4069-9F51-B86BE67E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685EC-AACC-4FA2-85B6-49007FFB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13E5F-6A49-4C12-895E-1D423BC9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8F1B8-722F-4637-8288-727A35DB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셀 한 개념으로 결과를 보고, 모듈 코드는 src에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5B30D-C360-4E22-B49A-780BEDD4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98A0A-7D99-47AE-BC82-330095A2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Markdown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9E3FE-6239-46B9-9169-F84C2B63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C1A02-3C5E-4F9F-AB65-4AA13EB6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8A516-7504-439D-9AE6-7E4E6FE6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A8C4B-3CF5-419B-B909-DFFE0E1E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증거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162FB-5DEC-4504-A6D4-F1F2F31F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DCBCF-B41D-411E-85AD-EA2D6F05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1541477482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71509-5A0D-4E55-A70A-4D1AA47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5839C-1F58-410B-8642-EE57EFEC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Secret은 코드·노트북·캡처 밖에 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1CDF7-2C17-44F7-8F31-DC3AD6A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B0E36-DAAC-4B77-949D-47E15F50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6324B-684F-4667-A5D1-593B03EE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4410F-C019-4A11-A85A-5393CC37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A301F-0476-4192-87C3-2A82CB91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3CF31-776E-4A8C-A940-672CCA2A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값은 환경 변수, 저장소에는 이름만 있는 example을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BCE52-9994-44D8-92B2-AC987565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.env.example / .gitignore / 화면 비식별</a:t>
            </a:r>
          </a:p>
        </p:txBody>
      </p:sp>
    </p:spTree>
    <p:extLst>
      <p:ext uri="{BB962C8B-B14F-4D97-AF65-F5344CB8AC3E}">
        <p14:creationId xmlns:p14="http://schemas.microsoft.com/office/powerpoint/2010/main" val="1161249704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97BCB-AFBF-4AEC-8FCF-38B7DAF3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3360E-1BAB-472E-9D8A-127B49BF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Engineering은 작업 환경을 설계하는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839BD-2A8B-4984-ACD7-FE991B47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0D56F-EFCC-4B82-AD9D-319F875F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D266C-1BD7-43F9-ABAA-2474BE0D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2C8A0-819F-4F3C-BA11-8DC3F813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E36C8-7F1E-47A8-AAA4-CEE84B83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좋은 지시보다 좋은 파일·테스트·checkpoint가 Agent 품질을 높인다.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E0EE4-559E-4F3E-8D4C-D707B77F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5B0C5-3EF6-485C-AE68-B3CC27C9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AGENTS·README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EF31F-0B31-412A-8491-6DD72B16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DC990-F047-4CCE-A848-50002B49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small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8F15A-C8CF-4BBD-AC8E-43906D49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58D10-B62D-4C28-A572-61A2207D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executable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4E920-2C0C-4263-A77C-5E31E0F8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F7C5A-5715-419D-97BA-CF1DE6CC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loop</a:t>
            </a:r>
          </a:p>
        </p:txBody>
      </p:sp>
    </p:spTree>
    <p:extLst>
      <p:ext uri="{BB962C8B-B14F-4D97-AF65-F5344CB8AC3E}">
        <p14:creationId xmlns:p14="http://schemas.microsoft.com/office/powerpoint/2010/main" val="169031209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5800A-B853-4807-99D7-69063BE9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4BE8F-C493-423D-B896-B41CF5D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설치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951B1-B45F-4E54-9123-BDA4B595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D38C3-72AB-42D7-8734-65704FF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D1ADC-D7CA-4865-8C30-BBB3A76B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E4AC0-AE0C-4F22-A6EC-1EF62466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FB1BB-F941-4B49-912C-522850A0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AC08F-80DB-438E-8BD3-71E23027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7F283-A853-4AB2-9781-18C4BCF9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8B4C2-BF2B-4510-A660-667C77B6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802D2-F317-4619-8207-6430E9A3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19E03-DC68-4B1F-B50C-EC6DE507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1C298-B195-4AC5-922F-A0F7353D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07A58-9E7B-4AB0-AEBB-93359053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16976-D426-4029-975B-42E2DA89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95443-6ADB-4F28-9FA6-DBB63AF9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9046D-B2BB-4289-B19A-86A0C678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8FD83-1AE6-4E68-A1AB-CBB8D736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FA3DF-35A3-4FB9-8214-18F6C6D3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2D981-9E1A-4029-B45D-19664868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880EC-4B93-4416-80F1-052AF5B4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CFC48-67A7-43AC-80CA-83D0C36C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clone·open</a:t>
            </a:r>
          </a:p>
        </p:txBody>
      </p:sp>
    </p:spTree>
    <p:extLst>
      <p:ext uri="{BB962C8B-B14F-4D97-AF65-F5344CB8AC3E}">
        <p14:creationId xmlns:p14="http://schemas.microsoft.com/office/powerpoint/2010/main" val="1851253826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3986D-6F6F-4450-B05A-1DE1C17E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89EB8-8C53-4031-A1C1-85258EB0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93C91-4897-492C-8928-FADBA854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8A6A9-A906-4453-B99E-AFD3AE3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27A66-D77A-428D-B283-60ABE896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94118-1A94-4FCB-AA9E-8B8892B4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5C1BA-67B0-4361-BFE0-7197A8D3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671A6-43D7-46FF-A6EC-9459FD4D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87F7C-672C-4F25-953F-C7F3CE4C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4E254-997C-4194-9A99-6F173E5F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356FA-ABC5-400F-B6E5-D8824F28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E755B-D8FB-4B8A-915D-3FE7B333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E18C1-1AE8-4C85-8BBD-E271B234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0E87C-36ED-40F3-81F7-B4771A27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OS별 명령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37E35-FB02-41A6-80D4-1338D814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530E0-5E0D-4A89-B952-1991D927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35F10-4505-4284-ABAF-AF8D2EA0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CB768-88A0-4294-90FF-23C1340F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F4D3D-03FB-4409-B6DA-0B3F0C8A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D48F7-00E3-4C77-BB7A-477E2FF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6A85F-876B-49C2-BD47-753B8852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70B48-351B-4872-9B02-AA44AF65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</p:spTree>
    <p:extLst>
      <p:ext uri="{BB962C8B-B14F-4D97-AF65-F5344CB8AC3E}">
        <p14:creationId xmlns:p14="http://schemas.microsoft.com/office/powerpoint/2010/main" val="971255994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9560B-87B3-4DD9-8BE1-FDB008B5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0B1A0-710D-41DF-874E-DD2E072B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B98B1-CF8D-49EC-BEB6-6D2A2595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689E8-0CE1-4E99-92AD-62A776BE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82E16-3191-4704-9A6C-6DBDB8CF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55250-623D-4470-AE24-0F81162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99C0E-186E-422C-8657-00EA59CA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F26F9-BF50-4A45-88A0-154A4364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5D73F-C39F-4512-A878-F8273D20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16B78-EA08-4174-8D2E-267C9787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Command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1519E-03CA-4298-9351-F6B1C88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68049-FDDF-4D1A-B5FD-DC971CAA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0361D-08BE-4926-9AE4-A1DC0D4F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92195-59AB-4D23-BD64-174DA1E9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5778E-B7FF-427C-BB4B-C4DE5B89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465F1-6341-4154-B4EF-DEAB350B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21035-F886-41D6-B0BF-EC83BC04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60F50-CFF1-4FD8-8FA1-15EB9A6B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08FA1-A787-4513-AEA4-D09B8B0E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F62CC-FA92-4611-96D3-93818BBB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9BB9A0-8132-428C-BEA6-14E8F313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E7DD2-06DB-448B-A4BE-882EC85E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sys.executable</a:t>
            </a:r>
          </a:p>
        </p:txBody>
      </p:sp>
    </p:spTree>
    <p:extLst>
      <p:ext uri="{BB962C8B-B14F-4D97-AF65-F5344CB8AC3E}">
        <p14:creationId xmlns:p14="http://schemas.microsoft.com/office/powerpoint/2010/main" val="1387533321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27D8A-81BE-47AF-807E-5C57AA72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061B5-C71A-4ACB-AE7B-8A06FE3A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12CC1-AC5C-4379-9C59-27546091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01382-D084-45F9-B7D7-EF3DA24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91342-480E-4D44-972C-5A0CE882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015F8-1560-4888-B38F-39494D79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6E620-F940-4F1C-91A8-63D6D1AA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C232E-B773-4CCE-B24D-DDA8C2A3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3580A-3E19-4CA5-9B3E-F0E3D1CD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C7FE1-1102-4720-B577-92BE136C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7C844-FDF9-421D-B0CC-83F17BE4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085CE-683D-4232-936A-5E17167C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7A09D-0CD9-487E-A385-D6529BE2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61458-0A35-49C4-8E4C-4F90FB1E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76A01-CCD8-4FC0-A120-07DD8135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76ACA-57AE-49FC-92A9-35622FC5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89794-030A-48D2-86AF-87181430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A3394-359D-420D-B40A-2B668EFB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관련 파일만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55494-5432-4ADD-9640-FC4AA2C7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0E170-209B-4A00-9D18-BFC2B324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B3167-BD39-48D2-898F-BA953790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995F0-7C38-4FDC-BB1B-82CCE8CB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의미 있는 메시지</a:t>
            </a:r>
          </a:p>
        </p:txBody>
      </p:sp>
    </p:spTree>
    <p:extLst>
      <p:ext uri="{BB962C8B-B14F-4D97-AF65-F5344CB8AC3E}">
        <p14:creationId xmlns:p14="http://schemas.microsoft.com/office/powerpoint/2010/main" val="1988668218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EDD39-3047-46C4-9BF1-83C2CDD9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C6682-34D9-4687-B0AB-09E5094B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작업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5D04D-DD92-444D-A5FD-717E0932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627B7-8346-4D4D-98F1-1CB76C73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90CE6-1DAD-426E-89BF-4DF3C938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7F4B0-91AC-412D-8C9C-E4BB0DC3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32521-0282-4960-AB8E-84A3CE40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BADC-18E4-4F02-89C0-9E0A823C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F8150-6831-486A-A81D-BE7C0CA9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BBBD3-9F68-4FDC-BB04-A279953B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할 일·금지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09B8F-D598-4655-8846-3E5196A1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CDC17-B90E-48E6-B463-AA162674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50426-59FA-47FD-8EA5-DCB3C6C7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D90D1-7F3C-4BBA-8343-D338180B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필요 파일만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37AF0-A882-4D65-897E-12CA9570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FF8A9-C47A-4C0B-A587-38C0776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99C21-076F-4E99-81DB-447B090A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FC474-848A-4CC5-807B-3FD8B3D5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2D722-F74A-4F02-B349-3F32E527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6A2DF-B1F9-4A43-BBCE-5D241E5C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8028B-A0C6-4558-AC2F-D76A9B16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3BBB4-CE84-42AA-B0E4-DC394206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diff·test·notes</a:t>
            </a:r>
          </a:p>
        </p:txBody>
      </p:sp>
    </p:spTree>
    <p:extLst>
      <p:ext uri="{BB962C8B-B14F-4D97-AF65-F5344CB8AC3E}">
        <p14:creationId xmlns:p14="http://schemas.microsoft.com/office/powerpoint/2010/main" val="1322911189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9C4BE-50E8-4269-B504-2D51C831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E8CF8-D654-44FB-BC89-20A2DAAA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화면은 이 순서로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22AC4-3D80-4ADB-9F2E-339AC715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3156B-0B6C-40DC-92AB-8CB5692E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D76C0-BC22-4265-837A-D2D77005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94E2B-DC31-4651-9BAC-0720B64E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EA6C1-5E9C-4E49-BE36-1BDC6673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다음 장부터 화면마다 ‘어디를 보고, 무엇을 하고, 어떤 신호가 나오면 끝인지’를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B94AE-87E8-45A9-ADF7-4339D127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85CBF-1078-4E4E-9FA9-64F116AB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49085-6DCF-42D5-A5EA-6E4BA902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02582-0D3C-4C89-A497-78F6F9C7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65AFD-919B-4B4D-8AD2-DEB972C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2AF16-612B-4742-86D7-5EDA2A8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D6C60-D408-4699-AD1A-837B1637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EE08E-2B43-4612-86CD-1AD11520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4F8A2-849D-499D-8D81-31642AFD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EF236-02A7-4742-B57E-6F728521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92A81-27C5-42B7-9823-2CA2D7F8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D6F35-F124-42FA-B682-4F395CB1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95FD9-E194-4F8D-9A6D-E977D4D5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242E8-85BB-429E-A189-9F1050B2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08068-B27E-4F81-BA01-8E886C98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5729D-0748-415D-9093-0A5FB6F4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77172-BC59-4EFB-B443-FCA37861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012AA-EE0A-4198-B28B-0112215E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1ABF32-5DA5-4D2E-8F8A-A71B6EC5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F593E1-4830-45F0-B5A3-11BA7313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6612250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8C955-9792-443C-8EF7-B256F5A2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DB618-0AC4-4932-A589-37564234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907C7-A035-4A23-87DF-871B4099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B880C-7C54-487C-BF6A-E7423B55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3CB9D-6429-46EE-BD59-9A9CEDCC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8DD20-AEC8-4225-82EE-354C971F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C66CC-4054-4073-AB5B-54D340DE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1B399-AF08-40EA-A9A9-A0751178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39811-8461-4447-8ECA-D4A0BC83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OS와 버전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02C09-F9BC-4304-9719-D555A541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91617-EB79-4A34-8C76-4DB9DBB3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후 새 terminal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A6736-2459-4F4A-A957-D9A7DC2C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2C63F-EF84-4714-A43C-C9E31375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905AA-7CFE-4AD5-899A-23FB9512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F4724-5CED-4247-A788-5167FC8C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D9847-A850-4008-9826-1AA70286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09f27cc18472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4DCFD-A81C-4402-B8BB-09A2A379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Python.org Downloads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1813239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60D70-7D78-46B6-AACF-50E11225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D75E4-6D08-4564-871E-D4D58087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FD87D-41C4-44DA-9EC4-EEE1FF4D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4C16F-8616-42AF-8819-A0E933A2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6919B-ECD3-4DE1-9624-EDD5A5CD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9B6E9-4D70-4C94-97EC-8D248F40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DC084-C04F-41D7-BED7-47BC4C99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1E841-732B-4D53-A6F1-A6900507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9A0A0-3641-4DEB-AF38-34999E1B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2FEBC-5A56-4CD3-987E-CB31E0F5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A2E74-0D40-4649-BA4E-F9B517A0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CBF6B-1182-49C7-A593-6DD6087E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F7A2C-48D3-411A-9FE7-F2672DB0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E13A7-7ECC-48C8-9015-45BE9DC2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0E93F-59DE-493E-B813-27334C37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160E0-3159-4802-A11C-7FF55675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d1a0813c84af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2E035-CC47-425F-8E0A-D336AFA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Tutorial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088188433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44CF6-3767-4B27-88ED-4FC301A2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70DF2-B34D-4451-AF40-FF5498E1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644C5-6147-4972-BD77-C56F5A8C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0A5BE-F4A5-4BFD-9172-232FA05B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67DB3-E831-43BE-9CDD-9533ED1B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E0DBB-D76D-4E41-B438-C217DFC4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95F65-7FA2-4FD8-9F5E-B7D12A5D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B4B88-8DD2-4015-B700-3265229D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F4F1B-F4B9-457D-B2C7-AC5D965E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6CD87-CCDC-44E4-A83E-DDB838F0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D2909-7CC8-4112-8C83-272067A2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user.name·user.email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D7D73-3D73-489F-882B-2C9F9D9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3C9AD-F054-423D-A189-DF042A14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계정과 교육 계정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0E6AF-203E-4D1E-BAA5-E0A69A50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7DBEB-0593-4E86-B391-E3BB75D5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35D5E-6DD4-4694-8EB6-9E084BBC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1e59f724441f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2E78E-3C56-487E-A027-8C3E0BF1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 Git First-Time Git Setup</a:t>
            </a:r>
          </a:p>
        </p:txBody>
      </p:sp>
    </p:spTree>
    <p:extLst>
      <p:ext uri="{BB962C8B-B14F-4D97-AF65-F5344CB8AC3E}">
        <p14:creationId xmlns:p14="http://schemas.microsoft.com/office/powerpoint/2010/main" val="1518140492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3F76F-4825-45D7-84BF-F933621C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8432A-95B4-4BCD-89CF-695F48A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0B6C6-4B6F-4EF7-BA3D-769CF7A1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F60A2-802B-4C86-92DF-1BE8028C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CF71D-DC17-4BEC-990F-491A1DED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DE072-3D27-440D-BFAE-ABC25B45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B15A3-DC83-4DDA-B894-704B32C9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B6D15-1C9E-4561-A52B-7698C45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61213-3143-4036-A392-FB683C14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공개/비공개 선택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5E883-8E5A-4770-8D5D-E0704E98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5F43C-E2A2-408C-8A82-2F087E6C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README·.gitignore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2A26A-918B-4AFA-81ED-13C50A3E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79BB5-4773-4A8D-9EC2-18D3754D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3D1CF-BE3C-4ABD-B486-6820EAEF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08B09-08D4-411D-8712-A52F0E25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46CF9-D8E6-4553-9513-1BD622AF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e51dba6724d7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83C6F-AF65-45BE-9FEF-4253A979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repository quickstart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278072019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7E1E5-702B-469D-BFDC-9D708F8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5641B-34C4-43B4-A832-382FF20F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확인 네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98A65-7734-4F11-9FAA-F8C63F0E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C8E0B-8F62-4387-928F-E170A2FA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3E752-49AD-47C9-A1B9-3DC5ACFE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D5831-14C0-43CD-B497-21C68CA8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7BA6C-0C7D-43FF-AAF2-67F1EE3F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838DD-359E-4A06-AA67-7CFC7C4A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명령과 기대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A1CB4-3B7D-418F-818B-CBE4C905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82540-C5B4-43D2-AB04-7E43BAAF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문제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1189A-E5AE-456D-B18E-22766D0B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3B6D8-F5F4-41FD-AF46-9A0EAF51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 재시작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57120-A4F0-4036-B4B6-1EADF3A1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81001-5BD6-4B9A-B475-E9ADBD05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캡처에 개인정보 최소화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13CE4-B472-4286-A3CC-080A6376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4D523-A1E8-46AC-90CC-B2000B60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63487-38AD-45A2-BB7F-402F19B8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939927900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5076B-F0C4-4E3E-989D-5DD7C3E7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E7FB6-F298-4D33-9D30-F0F4EAC4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macOS/Linux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E7D35-94D4-4940-8FAA-54AD2D43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DD32A-EABF-456E-AD51-68630453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97062-FECD-4E9C-9E6A-E533A87C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9C763-9AB5-4BCD-B4BE-6BD868A8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96AF3-5C37-4BF0-8AA4-50277CD9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EAB1D-4BCF-43D2-BAB9-F6CC6FE3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75896-E9E9-4E96-A5BF-E41DA283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B8C73-DDE4-4E6B-B4C3-0DAD5F81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활성화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F8BB0-1AB7-4811-AAEB-961345F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ECC77-B661-4263-89E5-F8C5190E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dependency 설치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D599A-1787-4532-89D3-E8B3FD56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D2658-AA7D-422E-A3D6-39DCA0BB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경로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9A9B0-2309-4FD0-BD0C-E113100E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D22D0-8C7C-4C49-85CF-AD8CDEA3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D511D-BFC0-40DE-A5B4-7E14A1A9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2069417245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9BA1A-E493-4989-B0EE-D98C9927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0F19E-DAAA-4D0B-8B0F-273CAA8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Windows PowerShell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1C72C-92FA-43D7-9F48-AD9A8493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05461-DD31-4FAB-8976-26306B3D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1A06E-8FEC-4993-84FF-18F1AF85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870D4-A6E9-4058-9C8D-BF8DE537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A27F0-63F0-48CE-9FDF-4DE16E6D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10986-9B28-4433-825B-33141136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ExecutionPolicy 오류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92CE8-2295-4FED-A8DE-F6C75538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B7F8B-E23B-49ED-9089-D402D519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 launcher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1B97E-24FF-47EC-B3F3-DB133EFC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FC934-6835-43C8-9771-7885A5BC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75245-9ABB-4FAF-A9B8-6109D03E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5ACC2-E524-436A-BD0B-979141B4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화면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6ED58-00C7-4789-A8A4-A9D0F4D3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EEAA2-4F5F-45BD-8E58-81609238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8BAEA-99DD-43BB-B0F7-395354BF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 -3 -m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.\.venv\Scripts\Activate.ps1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757547228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E79E0-1EED-48DA-A16A-6CBC3EBD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33A0C-485E-497C-9F4C-364C2AF6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Git의 안전한 첫 commit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BBA2E-2759-4C1E-9C94-62CF767C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FBC96-5A4A-475F-AC8C-DA197675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9CC35-311C-4874-B8E3-08BB192D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6666F-8AF5-45D7-BC56-7230E17D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64878-D1CB-431A-940A-7375AB2E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9EE80-E63B-4B66-93C8-E3C9D35E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unrelated 파일 제외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ED45A-5943-408B-9A82-4D617317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9EAAA-DA86-47EF-92A4-40280877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 전후 diff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ECA3F-3FB0-49C2-9EC3-B3246860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517AF-B9B4-46F4-9ED5-7BC18AC5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D1D6A-EFFB-4E63-B46C-7EC80C20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4545A-AE89-4E76-B86E-774BEE27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명령형 메시지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56A52-0EFE-4FB0-BDAD-550A4FEC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F97D1-59AD-45F7-A1EF-10DB909E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D8BA5-652B-4FF8-9D24-B63135E4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add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--cached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commit -m "feat: add safe tool loop"</a:t>
            </a:r>
          </a:p>
        </p:txBody>
      </p:sp>
    </p:spTree>
    <p:extLst>
      <p:ext uri="{BB962C8B-B14F-4D97-AF65-F5344CB8AC3E}">
        <p14:creationId xmlns:p14="http://schemas.microsoft.com/office/powerpoint/2010/main" val="54454602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4BC04-B5E6-4EEC-89BC-D64401C6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EC47F-9E8C-40BA-BC33-84E878F7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.env.example과 .gitignore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07B67-8B7C-4122-A8E1-E9E2F9B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40237-CE9F-49B9-BB03-0DEB407B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F52E5-FC68-4696-B786-798300FA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30EED-1118-43A0-BAA1-CBE4BAEF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A53BC-948D-4AC2-9DD7-A784DC8F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40A3B-6EEE-41EF-B983-18839E6D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이름만 공유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AE1B6-48A5-434E-859A-5BDF3426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4E7B6-8220-4FB8-A64C-EEE53C64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secret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361D0-F9D1-41E2-B61D-BC6C66C9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338FF-1CA5-47D7-914F-97B850A0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2DD78-1E9D-483F-ACD8-52598901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02843-31B3-44BF-A362-1BBA624A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생성물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48B49-D4B8-4573-82FC-CAEED7D8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94DE0-503A-419D-8096-AC276946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73CC3-A2F7-443C-BFB7-12F87509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.env.example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OLLAMA_BASE_URL=http://localhost:11434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OLLAMA_MODEL=qwen3:4b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.gitignore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.venv/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__pycache__/</a:t>
            </a:r>
          </a:p>
        </p:txBody>
      </p:sp>
    </p:spTree>
    <p:extLst>
      <p:ext uri="{BB962C8B-B14F-4D97-AF65-F5344CB8AC3E}">
        <p14:creationId xmlns:p14="http://schemas.microsoft.com/office/powerpoint/2010/main" val="729580108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54B618-D063-499E-8258-A7F1B56B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34172-2B9A-4F90-8E51-EA428330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버전 확인 캡처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380EA-18C1-4835-8552-D0E87AC6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D47FC-5625-4BB2-811E-0EF279C8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6EA58-A5B4-4396-9BA4-FF7FADE9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0F842-75C9-4279-8236-915CD8DE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D9D92-A526-4545-89DD-ECDFF24C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58D91-1B48-4ACD-A4CB-A40D1700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C18D0-D8C0-426A-B59D-7E5689D4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DD5E6-45AD-42CA-AF60-EE877C7F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EB0CB-B9C5-4709-BAA3-FDD6EDAC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3F9C9-8AC0-4FC5-8F15-33D4B4B6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43EBB-A928-4B7D-A0B3-9ED9CD51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6E67F-4C88-48D9-A454-97DFB7C8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446A2-5AA9-4669-BD9A-E9D60981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 버전을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3B33B-2DF0-47CE-9C43-681CE679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252FE-F26F-45C7-8A69-64E53530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2A6E4-39E3-4651-B694-34885800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Code가 같은 폴더를 열었는지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8AAF3-8FF4-4B53-A0A2-4EA82030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2A6C9-5435-4ACA-B3A6-AAFD5613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A58B2-1658-4868-B652-DDB62852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항목을 표에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1EB91-A09F-4571-95F5-8FF7F6A9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C3372-9E1E-4E9B-91BB-17CCCB29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474B7-6426-43B7-98EE-568DDCF2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버전 3개 + 상태표</a:t>
            </a:r>
          </a:p>
        </p:txBody>
      </p:sp>
    </p:spTree>
    <p:extLst>
      <p:ext uri="{BB962C8B-B14F-4D97-AF65-F5344CB8AC3E}">
        <p14:creationId xmlns:p14="http://schemas.microsoft.com/office/powerpoint/2010/main" val="1212006959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D5435-D77C-4A4E-9593-C2450F10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B04AD-B10A-49F9-B86B-716E015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가상환경과 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C065A-BACE-4505-84A0-C5742379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9C9E1-B0BB-4D26-B3B2-A66BC06F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5FDAF-40BF-4075-B980-5DD8C7DE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550E9-6A6E-4FF7-A422-4FA72714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D18DC-850C-435E-95C5-041A28EF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BECCB-86BE-4827-A989-0CEBF715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71AF5-08A3-45AB-A90B-66B4AA63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7FE6E-43B5-4055-BDC9-12422D16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4A746-DB42-4574-9ED0-F09AE7BB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9EBE0-10E8-42A1-827A-BB0140B7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DFA16-D4F5-4367-B12A-55F0D2C7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FFC6D-C81F-42BC-B4D5-89909331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96FE-64D1-4485-AD72-AAFB48EA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가상환경을 활성화한다.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9DB75-1801-4B4E-99DF-A256FFD6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2B15B-CD8D-43E3-BDE2-B1A249CF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C5353-CEBF-43A9-BB25-64C6BDC5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BBE64-4135-4458-B775-D1328E3C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B1E70-2BE1-435D-AE5C-950A662A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ECCF32-EAA8-447E-87E6-167E7514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sys.executable을 출력한다.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3A328-9465-441F-841A-E8E70E80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877463-D66C-4F43-962C-0A92AE1A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9EE20-AA03-4048-BBD6-94CBEF77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가상환경 경로 출력</a:t>
            </a:r>
          </a:p>
        </p:txBody>
      </p:sp>
    </p:spTree>
    <p:extLst>
      <p:ext uri="{BB962C8B-B14F-4D97-AF65-F5344CB8AC3E}">
        <p14:creationId xmlns:p14="http://schemas.microsoft.com/office/powerpoint/2010/main" val="935760272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D09C9F-9E7E-44BA-BAF1-F9FEC3FF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CAC93-7F32-4A6F-9F43-A4540CD5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notebook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917FF-5CC3-463D-9C9B-A396F423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2A1E2-A5C9-4CA6-9653-308991C1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0494C-7232-4387-B28E-4E87D28C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FF6B6-84AC-40E1-A985-AC39B066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7AD99-4A3C-4042-996E-7F12B66F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602E9-FBB1-4C2F-9B61-EC33D2B7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447D1-2B78-4FBC-AA21-7390D5A8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C505D-572A-45FC-884C-6E99EE88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372E1-B197-4196-8D0E-096AEBF0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75FB3-2C72-4587-8039-4C0C8674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materials/day1 notebook을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2684E-BEE1-43A0-B0FC-E9B43A39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0CF65-D306-4805-B51A-A52FE9E1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FC529-D074-4741-BDB1-2C733631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선택한 kernel을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2059B-BDDC-4560-A96A-DA1CE4CB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5600F-4622-4BC3-B776-2C701315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18D06-D9B8-4FE9-BABD-3BCE7F4C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Markdown·Code 셀을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9326D-DFF2-43FA-9556-DAFCC94A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D246B-E1E6-40D5-BC0F-40C66595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03467-94A2-4872-803D-B41D1C34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output이 남는 위치를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42FA7-5CB4-4FD2-AB9E-07A7F27E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29598-5EE0-4B0B-888C-5C58EF19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2C1CD-E708-4F00-A76A-A238BB8C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첫 셀 성공 화면</a:t>
            </a:r>
          </a:p>
        </p:txBody>
      </p:sp>
    </p:spTree>
    <p:extLst>
      <p:ext uri="{BB962C8B-B14F-4D97-AF65-F5344CB8AC3E}">
        <p14:creationId xmlns:p14="http://schemas.microsoft.com/office/powerpoint/2010/main" val="613359798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F347A-EAC4-45C3-A3DB-DECB4233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8B039-A5E4-405A-9B9E-6514CEF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Git 상태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98CB1-5E99-4186-BAB6-EB1E6160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FF91D-F623-430A-8587-5C40FB09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2C9FE-F5DC-4298-8932-E9829E4B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0DCCC-5A92-4CC0-A719-1ACE884E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26E74-8226-4EAA-A11A-41E17462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D7930-759B-4E85-A5C3-A2284804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4B275-C8B5-4877-8A8E-D8CDBCDC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42E33-BB39-4A69-8889-46AF897A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0ECE7-A552-425E-8A31-6C9A2304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3FB6F-E142-41B8-A68E-A80AA0F0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status --short를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CC6F3-EBAE-4540-98C3-C8C44187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7E555-E5DF-434F-B7C9-B38EA2A8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0AF16-F64B-4EF6-9548-F315DB27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수정·추적되지 않은 파일을 구분한다.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22700-1CF2-42C7-9411-DCA88DA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0CA0D-F812-43FB-8AF7-D37D99BA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43757-893F-4368-A5E0-CE8168BA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diff를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47731-22AE-4925-A4A2-F0DA5349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9DAC3-0C1B-4B52-A9B6-3BA1ABDA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A7B1F-7535-4775-859E-ABDA9EA6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지금 stage하지 않을 파일을 말한다.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D3A21-0B65-48CC-878E-0E803B06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8205F9-1B1B-4E77-BE27-3101F416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2A0253-DAE4-4CE8-B938-325E7EBF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status·diff 설명</a:t>
            </a:r>
          </a:p>
        </p:txBody>
      </p:sp>
    </p:spTree>
    <p:extLst>
      <p:ext uri="{BB962C8B-B14F-4D97-AF65-F5344CB8AC3E}">
        <p14:creationId xmlns:p14="http://schemas.microsoft.com/office/powerpoint/2010/main" val="1046113369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0264D0-DA3A-4BDA-A125-3DA84A9B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602C4-4B77-46C1-B8CB-442C43DB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설치를 끝없이 붙잡는다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7910E-78D8-4130-840F-60FBBE29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F43A9-7AA2-4EAB-93BE-9B57977D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DB300-B9F7-4578-91C3-C86121B8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DCA02-6F06-4127-BEA0-C00EDDDC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62AAF-BCBB-492D-A26D-EB6F5D2A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527FC-C0FA-4A66-ACDC-648940F6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9BC31-C79E-4ADF-A1F4-A67BFF98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E5A1C-20DB-41C9-9F09-B215217E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32A83-BB98-43BD-ADA9-8D869A96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명의 PATH에 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8500C-9B53-4875-8E2B-CCDB4239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07599-7B55-4880-8DA6-C30ED18D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3132B-4204-4211-ABB2-8C3A917A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FDCB6-34FD-4D24-8CF4-994644D4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A6463-0313-4C25-BB0C-F9D66951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9B43C-3E9F-401F-95B8-1F31188D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D988D-66BC-401C-9FDB-833EA269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8ECC1-C487-4EDB-8E4E-095E29DA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timebox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4B03B-3BE6-4D07-8C9B-20F9FBC5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012A1-3013-474E-989E-879E8E0E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7E13B-7B54-4B4F-9CA0-BC253DAE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7FFEA-089F-490C-9A54-EAB592DE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10E80-0614-44B8-8A91-9B0FA591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9FCE04-B2EA-42C9-8432-915C85A6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후 재합류</a:t>
            </a:r>
          </a:p>
        </p:txBody>
      </p:sp>
    </p:spTree>
    <p:extLst>
      <p:ext uri="{BB962C8B-B14F-4D97-AF65-F5344CB8AC3E}">
        <p14:creationId xmlns:p14="http://schemas.microsoft.com/office/powerpoint/2010/main" val="814184020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FD505-E789-4068-BD54-682C3F5A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6D320-C8DD-4C6B-B876-F20DE404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전역 Python에 모두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DEE2B-84F9-4DBC-8326-76995461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48DB9-6F14-49B8-A830-ACDA85EB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04C53-C795-416D-A383-CDAEBBEE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E221E-8626-4E19-BF72-984F8035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94220-74BC-44FF-ADAC-B4D16220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14A78-47B9-44DF-9463-34B68ECC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50F89-ED86-4082-9891-E552779F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396C7-1479-4123-BB9B-A164EE65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A2CF5-EA34-479F-BECB-DFCA503B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1F3B4-CDF0-4132-B69A-ABE3882B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CAB10-8366-464D-BF5E-4928F6F4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8D1EE-4272-45E1-A03F-9C18561D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371A4-AD6A-47D6-93F3-215F8F8A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6E938-956F-4F72-B38E-C21470A7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2A5F1-75F9-4079-A8C9-0FCB1830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프로젝트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A9FEC-4EB5-4A09-8255-ADC79479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CD1E9-F3AA-46FF-B416-68EE6196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E2F59-19ED-41EC-82F6-1FAB265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5306F-BF24-4DD7-85CA-740508DA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614CB-FBB3-4975-874B-D134F70D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41738-F2D7-4723-B48B-69CCA035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ADFD8D-AAAE-4551-8299-23F0E772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B9892-5468-4B42-BC6F-13BE6597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확인</a:t>
            </a:r>
          </a:p>
        </p:txBody>
      </p:sp>
    </p:spTree>
    <p:extLst>
      <p:ext uri="{BB962C8B-B14F-4D97-AF65-F5344CB8AC3E}">
        <p14:creationId xmlns:p14="http://schemas.microsoft.com/office/powerpoint/2010/main" val="1578994592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6F7D5A-4872-4AC9-84B5-32728755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2EE1E-5F83-42F4-A70C-10B8D4E3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Agent에게 저장소 전체 수정 허용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3DA30-911E-411A-8139-AD29FECE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CE57E-61B6-4A1F-A3A9-D3EDE2FC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57D2B-873C-4B24-BCD1-BD531C74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3BC33-1FB4-43A5-B79D-5B415BA1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AA8B4-B828-4692-94D4-C176A343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C7C18-67A4-43E9-BAC2-48C0B2B1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25F21-BD50-4DBF-AC1A-F0A7C056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23D12-C046-4D65-A666-A94FA42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1D250-994F-4905-8D58-C5301DB2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범위 모호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6139A-AA0A-4F46-BC9A-CC47E0D3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D30E5-E390-4DF8-A16C-16AB6D34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 파일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2A89D-BEE3-46F6-BC7E-FE3E9A4E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8F191-9ACE-4669-BC6D-8C5B2DC8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858B2-13A3-4EF0-ABF5-BD604A93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9F105-2173-4399-A1C1-E71081B1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 접근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7BA01-6575-4CA2-B25A-906A076C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EEAA3-8FBF-4D9B-931A-6C2316C1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257E7-2257-4470-B9B6-4A60430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2E0C5-5042-4B1B-AD40-FAF38F78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금지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9FBD7-37D5-484C-825E-F75310CF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88352-613D-4265-8B7C-3B148F94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9B7AA-9CFE-4A59-B0F8-61E2E554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143E2C-10C6-42FC-A5D8-DB7EDB2F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결과 요구</a:t>
            </a:r>
          </a:p>
        </p:txBody>
      </p:sp>
    </p:spTree>
    <p:extLst>
      <p:ext uri="{BB962C8B-B14F-4D97-AF65-F5344CB8AC3E}">
        <p14:creationId xmlns:p14="http://schemas.microsoft.com/office/powerpoint/2010/main" val="1945620793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6358E5-D2EF-4F6B-B8F4-61E8241A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A8A43-FC41-40BF-AB78-CE8AA3D0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회사 PC 제약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E1EF1-2844-43E1-B919-AD0BD0DA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CE3D4-C8A1-4788-A50D-410E85C9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0627A-F289-4AB8-BD2B-6100EBED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D29A1-29A2-4855-AD1B-BA2F8326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3C0FA-5527-4D89-8BB8-BD0F0677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7E692-9006-4D9C-BFBB-10E489D1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EF744-411D-4BD6-B66C-AD08D209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B85BC-900A-44E1-BF3E-2BCD4DAA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4BEC8-0F9D-465A-84A3-AF138363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8540D-F98A-4BF1-9766-E897B05A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F2A47-ED06-407C-A7F9-69AB7C9A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다운로드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D8327-871E-4AA8-9529-D821DACD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21315-E738-4608-90E5-07B336B6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접속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89DB7-F3FE-4FD1-80A2-148BF8E3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783CC-3F01-447A-9427-DF803EEE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GPU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864C0-F43A-49B2-A347-0AD1830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4CE68-DA5D-4695-A29C-A0156EE5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portable/승인 절차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3E6A1-3B90-4E19-80AB-A221534F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90334-B9E2-47DF-8FE4-AAABC590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제공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7EA60-49B2-4116-B874-0BC4D3E0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02772-B146-4DAA-8D47-B83139F7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4A6977-4D30-4FE2-9406-41E6A40F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497C74-6BD6-436A-8D21-D57CDB1C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CPU 모델·텍스트</a:t>
            </a:r>
          </a:p>
        </p:txBody>
      </p:sp>
    </p:spTree>
    <p:extLst>
      <p:ext uri="{BB962C8B-B14F-4D97-AF65-F5344CB8AC3E}">
        <p14:creationId xmlns:p14="http://schemas.microsoft.com/office/powerpoint/2010/main" val="2068121516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C3486-69CA-479D-A211-1558954D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DD8E4-9F3C-43FD-859F-DF0D802B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12시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440AE-FB6B-40E7-860C-A4F6535E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7F15C-7A8F-426B-89AD-B66E47CB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2AB5B-41A4-45A1-90B0-D07E69F9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12:00–13:00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0571A-3098-442F-A5E1-D74DA5EB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00782-B252-444C-A01D-8CB8C9F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6A630-E645-4EAD-8306-84E68438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319B4-3A35-4EFA-ACAC-05339EB1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E6C34-08E6-4B88-BAF9-B1D88F81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Code·Git이 각각 어떤 역할인지 설명할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79829-ABA0-41E9-BE00-AC8AAE37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DE170-D084-4117-9D77-D6CD0667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54A77-B4B2-457E-B90F-6D58F998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무료 경로와 강사 Agent 데모 경로를 구분했는가?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D0544-2E8A-4BED-8B5C-F6996A7B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CF1C6-3AF3-4F52-A468-8CE677AC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63FFA-6D11-465E-8A2D-18A450DE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실패 시 10분 뒤 선택할 fallback을 정했는가?</a:t>
            </a:r>
          </a:p>
        </p:txBody>
      </p:sp>
    </p:spTree>
    <p:extLst>
      <p:ext uri="{BB962C8B-B14F-4D97-AF65-F5344CB8AC3E}">
        <p14:creationId xmlns:p14="http://schemas.microsoft.com/office/powerpoint/2010/main" val="948557408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B7891-3C49-4EDC-ADA4-DA4B2053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B5FCC-8335-4918-872C-EA660DF2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13:00–14:00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E4137-48F9-455D-8309-09DC09CF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Safe Tool Loop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71FCE-2F34-419C-A3F8-8C0F611C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점심 전 한 시간에 결정론적 planner·validator·executor·test·Git checkpoint를 완성합니다.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E71D8-5251-4FE9-BB24-022D5486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FE834-72E7-4123-99EF-CB461623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실행 가능한 src · 9 tests · 첫 commit</a:t>
            </a:r>
          </a:p>
        </p:txBody>
      </p:sp>
    </p:spTree>
    <p:extLst>
      <p:ext uri="{BB962C8B-B14F-4D97-AF65-F5344CB8AC3E}">
        <p14:creationId xmlns:p14="http://schemas.microsoft.com/office/powerpoint/2010/main" val="786935001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4D8DC-9527-40C8-B676-DF65EC94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40945-8CD1-4774-A500-6DA5CC97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13:00–14:00 · 이 시간의 학습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5C36C-7F24-472F-9FE2-56D5383A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37D43-E08A-4BBE-B306-537525D1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B3D45-2996-48A9-BB57-1ACCC895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B5D8C-C007-41B1-8579-4363F7F1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C7D5F-A69C-4700-8EC9-AD373EC3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Framework와 외부 모델 없이도 Agent 제어 루프를 실행하고, 정상 1건과 실패 4종을 스스로 재현합니다.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DB9DA-8EC8-4AAC-A8CA-FEBD4EEC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369AC-B4E4-45C9-9402-7A728B75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661B1-EAE0-43A7-99F4-BEA84E43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4F6C1-48CA-4395-AFA2-465CBF4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FD2A5-09CD-4E75-BF9C-52481E40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8E9BF-36DF-424F-8C9A-F29F601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A7400-6EFD-498D-95BD-5E6967E3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11297-160C-4196-8C98-ADC8802A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44804-8C58-429B-B599-29320C0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457B5-2893-4ADC-84E9-E6D4740B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119EA-2EAC-4A94-B433-9D1C4A14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0FC21-EAFA-46F8-850F-64EABA14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D51F4-472D-4073-A467-66041C84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C6B7C-B181-420C-AA51-62524B21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6CCE6-2652-4D62-B043-4A9CAF70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1797242362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C4DFB-47D1-40B0-AEE4-1AD69B81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BEGINNER DEFINITION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B9503-EAA8-40DB-8832-EDFFCBF5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 — Next-action Selector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ADEA5-4907-4343-B7A6-3C23714E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8CB49-26D4-427D-BDB3-E54FA55F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48C3E-85C9-4C32-8693-9FCB934F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17B4E-5F47-4BD2-85C1-71687B54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D7039-CD63-4CE0-9BC6-95008F55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0571F-A390-4437-B33E-BB84231C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요청을 보고 다음에 사용할 도구와 인자를 정하는 부분입니다.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73A83-D2BF-4110-8793-F135FD70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E45AE-124F-4528-89A6-AB707BA7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98546-7981-47CB-ABCE-F9CA1CAF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없어도 규칙 기반 Planner로 실행 구조를 먼저 검증할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26F3B-8D99-4E09-9791-26A166B7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FB59E-11EA-48E6-9F1E-00B72D25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‘txt를 읽어줘’에서 read_public_text와 path를 추출합니다.</a:t>
            </a:r>
          </a:p>
        </p:txBody>
      </p:sp>
    </p:spTree>
    <p:extLst>
      <p:ext uri="{BB962C8B-B14F-4D97-AF65-F5344CB8AC3E}">
        <p14:creationId xmlns:p14="http://schemas.microsoft.com/office/powerpoint/2010/main" val="1974797663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BEA8B-9011-43A3-9533-8543F038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BEGINNER DEFINITION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6DBF0-13F1-44D0-9883-CC5ED9B3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 — Validated Runner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FAA3B-BF06-49BE-A8EA-DE5160CE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C11B7-D7EA-47BC-9084-E70B6A25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52DC8-5C77-4FB5-9873-9D0EDE51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B50E2-0E98-45FD-B460-D7DAE03A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74943-7C0D-4A93-933F-5541CA09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22043-E57A-46FF-922F-2285DB7D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Planner의 요청을 다시 검사한 뒤 실제 도구 함수를 실행하는 부분입니다.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66DB2-99B4-4EF8-82DB-002DEA5B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9F3ED-1F04-4C22-BC52-2D6E9755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FB443-1338-41C6-AE7F-C3A18C96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제안과 실제 권한을 분리해 안전 경계를 만듭니다.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46C49-D6DD-42A6-B406-2E044FFC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61454-6E62-4DD7-B092-D66D70A8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있는 허용 도구만 호출합니다.</a:t>
            </a:r>
          </a:p>
        </p:txBody>
      </p:sp>
    </p:spTree>
    <p:extLst>
      <p:ext uri="{BB962C8B-B14F-4D97-AF65-F5344CB8AC3E}">
        <p14:creationId xmlns:p14="http://schemas.microsoft.com/office/powerpoint/2010/main" val="87472439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180B1-C792-41A5-B6F5-C3C9F1B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BEGINNER DEFINITION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C6EFC-4459-4C00-8A4A-406C5D5D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 — Maximum Wait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32999-E649-4AB3-8F54-6EAA7D08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3B852-A7A5-4B56-8513-846D4C0B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1F2D1-3B31-4A16-8B38-F2B57884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0A2D6-ADE0-4EB7-8D45-A77D3FC4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3ABCF-93D8-43D8-A676-1F6B6748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0902B-8FD8-487C-8CFD-92460F7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도구가 응답하지 않을 때 기다릴 최대 시간입니다.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1A6E4-2704-4DBB-84DB-C175462C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DAB03-0712-414E-9897-D0B20BB1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1BB09-ED46-4812-95EC-8ECC0C78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대기 때문에 수업과 서비스 전체가 멈추는 것을 방지합니다.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CCFBC-16CA-440A-9279-39BD6956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407B3-0652-4A60-ABB3-4100693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10초를 넘으면 timeout_error로 기록하고 fallback을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740249272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7F2AE-0067-4F00-A8B5-1A816900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BEGINNER DEFINITION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9979C-BBD2-44B4-A0AC-E6ECAB73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Idempotency — Same Request, One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F0C19-AC93-418D-8699-08CED21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07603-A3E5-4C7C-8916-DA7BE0FB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FA460-A0A4-4842-8ED3-415896B0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D2D01-D6D9-4720-8C54-34AD4EA3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BBDF9-B802-4C15-919F-3EBD0EE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814A1-DA38-4864-937D-9F4A2673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요청을 여러 번 실행해도 외부 결과가 한 번만 생기게 하는 성질입니다.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65E0D-04BD-43F4-AF43-218069FC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B45DC-4CCA-471B-A3D5-A4B774F0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BEB5B-91F5-4AE3-846C-1FF8D5F8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재시도·중단 후 재개에서 메일·게시글·결제가 중복되는 것을 막습니다.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93D44-1440-4ED1-AF70-C6A5C128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B94FF-A808-4E63-A7FF-BB578421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request_id가 이미 성공했으면 저장된 결과를 반환합니다.</a:t>
            </a:r>
          </a:p>
        </p:txBody>
      </p:sp>
    </p:spTree>
    <p:extLst>
      <p:ext uri="{BB962C8B-B14F-4D97-AF65-F5344CB8AC3E}">
        <p14:creationId xmlns:p14="http://schemas.microsoft.com/office/powerpoint/2010/main" val="1359637231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E539A-D49F-4EC7-AAE3-A58A0178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E8DC1-A083-43F4-A98F-60285852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처음부터 LLM을 넣지 않는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2D01A-45F4-4E74-9D5B-CF9A5E3C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73174-3B7F-4CEE-A13A-CABF9694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5C6B2-A9AD-4544-85A3-30D495B0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231FF-EA04-4B3B-AD1C-D634BD0E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0E9ED-09EB-4065-A28A-8D943B8E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6A0E8-485D-4842-9813-0A1F1B41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planner로 제어 계약을 먼저 테스트하면 모델 변동과 코드 오류를 분리할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370B8-EF1B-4C6C-B7AD-CC664DB5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규칙 기반 plan / 고정 fixture / 같은 executor contract</a:t>
            </a:r>
          </a:p>
        </p:txBody>
      </p:sp>
    </p:spTree>
    <p:extLst>
      <p:ext uri="{BB962C8B-B14F-4D97-AF65-F5344CB8AC3E}">
        <p14:creationId xmlns:p14="http://schemas.microsoft.com/office/powerpoint/2010/main" val="1748328745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ED954-BA7C-45E1-A16D-2F9A77B5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6CAEE-6BF4-4F7B-ADD1-8ED0C4C9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Planner는 “무엇을 할까”만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69B4F-4504-41EE-B835-DDD6BCF3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404A3-953C-49F5-B193-3B3E848B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F3F2C-ECCF-46D0-B5F0-1BB87DBA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DF7E2-F155-479E-B246-D7F9F024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B0BF4-655C-49CF-80F5-4D769E86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이름과 인자를 제안하고 실행 권한은 갖지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8FB87-EB09-4156-B567-6F6A28D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57047-AA13-4D67-B9A4-0A63E60B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8F943-E6E1-4736-B428-174902B7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E5C61-DDAF-44E4-9B52-1B003254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C7425-9645-4C52-B351-53C8A321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7946B-8F33-4951-AECF-EF25FD26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side effect</a:t>
            </a:r>
          </a:p>
        </p:txBody>
      </p:sp>
    </p:spTree>
    <p:extLst>
      <p:ext uri="{BB962C8B-B14F-4D97-AF65-F5344CB8AC3E}">
        <p14:creationId xmlns:p14="http://schemas.microsoft.com/office/powerpoint/2010/main" val="2052677253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B2A77-9C8A-4CB4-A339-E8197973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51275-BC6E-423F-9F44-D8F9F2F4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Validator는 안전 경계를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3B3B2-CC3B-42D4-A988-D7C8833A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D468E-98BB-4B45-B031-28051D36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70415-781A-438A-A133-8107ED56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2E9D0-49EA-46F7-B6E1-5407FE3E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83C87-5839-499F-AD24-77B73429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9AAF9-3508-4D99-9D3F-5B77F6CB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도구·필수 인자·타입·추가 필드·경로를 검사한다.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8ED0E-ED0B-4DBA-BC2F-38B17C02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 / policy / path guard / error code</a:t>
            </a:r>
          </a:p>
        </p:txBody>
      </p:sp>
    </p:spTree>
    <p:extLst>
      <p:ext uri="{BB962C8B-B14F-4D97-AF65-F5344CB8AC3E}">
        <p14:creationId xmlns:p14="http://schemas.microsoft.com/office/powerpoint/2010/main" val="712011375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27093-E29B-453C-B659-48B56415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1BC18-0EE5-4ED8-AA50-5ED478E4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Executor는 등록 함수만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966E5-71FD-40B4-ADD6-9113354F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17542-7A65-45D0-8BA7-C743A2FC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1D4F3-6F5A-4017-A83C-D001B25B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C3775-A90C-4D3E-9A31-1037FCEE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5CC55-894D-4F9B-9FEE-CB733BE6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동적 eval이나 임의 import 없이 registry에서 함수 객체를 찾는다.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61F24-F56B-4624-B2DD-2CE2C492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13668-C37B-4CD9-9E11-80441A7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lookup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C1F16-59BB-4808-95DF-0E9208CE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512D8-41FE-4A83-ABF7-CC489AE1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kwargs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9641F-8C2C-477F-8D8F-17066FAB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E8131-28A6-4C6E-B9D5-35F3A613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boundary</a:t>
            </a:r>
          </a:p>
        </p:txBody>
      </p:sp>
    </p:spTree>
    <p:extLst>
      <p:ext uri="{BB962C8B-B14F-4D97-AF65-F5344CB8AC3E}">
        <p14:creationId xmlns:p14="http://schemas.microsoft.com/office/powerpoint/2010/main" val="1231765041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FD0E9-A5B5-4122-82EB-EB4E6C56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5597C-187F-4FB1-B485-B07E1FF4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ToolResult는 성공과 실패의 공통 언어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E270C-E939-4E48-A0E9-135FB1D8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D5A0A-2273-42D1-98A0-39364C05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AAEC2-0EEA-44FE-97DB-49980876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8FE8C-3C56-4AE0-B6EB-B831AC79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68D5C-49F4-48E4-A355-DD300643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D779C-5230-4C52-8657-92D9062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 graph가 traceback 구조를 몰라도 다음 행동을 고를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EF385-3174-492F-B2D0-654D3A2F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ok / data / error_code / message / cached</a:t>
            </a:r>
          </a:p>
        </p:txBody>
      </p:sp>
    </p:spTree>
    <p:extLst>
      <p:ext uri="{BB962C8B-B14F-4D97-AF65-F5344CB8AC3E}">
        <p14:creationId xmlns:p14="http://schemas.microsoft.com/office/powerpoint/2010/main" val="1399787360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A27C9-C904-42DF-A08A-79085ABD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4FB94-1166-48E1-A5BB-368EAAA0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read_public_text는 의도적으로 좁다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261F-D810-4568-B0EA-365175A5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B7995-9AE8-4A5D-825C-687793E8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C57AA-5A5F-47A2-AE10-469D5D55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859B4-9B91-4E52-B7DE-FFECD9D2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306DB-4C35-4CB9-AEB1-F4FE8135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 안의 공개 txt·md만 읽는 도구로 최소 권한을 체험한다.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BFAA8-2257-4014-81D1-984CD74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2671E-A1B8-4D1C-9487-BB5740D9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root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888BD-F9FE-43C5-89DE-27E6B743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4150A-65CD-4A64-BE42-D3A306EF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suffix allowlist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800EC-662C-4C5C-8A18-E96DAC0A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E6F0B-3E6E-47C9-B9A4-8FB3C07D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1755260132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FFE14-4723-491C-A758-01CB08FA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5500D-B25A-4480-9D73-6F4A0C93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count_action_markers는 LLM 전 fixture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29DE4-657A-4D08-B8B8-EF026CF1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40331-2621-4C5A-A6BA-5AB3EBED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BB158-62A8-40AC-B908-50184300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73F12-16AD-4145-B3E9-F0DCCD35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2FFFF-AD46-4EE3-BDFE-DAD17B4B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ADDE5-51A9-4247-BD2A-CCA6BC30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행동 표현을 규칙으로 찾아 구조화 파이프라인을 먼저 연결한다.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81E90-DB61-46D0-B6AC-087133C8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까지·작성·검토 / evidence line / deterministic</a:t>
            </a:r>
          </a:p>
        </p:txBody>
      </p:sp>
    </p:spTree>
    <p:extLst>
      <p:ext uri="{BB962C8B-B14F-4D97-AF65-F5344CB8AC3E}">
        <p14:creationId xmlns:p14="http://schemas.microsoft.com/office/powerpoint/2010/main" val="872430879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9CDD9-1AE4-41C8-989A-FB5B5C79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5D500-A2E0-42AC-A555-2B668C16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09A25-1615-4259-8C65-96A78C72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25F8C-8A7B-4468-BB74-55CAF951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B2641-BA3D-4667-A661-825BE2F1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B5FA6-9C00-4104-9EF3-0D54044D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47F9E-54E9-4EA7-958C-D2E0D2EB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E9344-F198-4B9C-9D9F-3A2B5F0E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34D33-F8EC-4411-AAB8-2B3B0CE0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CBD01-3629-4DF2-BC99-8CEE1ADA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dataclass·schema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133BA-2F60-4E98-8070-4D849E82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6FAEA-6AC5-416C-B988-5513E845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82EA6-91CB-4B34-AE73-58130E4A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FB64E-B997-4AE2-9497-94A090C2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validate·guard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B4764-186A-4E9C-AFF9-56BF377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F970D-4B45-4ED4-9501-395D191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44166-6683-4C5C-B0A2-71298FBE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8B802-6DB4-4533-8018-00F29EF3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registry·result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D07BF-E517-478B-B62C-C06F98FE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40A07-E28E-43B2-8F7A-D5C6748F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1FF3C-F1B4-4DD8-8521-5FA62EB1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352D7-B67C-432C-8EAA-FC7FB420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876080592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04BF8-AB25-445A-8485-E2B08A2B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7497C-E0F2-456B-8D3F-F670D654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EDE8F-F296-43C4-B4EE-54A6579D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8ACAC-9CA0-4C31-90A8-7D02A7AC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5FE72-07AA-4877-9229-D0A3B3C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ED778-D28B-46EF-BCAE-B050E732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AB8F0-FC94-4C45-A429-136CF77B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A67F3-CB25-453E-847A-88988075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A6AC4-43CA-4A93-83E4-81EBFE0C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5ECCE-741C-427C-9A49-01178CA1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FEC39-0124-484E-B21F-C02A0EAA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B1D32-7B11-4EFF-B9C0-F857E62A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D0335-E5C8-4FEB-BF37-EE80F04F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7F4BC-B0E1-4785-8E29-0E561847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AD7E7-C3A0-4EB0-B3DF-F005C43B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E305C-773B-4290-A1EC-2CF280F2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8502D-D35D-4690-BAD3-2F990CC3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30139-025C-417B-8D84-91B0F37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88AA1-A9CD-45E2-B305-953AB7C9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EE97C-6937-462B-BDAF-8F365559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6C00B-CE04-4AFA-BDBF-ED42E8FB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3E006-5AC4-497E-BDF8-16941AFD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4 error cases</a:t>
            </a:r>
          </a:p>
        </p:txBody>
      </p:sp>
    </p:spTree>
    <p:extLst>
      <p:ext uri="{BB962C8B-B14F-4D97-AF65-F5344CB8AC3E}">
        <p14:creationId xmlns:p14="http://schemas.microsoft.com/office/powerpoint/2010/main" val="855722598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3C8AF-561E-47A8-B99E-D2EDA413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05259-420A-45DC-A33D-DB8F2317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주입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71F8C-C0DD-429A-8163-70206379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BA070-86E2-47A3-A092-E5D14576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FF0A9-A014-499B-92A3-58DD171D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D12DC-A229-45C8-BD52-AB7B25EC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78B76-2069-4F3C-A38F-82F5F758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930D4-3EB5-4CAE-A615-76CC8012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F81A4-0323-40BD-9F3E-79CD8734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38AE1-A32D-4E7A-87A3-73D2B9A2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A7190-5BC8-4BB0-B6D8-13303CD4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9A4A8-1D62-46DD-B4CA-DAF781E5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09CBF-6F15-4086-80CB-199A683C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9050B-9327-497D-899D-D2355E26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인자 누락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570D7-C12E-4197-BB4A-AD7991EC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7C077-23BE-4C61-ACB9-621E7A4A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56CF6-4F8A-48C2-9C6F-6D5F83C7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1CB49-7B99-43AC-9707-B0CDD92C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경로 이탈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8A2BB-9A8E-4ADE-A437-CBE4AB54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361C7-32C9-4F06-9C23-6082F051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787E5-BACE-41E4-B288-91EADF1E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D814B-5339-4665-B002-234681E9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 확인</a:t>
            </a:r>
          </a:p>
        </p:txBody>
      </p:sp>
    </p:spTree>
    <p:extLst>
      <p:ext uri="{BB962C8B-B14F-4D97-AF65-F5344CB8AC3E}">
        <p14:creationId xmlns:p14="http://schemas.microsoft.com/office/powerpoint/2010/main" val="1330496912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6441B2-13F2-42AE-AB32-DDDE4EDC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E68DE-E930-4525-85B1-65498709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빨강→초록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A14A5-6722-492D-8DCB-5110803D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0DB35-34BF-4E5F-BBF8-96C4E55C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CA9B1-BAB9-4514-8860-8D5CB9E5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EFE30-DEC5-44F5-B3DB-9229F2F6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F7160-411E-443F-9E68-4693F597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2E239-E826-4CFD-99C0-1AFCCF90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0D9FB-C9E5-4F0E-9F5E-88C686EE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6D77E-5C71-41F4-B09D-57790821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CD44A-E752-442D-8491-FCF5BC75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3E5A9-1993-426A-A848-6219167E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8570A-80A5-4049-B70B-0432C36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BB298-7392-4B9D-A94D-91816450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D4081-0F04-4FC2-9151-B288275B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E0A9F-AE00-44E1-996E-691757A7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BF4E-4FF9-4097-AE90-FC7EE044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7E625-D437-47B1-9C72-47D4C791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78F17-EFEE-4DF6-A432-298FDF37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ED277-960B-4450-977A-E0D0BFB7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5CC53-C261-44C0-A488-90F6EFDD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E5065-F7F4-463F-A7FE-F929992E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전체 9개</a:t>
            </a:r>
          </a:p>
        </p:txBody>
      </p:sp>
    </p:spTree>
    <p:extLst>
      <p:ext uri="{BB962C8B-B14F-4D97-AF65-F5344CB8AC3E}">
        <p14:creationId xmlns:p14="http://schemas.microsoft.com/office/powerpoint/2010/main" val="569877179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A329F-9D73-4C35-A1C8-ECB21A9D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926BA-07F1-4768-9B8D-8EBCA335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checkpoint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7D393-BA7F-48EF-B705-BEF8B8F8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950FF-1EDF-450B-81D7-81C73608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06937-56DB-4459-9F11-588212B8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769A5-2333-431A-A140-9F4CA960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38703-198A-40E4-B6C3-27B2C94E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6BD62-4E32-48A2-9210-AAF9864F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A771F-B8EB-42E9-8752-09C684FD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EA530-49C0-4561-BCEF-45D8C2D6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84C30-76C0-420A-A86F-C2C6D09D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2EE31-DBD1-4D3E-8E77-06FF0421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AC036-2788-44CE-BBB3-70A78804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35711-F478-4D46-804E-3D9B86EC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7D015-6A9B-4DED-AD44-5FB82F25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9A6E4-A04E-4F2B-98BF-686CF87D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6B3E9-C83E-48B4-B3F9-9898BAE6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F1357-3CF6-44D9-B5AC-247329CF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src·tests만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64712-CD63-4A13-8A73-DC77D623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A476C-D8C1-4821-BEEA-B34F58E8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919BE-8D71-4E38-887F-43C5687D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91818-5856-4D3D-8911-415480A6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메시지·log</a:t>
            </a:r>
          </a:p>
        </p:txBody>
      </p:sp>
    </p:spTree>
    <p:extLst>
      <p:ext uri="{BB962C8B-B14F-4D97-AF65-F5344CB8AC3E}">
        <p14:creationId xmlns:p14="http://schemas.microsoft.com/office/powerpoint/2010/main" val="1155451220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08D676-975B-432E-AD59-1F072872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25FE1-CF34-43AB-AFC0-7BBFD9FA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화면은 이 순서로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B1F3A-5482-469A-99BC-19FB7540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A310F-AE65-42A6-85D6-71A61ABB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6E5AF-9F20-4201-B532-F3DD8388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07047-FAC1-487C-BCCC-D708860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16816-8E5B-4536-AFC4-C58FB284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다음 장부터 화면마다 ‘어디를 보고, 무엇을 하고, 어떤 신호가 나오면 끝인지’를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85784-11F1-4D54-B558-7372A99B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A6F30-E8B8-4778-96F3-735FCAA7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196DB-FEB8-433E-B2E6-197BF0DE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A91A2-5ABA-4E63-9C4F-F315ED5B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14ECE-79CB-4C2F-9EBC-11786DBC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8C136-A409-4AA1-9C74-8AB3235C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9EEA7-6BD9-4A2B-9FB9-0B7307EE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2CC50-7A64-4810-8487-5D8D6984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5589D-2D5A-49EE-99FA-30B983AB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3AC73-B167-4542-8B68-5D7CB854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438FA-D653-446E-9BB4-4D9CBF6F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BBB90-4352-4FEF-AE36-8E2DB154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17707-AB90-4915-84DE-9FAD7D59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C7C64-0030-487E-B06A-1BCE18E6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4ABC2-6118-4918-90A2-D5C8558F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1B073D-E76B-45AF-917A-7D834DAA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518DD-902D-4592-99B9-8D103EFE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A244F8-713A-4F73-B9FB-9AF55F73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E4357-962B-45D4-A5E4-7BCD828F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609CD-4C49-44B3-9CB1-D9BCB4AA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4232859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55B05-FAB8-473E-A557-4F3F4E19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69CEF-A9E0-4852-8A3F-CD47FA2A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15BFA-345B-4F60-A54B-28DD9C49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D88C6-FD9E-458C-A2E4-1F018F0A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58D9F-0805-4A39-A2F5-A6917C5A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CC36E-ABD9-4573-B672-7E9DFB3E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87B12-F459-4532-B31C-29B2EA9C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19DFE-C6BE-483C-902E-B28C0D51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BB13F-4ACB-42CC-8E0B-4B184FAF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JupyterLab·Notebook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A45D6-4071-4BBD-ABB6-09647DA7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EDB2D-9F26-4ECC-AE64-C02EA34B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extension과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99611-3CE7-4E8A-8AA8-8EE92F6E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D9D3A-DFFC-423D-A2C9-094F988A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가상환경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99A19-9126-401B-9119-60E4466B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C5B86-2125-4D67-B6C6-2B74EBD4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E529C-E498-46E8-B388-EA75AEC9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694de24f94d5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FD825-46A1-492F-B900-1B36BAB8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Jupyter Install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784105092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F145B-6DDF-4D13-8349-7A58F65B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80E43-E132-490D-938E-3EB5EE81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723BC-0579-4908-A833-61169996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A449D-AAD8-4CE6-8D60-F561B627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CFBA2-FA76-4E44-B64D-56EB74F3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AC876-72F4-401F-880E-8A44D2C1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936E9-A658-4224-8459-92A77F0D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A2343-3FAF-4664-8427-EDD94370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CEBB6-7DBB-4733-A527-CB8DA742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79C97-BBB3-4849-BD28-46CBF1AC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E6517-8ADB-4C6E-B7E4-9D137E5B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64F38-F63E-4390-80FF-97E99219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982DF-9C71-4FDB-A498-27CEB10D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Python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7441C-C02F-44A6-8D4E-1FC9D1B8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E7A9A-2934-40CB-9CE8-5DAA01A9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B9F90-C0F6-4E6E-ABC0-34A6D284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bd9f39df5402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61541-91D9-44F8-AED5-1C1F42A3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1293939094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8E710-49C2-44AC-9C54-F133A73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D6656-BED3-40FE-8341-2B347768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28E73-8D5B-4C89-97EC-C6DD8C6E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693C8-4346-40B4-ABCD-CEE79AF6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9C445-D2DF-4C8C-BCCC-D0E2B2F2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02BE1-DF85-4873-9A83-CBA95511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5F599-12ED-4794-89AF-E91FC1A4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33495-4159-449A-853A-43079B04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AB488-A1E5-4C36-BF25-FFCFC89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 한정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5FC97-E1B9-40E1-8E00-34B0B974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ED893-E3CA-4CAF-8975-4E2348D9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명령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0A964-DBF3-454A-AE15-1E288565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3D197-61A8-4D19-8420-85AD963A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결과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33EB3-D0EA-47FB-8094-F0106637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EE56F-2A3C-4FB7-88B6-23672071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9EA1B-BB32-45B3-A60B-0BB99C25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6be6e588142ea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27C48-B868-4496-AE69-37BBE1DC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215551831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8A9A7-9BEF-4637-BB9F-56FB05E4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E09F7-EAC8-43EA-803F-C2B51FEF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81ACD-D30C-41EB-8F0F-C6974EED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E3C09-5DE5-4B6E-90C2-D9EE3B2B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13179-2A3F-4FEE-83C9-FAC016BF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DD936-5E53-4AD8-82D6-2E09F015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AEC5E-086A-4741-BF80-12750B45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EB31E-CAA1-4251-BB1F-8AE8A25B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32D9F-59DA-4230-B724-0BB9F7BD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폴더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0589F-B69F-4674-8838-6B76DA03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866CF-B877-4095-98BC-8F4BE084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전 계획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F9EC4-707C-42B6-BA1D-FD1DDE95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1C188-2FC4-4BE2-B02E-85BEC677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후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3A4B0-AA3A-4DF8-835C-0FD0DB4B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42F64-71EE-4052-985F-7D48028A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B821B-C413-4C30-9FB8-F989DA35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2109d294f4ee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69120-143A-4E0F-B857-E8E9AEDF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Claude Code 공식 터미널 가이드 화면</a:t>
            </a:r>
          </a:p>
        </p:txBody>
      </p:sp>
    </p:spTree>
    <p:extLst>
      <p:ext uri="{BB962C8B-B14F-4D97-AF65-F5344CB8AC3E}">
        <p14:creationId xmlns:p14="http://schemas.microsoft.com/office/powerpoint/2010/main" val="316592943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35ECA-4EBB-44B5-981D-7BF98CF4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5BE65-6FD3-4724-82BA-3696C898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13E3E-038F-45C0-9067-37C8C583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EFBE2-B578-4D86-A428-0BD3A10E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23DC7-01B9-4635-B636-46CEC436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A3FE3-741B-4755-BEDE-1C6AB25E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6ECE6-4681-4202-8959-1D52A69F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1CFF2-CD32-40B6-AED2-7E357E9C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1F970-E08F-47A2-874E-53043D8A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CFD1B-607E-4A88-8C20-BA1DF739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파일명만 추출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4CF9D-8CFB-44A9-B219-0A72FDA6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A4E80-D61B-45FD-9579-EF3E63AA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unknown도 정상 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B70F0-1023-4F64-B866-D9172829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114F3-6B80-4A40-AE61-66C52E54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 model로 교체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8EF74-AA99-4105-AB02-7BBBC815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E0BC3-9E8B-4F44-B310-AB59382F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B8000-199C-4303-82EB-4D5C76C6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rule_based_planner(message):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match = re.search(r"([\w./-]+\.(txt|md))", message)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match: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{"name": "read_public_text",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"arguments": {"path": match.group(1)}}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{"name": "unknown_tool", "arguments": {}}</a:t>
            </a:r>
          </a:p>
        </p:txBody>
      </p:sp>
    </p:spTree>
    <p:extLst>
      <p:ext uri="{BB962C8B-B14F-4D97-AF65-F5344CB8AC3E}">
        <p14:creationId xmlns:p14="http://schemas.microsoft.com/office/powerpoint/2010/main" val="1196960059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F6E10-C26B-471F-A2B4-1C403AA4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858BE-2C9A-4921-ACDD-52A77649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SafeToolExecutor의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C3083-BC1C-42EB-A62E-2C8791C0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BFAF7-7910-464F-9BDF-050E1DBB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70A9F-B1DE-4E81-B466-9CC48BF8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659E9-0232-40D4-893E-7AFB1D4F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30428-660A-4A1F-B1FF-0E6E90CE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956F3-B802-4410-9FB3-42CAEDB2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 먼저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D331B-E956-487E-8026-FF1FF81B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3B6E6-3F3E-466F-8400-996E7C6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AB036-D0CC-4D03-AE27-CF32ECA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F9845-A29B-456E-80DB-40DE7C95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 정규화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FF3DF-8F7E-43DA-BD8C-BFC72431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74C69-E3F1-4865-83EF-DCA0368F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반환 계약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75955-B875-4CEB-9224-EA6DA992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47D15-AFA6-4A62-9E85-F34DA288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50989-0796-4C3D-A068-65467E86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execute(self, name, args):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validate(name,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fn = TOOL_REGISTRY[name]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data = fn(**args)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ToolResult(True, name, data=data)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ToolValidationError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ToolResult(False, 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error_code="VALIDATION_ERROR")</a:t>
            </a:r>
          </a:p>
        </p:txBody>
      </p:sp>
    </p:spTree>
    <p:extLst>
      <p:ext uri="{BB962C8B-B14F-4D97-AF65-F5344CB8AC3E}">
        <p14:creationId xmlns:p14="http://schemas.microsoft.com/office/powerpoint/2010/main" val="1318630197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5A7A0-F499-48C6-946C-ECA15E81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FC516-66F4-4B3A-A10B-9365F0A2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확장자 allowlist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1911E-4F2A-471A-A9FC-9B037D6A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2AED1-B6FB-4C78-B2AA-B543EDEB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659D7-91C6-4885-912E-FFBF244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1C1DF-7CB7-4B03-B91A-38F36674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7CE4F-BA38-491C-BC26-A4B31A4D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58959-5822-482C-98C5-4EF39284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목적에 필요한 형식만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2D8ED-0689-4185-9524-80233A88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D2D24-8531-4F25-9801-6F114DC0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78F65-66BD-4757-B2DF-45F8273B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537A5-A4F4-43C8-ACCD-A637CE81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메시지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5F6B6-E29E-45F6-AFCF-9DE2FCEB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9894A-4518-480E-9368-0B84AF97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POLICY_BLOCKED로 매핑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98A4F-FBAD-4447-BFEB-E744A41D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7518F-EF77-497E-8B20-A6DEB9EF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C4D10-0263-46FA-AF53-1D33EA84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candidate.suffix.lower()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"Day 1에서는 .txt와 .md만 허용합니다."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926150901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0679B-881E-4438-AB0B-588C0765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FD7FA-4E71-4DCB-B1AE-C6C31C3D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호출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827DC-BFB1-4E7E-8A43-E1D62462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D9A1F-0B51-48B0-B65B-53FBC153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11384-EC7D-4886-B4E4-B40A2923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ACB87-91C7-44C0-89E0-B506F134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763D9-2951-4C0B-9AB0-BD629904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19D30-79E9-43D8-97DA-2D3B8FE7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0DD36-0A1B-40DE-AA75-F94D3C40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C7761-DD62-40A0-9FAF-57663319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성공·실패 정책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67FE7-E286-4BD2-BB35-0CD1D9B0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F033E-1DE4-4F6E-BEEE-E5F3D7F4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cached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45C41-7A9A-4766-8767-80673DAF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53BC8-E3EE-4798-BFAD-9D711760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쓰기에는 영속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19887-6DB5-496D-BBA8-A8F7B6A5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B1CED-6770-46CB-9A82-0FF0E0CC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A2C4E-B559-45BB-AF40-01E27988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make_call_id(name,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call_id in self._cache: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prev = self._cache[call_id]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replace(prev, cached=True)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call_tool()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self._cache[call_id] = result</a:t>
            </a:r>
          </a:p>
        </p:txBody>
      </p:sp>
    </p:spTree>
    <p:extLst>
      <p:ext uri="{BB962C8B-B14F-4D97-AF65-F5344CB8AC3E}">
        <p14:creationId xmlns:p14="http://schemas.microsoft.com/office/powerpoint/2010/main" val="1744288438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E092E-58CD-4A26-9792-B5C19543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52CE0-3401-4500-8A24-D1170EA9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event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FC577-EB8B-4DF0-9E82-C99C2F2F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A149D-A4E7-4296-8DB3-81244EA3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6C013-CD58-4F55-BE5F-6669F030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D1E71-A1CF-4821-AE16-F81DFFB6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356FB-E4B8-42F3-B855-E8CA300A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15F98-AC13-468A-A705-07B2A429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7BE15-F809-4E71-9CDA-85C38FF9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856AC-1AC5-42D8-9834-42CD69A2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2AFB9-E717-44AA-A386-1E6371AF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C4B85-E283-4AFE-B2CC-A7EBD5D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87D11-54B8-44C5-A13D-3A666EE1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4E8A4-436B-43D8-8B07-DF9020B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 여부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9ABAD-4961-41CE-AA9A-40ECC1C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BE664-DFC1-4047-AAC1-B184BFCC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C0887-37B2-413E-BCEB-ED00EA33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"input": user_message,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"planned_call": call,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"tool_result": result.to_dict(),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"needs_human_review": not result.ok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4073298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11F058-4CC8-4ED8-BD2C-B5EC3B66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9DD80-A3F7-477B-8245-4C5FE457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Notebook Run 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ED339-0639-43A9-8A1F-86C7138C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83C64-B972-48B5-BD68-A674670F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3A306-B9E9-42D4-BCA0-670F1856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AE281-5FF9-41EF-89D3-39A925F3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9F37C-2A8A-44C8-9614-82451E4F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E0E0D-0A0E-4648-B4B4-88B46243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D55D6-1E35-472B-8569-266F97EE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16A95-2E12-45CC-AF13-6E16F175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115ED-44A2-4044-96CE-C0578853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8826D-8994-443C-8327-E1D462E7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올바른 kernel을 선택한다.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2AB5E-B56B-43F1-B236-E80FFF1B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6E462-A201-4930-BC8E-06E93D0E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928D5-5C35-46A4-9A37-2427C7E7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Kernel을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4A33D-9727-47FB-B829-8378D18B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64BB5-D145-41F7-866F-408E4AFB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C5772-27E1-4DD6-A6D8-C6EB3F4F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08F08-1E14-4187-96A2-1C635504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BD412-5613-47B1-879E-DA0A6754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C09B5-F57D-42EA-8C18-0C9557EF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실패 셀에서 멈추고 원인을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554741-1936-499E-9F43-7159EFDB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D3A6C-1733-4EFA-9F48-9C8C538A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FF555-8129-4C95-A556-91ED7F10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모든 셀 성공</a:t>
            </a:r>
          </a:p>
        </p:txBody>
      </p:sp>
    </p:spTree>
    <p:extLst>
      <p:ext uri="{BB962C8B-B14F-4D97-AF65-F5344CB8AC3E}">
        <p14:creationId xmlns:p14="http://schemas.microsoft.com/office/powerpoint/2010/main" val="104639034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E396F-3250-434B-9D5B-BC3231EA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B5773-0B76-4834-810D-AB8DFB54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정상 도구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2916F-36B6-4591-9E99-DAE3B830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CF7E8-3576-4074-8A07-C71E8163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A5DEA-D11A-430B-B485-93C53443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D368A-CDAA-4CDD-911E-65DF66F8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06693-F430-4B65-8102-CF16AB20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0188F-7865-4E37-95E8-B5BDA145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CDCE5-FB79-42D9-AAFB-082DC44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196C2-8A93-4F99-ADCA-71620AA4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5337D-E153-4E04-8DC7-9B80E9AA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ECF21-E022-4741-B21A-EC77D939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 txt 경로를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169C4-F13A-438E-AB55-122DA345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828F7-23EC-44AC-BE6C-71B58A93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F186F-3062-4E19-8F0C-717D6088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5683F-660B-453F-9EE0-0D55FB03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C84DC-3A84-455E-92C3-AEFB534E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7569E-B189-4714-9E7B-5B3AB388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 ok와 data를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536FA-6EB1-4DAE-B6F4-0DED8738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E6FA2-CE20-4212-94B6-9989A314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6500D-904E-4BE8-8E69-3E6ED960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글자 수와 경로를 검증한다.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944DD-5958-4FB6-A4C0-857EE6A9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8876E-65BE-4D73-AE13-E46133A0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5962B-D581-4338-ABAB-023758A4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event 1건</a:t>
            </a:r>
          </a:p>
        </p:txBody>
      </p:sp>
    </p:spTree>
    <p:extLst>
      <p:ext uri="{BB962C8B-B14F-4D97-AF65-F5344CB8AC3E}">
        <p14:creationId xmlns:p14="http://schemas.microsoft.com/office/powerpoint/2010/main" val="550000564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3AE260-D2AB-456B-9769-8E17B807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E46F1-5C45-4D72-8855-365D50BA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실패 4종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B0895-C6C2-4A90-8F8C-8A4519E7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FA641-6277-4222-9E26-1BA81EF4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9C505-FA49-4A69-A495-088E0706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9B589-C290-4ADE-BF19-257B07D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9AC16-67C9-43A5-8D12-8EC26508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4D309-95A2-4235-90C6-601A7F48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A3087-E532-4511-8C7B-FCC6EAD6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98B5B-8A8A-42D6-9701-D5E3E72E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15B0A-D9D1-41DA-AEE2-42A652BF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A11B6-DD99-416E-B75D-E8A7EB41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410FD-CEF8-4884-8C60-AC537F3A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FE7D3-80C2-4BDA-930C-6E662617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543CC-ED93-4CC0-89AB-75B889DC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FD41F-633E-4828-AE46-A75F11E6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F1F3C-1A64-4D96-B986-E332DB35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7668D-6D22-4EE1-ADB3-DE02DF91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경로를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9EF7F-B661-42F5-8708-C6ED9546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20BBF-4F49-4F4C-82F0-A54FAAAA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83321-A602-4049-8B03-CDFE71C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호출을 두 번 실행한다.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D750F-8F3E-4B6A-BE28-6C10B78E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D1F23-B2DE-4E08-B478-8C181379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26A1BF-036D-4540-B190-489D6AAD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error_code 3개 + cached 1개</a:t>
            </a:r>
          </a:p>
        </p:txBody>
      </p:sp>
    </p:spTree>
    <p:extLst>
      <p:ext uri="{BB962C8B-B14F-4D97-AF65-F5344CB8AC3E}">
        <p14:creationId xmlns:p14="http://schemas.microsoft.com/office/powerpoint/2010/main" val="1491527419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F06D8-55D5-4F6B-AE1A-2DA0A49A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5298F-B839-4DB4-BF1A-D7F07D1E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pytest 9개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50C0D-08A7-4609-B6EC-74B06B3E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2322B-F664-4A73-B5BC-5399A804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173EF-9C50-4F0A-B96A-9640AD25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1F640-8FFB-44F6-B819-872E481F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99669-71D3-4063-B0A3-4B5C06D9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CA4FF-A626-4BFB-A6B6-2225326F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F9538-25B4-424C-9A7A-C275A1F1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7D84B-4F67-4CA6-A957-3C968375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60312-6067-4E2D-BACD-80E11BDE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1B8BE-85CD-4C9C-A344-ECCA7F73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4FE68-02B8-4F6E-98C8-18C6B27F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02213-8761-4AB7-B48C-F2F825CA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E3F7D-25FD-4759-A9EC-C2A3B91F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pytest -q를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AF748-265A-4182-B5D9-D6D3A6C9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7B5E2-5D81-438F-8ED4-A239CEAD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F2C30-0352-43FD-AEFE-57B52590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시 첫 오류만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DC57A-9751-4B18-9D4D-E80377C5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4DC9E-E1DC-4A45-B0BB-12ADDBF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2481A-0576-4136-B8AA-2353AD18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9 passed 화면을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032F37-8E3B-4CF4-9FBE-47E8A6F2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4B13B-F007-42AD-9327-0AF6E492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B1D96-5E83-46CE-9BB3-F07A6311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9 passed</a:t>
            </a:r>
          </a:p>
        </p:txBody>
      </p:sp>
    </p:spTree>
    <p:extLst>
      <p:ext uri="{BB962C8B-B14F-4D97-AF65-F5344CB8AC3E}">
        <p14:creationId xmlns:p14="http://schemas.microsoft.com/office/powerpoint/2010/main" val="68153080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A248CE-5C35-4C27-8EFA-4710E17C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0E4F7-AC03-4656-90F3-07192311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Notebook과 module이 다른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9E1D8-F0C5-4942-85E2-B21E8D99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42420-9D74-4FF9-BDBB-A69EB0EE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404A5-3C7A-4296-9C76-FA5700C5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6BEF2-8344-4B07-B9AD-080F880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4BB34-F83D-4A83-BF0A-21402A02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F30A9-E66A-4E3A-B56D-510706E7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E83C3-4850-4D40-934B-2918A094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E0548-7613-4900-B88C-BBA72F74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08A2E-DAF2-42DB-8066-32E14D28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0ABB9-61DD-42D0-AAB4-4BC3EC44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D5B0E-9262-4AD4-BD9C-219D7155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설치했는데 못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E4436-8A83-44BD-90D2-F2E18C3A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6DB43-4ECA-4BA9-875F-4F59E8B7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terminal은 성공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6ADE9-0CA0-4E35-B7EA-39EBF301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9E1D8-9928-4BC9-941C-FFF32A0C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kernel은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66A96-BE9B-451B-996D-EC85A712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A0623-E59C-4177-8677-BD0FEEFB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905FF-8D52-4607-92F5-7F7438D7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34868-C903-41F9-8C3E-6AD45146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재선택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A3976-8975-4CE9-973D-F3742FB2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C07FB-7FE1-40BD-B45C-DB7C00DE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AD819E-E938-42ED-9FAA-20B03B06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9646F0-604A-4E01-B597-87241263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.venv</a:t>
            </a:r>
          </a:p>
        </p:txBody>
      </p:sp>
    </p:spTree>
    <p:extLst>
      <p:ext uri="{BB962C8B-B14F-4D97-AF65-F5344CB8AC3E}">
        <p14:creationId xmlns:p14="http://schemas.microsoft.com/office/powerpoint/2010/main" val="1844628577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4C2A74-D9B3-4174-B564-401AE797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D9118-E05C-4206-8544-25E4172D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첫 실패 뒤 계속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1EC02-01DC-4DBC-9450-0C8E705D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A33DA-4BA0-4240-B799-DD7738F4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D2A52-D724-4664-8371-4B8E3563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AB43A-D4A2-47D9-BC0A-E251E16C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40991-B400-469D-A909-56944B09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6DA30-415D-40AE-898F-4E091310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40596-AEC8-4EA4-A7F3-2B3FD8DD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42EAF-75D7-460D-84F5-A24C444A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8C9DC-1AD7-41E6-8F76-E6FFC6F0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연쇄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7ED70-ACC9-495D-ABC7-F7AB635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B446B-96CA-4701-B853-9D31A30A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2BBFD-69F5-41B2-838E-B2B3F044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2C3F3-AE07-4010-8349-303F6F2F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오염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6E564-441F-44AF-8075-3F8DF791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307B2-EF61-42F2-B572-47DA9063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시간 낭비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E0366-D874-461B-BFFE-5A02FF70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81995-54BD-47D1-B40B-B3032509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traceback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3427C-1E8C-46A6-91DE-B35101B2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0A4AB-3081-4F11-A216-7859FE69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위 원인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B7E34-C63E-4E25-A858-D1748558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77A8B-F9E5-4F38-BA35-043D412D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셀 재실행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809799-C621-4DB7-9848-3917FF12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1C7907-45A5-4A0E-959D-A92668EC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822417841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A93DE-DFDF-4E4E-9C25-848D68C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AEECE-B37A-4846-9A36-9A3BE51B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테스트를 통과시키려고 정책 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CBE99-8C45-4197-9197-89CED68A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23D68-BB5B-46F3-BA24-68D809DB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B6FA3-5F03-44AE-87F0-BF28F707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6DF0D-177E-4D4C-A944-16F1C005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EF711-015D-4F11-89C4-5F7FD5F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12478-749B-4812-B200-B89F3D33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40D23-2749-45F5-92BB-CB045717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7FEA3-6B97-4340-AD0A-156F5F8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F3E30-A4A6-4038-8A71-63728B03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F363E-A25C-431D-B260-DED7FCFA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D85C5-73D5-4188-87D6-F12F5FD6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 삭제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21E4A-7932-4C29-9877-6196C558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DF418-D494-4CAA-902D-0C7AA67C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broad except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269D1-829A-4F76-A74E-5DE4215E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0CE81-608C-4975-86CA-8A532F5C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expected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7FFCC-4826-4C97-B4EA-2881CB2A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6D5F7-E79C-4D9C-ADED-C3613D0B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4983A-E5BF-4E31-99FC-0F6F6D6D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494D0-B470-4619-900C-FFF78562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FBE1A-6D59-4CC4-AC62-8A139576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9D94F9-609E-4488-BEE6-906B0477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regression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07506-3B8C-49DD-AC87-E4919EC6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1F136-F15C-4A31-9519-BB807E56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유지</a:t>
            </a:r>
          </a:p>
        </p:txBody>
      </p:sp>
    </p:spTree>
    <p:extLst>
      <p:ext uri="{BB962C8B-B14F-4D97-AF65-F5344CB8AC3E}">
        <p14:creationId xmlns:p14="http://schemas.microsoft.com/office/powerpoint/2010/main" val="1952912464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CF8973-9B18-4C68-8327-39E63982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1034D-0307-4417-BF66-18BE98F6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Safe loop를 현업 tool에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E3648-D327-4A0C-B5C5-D1F5C61B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0149C-6BA6-41B7-9472-D05600E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1469F-6DAC-49F7-989D-146983A4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2E548-FF9E-4233-A09D-5C5C3E1F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35760-E13A-435E-8829-738EF6C8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교육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CDFC3-5543-432A-AFB9-57A38272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현업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99690-D030-4BE4-9024-1C14F7DC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AC16D-9DE9-4D8C-8AA0-F197B19D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4077A-B33A-40F0-A872-5E2DCA5D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txt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4CC88-9642-4F3A-8C1C-08DEB285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247C5-B49B-4AD8-95E6-0E48457C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marker 세기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BDF8F-B0B4-443E-A122-417770BB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A7320-A1B8-4461-9F53-23FC26AE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7D3CB-819A-4BA5-A851-128C4717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F273D-64CD-4F3D-A4F2-89E06BBE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60AB5-BB2D-4594-80DF-DE5D8845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C8E70-52C2-42C9-922A-21E2DE7C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FAQ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5F7C4-18AC-4117-ACB0-C728CFBE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19DDD-7496-411E-845A-76157D45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티켓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124E8-EA26-4848-A77E-1FED4E57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BB7527-A9D7-4F28-93DA-105C1BA3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CDEA0-5C6B-4BA9-99F7-E7A28A03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6312A-2DA8-4076-A128-368F9FDE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 dedupe</a:t>
            </a:r>
          </a:p>
        </p:txBody>
      </p:sp>
    </p:spTree>
    <p:extLst>
      <p:ext uri="{BB962C8B-B14F-4D97-AF65-F5344CB8AC3E}">
        <p14:creationId xmlns:p14="http://schemas.microsoft.com/office/powerpoint/2010/main" val="545234633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BB75F-3E63-48F0-B797-7C505C44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99F3C-4B6F-448F-9B5C-5EFC72B0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전 Gate · 14:00–15:00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A348B-A0B3-45BA-8C5C-9AE04F65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7AD90-C30B-4F34-8E89-77F355A7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9B469-2AD4-437A-A82C-B708A38C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13:00–14:00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0553E-CC36-4893-B6A6-3C4D189B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361E3-43D2-40D1-9C7E-9B377361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오늘만 점심은 14:00–15:00입니다. 셋 중 하나라도 아니오면 15:00 복구 lane으로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01257-E6AB-4B50-A45F-C862219D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B0940-032F-478A-8CC5-472DDE4A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E1094-779A-4A6E-9AAC-AFFCA9EF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Run All이 끝났는가?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385B0-0EF0-4B73-A099-FF28EFF7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51239-E3E0-4EF4-9EA5-C77AC200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6EBA4-4790-415E-A58E-6B9BE849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9개가 통과했는가?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AE657-9289-4DE5-8653-6AD52E06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E44D6-773B-4240-A84A-C4681EE6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232D4-90A4-4D9A-BE06-1FEF4F9B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commit diff를 60초 안에 설명할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611068640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87A3B-AF46-4C8F-BCC6-5C489DB5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BC9DF-C9C0-4A85-960E-E677DA45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3F91C-017D-4025-80BC-2F4425B9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로컬 LLM Adapter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0CE11-2F09-47F3-AF1A-DEFA9FD4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Ollama·LM Studio·Jan을 선택지로 두고 provider가 달라도 같은 계약을 유지합니다.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4544F-DFDB-4301-99DB-333EC8F2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EA0F7-410D-415D-A72C-0598398A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공통 provider result · structured output · fallback</a:t>
            </a:r>
          </a:p>
        </p:txBody>
      </p:sp>
    </p:spTree>
    <p:extLst>
      <p:ext uri="{BB962C8B-B14F-4D97-AF65-F5344CB8AC3E}">
        <p14:creationId xmlns:p14="http://schemas.microsoft.com/office/powerpoint/2010/main" val="32858635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29FE6-DDC8-4C01-B626-EAA78761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F4813-7C38-4526-A33D-4AB75DCE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15:00–16:00 · 이 시간의 학습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0502B-8387-46B1-A90D-B0BF3B8A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69BA6-F534-4812-9C12-12DD1C82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84550-E2F8-418C-B91C-84DF9F9F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FC7FF-A59B-4849-B6F9-0D1BA2F9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0D4DA-06E5-4E83-B7B0-288C8BE4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모델 성공 여부와 관계없이 공통 adapter를 실행하고, 연결 실패를 예상된 결과로 처리합니다.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D69B7-1D09-453C-ADCA-EEE05888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E9DF2-CBA9-4C47-AD57-C40751BB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AA3DA-0912-4DCC-8D7A-18D75436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5D73D-82F5-45EA-9929-ED0C55CA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92F78-F39F-4E5C-8D3F-F845F656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096F0-21FC-4010-913B-F7497C0C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CD3AB-FB3F-4A3E-90B3-BF0CC506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B120B-0455-4B68-9B81-DB2F5929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36145-DA31-4515-9A12-A62195FD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E6414-3981-477B-9F7A-71244A0B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A91F2-0E3C-4E77-A0D3-0EFFF4B6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AB3DF-7809-487B-A45B-F1DD9557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2518B-AE25-4B30-A4B3-8B7478BB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E5C15-515E-498A-AF67-F51A492D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40099-6DCA-4733-AD37-C0549BE1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1198580165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C62DC-D8C4-45E2-9B2A-6BE99ACD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44A6E-2303-46E7-BCC2-67B334DF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 — Model on My Computer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20ECE-97E2-49C8-9024-B3DC57B9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CCFEA-D9C6-4391-91B9-C58021DB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1D393-5105-4647-ACD8-BFC826C4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5880D-E6F4-438C-952F-6E2222EB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03ACE-E659-4D7F-89BB-9B6F653B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97C64-9AC9-4151-B51F-3C17CBA8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API가 아니라 내 PC에서 실행되는 언어 모델입니다.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5D1E0-CF40-4826-994B-2C87906C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5A3C4-3F8D-42A8-986E-DD9E9178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BEBA5-B9E2-4BC7-B068-9FEDFD41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실습과 데이터 통제에 유리하지만 설치·메모리·속도 제약이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B5244-C323-4D8B-80DA-5A335B35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AED75-B0DB-4605-A17C-4B34AB73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Ollama에서 qwen3 계열 작은 모델을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1475925026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01024-534C-494A-BADC-1E484EAC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E3B87-810D-4C0A-88A1-645237B6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— Model Access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33BB4-013F-4BBD-A954-F57506FE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6AA82-1DEC-4C10-8AA9-BD8066F2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8BCD6-9C04-4754-B21F-B0D9CAD4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B1159-95F8-41F2-A1B9-7BBC6E97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D9EF7-7A2C-4D1D-A3FC-E2F230D1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32190-BCCF-474A-B414-85A1432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OpenAI·Anthropic·Ollama처럼 모델을 호출하는 서비스 또는 실행 방식입니다.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B888B-B010-4F67-82E5-22242097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964BC-7BB5-4C5A-8A5C-F5F33F82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93C5C-F58A-4D96-A600-DCB339EB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Provider마다 URL·인증·응답 형식이 달라 코드 결합을 줄여야 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00B5C-7BC7-4BBB-BAA8-9D55659D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C1DD0-3B96-4CD2-8024-297015C5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provider와 fixture provider를 같은 인터페이스로 부릅니다.</a:t>
            </a:r>
          </a:p>
        </p:txBody>
      </p:sp>
    </p:spTree>
    <p:extLst>
      <p:ext uri="{BB962C8B-B14F-4D97-AF65-F5344CB8AC3E}">
        <p14:creationId xmlns:p14="http://schemas.microsoft.com/office/powerpoint/2010/main" val="2114635228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C1A21-4E1A-4225-BF2C-3994C32E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9436E-761A-47D1-A554-48106E8F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— Common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BFCAC-0571-432B-8343-3C9727CD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E0744-BC68-4CD9-98A9-12641E8D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FABF7-D060-414A-83CE-850CA609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EE9A3-CD89-437D-AA30-70CAE624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F92A1-223C-45A7-8087-C8AE9E91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D916F-9761-4518-A41E-A153AEE1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서로 다른 Provider 호출 방식을 하나의 공통 함수로 감싸는 계층입니다.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BBFAB-F0B5-445C-ADF2-79539466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FAAD5-F799-4029-8CCF-D3BC5C7B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16FCA-09AF-4CD7-B2EE-E13BE3EC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모델을 교체해도 나머지 Workflow를 바꾸지 않게 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391B8-DD25-4BBD-ABE7-78FCF071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1A73D-4C45-4159-8376-BA6A751F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 함수 뒤에 Ollama·LM Studio·fixture를 숨깁니다.</a:t>
            </a:r>
          </a:p>
        </p:txBody>
      </p:sp>
    </p:spTree>
    <p:extLst>
      <p:ext uri="{BB962C8B-B14F-4D97-AF65-F5344CB8AC3E}">
        <p14:creationId xmlns:p14="http://schemas.microsoft.com/office/powerpoint/2010/main" val="1030436648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E0C0C-A9BA-48EE-8EB0-FDBC1465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DED19-AA88-4A8C-B395-B246C893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— Alternative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64C46-DD32-4752-A0E1-50F5A118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3431A-4B42-4E4F-88F9-D9759F20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EFFD7-62D8-4C70-B750-84BAA298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DCBE9-A7FA-443F-ABF4-6325AE8E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38A15-13B1-4619-AD33-43EADC22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7CED8-EB29-4F85-9AB5-0298884E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주 경로가 실패했을 때 학습이나 업무를 계속할 대체 경로입니다.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53D7F-5058-4FC2-ADDB-8354DF0E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7104D-AF56-4AB8-8D14-75B4F96F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2C4BF-0907-4225-8D81-4C2F156D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설치와 네트워크 문제 때문에 전체 실습이 멈추지 않게 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E7BD0-BF2F-4B28-ADC3-7358F25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21CE3-641D-468E-B897-ECD379B7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LLM이 없으면 고정 JSON fixture로 Schema·Graph 실습을 계속합니다.</a:t>
            </a:r>
          </a:p>
        </p:txBody>
      </p:sp>
    </p:spTree>
    <p:extLst>
      <p:ext uri="{BB962C8B-B14F-4D97-AF65-F5344CB8AC3E}">
        <p14:creationId xmlns:p14="http://schemas.microsoft.com/office/powerpoint/2010/main" val="1232071955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40248-CDD5-44FE-A9E3-8A24DB5E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E5460-3CB9-4B15-AB8A-995C7262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목표는 “모델 설치 성공”이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B58F2-ACB4-4156-98C9-B5970A33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664E2-65BF-470B-AEA2-56EE1B2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63CD2-4D87-408A-9C1E-08F236F4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B386D-D8A3-44D7-982A-521707DA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79308-1DB2-487A-BC1A-428D96EC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85DFC-6E69-4413-AA48-3FE4B424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provider가 없어도 mock·fixture로 adapter 계약과 예외 처리를 완성한다.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E4B83-2C73-4251-A43B-82E276C0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mandatory: contract / optional: local model / no score penalty</a:t>
            </a:r>
          </a:p>
        </p:txBody>
      </p:sp>
    </p:spTree>
    <p:extLst>
      <p:ext uri="{BB962C8B-B14F-4D97-AF65-F5344CB8AC3E}">
        <p14:creationId xmlns:p14="http://schemas.microsoft.com/office/powerpoint/2010/main" val="613653152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99933-23F5-4D9C-BD0B-99D505ED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4CB75-8297-4B5E-8C43-2CD697A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CLI와 localhost API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C64E1-AF4F-4CCB-A4EC-EDB1731F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77678-AD38-4175-9049-712E9544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ECBB7-9075-49DF-B8DF-819014A6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97A45-2E7D-4F65-85D9-6461B939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759EB-87AC-406F-8EE0-56983E99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pull·serve·generate를 간단한 로컬 흐름으로 제공한다.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F404F-0209-43AB-83A2-8E2E92F7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138CB-7F7D-45C5-91EB-2EF2C2C6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pull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72900-E7E2-41A2-BDDE-BEDB1A3F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9F07B-A6B3-4388-AA42-13F2E176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localhost:11434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4A4E2-1CC5-421B-8F42-63990A53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94F4B-A68E-4F68-91E7-E8185F72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key 없음</a:t>
            </a:r>
          </a:p>
        </p:txBody>
      </p:sp>
    </p:spTree>
    <p:extLst>
      <p:ext uri="{BB962C8B-B14F-4D97-AF65-F5344CB8AC3E}">
        <p14:creationId xmlns:p14="http://schemas.microsoft.com/office/powerpoint/2010/main" val="1240843847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89D62-CE1E-4A91-B504-C1AFE88D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B3A54-DDFE-41DB-9EDC-DF86A6ED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Studio는 GUI와 OpenAI-compatible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689CC-7A47-4FCD-814C-1E1E7B80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83E7F-F602-4D44-9EB5-B40BB12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FA5E0-9ECA-40EB-8DBE-706A30A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23356-CDFF-4811-9D56-7B4FD525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DB5E6-3032-41BF-BA1E-547DDA25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6F4B8-4EEB-4224-89BA-090E1BA0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관리와 local server를 화면으로 다루기 쉬운 대안이다.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BFC04-974F-4AD5-9FB8-B93DEA0C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download model / start server / base URL</a:t>
            </a:r>
          </a:p>
        </p:txBody>
      </p:sp>
    </p:spTree>
    <p:extLst>
      <p:ext uri="{BB962C8B-B14F-4D97-AF65-F5344CB8AC3E}">
        <p14:creationId xmlns:p14="http://schemas.microsoft.com/office/powerpoint/2010/main" val="1617902873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A5592-0124-40C6-BADC-3CCD1C3A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7AE56-1DA9-4685-A14E-59A655ED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Jan은 desktop local API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E2D44-56B4-4053-9DD6-D01F530C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2ECA2-5954-430C-9F25-7D58DAB8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ACEA8-1274-4DBE-9D5F-2EF1BDFA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85ED5-0B49-46CC-86DC-4FA4E68D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CE7DC-3A00-48C7-BF3E-B6ED6832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endpoint를 통해 기존 client를 재사용할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050B3-315A-4CE2-BBA2-E9174277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76C57-958F-4E19-8F31-85942081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DB5DD-E5E8-4659-BBFD-4A9DB71D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D4F10-9B5F-4644-BCC7-97FE1DD0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3D32A-B5FE-4348-A408-79A21C9E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31E60-5509-46C2-AFF4-0127C68F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offline-oriented</a:t>
            </a:r>
          </a:p>
        </p:txBody>
      </p:sp>
    </p:spTree>
    <p:extLst>
      <p:ext uri="{BB962C8B-B14F-4D97-AF65-F5344CB8AC3E}">
        <p14:creationId xmlns:p14="http://schemas.microsoft.com/office/powerpoint/2010/main" val="2048522662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50290-3B1A-4DE7-B47A-E2E2D011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1C0A0-A49D-49CC-BA04-42528D48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차이를 감춘다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9BBEF-AD42-4A86-95DF-D9B27062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1629E-5375-48A2-80FB-D8F57E9A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7095A-20C1-43AB-8ED0-7282A9DD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D990F-6A66-4DD1-ACB0-2DA9FBFD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3246A-8583-460E-A2DF-0BB2CE19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6F088-27EE-4176-A196-58EC9711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URL·인증·payload·response를 provider 내부로 모으고 앱에는 공통 result를 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4E2CF-B3AB-466B-BDFB-7D055A93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generate(prompt) / success data / normalized error</a:t>
            </a:r>
          </a:p>
        </p:txBody>
      </p:sp>
    </p:spTree>
    <p:extLst>
      <p:ext uri="{BB962C8B-B14F-4D97-AF65-F5344CB8AC3E}">
        <p14:creationId xmlns:p14="http://schemas.microsoft.com/office/powerpoint/2010/main" val="1807610338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DF070-DDFC-4793-A470-21E044A8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0797F-0755-44F2-B1EF-45B39DDC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OpenAI-compatible은 완전 동일을 뜻하지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3428B-92BF-4C61-A5B6-F82BE54D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2B228-D6BD-47EB-B411-50D67A1B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EF593-9A5F-4105-BCBE-16086312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93E2A-2648-48B8-9608-65870F6B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B2B88-4192-4223-936D-963F9962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name·지원 필드·tool calling·structured output 차이를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9963A-C4D0-440C-B99B-AB6A03DB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26CD3-FD9F-4A93-9A84-940F749C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9D2AD-8CFE-4402-8583-1A0B9DB3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C74D9-5E30-4DFC-BE6B-401F081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payload subset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10A23-93B6-41CD-98C1-7B4D3671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5A813-F43B-4AFD-8A93-A5BD241F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</p:spTree>
    <p:extLst>
      <p:ext uri="{BB962C8B-B14F-4D97-AF65-F5344CB8AC3E}">
        <p14:creationId xmlns:p14="http://schemas.microsoft.com/office/powerpoint/2010/main" val="1808528372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FE028-68CF-43DB-89D8-A91F837C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1A585-C727-49D8-AF58-81A08CF2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출력 계약을 더 엄격히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0C6FE-A10B-49B9-841F-45C47BF5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E3028-4E9F-4AF2-A339-CA3CDE61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0E14C-8ACF-4007-B977-E587BAC8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29F58-10AB-4A18-BC11-C12C6C49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A5AD1-A67F-4DCD-8B98-7407746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DB3C9-4037-4ACA-92EB-BF0E46FB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parse·schema validate·repair·human review를 별도 단계로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5D4F7-2D64-4FB6-B21C-862576A5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extract JSON / validate / bounded repair / stop</a:t>
            </a:r>
          </a:p>
        </p:txBody>
      </p:sp>
    </p:spTree>
    <p:extLst>
      <p:ext uri="{BB962C8B-B14F-4D97-AF65-F5344CB8AC3E}">
        <p14:creationId xmlns:p14="http://schemas.microsoft.com/office/powerpoint/2010/main" val="1925749476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B058A-7A8E-4931-B83B-79AF2734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857F6-1C54-4AA6-BA05-252A510D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provider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18C93-864D-4EDA-89A9-49413504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2B83F-1491-4BBE-8BBC-FA24D90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07F6F-84F3-4542-93D0-561DD8CC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60B6D-3178-4B11-B4C4-79F18799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3F1C4-E98B-46CA-805D-FBF9BCAB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51E0A-493D-40BF-A013-25A0E212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75EC3-6487-42CC-8C68-9C0A4CCB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8B36A-3909-4205-9E1D-B6D4DB28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RAM·권한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E5459-7041-46AE-8639-2D62141E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14443-A16E-4A1B-AACD-97D4A4F3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A82EC-3732-45DD-9C30-D33800BE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CHOOSE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1C916-5A17-4715-80A0-584185C4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Ollama·GUI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42115-C624-45BD-B186-F6344C3C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73261-DC13-49FC-B13A-723491AE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F8F7F-937C-43C4-AC58-203CA072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E4BE8-C91A-4601-875C-340767D4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health·model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9DADF-9E10-4173-9D07-2D66F91D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1E63F-FF77-4877-B512-101CF811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79A1B0-E2FC-4959-A4B3-69B2B873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5DA39-2683-4620-AFA1-E473B7B5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fixture</a:t>
            </a:r>
          </a:p>
        </p:txBody>
      </p:sp>
    </p:spTree>
    <p:extLst>
      <p:ext uri="{BB962C8B-B14F-4D97-AF65-F5344CB8AC3E}">
        <p14:creationId xmlns:p14="http://schemas.microsoft.com/office/powerpoint/2010/main" val="821083731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72C85-BD82-4055-ADD2-B8B91FB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4F87F-896D-49ED-8A5D-B1DFEDC9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최소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3D71E-73DA-4C29-B3E8-11F93BC2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0BEDC-BD2C-4EF9-BC7B-89A4CA86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D1A8F-3129-436A-930E-3587D664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3135F-EFA0-4302-9EE1-B84216A9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AC6E6-3B19-4FCB-8A83-A083D075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A1E9D-E185-44B1-A895-1F1A2628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7FD44-78C7-4A83-9008-08A8A8F9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F4088-7C9F-4FF7-9684-650D29CA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배포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DA3BC-49FE-4A83-AB64-BD157D5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D96C2-3C24-4F3B-B423-C5EF64C4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7AE30-E213-46A1-A9D4-B633A061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81DEF-CE86-4618-98E0-4558681E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작은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3BD99-C7C1-4CCC-BFD1-8B74CC40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F11F3-7E00-48E0-8734-FF7E9783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70E37-BD5D-4748-BE66-EB2F77FC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CE7B4-1ADC-4FD9-AFC7-120B8834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4D64C-473C-49C0-9FE9-015A26A3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1C08D-721C-4BCD-8382-D3E5CAC9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08A2D-6075-45E3-8660-B52055A9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50071-C5C0-4026-8430-63284ED5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호출</a:t>
            </a:r>
          </a:p>
        </p:txBody>
      </p:sp>
    </p:spTree>
    <p:extLst>
      <p:ext uri="{BB962C8B-B14F-4D97-AF65-F5344CB8AC3E}">
        <p14:creationId xmlns:p14="http://schemas.microsoft.com/office/powerpoint/2010/main" val="647657672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3B8C0-BCBF-4A22-AA30-69877968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6EDC8-A09B-4A0E-8468-D2582FBF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5D6B5-1EF8-4BBD-B4FC-67CA18FE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D963B-710C-44AB-BCDC-653AEB0F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1B060-1E22-40F5-AF07-EEBF7A67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9311E-C083-4B6D-ABA7-D002E3F9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0FD35-B1D9-4B7A-BD12-EF36B590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6633D-C025-4594-AA1F-93B001B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DF11D-A44B-4D02-8A73-5AEE3EE2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28249-B25E-486D-8864-1AC403A6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38712-EA0D-43B1-9548-1BD17C27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534EA-3455-4A31-85E8-5C15E5C5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ACFD3-FCCA-4208-9C61-E30E1D5F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2FC8D-10A2-45B6-981D-59184D38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provider payload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A498D-922C-4197-8D85-C61649EA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C1CE4-6213-4827-802C-79CB61DD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79B3A-CD06-4527-840B-9DD67DC8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B3F57-ACCE-4E80-8470-41E382C9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193C0-AF67-4D9A-B4F2-B7AF863C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C76E7-1F80-4B2D-9EDE-3D52B263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6DADB-E433-43B1-85D3-CFEEE8D5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97673-3F3B-4692-B688-DD0D5AD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result</a:t>
            </a:r>
          </a:p>
        </p:txBody>
      </p:sp>
    </p:spTree>
    <p:extLst>
      <p:ext uri="{BB962C8B-B14F-4D97-AF65-F5344CB8AC3E}">
        <p14:creationId xmlns:p14="http://schemas.microsoft.com/office/powerpoint/2010/main" val="1576897942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46F1F-1D5E-48EA-8760-64239D68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2E08F-CB52-457F-8571-F6680A0F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39E07-A612-4991-BFBA-F09C62EF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D5E73-1967-4229-BD6C-ABAAFBC7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92332-7E84-4D28-B82E-0E3135B9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8AA6A-0F95-4833-ACAF-82E5EFFB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8C941-DE1F-4FA4-B903-EA00E1FD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D10A1-ECB2-41CF-AEA0-7DEDB1FD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0309A-4E95-4A7D-A0B1-8019549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6AC55-52FD-4287-BBDE-59870AEC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원문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61870-CB81-411C-9115-6C152788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FC7E3-B4A5-4C63-8E05-6AA982F0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20659-0C89-439B-A604-60C5ADA3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0E801-9642-416A-A108-F1D26EB4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F61E5-E90F-47A2-A717-FA959426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72530-3D12-4D75-A47B-8902C97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8FB8D-8A63-4774-A6F4-9EEC1ACF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5A23D-2D19-4273-8328-D89E3029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CDA57-63F9-46C2-91FE-F0FE3DE5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95A0B-B0B1-4FE7-90CF-67E90FB3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CF508-4C78-41AB-B754-2CC1B393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1D273-F70C-4882-BE15-A17ABD22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repair·human</a:t>
            </a:r>
          </a:p>
        </p:txBody>
      </p:sp>
    </p:spTree>
    <p:extLst>
      <p:ext uri="{BB962C8B-B14F-4D97-AF65-F5344CB8AC3E}">
        <p14:creationId xmlns:p14="http://schemas.microsoft.com/office/powerpoint/2010/main" val="773298858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F26DA-FE28-4DC1-9284-D245FDCE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15ED6-EAB4-423E-9E67-34FCE6B7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오류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7A4D4-0B40-49CC-8549-FF5FB864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837F8-8F8A-4505-B35D-48BF6B94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11DB5-B86E-40C0-A6FC-D2412594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54CD7-9D83-453E-A9DC-03D7430D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85821-6965-4C03-B958-308EFE44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82F93-51A0-4CBA-BE25-D03A50FF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4873B-0266-4AA0-AD02-CB699B7F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E5C22-6A30-4489-AC58-B4B096F2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4A2DB-A56E-4379-A401-81A92C18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CF5DD-48FB-4F00-8D0B-C3D581B9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732EE-31B8-40BD-8FAE-73582A80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4A788-51CE-4422-816E-0D48CC59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tag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7E365-8D09-4553-93EB-4F1AA151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6574B-66B8-4F50-BBA3-515197BE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B0627-E081-4F51-B6E6-FFF40166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07AA4-EE42-41D7-9909-B7986204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F4E42-F1C5-4441-8D32-EA27D68C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ACA75-F143-4F71-B37E-DC776DBA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98E39-36DE-4863-9F21-6BA023F4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A00FB-3027-4E75-8992-55A6349C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근거 누락</a:t>
            </a:r>
          </a:p>
        </p:txBody>
      </p:sp>
    </p:spTree>
    <p:extLst>
      <p:ext uri="{BB962C8B-B14F-4D97-AF65-F5344CB8AC3E}">
        <p14:creationId xmlns:p14="http://schemas.microsoft.com/office/powerpoint/2010/main" val="1674592031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7684A-AEE2-411E-BFA2-C05EC608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269C8-DC73-4F73-A28D-A1E0927E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화면은 이 순서로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44A71-1E12-4CBC-B192-CBB1D0C3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DA09F-122B-4972-9174-D7019BCE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4FE96-0199-44F2-BAD2-E1569335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E6D15-E563-4C17-A8F2-A6D4DA19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BBBDA-35BC-4309-AF9D-A9614140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다음 장부터 화면마다 ‘어디를 보고, 무엇을 하고, 어떤 신호가 나오면 끝인지’를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30E80-EFF7-49A1-8FE8-B66B4996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EA816-12EA-4F1D-A7D5-1BCED44B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F603D-7CED-49CB-9CE6-5C3DEC47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DA01A-F590-454B-8A57-01E124CE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9ADD6-D022-4F8A-BDFB-4C4DB2AB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7FD43-B76D-4F7D-B665-4C597C7F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C366C-C6C4-41BD-9CE1-84557F04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A3076-E0E4-4CE9-822E-26AFF9F7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0C3EB-E357-4268-8228-91AD62AE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E3673-7869-47EE-94D9-F1991588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F14CA-54DD-484D-B9CA-73EB5BFA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B5B50-B090-4CC3-9BAE-774F0820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6C430-14C1-4C00-B33E-6BC10210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1A2EB-412A-4E73-BE56-DB0FC55F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1F03F-C4E7-4EE0-B8C4-A571E28B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DC8D2-D8DD-4A6E-933E-3D83B71C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538E8-38DB-404C-BEEF-B7E3CF38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EE199-D095-4010-B7F8-04A810F1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340E9-629A-41D4-981E-7922FB4C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6548F-C33E-4681-B33C-7FB25C96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0014896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95EF0-9BF9-48D9-948D-7B107431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557B3-C262-45C9-A488-4AAA2759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8C0D1-64FE-4812-9B94-475D0A2F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59EFD-5F3E-4611-9F88-CA6A2093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57A29-E2C4-4B89-88D2-B1E79C64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3344E-2B7A-45ED-8767-8107EFAE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73F09-DF54-441A-94AA-9EF06FA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46293-643E-4293-9003-5324F6DC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A4E0B-DE3F-481D-8416-46C9182C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설치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FAFE5-F17B-4EAB-B418-29A8A77D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CA5A5-BE08-4A79-9475-617811D1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 지원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9C870-8234-4508-9DCB-8B5E625B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50B9C-860D-42CC-BA1F-E385107A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 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EB826-9940-4D43-B7F8-4738701A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0343E-0115-4EF5-B77E-0E831BF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2109B2-B0DD-4E8F-A4DB-0F914C6B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bdb3362254e9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7E148-5398-4F95-AA80-3D4F3D8F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Download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210451947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A1CD7-4299-4E26-802E-DE383309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BC466-4C12-4815-87F3-5C7250F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BE813-B23D-41B2-A2FC-4881F8A7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26617-3455-45F4-905F-49213CDE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C6FE2-E649-46F5-A50F-F5867D44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45687-7FA4-475F-AD50-04998F2E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5AA7B-2F88-4A7F-AE7F-C56E1E6C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CF88B-77A8-4F54-810C-E177342F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B42DA-2862-4E36-8316-C8FE7733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tag를 그대로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C92FD-C3F2-45DB-829E-58325E2E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0C128-E473-4737-933D-C1D7E6EB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크기·RAM 고려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B417F-FC23-48CA-94C6-8B2967E4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1D8AA-559F-4FA1-88C3-F2C8B5D5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모델만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CA902-7DDA-4BAA-8CB8-F4ECD276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36B7E-59B7-4BAD-AD86-B0EB149B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A6C31-7794-4D68-ABBA-28AB989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a92e0dc7b4c0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090C3-67ED-46A0-9A69-28718325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Qwen3 model library 화면</a:t>
            </a:r>
          </a:p>
        </p:txBody>
      </p:sp>
    </p:spTree>
    <p:extLst>
      <p:ext uri="{BB962C8B-B14F-4D97-AF65-F5344CB8AC3E}">
        <p14:creationId xmlns:p14="http://schemas.microsoft.com/office/powerpoint/2010/main" val="53712802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1C1B8-BE54-4ACD-BAF5-2D13F5C1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64611-48C3-4E3A-ACB3-B33B0E76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04E14-48B8-42EE-804A-F0527CC7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C9239-A5DF-47DF-AFD1-A180B65E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07F04-3C2C-43CB-9CCC-5432F805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D3733-A9A3-4768-922F-A7803DCA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CB69C-78E7-419D-BF82-EB1A6939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7D01A-E1E6-4574-9C55-AB8D7980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009C7-8C91-48B5-87E1-EA77A631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 모델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2737C-656D-495F-8FE2-2CA247BF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43E87-F588-4CC5-8CF9-FDD4C209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E6F6B-D2D6-4EE6-8ACF-4867EA76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09DBA-3FAA-40F9-AB07-9BE07A30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E49BE-405F-4B24-8724-FFA74B40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1AAAF-4002-4FD8-851F-3B5A9E35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CBF73-F04A-4B34-9BBE-D0D3DAFC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021710ff24a1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B7D98-70B3-45A6-BEE4-95175414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LM Studio local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448340537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27481-CBC1-44D6-AC05-E9309B16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A66C9-1BAA-4295-B493-8602A452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D6BB6-7FAD-4AEF-9245-8BEDC46E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A9EA4-B3B6-4EE4-AA14-B08CB6C1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4C694-9532-4EED-A4CD-E3CE6075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36B9C-C005-42CA-9155-2F059118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DBF42-4732-4A62-A829-EC0C5346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1434E-7E60-4302-8915-39376198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81574-1A60-4B4D-8206-F07CE29E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대안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69E20-60E0-46E1-8C77-BB197FA1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7F6BB-CDDA-41E3-A8D8-16C29524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900BD-9CB7-4977-BCEC-5C6C3B6B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75A67-6146-4FD1-B553-ACE7569E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1D643-A0C9-430C-B8F3-065EFFDD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EF391-B385-475C-8292-C42F1FDF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881C7-BEAD-4BC4-81CC-CA951038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873e27d7b405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22293-E10F-4DA9-B48A-D1946E98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Jan Local API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799371643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FAAD1-02D9-4A0E-8F2B-670716BC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7C49D-D5C1-461A-B60D-7CC6142A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generate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FC7D5-A23C-436B-9ED9-9332BD22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EED74-AC06-464A-ABFD-66943502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2B844-58AF-4100-942E-B5F29757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FF7D3-44E0-44D4-B893-92130E46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FC81F-BCA6-4D98-9CBE-5436A4C2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E9A2F-2A6B-41F6-A793-6EF7B7E2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9FD53-1DDF-436E-8FE6-86A82F9F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1A4F9-A4EB-4FCB-A875-A70C3180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tag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107A7-B29A-4638-8CA7-EFF85B6E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88FA8-DC70-405F-8684-41044ABD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stream 단순화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85C66-1E39-4472-9D11-359E898E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18FA2-EEE1-4984-97B4-61A65A5A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 필수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DB12C-D977-4E84-B8D2-B594EBAD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C1742-2495-4E9E-BC00-CCF886D3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41751-9E12-4B93-AD55-941A9B49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POST http://localhost:11434/api/generate</a:t>
            </a:r>
          </a:p>
        </p:txBody>
      </p:sp>
    </p:spTree>
    <p:extLst>
      <p:ext uri="{BB962C8B-B14F-4D97-AF65-F5344CB8AC3E}">
        <p14:creationId xmlns:p14="http://schemas.microsoft.com/office/powerpoint/2010/main" val="52185212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08FE8-B035-495A-91DA-A384CE2D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6F0CF-E873-49F9-899B-D6A82E7C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실패도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6CCA8-B55C-4C4F-A2A5-857EEB4F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CD8BA-A9D1-4A3E-88EF-ECE2E5F8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5724D-12EF-4F66-8619-D55B63E9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18EA1-4DD4-4264-9FF2-3376BCA2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EBF57-D05D-4E78-B7C7-AC0BA806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993CD-31AF-4839-A355-449ABA70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밖으로 누출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CE398-900B-4423-9E42-EC356F7F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ECCE6-2130-4441-AA9E-5F6EF728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2125A-A3AF-44FD-9FC3-FD01A1E8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0266A-B3D5-4696-B6E0-A22FEFFB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상세 원인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4F77C-BDD5-48A0-BBCE-815344D3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BC8F3-0F5A-46D2-ABE4-210E5090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B3BC3-0097-4578-82ED-A1FA1D29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5759E-816A-4B33-96D6-AF485AFE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F8EC6-A7C2-4580-AE7F-758DA5B2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data = post_json(url, payload, timeout=60)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True, "data": data}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URLError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"error_code": "OLLAMA_UNAVAILABLE",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"detail": str(exc)}</a:t>
            </a:r>
          </a:p>
        </p:txBody>
      </p:sp>
    </p:spTree>
    <p:extLst>
      <p:ext uri="{BB962C8B-B14F-4D97-AF65-F5344CB8AC3E}">
        <p14:creationId xmlns:p14="http://schemas.microsoft.com/office/powerpoint/2010/main" val="1540238950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18384-65DD-46FE-A91D-712BAFCE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D3B38-A927-4F80-9CF8-5680C04E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Provider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99B3C-D1C9-4F1C-9B16-8F8EF1E6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9BC57-3D75-4D11-A27C-347CD719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B98E0-C19A-4ED4-8792-71100F11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83820-4102-4445-9587-37A0C208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0986B-CD0C-4528-B2D6-DDA5B91B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CC2E4-DFDA-43C3-8062-726C672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앱과 provider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B73E3-916D-4F30-9ABC-1161D097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4EEFF-92B0-4A5A-92D1-8B960A3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F3FF1-8CE4-431A-947D-9CFC874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9231A-7CC9-4A27-A613-BD17ABD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9F6DC-2B51-4DA6-8FFB-1F08B0B6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DB7CC-F208-450E-B550-2B99FC4E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double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E6601-EDC9-4E13-B0CC-8223CD30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2E3CC-7B0F-452B-9C78-ECC419FD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4F017-A30D-4609-879F-469225DE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Provider(Protocol):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 generate(self, prompt: str) -&gt; ModelResult: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providers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"fixture": FixtureProvider(),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"ollama": OllamaProvider()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2091762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70899-DD57-4F9F-A9F5-29F1C98E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7B93E-9694-4240-A4BB-FCB8E425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284CC-412A-4A86-9368-4F3F1C7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C3034-67F9-4F77-9178-7630F98A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2BC4C-F5C1-4F20-A8EC-14CDDDDF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DB572-B7E7-417F-A349-46DA4B97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18E75-D842-4751-B6B5-25C44569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DBA44-7269-48FA-9638-5B6B6CF3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보존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6F9F5-4C8D-4195-B0B4-CAE505F4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F1AFA-4896-4E5E-A46F-1DE7E773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단계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49B31-68C4-4457-9F21-4BC4D734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B6061-B20B-443D-A94E-EB8CF8B4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51C3E-F08D-43D2-BAB0-1F66956F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765FB-0971-4E60-BFA6-294D1F66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정책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287A9-3723-42B0-B4DF-E44C0BEF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1B048-DD22-48B9-958B-F4C146BA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D4CEB-AEA9-4A82-9BFC-ED62C59C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provider.generate(prompt)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 = extract_json(raw.text)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MeetingResult.model_validate(parsed)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missing_evidence(result):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1171633662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FD05E-C352-49C2-B83E-B74D8234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6183E-6DAF-4D45-9698-08E84F70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 · 한 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187C3-A247-48D2-B293-595AA801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93098-3950-46F3-9083-4AA3BF89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2A0D1-0B48-4A0C-BE14-61844687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FA151-EF5E-4542-B6AB-756C9680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063E2-72D8-4B82-9211-F44EA5B9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E757E-AD6A-4C80-882A-D711F9AD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repair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D8C4D-1BB3-48AF-B44D-E9DF665F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AABF3-9574-4318-9D8D-034D9F6D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정보 제공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4797E-07B3-4A2B-AE7B-CDF716C2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02BFE-B95B-4268-8811-ACE12C4D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최대 횟수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75AA7-4EA4-4F00-BAEB-EE034D25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F962C-8D5A-4C47-9794-0746FE05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7C608-A46D-415F-B7C2-01AE10EE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7228D-07F2-4749-905C-28B316DF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4A8FE-5239-4FE8-9D25-1D02200E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attempt in range(2):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validate(parse(text))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SchemaError as err: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if attempt == 1: break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 = provider.generate(repair_prompt(err, 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2084312752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ACBEA-F03D-4DB3-8F9D-7C4BF7C8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4C7F4-6063-4006-96E5-CA39A373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Ollama health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4B226-72C1-425C-BF98-1EB3AD31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DE6A7-943C-4FCE-914F-3D386CA4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38BD6-CE6A-4AF6-AEAD-C88257FC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CB140-5311-4854-BC7D-DCCB1424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1FA73-D497-4740-A697-BABFAD28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28684-6A03-4B57-94FE-0429FD13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A9E6F-B0BC-412D-92DA-220D9723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7F292-CEC4-49D9-ACC0-ED67BE87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28E59-E8D2-4EB8-862D-7703EB0B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B28E0-6150-402C-9F93-F0FE7625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list를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69BE1-83F7-4938-9BDF-37EF288C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19FC6-FF5A-452E-81E7-555135D2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8BA6C-0B0F-4ECD-8AF9-3407B1CD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서버 연결 여부를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F75A5-19A0-4D38-8098-70F7CF94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DB8B1-CD36-43EA-9EEA-DEB961DC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DAA79-E325-4348-AE28-7787579A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없으면 설치를 강행하지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52C7B-EB97-47A8-9885-37BD2B6B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AC008-A1DC-4F51-8EDF-F0C7CEF5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657B0-6F8A-4C0A-B5A0-88A6611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lane을 선택해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7FF8A-78C3-492C-A3FD-71C0BA18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68B8D-7572-4383-9B08-97BE803B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EDCD2-BAF8-4159-B431-B0735A0A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상태 1줄</a:t>
            </a:r>
          </a:p>
        </p:txBody>
      </p:sp>
    </p:spTree>
    <p:extLst>
      <p:ext uri="{BB962C8B-B14F-4D97-AF65-F5344CB8AC3E}">
        <p14:creationId xmlns:p14="http://schemas.microsoft.com/office/powerpoint/2010/main" val="1866081196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97D8DC-13EA-4788-A116-7175A893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849A1-A15C-4A66-8617-3A317973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선택 provider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2A57D-EE4E-4712-A550-2FD4A99B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25C34-8780-49B6-B7DC-17F7D3E6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1197C-DAA7-4555-A52D-05C3B3D9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80ECA-AAD4-4403-BB17-77F004D1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064C1-4875-44C2-B22B-42826064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F3274-41BA-4EEB-9B09-62A9AAD4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66023-64AB-498D-9A6F-B0E73846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DDFD1-C463-45D8-9C18-64ACBE40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D2BF1-0F0A-4A20-A2D7-7306A10F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116FC-958B-485E-9582-98588753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prompt를 짧게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58B18-54F3-4A17-A297-5A090DDF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B1C39-A0B5-4E24-B641-C5748CD9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5405A-6F94-4D41-864A-B72074C0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timeout을 지정한다.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4D135-0302-4B12-A3A2-7844605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5C62D-725F-479D-AB36-46E74ECE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B7BA0-2C6B-45F8-BD00-81774488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성공이면 response 일부를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74563-8E50-4F5F-B4E5-C9699721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A11F2-F0FF-44EC-BE12-162348A4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60C7C-0773-4967-A49E-B8C526A7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실패면 error_code를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DD739-6AF8-408C-9286-A1462CF7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8EF7D-1C70-4CDF-AB77-C8D0CFE1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8A91A-4A7C-4CE1-9160-67D69E81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성공/실패 result 1건</a:t>
            </a:r>
          </a:p>
        </p:txBody>
      </p:sp>
    </p:spTree>
    <p:extLst>
      <p:ext uri="{BB962C8B-B14F-4D97-AF65-F5344CB8AC3E}">
        <p14:creationId xmlns:p14="http://schemas.microsoft.com/office/powerpoint/2010/main" val="1478945429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C7F22-E79D-40B5-83EB-2BA0EE6E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4CB00-1A51-4935-8ECD-21244165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공통 contract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DDF98-33F2-49F2-8E2C-B3DDDC91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A3AB1-9915-4A08-96F0-576AD8CB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CF285-65FB-4D4B-A0AE-86DBCB8B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9AE49-F781-4416-9ACD-BA55D5C3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FFD60-F478-4FEB-AFF4-8E0B94AF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352DB-C05D-485C-95D2-348E1551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F4EBB-6C1F-47E1-9D9A-6D39ADE7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E823F-3FE2-4F16-AD71-C1BD0DE6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CCD4B-D2D1-45B6-91A7-B4BA2A92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0A13C-F48C-40AE-AE08-E2F111C1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5047D-8BB0-435F-8C77-812088D7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3FA5E-EA04-41B9-BDA3-0FC6DE3C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0A7C0-EC94-4BFB-8C8F-D5DB128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3ED7C-FF46-42E3-B42B-3B037966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CC649-2B3C-4599-B778-D98C3015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DCCBB-6786-4622-948B-D0ABECB2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필드와 provider 전용 필드를 구분한다.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832CD-7A63-4EF9-9EC3-DE2C4A57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8158A-A02D-49C5-B56A-05DEE7CC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55245-9880-45F0-97E9-33361C1B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볼 필드를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DCB91-D9FA-4DD5-9CDC-C41EE89C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86484-CCB0-44C6-9729-394911E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E710C-7DE8-4140-85A9-50B48EE5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비교표</a:t>
            </a:r>
          </a:p>
        </p:txBody>
      </p:sp>
    </p:spTree>
    <p:extLst>
      <p:ext uri="{BB962C8B-B14F-4D97-AF65-F5344CB8AC3E}">
        <p14:creationId xmlns:p14="http://schemas.microsoft.com/office/powerpoint/2010/main" val="847834378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C882A-A7EC-4ABF-9899-E2B3D62D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10981-19F5-485D-873A-10D7B918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깨진 JSON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C7876-C769-491C-842A-BD9156B2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5F6ED-572A-41F6-A98B-5CDDC05E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1D2FA-DD79-40A4-AFB8-85FAC4E8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FE083-1AE9-441D-B539-A5F3708A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DE83B-8FB5-4754-966E-5713F822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CEB73-5458-43E8-9D78-F8684D57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F04F2-1627-4C98-8D9F-59394637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40D32-564D-4735-9AE6-76F9C449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9E677-EA76-4AD2-9459-DAF97C4D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F21AD-AE09-403B-AB26-8A3C03E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마지막 괄호가 없는 fixture를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3EFC6-A726-4059-B5D6-E104C275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1A0B7-BF02-44EA-92D3-9A1F8B3A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68166-D163-4CEC-ACC8-8BCDB921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오류를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6517F-9971-4DFC-A472-3DEE0171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0BB3A-4C8E-462E-B119-220A66AA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ACB45-609D-4ADB-9A3E-BF95DEC2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repair를 한 번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39BEF-3E5C-419D-8719-14E6A53D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FC498-BD57-4DA7-92F6-6687ED40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B2F35-6CB8-4B95-9078-6971D482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번째 실패 시 NEEDS_REVIEW로 멈춘다.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4368D-4ACE-494A-BA3C-F6D74B11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5700D-F4E2-4487-8C2F-9E2FEFB3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E2415-3A73-42ED-904F-5F6D00AF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repair 1회 + stop</a:t>
            </a:r>
          </a:p>
        </p:txBody>
      </p:sp>
    </p:spTree>
    <p:extLst>
      <p:ext uri="{BB962C8B-B14F-4D97-AF65-F5344CB8AC3E}">
        <p14:creationId xmlns:p14="http://schemas.microsoft.com/office/powerpoint/2010/main" val="1581692777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2196D-DD7E-4BC9-9CFE-041369FF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FC16B-BAA1-4674-8CE2-9B8E4A88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큰 모델 다운로드를 기다림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345BA-45AE-4588-9344-192B0874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12169-34D8-4891-9889-9DFF24A6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5E9AF-6AF8-4BC4-88BA-90C38D94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F713D-717C-46DE-8626-24911526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6D21C-A2EF-4D7A-83B4-ECB444F1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330E4-612A-47FC-A312-C36D3DED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EF2CD-6C7A-4EE8-B839-0EF3C35C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5740B-5234-4A90-B2E4-8E85D3A8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9CCB2-9E8E-46A2-AC63-2778E250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전체 대기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3BF1B-608F-444D-BAC0-4DC7A305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DE642-2496-469F-A8D3-57EFFF17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디스크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AC41F-06F0-462C-83CD-2FAFBDC2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C7076-EB18-4298-A389-75699DBD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 swap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87896-78FA-4A86-8311-CD81015A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800FF-1C4B-4853-8E4D-CEB650F1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21C09-1458-4634-9A42-925D22D3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CB24B-88C0-490F-9D3C-0F0C2723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B3FCF-73D4-4A56-8E1C-48A85799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91E80-CD25-4D28-BE03-88FFB73E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E362A-07B8-464B-99FA-48A196F6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D497C-9A26-451C-B6C2-CB40FEF1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즉시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78F04-37AD-4E1B-983C-E953A4DC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A9C138-3DC5-4024-AFAD-F059EE29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비교는 심화</a:t>
            </a:r>
          </a:p>
        </p:txBody>
      </p:sp>
    </p:spTree>
    <p:extLst>
      <p:ext uri="{BB962C8B-B14F-4D97-AF65-F5344CB8AC3E}">
        <p14:creationId xmlns:p14="http://schemas.microsoft.com/office/powerpoint/2010/main" val="1534116974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9675B-97EE-44B7-A799-9611D03D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2C2D2-EE78-4ED2-95AD-1D302BEF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연결 실패를 traceback으로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B8C95-DAA7-4621-B397-049BEFB0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A00C7-6D3C-4E52-9A94-172FDBDE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9EDE8-D328-4E4E-8D0E-78BE976E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10B79-CF5A-48C1-B077-7F912780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A562B-360F-4D94-919E-5C893655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619D7-68BD-4B8B-8210-15168BDD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9E301-109A-491A-8A20-63E64A30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ACF70-BB04-4985-A9B1-A24A4741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35E05-DDD0-4527-8FDC-F8B2DBB7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 중단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484DB-FFC3-428E-8996-7995CCFC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8B898-5C01-495C-82B9-C1577FFA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원인 파악 어려움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688F9-60D9-4602-9E70-34EA687D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21B23-C10B-4482-9F46-601496EA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state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8E9F1-C5C2-4BBB-B8BC-8A4165C4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5F345-6558-489F-9EA5-83867543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383EB-EB87-4D58-A8C1-FD457C44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EAB54-6793-45F7-9273-95E70B3A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BE1E4-B4AB-41F1-BD86-657F6CBA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06FB9-9AE7-467C-B1CA-86C7EEA1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EDA59-001B-42BD-AAF5-1281F915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9D559-AA88-45B4-B66E-CBD8A8CD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5CFF0-08CD-4BD4-A378-0986417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1DF1F-0A62-4D5B-8076-676D174A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same result contract</a:t>
            </a:r>
          </a:p>
        </p:txBody>
      </p:sp>
    </p:spTree>
    <p:extLst>
      <p:ext uri="{BB962C8B-B14F-4D97-AF65-F5344CB8AC3E}">
        <p14:creationId xmlns:p14="http://schemas.microsoft.com/office/powerpoint/2010/main" val="106956294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BD8577-1D8A-4541-AD36-62078FD6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6C88A-E19E-4E7F-9CA4-9B34AC2F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JSON처럼 보이면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97871-4800-4257-9030-50C6271A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98139-C4DB-4582-A9C0-29436A1D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80FC1-13D2-4769-BB80-C9C18E13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BA954-F326-4F0E-A3DE-565A472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C900D-D75E-4D11-834F-2E77AE11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135D0-7609-42D7-A279-3089C877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CAA69-CEDE-4301-AD45-55519B81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C8821-1D39-4B6E-B2C5-45714AB9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B79E6-A120-4CF2-8105-FE0CACE5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필드 누락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20D8A-E46A-4575-BDE4-BB544693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548AA-6758-42C4-9965-94F8BCEC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FF88B-250B-4853-994E-4B0704F6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6A2E6-EE48-4654-9A34-99C86D64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DEF19-FE28-409C-9A30-CC4502EE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7E73A-3AEA-4EDC-9B5C-D836EC4C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날짜 형식 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4D770-6C8B-49C3-AFD6-3C9E0485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20395-FF4C-400C-AD6C-690A3595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B17E5-6990-4B10-8076-0F3D52E5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0169E-8ED1-4492-A959-1FD2BC97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FAE59-5067-4A1B-9A22-F610ACE4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D1CA0-A32C-4EE9-BEFC-A1FCF927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B973D-F038-44AB-ABFA-D5A90889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8128F1-B4F1-41E3-98BD-DADB4E25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855632863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EB83B3-C0B4-4FD6-9B5E-B08AD2B7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526B2-956B-4A46-8C16-342F8579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로컬 LLM 도입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5AADF-40D0-4E22-A307-E256D8A4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57543-23E7-4C9E-B192-10A8297A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23C7F-832F-4B6C-8DC8-044EEF4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117F1-5CD8-4729-BD12-8529C198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A29E8-1B62-4433-8248-F56E2409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기술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ACD12-2409-4FCD-9669-A3AD1D93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86CBF-E5CE-4DA2-B1EB-AB68D0FF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6DE55-533A-4CD2-B123-39BEC6D7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C4629-C5FC-4A31-B4B4-139C5CC2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2966C-A65D-466C-8C07-EAC9BF2E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66D21-FA1B-45F5-AFC4-59BFB2B0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5E793-BEA0-4C95-9966-7513AC88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9E76C-DF59-4496-B809-B4CC8209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호환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47E32-0750-4801-BB64-28A82D87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26205-47D9-4B23-A59B-D0CD34F5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형태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97C2C-CB86-45DB-85E2-5DAA37E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3E810-9248-4DFF-9A9B-B6FBF405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F02FC-D3B0-48E5-8C55-9891D226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43E0D-0A90-45C6-96D9-8E35A930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업데이트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064D4-947E-4875-A71A-82B5BEAE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FC606-0FEF-4848-A351-3072D89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9CCE6-84BE-47F6-BF35-FB5DA7AB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E443C5-4B63-446F-9028-6A08CA73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fallback·SLA</a:t>
            </a:r>
          </a:p>
        </p:txBody>
      </p:sp>
    </p:spTree>
    <p:extLst>
      <p:ext uri="{BB962C8B-B14F-4D97-AF65-F5344CB8AC3E}">
        <p14:creationId xmlns:p14="http://schemas.microsoft.com/office/powerpoint/2010/main" val="1537309917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3C19D-941F-487B-9543-FFFA140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C0E1A-622A-462C-99FD-03973655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15시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453F7-852C-473B-A0E5-9585A9C0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ECBC1-8745-44C5-A83F-2F5F5FF7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1B5DE-C2D6-403A-A1D9-2CF2CBB5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15:00–16:00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68841-23DE-46A4-A4B6-233510B3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EDD3F-0036-4B43-BE6C-3A922F57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2D685-A1CC-42CC-B7D3-DF621479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6DA1F-B9BF-4291-B5C2-8B217A8C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B579B-7924-42B1-A867-BBC44F5A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감추는 차이를 세 가지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46E6E-14FF-46F9-89E8-7F7495BE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20FCB-3812-4316-B675-983AD547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90738-2DB4-4DB9-8D4D-4F99368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Ollama가 없어도 필수 실습을 완료하는 경로가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181D4-811C-4D46-8655-1F1E9FC0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8F16D-BD89-4E21-A368-65BFA882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A4D40-CD46-44E5-94BC-A934FDCE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 parse 실패 후 어떤 상태로 멈추는가?</a:t>
            </a:r>
          </a:p>
        </p:txBody>
      </p:sp>
    </p:spTree>
    <p:extLst>
      <p:ext uri="{BB962C8B-B14F-4D97-AF65-F5344CB8AC3E}">
        <p14:creationId xmlns:p14="http://schemas.microsoft.com/office/powerpoint/2010/main" val="1177701982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AB8E0-D8C3-4924-B2AA-D5DCE5DE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23DE0-1234-439C-95FC-CDF59C27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04C7C-C3F4-4653-8FED-DB92C71D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State·Retry·Human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D55D5-EB9B-4553-BAA1-8839112F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여러 단계가 실패·중단·재개되는 흐름을 LangGraph의 state와 interrupt 관점으로 설계합니다.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36948-C50A-45D5-A123-42A13F58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FF474-A6BB-449E-A8A2-1D80565A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State schema · branch · approve/edit/reject event</a:t>
            </a:r>
          </a:p>
        </p:txBody>
      </p:sp>
    </p:spTree>
    <p:extLst>
      <p:ext uri="{BB962C8B-B14F-4D97-AF65-F5344CB8AC3E}">
        <p14:creationId xmlns:p14="http://schemas.microsoft.com/office/powerpoint/2010/main" val="330269980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A68E7-75AD-40E4-A6B8-6FB1576B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1C8D0-3089-481E-AA7C-EAB4424B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16:00–17:00 · 이 시간의 학습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8147C-68B2-49FF-B167-59AD56EC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7F839-0F82-4534-87B8-05D71F02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C99B9-562B-4CAF-B41B-8D1F84ED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68698-4B47-4834-A911-FAB8034F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C0803-7D4C-42F3-B5C5-1B213499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재시도와 중복 방지를 구분하고, 승인 전 side effect가 안전하게 재실행되도록 Human-in-the-loop 경계를 그립니다.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CE806-083B-4E70-AEE9-015C5D24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8EFFB-202F-467D-9931-B2361317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1C84E-F64D-47CE-87C6-6BE7D32F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4242D-02FD-42D1-9DE1-17536F43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6141E-F0E6-420C-80A0-C5267585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6C98D-7F93-4247-9CD2-CB0329A5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C2576-FA7E-4CF8-9675-843BAA97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D6DB7-12BA-4999-94BA-AD5AE39A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47527-08E5-45A7-BEA0-F36BC2F3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4EEBE-F7CF-448F-AB58-84AEC147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70B25-220F-4198-A477-0A63015D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0B095-647B-4563-90E1-D5481B6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85CE9-17F0-4B75-BB16-EC9B2277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F6BE6-C3A2-4C82-B8F2-A4FFFC0F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7A1F41-288C-453A-927B-9FEEDC05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108005287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E7868-8643-4D6F-8396-749A150C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9E618-7D48-46C4-85DF-DDFCBC18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— Workflow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9EF80-FFF4-40A7-A5D7-37D056CD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02107-8C65-4700-B40B-D37A495A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9B289-7855-43E0-9CC7-3425D9FB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79D81-A4D8-4158-A504-FD3F01A5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547F4-29A5-46EC-BB28-64B5EC21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B1BB4-EEC1-4A3F-9D47-616AEB70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Graph의 각 단계가 읽고 갱신하는 구조화된 현재 상태입니다.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052C7-BBEB-4D0C-BA2A-0150DD7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F50C5-50FE-44B4-B45C-D169A1F4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4B17E-DAF0-40E1-ADF0-9AD9B9EF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전체를 저장하는 대신 다음 단계에 필요한 값만 명시적으로 전달합니다.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2B1F9-B034-4B93-B41F-F9483C1C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B3572-A46B-413C-9A51-0A25848F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transcript·draft·errors·approval·status를 필드로 둡니다.</a:t>
            </a:r>
          </a:p>
        </p:txBody>
      </p:sp>
    </p:spTree>
    <p:extLst>
      <p:ext uri="{BB962C8B-B14F-4D97-AF65-F5344CB8AC3E}">
        <p14:creationId xmlns:p14="http://schemas.microsoft.com/office/powerpoint/2010/main" val="1339712179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7A1EB-9516-4BB4-8902-4904118B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6D9BB-0BED-40A2-A744-FB5DFD7D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/ Edge — Step /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54E72-811C-49D1-8CFF-D13478DD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B0574-EF07-43DD-81B8-7659320F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CE86E-AC27-40F2-8E60-0A6195C7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BEDFE-4C1E-40ED-8463-06C1E2B6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EF9D1-DA40-490F-B4CD-54F224AE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43427-8622-4138-BD19-5529622D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책임의 작업이고 Edge는 다음 단계로 가는 조건입니다.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C2BB9-E205-42EB-8AC3-22FED8FA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5314D-3008-4562-A43C-738472D9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E038A-73F2-4301-9EBE-2329B6F7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복잡한 업무를 작은 단계와 명시적인 분기로 설명할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694DB-F212-41AB-A072-6BA8F3D6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1247D-E78A-4D30-9720-99C60961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 Node가 READY면 review, 오류면 retry 또는 failed로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1340879883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3B599-E664-4B27-8870-55742D1D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11EC5-F6B3-4164-973B-FE67B50C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— Saved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6BA55-A13D-4C74-A08E-EB737DE9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D5B9C-F76F-4A81-8B9F-C24510F0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C247D-D605-44C0-8473-98DCEF81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B7BF2-54F7-46E6-BBED-F5EFEB7B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34EB6-D321-41AA-A559-99263E3A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3F615-5D11-4F47-B8F0-81D8819E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Workflow의 중간 State를 저장해 나중에 같은 지점에서 이어갈 수 있게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3C042-CFC0-4EF6-99E4-751D5A54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743F1-D2FC-43F7-B0BC-7FBAE75F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3A1C0-A044-406B-958F-384BDB14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긴 작업·사람 승인·오류 복구를 처음부터 다시 하지 않게 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C2708-78CB-4618-B2FD-2513C881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3CBD8-A293-4766-8AEA-FB354F48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thread_id로 저장된 State를 불러와 승인 뒤 재개합니다.</a:t>
            </a:r>
          </a:p>
        </p:txBody>
      </p:sp>
    </p:spTree>
    <p:extLst>
      <p:ext uri="{BB962C8B-B14F-4D97-AF65-F5344CB8AC3E}">
        <p14:creationId xmlns:p14="http://schemas.microsoft.com/office/powerpoint/2010/main" val="235250460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0FF50-83D3-4BFA-BD38-720807F6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2AE58-9760-4D1A-8B25-3EE4E217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HITL — Human in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A0569-2992-413F-829A-108E4858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0A1C1-B3B6-4F53-9E8D-E6BCCC48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94416-0786-4589-A33A-8C4097ED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D81E0-A146-4B69-9932-BBFE6D93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57F36-1E24-422B-B822-46FD6073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005CD-C7F4-4AD6-88FA-61EAE1DB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중요한 결정이나 외부 변경 전에 사람이 확인하고 승인·수정·거절하는 단계입니다.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013FE-D682-4A48-B88D-B42DD97E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03E4A-1F25-479F-9BD7-9FEEEBBD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B1045-9E56-48F7-9757-A3054F29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불확실성과 조직 책임을 사람의 판단으로 연결합니다.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149AF-C885-4FB1-AF25-8F877CDF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DBF2D-EF3A-4495-ABC5-4D560B02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 Action Item은 reviewer가 근거를 보고 승인합니다.</a:t>
            </a:r>
          </a:p>
        </p:txBody>
      </p:sp>
    </p:spTree>
    <p:extLst>
      <p:ext uri="{BB962C8B-B14F-4D97-AF65-F5344CB8AC3E}">
        <p14:creationId xmlns:p14="http://schemas.microsoft.com/office/powerpoint/2010/main" val="1327069725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59682-1C44-4BBF-9489-3AA4DA0C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E87F6-9666-4322-B5D0-29FEAA24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State는 다음 행동의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23A45-E9BF-41A4-9BFD-BF9A4098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5BE8F-FFE4-4354-AD0D-9F9E1417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84C54-39EC-43FE-8FF0-C47C40AD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1F140-B1BA-4BA3-B5B5-566FECA4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68E22-5AF2-4CC6-ACD9-8FA4F240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E225C-18E9-43BF-8432-9D3FE053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전체가 아니라 node가 판단에 필요한 최소 구조를 저장한다.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31EBD-4904-48AA-8D96-5245C26F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request_id·step / draft·errors / retry·approval·status</a:t>
            </a:r>
          </a:p>
        </p:txBody>
      </p:sp>
    </p:spTree>
    <p:extLst>
      <p:ext uri="{BB962C8B-B14F-4D97-AF65-F5344CB8AC3E}">
        <p14:creationId xmlns:p14="http://schemas.microsoft.com/office/powerpoint/2010/main" val="40946054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F87A3-EBC5-4362-AC28-B6D881AA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5CC21-029D-49E6-B71B-047349DA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가지 책임의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6F3B4-2966-48B6-9938-F4478654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F41DE-F3D1-4B99-AFD1-E1BB7182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F389B-7AE4-4F06-8203-607F585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492BA-D574-4DAA-934F-ABCF0246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6DE06-E659-4682-B466-2207E702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state를 읽고 부분 update를 반환하도록 작게 나눈다.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4E450-3106-4FCD-AF25-B93B3E0F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341FC-57BC-455A-B739-D6FE3670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8A173-6723-4101-9239-442F499D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CA2BE-007C-41F0-A6D1-94553969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35A86-CF2E-41B4-A432-8A1679ED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2115D-6FBC-4F0B-BDA8-12864F33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6455A-8A52-4776-A922-9EC92D4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1E75D-C14F-492A-AC62-C83DB86B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F69F5-78F3-4133-B2AB-F9E2A305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E6A04-4AD2-45B5-B48B-9A505B56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</p:spTree>
    <p:extLst>
      <p:ext uri="{BB962C8B-B14F-4D97-AF65-F5344CB8AC3E}">
        <p14:creationId xmlns:p14="http://schemas.microsoft.com/office/powerpoint/2010/main" val="1593981476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8922A-D501-46A1-89CB-02705227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9958D-112A-47D9-BCB6-DABBB76E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Edge는 다음 node를 정하는 정책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33020-4864-48E2-8FAC-AD6E226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D0DCE-C5BB-4D43-AE77-3B271C4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16E7D-9F34-4493-A9DF-26D841E1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F939A-8C1F-4149-9C8B-1C189067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C9B25-B4F1-45C0-B0C8-4DB6697F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B06E2-EEF5-4774-9653-83674288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성공·오류·위험·승인 결과에 따라 명시적으로 분기한다.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32F9B-565A-4C6A-8ECF-1295F0EA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conditional route / END / retry loop</a:t>
            </a:r>
          </a:p>
        </p:txBody>
      </p:sp>
    </p:spTree>
    <p:extLst>
      <p:ext uri="{BB962C8B-B14F-4D97-AF65-F5344CB8AC3E}">
        <p14:creationId xmlns:p14="http://schemas.microsoft.com/office/powerpoint/2010/main" val="1709680240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BF102-6941-4B7E-87E6-A46C8827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CDE73-9939-4019-AF2D-3CD1E0DE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Checkpointer가 중단과 재개를 가능하게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669DC-139B-42DA-A031-E0D3D4F0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A0D0D-A85B-4D9F-9B23-90A72388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A4F01-8CEF-41BF-80D9-8D181E5B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B7D58-9373-469F-996E-CE3FC86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70FD3-B997-4076-BDE5-7EDD0496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각 step의 state snapshot을 thread 단위로 저장한다.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62E2A-931D-45A1-9BB6-18D84D13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9FBF7-FFB5-4C66-BA64-D475040F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786DB-6882-4141-9EA8-A8B6CA6B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5051C-5AE3-407E-93C4-1273E658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4A30C-C4C6-4B5C-92DF-D1000521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BAC5D-1E43-49CA-89D9-B5FF2335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</p:spTree>
    <p:extLst>
      <p:ext uri="{BB962C8B-B14F-4D97-AF65-F5344CB8AC3E}">
        <p14:creationId xmlns:p14="http://schemas.microsoft.com/office/powerpoint/2010/main" val="827813399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81DF5-83F2-4924-89E8-78AF3571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0C654-D1C0-47BB-B5A8-CE84E4D2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Interrupt는 사람 입력을 기다리는 정식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41129-E31D-47CC-94AB-2E73682E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01FE0-C027-4B7B-9C73-6BAB04CF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1217F-B33D-424F-81E2-9AFF03A3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955AA-0D35-46AE-A4D3-CBB0C8EB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D3F4D-B025-4D90-9470-CD1DABCE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99C3F-695F-4018-B620-16A89520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JSON-serializable payload로 검토 정보를 보여주고 승인 후 재개한다.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0D6C5-4802-4F25-BEB8-CC252F0D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draft·evidence / risk flags / approve·edit·reject</a:t>
            </a:r>
          </a:p>
        </p:txBody>
      </p:sp>
    </p:spTree>
    <p:extLst>
      <p:ext uri="{BB962C8B-B14F-4D97-AF65-F5344CB8AC3E}">
        <p14:creationId xmlns:p14="http://schemas.microsoft.com/office/powerpoint/2010/main" val="1272674110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77505-C888-431F-A8EA-5D561E0B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63978-EC92-47D2-A78B-6A8260C8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Approve·Edit·Reject는 다른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38A5E-4FB9-445E-B23E-3C77F3FB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7F63B-89F5-4270-B87A-49E4CD93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761C5-9B36-422B-9046-0B3ADC4C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77404-4E6D-4F58-9BB6-345D91F5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26B04-2FF0-40AF-A9ED-A0677282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승인은 원안 진행, 수정은 새 payload, 거절은 이유와 종료·재계획을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0646E-343C-460D-9601-3EF2BD16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A8357-B74C-4E14-B20E-A2C266F2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9339B-AB4C-4704-950A-2260C419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DFED7-314E-4A57-8884-FB1A4267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C230D-711D-4706-9F96-AF445C92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4E291-70E9-4AF3-93AB-717B604B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AF01E-C9ED-41E8-9941-D7581F1F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CED1C-8966-4032-87CB-4C24DE4E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edited payload</a:t>
            </a:r>
          </a:p>
        </p:txBody>
      </p:sp>
    </p:spTree>
    <p:extLst>
      <p:ext uri="{BB962C8B-B14F-4D97-AF65-F5344CB8AC3E}">
        <p14:creationId xmlns:p14="http://schemas.microsoft.com/office/powerpoint/2010/main" val="264654826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5AAF9-38A2-4ADE-9956-29045C9F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0F539-51AC-426B-9EDB-0B77B6B5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Retry는 일시 오류에만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1D034-18AB-40CB-9D61-86D4B644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218E4-9F68-44AE-AF1D-0205A1E1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13939-365D-47C1-972A-C89A8CAE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4848B-3C3D-4EC3-8E71-4FB115A5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05B95-FE48-41DC-BFC5-12AB21CF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1F20D-524B-4EC6-9A41-D43D3E76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class·max attempts·backoff·stop을 state에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0F33A-F802-418D-A212-025A44EA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transient / attempts / next delay / exhausted</a:t>
            </a:r>
          </a:p>
        </p:txBody>
      </p:sp>
    </p:spTree>
    <p:extLst>
      <p:ext uri="{BB962C8B-B14F-4D97-AF65-F5344CB8AC3E}">
        <p14:creationId xmlns:p14="http://schemas.microsoft.com/office/powerpoint/2010/main" val="1014275056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5BAD5-FD2E-408E-B4F8-54F58CBB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EEE4D-3A0D-4725-8F1B-1874B46B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522E2-6F9B-4AB7-BBAD-4E0140BC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B237A-4E42-4344-92BD-09FC53FF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3C2BB-46F4-4C60-817A-A9B46628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85871-2E67-4A30-95A0-0B60CEB1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98D4A-6814-463C-A41D-19983F01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DB353-649D-4994-BEDB-40F83F1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2D3BC-189E-4086-8AFA-96CFEDC9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9083C-54FA-477B-8A84-E3081F79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필드·status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88C70-A966-4D0C-8E33-34937742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4192C-3E88-4A34-8717-BE8C0763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12CCA-46A7-415F-957B-E3A300D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DC6D5-CA08-4855-836E-5E8034FF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2B5B3-0780-41C9-A0EA-4AF19BAB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E297E-0863-40B0-B48E-0C533929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62FCD-7380-464F-BF88-79F0E68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9AD0C-1BBF-4EF2-8FD2-038CF2D6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분기·END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440DF-C5B6-432D-913A-617F892F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C843F-9016-4C2F-B7F0-CF662229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4D6EC-2881-48C4-9995-F8E1A15C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A23AC-0478-434D-9CE4-7A22FBC6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중단·재개</a:t>
            </a:r>
          </a:p>
        </p:txBody>
      </p:sp>
    </p:spTree>
    <p:extLst>
      <p:ext uri="{BB962C8B-B14F-4D97-AF65-F5344CB8AC3E}">
        <p14:creationId xmlns:p14="http://schemas.microsoft.com/office/powerpoint/2010/main" val="842278658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061B8-FBCC-49ED-A53B-F78C168D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8C54B-48BA-4D4F-8F76-304FFD82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routing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F3DCC-6A50-4BD8-AA5D-FC8AFEF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83986-5508-4DAE-BB81-2C1DC9D7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59DDD-9A59-4143-ACB9-29F3AE8B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17ACF-8B26-41CE-9D87-298135CC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E2BCE-BAD8-4816-9D47-7302D5D0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213C8-4D47-4F82-A92B-EDB6F42B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E861F-E8C1-44C9-A8B1-CBD9D617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2C79B-2F45-41EE-AC95-07CBF535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83F62-2242-4FE9-A2EA-6547D45F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03873-8A5C-4452-AB80-36F681E1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0FADE-C2BA-406D-95CB-C640E6F6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753F4-8A15-44AB-AC9A-F7858A3C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00D6E-37EC-4869-9874-7F0D8299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2FD0B-683A-4FCE-BCB2-C2408D2F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45575-DD2F-417A-B905-5139C83B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F228B-7BBC-46A3-956F-E98020D5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retry·review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783E4-BA7C-4304-B8BA-E0C66C34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1D483-530E-48CE-9ABD-3940179F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CADB4-CC9A-41D6-BD5D-B932805E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B5035-E42A-4DC5-A88E-1EA8DB35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</p:spTree>
    <p:extLst>
      <p:ext uri="{BB962C8B-B14F-4D97-AF65-F5344CB8AC3E}">
        <p14:creationId xmlns:p14="http://schemas.microsoft.com/office/powerpoint/2010/main" val="56599322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468CC-3766-4A37-B6B0-E032558E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91D7D-D93B-4732-8F37-61D784BB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39E39-A5C6-44A8-9338-BA4B63C8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2769E-5635-4904-98FD-45F5B19F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75E9D-4BA6-4BD2-8AF9-3D124E77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C5703-DA5A-48E0-81AC-B02127D0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64FD5-F437-4054-8AD4-706727ED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6B554-7613-4820-8E81-B7872842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B4DAA-FB4E-4443-85F5-3F642921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E49ED-1F48-41DD-8A84-DFF6C33F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draft·evidence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D647A-0EC5-4AB3-8EB9-CF50860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02994-0F0F-4516-9C97-E71C2937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D6A64-69A9-408D-9F3E-5FB5D515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6C071-C925-438B-8B2F-CE9A87EB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A/E/R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7C6E4-5428-4E3B-B10C-8EBB1C94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0D177-DB63-40D7-8D3A-76C1382D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F4F5F-DC84-4032-A1EF-765A5988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7087A-92D6-4C47-862B-6D2EF41A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review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FA96F-FBE8-4495-BC85-31FB3663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C42D0-4755-41EC-9203-1FE414DA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60A9E-BEC5-4036-B083-95A7C488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6A73D-EF0A-47EB-82B9-26020AF7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same thread</a:t>
            </a:r>
          </a:p>
        </p:txBody>
      </p:sp>
    </p:spTree>
    <p:extLst>
      <p:ext uri="{BB962C8B-B14F-4D97-AF65-F5344CB8AC3E}">
        <p14:creationId xmlns:p14="http://schemas.microsoft.com/office/powerpoint/2010/main" val="1452732879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01D43-78F7-4BFC-ACE1-C4FE74FE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3F040-9CA4-4954-969E-1679C900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CB99C-5D46-49B0-BC2C-542F9497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34776-FB0D-4740-9DAB-440AED96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7403C-7F73-4223-BC43-EF0302E3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A3DC0-AD9D-4AA6-949C-B0F98393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8576C-4E72-43DD-B83F-D4CABA1B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6EBCE-C6BB-450F-9465-A45A21A0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71B1C-9E7F-49CC-8009-E12AF542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7A99B-615D-48BD-A92D-F78BE2D1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하려나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26839-9B6C-476E-94A7-08A9F063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07EED-FE63-4F3A-84E9-C845447E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F86F9-5333-4FE2-9511-A4436C23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652B6-F7AD-49D1-9ADA-F59F5C8D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어디에 쓰나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66E8A-47EF-43E2-9BD4-9168588A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A2107-2E84-4B3F-BDF1-88DB8267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14D6B-66CD-4882-94CB-0CFABB23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7894D-AFFE-45D4-86C2-EC3CE211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검토하나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71593-7227-4586-8165-B5B3CBA4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61D0E-0C92-4A43-8427-131DD058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2F3D1-CECD-490A-B897-B4198ED9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111A8-86D2-471B-B5A5-4F3DE7F8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승인·수정·거절</a:t>
            </a:r>
          </a:p>
        </p:txBody>
      </p:sp>
    </p:spTree>
    <p:extLst>
      <p:ext uri="{BB962C8B-B14F-4D97-AF65-F5344CB8AC3E}">
        <p14:creationId xmlns:p14="http://schemas.microsoft.com/office/powerpoint/2010/main" val="327195276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D41B40-0D80-41FE-A999-DF331E9C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836D1-3B66-4BFF-B23E-933D8869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81813-2AA5-4906-89E0-C772269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F27A4-199F-40F5-A03B-A703249E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A0981-7020-4E7B-8A65-5172BAC5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47E51-22F1-4990-9BF9-66B89663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80D29-9BF9-4521-A5C8-7AF0956A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561BA-6E94-4729-94AC-5DBA1A4F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AFD51-1309-4E71-8295-B2A5B33F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987FB-8557-481E-91EA-FCC19F2F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request_id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B90BF-A82A-4B0A-97F5-7234FAF3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351FC-F382-443D-9414-510C156C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6E7B1-E0BE-453E-BE60-C636A54C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03549-78D0-4427-8512-E27C18B9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기존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331A8-A6F2-4913-8A3F-586D2DB9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C6D87-D045-4544-97EE-F007B017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93C5A-7E17-4F2A-A630-EA2D4698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5AB80-8E4C-4F19-985A-DBF97100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번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5BADE-0926-40EE-8022-2E344071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3FF97-5A1C-485E-8170-17AD03E4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63376-35A4-45A4-A758-0B1D3BD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B8A201-A054-40FF-BA24-C7C2A2E5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external id</a:t>
            </a:r>
          </a:p>
        </p:txBody>
      </p:sp>
    </p:spTree>
    <p:extLst>
      <p:ext uri="{BB962C8B-B14F-4D97-AF65-F5344CB8AC3E}">
        <p14:creationId xmlns:p14="http://schemas.microsoft.com/office/powerpoint/2010/main" val="2080204412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A7F86-AD21-45B0-BE38-1DA9E20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AC2F0-94A8-4FD9-A39D-AFF351BB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화면은 이 순서로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3DDB3-F1D6-4E90-BA06-9BD9F167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C3B81-90E5-42AA-82D3-2A60E696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0B0E0-9BF6-44CD-A18A-AEF15B00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DFCE9-DF8E-441C-8A32-035B7E70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4FA43-23AD-40B8-B7C5-07FB736D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다음 장부터 화면마다 ‘어디를 보고, 무엇을 하고, 어떤 신호가 나오면 끝인지’를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ACBB2-C855-4E39-B4D4-138AE931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B9F31-0DFB-4FA9-956B-AEADF16E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D7057-6B64-4F31-AA0F-FC0D706D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AAB74-FF35-493A-B9D0-05115FCF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6E2E2-D8FB-4797-AEAC-37E8EDE6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D00E9-E21E-4457-BFA5-C1A5EF1B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53890-4CC9-4A7B-95C8-B02AE926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21656-E6FE-4406-85D2-D16EFDA6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F5F81-FC2B-405E-8BF8-F28094FA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E252C-FDE2-4555-9EA4-B8A14643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96270-4102-480F-B7FB-0DE8D9CE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574F9-2DB2-40C8-9277-F624E461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5FD1C-A8B5-4B80-B179-C9142B43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620F5-414D-42DA-8FE3-FBDF62FD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B9F6D-B957-48D2-88CC-05032CEE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0848A-B614-417E-B6D8-1B7274EA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776DE-E855-46B3-9BDA-F6DD9FFB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831B2-0A2A-40F9-8EA3-9E81605B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59CAC-D082-4EC7-B078-D7146561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D00D0-616C-4A65-B1FE-5CD442BA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7943631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938B7-9FB0-49C2-8D4B-5F448F1A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141C2-3E3D-4EF9-8DAC-B5FC3A56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AC081-0A04-4294-A228-E254A1BD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DEE1B-4846-49D4-8903-B1F5796F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F99EC-DABC-47C1-98E8-B4E1ADDC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35A18-3085-4E6C-ABA8-5DA2695C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5495D-F7B3-421A-B25A-4E0EC9C1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62D6F-9704-42A8-8C5A-62551445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FE89B-E429-415B-886C-19BAEFA4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model·messages·tools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4803A-40F6-4C04-855A-983AFCDF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ABFCF-54C7-4F42-9332-FE5CCD08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5FBF6-8E11-4DC4-B63F-738C774E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D0D9A-25BA-4CE0-A1FB-3E887E19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조합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109ED-F9DF-49AC-938C-8FEA956E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7C9BB-18FC-4A5C-9BA5-F3FDA78D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3801C-9C26-48B1-B7F3-956CD220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8d38b084046a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C7D03-FF30-42BB-941E-51E4AE68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LangChain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724024762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FE353-18BA-43D0-B6B2-D2A6C9E5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9318E-E221-4B6C-ABEF-8E706EE4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AA91C-E13B-443F-93AF-22367BF3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7B1A-342F-4E31-8303-53B8B8CD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0D297-5B3F-447B-9A6F-F9C0F0BA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C27A4-B711-4BAA-96E8-0476CBFC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C8E74-DA13-46DE-9C36-CB31B9F5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E886E-D847-4D92-A8B7-F71B3FFD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DAE64-7568-4491-9102-D14E3AC8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state·nodes·edges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B7486-E762-48D7-BD41-3F81E395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DF59D-1E82-4E87-91CF-6F5109D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durable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6B344-5453-4E68-8D74-A18C2EBF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367D1-FC27-439D-89F8-CC3D59FE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human-in-the-loop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634C4-E1CE-4C84-B7E5-7A995BB5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585FC-F5E0-4D55-A8A3-691E47DA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57ADF-47CF-4C24-8810-51143079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6c73ebcea4ae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FCBD5-BC44-4807-9998-F33E9B5C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645751041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173DB-A5BD-423D-939A-E0795E47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A354C-385A-47DA-9368-C03B2616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65061-6E5E-40E9-BBE5-1E55730B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A78D8-A75A-42EE-B13F-C10826C3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88520-5BB8-44A5-A76C-7BF263B1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ABBF3-B2B0-4AB4-B952-2CB418FC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180C9-DD70-48A6-8739-16F8405E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5BF21-E7BE-4686-B307-B618A930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F9674-DCA0-49F1-8D0D-1C0C90D8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4FEAD-27DA-43BA-BA2D-683CD589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B809A-F32F-45CD-BCE4-C2B63328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A9855-8472-45A1-B007-4369C0E8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8CD53-C70E-4D44-9E94-0B9910D3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JSON-serializable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7DA88-CFEB-4517-B892-4714D4BA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54884-5D3B-4BF8-B814-1C1740DF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06B7A-C30D-4E0E-BD62-D020B435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5fd9ed15844f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512A6-90FC-4E79-BA07-48EA9B3B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Interrupts 공식 문서</a:t>
            </a:r>
          </a:p>
        </p:txBody>
      </p:sp>
    </p:spTree>
    <p:extLst>
      <p:ext uri="{BB962C8B-B14F-4D97-AF65-F5344CB8AC3E}">
        <p14:creationId xmlns:p14="http://schemas.microsoft.com/office/powerpoint/2010/main" val="2091309175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E89E1-940E-4C05-96D2-B8E5F3FC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48933-8E61-44CC-BF3F-C5A0DDA5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98037-0D1E-4CE9-B4E1-A12DFEE3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A7A97-077E-4784-8B58-049C29E8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4B0B4-AD54-4EDC-829D-2E9F981B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B4286-AAC5-49D0-B3B6-635A8A9B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AC4A8-8AFB-4CA2-A1EC-2BDC7B6A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73C23-2C9C-45A1-AB63-2BB9C98B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F000B-C0A8-4B34-A3A9-53500653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80D50-F789-43D2-AA43-3F0EB5F5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BAF62-A468-4C0A-8C8F-FE606BBB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1F6DC-C32D-4175-A692-14B07BAB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52FEA-9F5E-40AC-A506-E7409E04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82D16-0ACE-4405-9D1E-4B211139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6B6C7-3A08-4113-9691-DF860687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526F3-9251-498C-AB09-F03B4A0C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8245f05dc416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CEF7C-1502-4631-BB80-FECFF0D9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Persistence 공식 문서</a:t>
            </a:r>
          </a:p>
        </p:txBody>
      </p:sp>
    </p:spTree>
    <p:extLst>
      <p:ext uri="{BB962C8B-B14F-4D97-AF65-F5344CB8AC3E}">
        <p14:creationId xmlns:p14="http://schemas.microsoft.com/office/powerpoint/2010/main" val="778345449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15117-7363-4869-AA10-F624D89B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27092-779B-4570-B488-1927471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86DDB-807F-4063-9BA7-1944AA15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5D982-EE0A-4BBF-9012-B4923B0D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191F4-57F4-4DE3-9270-F2B44897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ED55E-D889-43BE-9A1C-9DF7033E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9CE0C-ED12-4BD8-BF7F-6351B655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8F5D5-5E83-4D38-A479-B1EA1638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103E9-80AB-4AC6-9C12-DAEAAF79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59D63-21D5-4C86-83EC-569FDB99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data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9ABD5-B326-4558-9B05-E3F3611F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F1936-E489-4895-9AAE-2486BBFC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누적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C2E25-E9A8-425E-A63E-C78EC60D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90090-F85D-490D-85D4-C7C0EB63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4FC9F-0E72-4FDC-B7FD-F21D8FD4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49244-A254-4BB6-AA79-4094C4D0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ECBCA-D6D9-40EC-9993-7B0A42E0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State(TypedDict):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request_id: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transcript: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draft: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errors: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retry_count: int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approval: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status: str</a:t>
            </a:r>
          </a:p>
        </p:txBody>
      </p:sp>
    </p:spTree>
    <p:extLst>
      <p:ext uri="{BB962C8B-B14F-4D97-AF65-F5344CB8AC3E}">
        <p14:creationId xmlns:p14="http://schemas.microsoft.com/office/powerpoint/2010/main" val="1445312009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0E78E-4966-4C1A-B9E6-27EF0A46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FDB18-91EF-4E1F-BB1F-CB3CF4F1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route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64FE2-F258-4F4F-886B-044C60D8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30589-5B9D-4430-881B-437FD873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5B964-B69C-4CDE-9AB6-F4C8198D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01623-9719-46BB-B6FC-E4A09FE4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E5C5C-6F90-4A90-BB6B-CB7A089D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A14D9-3119-4221-AB1C-C3465A2D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 기반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76202-117A-48C9-B157-04E68200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42B59-31CD-4BA2-94B3-8E9FA091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2D3AF-0F65-48B4-A456-D95451B8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26209-BF94-41A2-B981-7B265992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CA61E-C4F1-4146-9F48-A4360731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501A3-2DEB-48C1-8232-D2F5E66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failed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AC39B-62E3-46D4-98D1-BFE7FE5E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723D4-A2F4-4553-82ED-27187AB3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681C1-1ED1-4D68-BD2E-8281D3F5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route_after_validate(state):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"READY":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"human_review"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"TRANSIENT_ERROR" and state["retry_count"] &lt; 2: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"retry"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"failed"</a:t>
            </a:r>
          </a:p>
        </p:txBody>
      </p:sp>
    </p:spTree>
    <p:extLst>
      <p:ext uri="{BB962C8B-B14F-4D97-AF65-F5344CB8AC3E}">
        <p14:creationId xmlns:p14="http://schemas.microsoft.com/office/powerpoint/2010/main" val="1279132008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E1D20-A2D9-4700-AB7B-2D457D1B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37212-6A1B-4D98-BF5B-A9E958EB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Interrupt로 검토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0924B-41C5-4EDB-B103-06A9BAC0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F8BC3-4679-432D-81CD-3666B644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68147-213B-497F-9BA9-8A2B2134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7E91F-7876-4A9B-85B4-611BFF4E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F29E1-8B94-4DC4-ACAE-287DDBE0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30007-3BB7-4F31-B53A-A6F3B57E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정보 한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FD170-E765-4119-A57E-AC505BCD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F4383-4716-4797-A12D-90857211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가능한 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ADEAC-3056-40A6-9E86-C5B2B140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48043-5CBE-4216-BD85-F296547B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버튼만 전달 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DBAE3-111D-4D86-ACA8-E9456B58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CCFC7-DEF3-495A-BA38-9A7C87C8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결정은 event로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A0227-BE22-4970-BD2D-A308D09E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37A7B-12C8-4AE8-8FA3-D2B12026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CDEEF-D4CB-46D8-A398-1AF357F6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 = interrupt({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"draft": state["draft"],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"evidence": state["evidence"],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"target": state["publish_target"],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["approve", "edit", "reject"]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756482020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173C9-4AA8-4125-8631-526E67ED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1A8AE-3A0E-44D0-B9F7-DE1507E3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Command로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20BDF-F07D-4A18-9F6C-CD3181D4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1BFF7-3667-4ADD-AB67-948D6696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7F485-6701-406C-B953-F75A23E9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D3314-2F55-44CA-8656-A0AB03D8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24D9D-1605-4E7D-B78B-FDF2672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863AA-D053-4706-9DF8-00EE5157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85D58-899C-4268-AFB4-3BBA30C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06BAE-1198-4470-81F3-693B3CB6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61FAF-17EA-44F0-85D4-B11486B7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ECDA9-5580-4A55-91FC-8A87721A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EEE94-2B2E-4C67-BC0C-A5ECBD96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B7725-E9F3-4A67-9D45-2793A65C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new thread와 구분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81B6A-0885-42D0-ABDA-C7FB24F9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14D80-E255-4037-BA90-A3557EA9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3C7AC-943A-4D70-B34E-F4F98345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config = {"configurable": {"thread_id": request_id}}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first = graph.invoke(input_state, 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interrupt에서 멈춤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second = graph.invoke(Command(resume={"decision": "approve"}), config)</a:t>
            </a:r>
          </a:p>
        </p:txBody>
      </p:sp>
    </p:spTree>
    <p:extLst>
      <p:ext uri="{BB962C8B-B14F-4D97-AF65-F5344CB8AC3E}">
        <p14:creationId xmlns:p14="http://schemas.microsoft.com/office/powerpoint/2010/main" val="1281889489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AFB01-3F6C-4574-85FC-DA4125F0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A77D2-5BF0-4707-9F2D-3CD756BE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13AE3-CF75-4A30-AA4C-2FE07143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7CA4A-C3E0-4414-B638-6B315A61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1B412-DB22-4986-8365-071E7A6A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D8ACC-D2B8-4E00-A70B-3D250350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B1177-AB2B-4228-92DA-3BC2DD4C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8B22A-C6A3-4A78-BC6D-A490151E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F4568-F8E5-4270-87B6-CF8EFA39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4837E-B054-448B-8A21-1A00692C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무슨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7D4F9-2378-4FF0-8B34-12A1CBCA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86C55-C544-4C48-892B-DD1738A6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6B854-88A7-48E7-B3DC-83F1776F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FB075-B4EA-4AC2-A0D9-A4322EC0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 payload·시각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D0B46-5FC2-4AF7-A38F-D4D78340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B3F12-85BD-4EB4-A5BD-62023C8A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34464-0A1A-414E-84DA-6DCE4107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approval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"reviewer": "role-reviewer",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"reason": "담당자 근거 부족",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"edited_payload": corrected,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"at": iso_time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1133843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C273CE-BB61-4525-898C-327DF0B9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E8EA5-34E4-43D4-A13C-48CF1DDD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State 필드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6C0C4-88F7-4347-A368-F9273E0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F6CE2-7A33-4EB0-8323-4BDDE234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5226D-951A-48CB-9802-5C41FED8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537A6-2915-413A-89C9-AAC1215E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E0959-08DD-4308-8CE5-B5A1FE55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4A19E-1C25-4B09-92B5-BCE3EF05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C1A06-5881-48BA-BF91-828211B0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A35CA-8B7A-4289-979C-1791B582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F5362-BC0F-4898-B477-E3E0559B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6FB90-DBF8-43E1-980E-22A7D70E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입력·중간·오류·승인 필드를 나눈다.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CEE25-64E9-43F8-BF51-1BE0557A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6B4CD-8973-4A32-9D07-6BBB54DA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48B11-2333-42FA-9FB6-E4B9375E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node가 읽을 필드를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E59D8-5D1C-4C3C-88D5-297B4E73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0C1B9-0813-4CA9-99AC-557C9565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18CAE-99FA-4C71-B774-24E01308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status를 세 개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E3F06-4CE3-4B05-B486-94127465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B889F-B41A-4049-85C3-9F2E6444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BB1B2-E8AA-4684-A15C-C4FE954D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불필요한 chat history를 제거한다.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1002F-7511-45DB-AC60-DB5CCAF7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A4B9F-984D-4A79-8034-C312B1D4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5DC655-20A1-4289-BD5B-22EFEC44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State schema 1개</a:t>
            </a:r>
          </a:p>
        </p:txBody>
      </p:sp>
    </p:spTree>
    <p:extLst>
      <p:ext uri="{BB962C8B-B14F-4D97-AF65-F5344CB8AC3E}">
        <p14:creationId xmlns:p14="http://schemas.microsoft.com/office/powerpoint/2010/main" val="2056840886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6A6459-02D4-401A-B457-EF8986B5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1F134-1195-4A0E-BF5B-B3502BF5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Node와 edge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A9120-51DF-4103-8B3D-9390B6D5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FC658-8B81-48A0-8BA0-6F43D2C9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700F5-520F-475E-AA4B-D8E0F298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B6757-59CB-4FA1-B0EC-B3A8C668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C9F3D-B0C8-45CC-8405-19EFF196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1AD39-47DD-4DC6-B232-B0830F1E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BA420-0EDC-49CB-B47F-6FFB8D9F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69E7F-5D0F-491C-9FAA-8E846896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65410-1C24-4669-AC03-ED74AE8F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C8A4D-1F1D-49AB-ABC4-E5C066F9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transcribe부터 publish까지 카드를 놓는다.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A0CE2-1379-413F-A21E-176F1DBA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86AD0-67F3-4C83-903D-0395AE1B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EBF49-67AE-40F3-A9D6-51F91968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 한 책임을 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821A1-F02D-45C8-863C-1B68958C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B70E3-999B-446D-80E8-EB3FBAB4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A9B61-D6CE-44B7-9FBE-AF17D858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edge를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F5991-3E75-4564-849C-B3173D9E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08C12-C098-4727-9284-D12AEFD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AD455-13B2-4827-A275-27B14C8D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오류·review edge를 다른 색으로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C5C8E2-ED6D-40FA-8FE3-10A35E23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C7C5A-7C7A-4CDC-BB50-F0864001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219E8-9243-46ED-8CD7-372632A0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graph sketch</a:t>
            </a:r>
          </a:p>
        </p:txBody>
      </p:sp>
    </p:spTree>
    <p:extLst>
      <p:ext uri="{BB962C8B-B14F-4D97-AF65-F5344CB8AC3E}">
        <p14:creationId xmlns:p14="http://schemas.microsoft.com/office/powerpoint/2010/main" val="1490077598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428BC-3069-4EF2-B085-33A394B9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AF7FA-D903-4036-A556-AA13FC82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Retry 정책표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E851E-C436-4A16-9A56-A4FB4F35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0B58F-CEBD-4BC6-9054-3CA5B8BD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E1F1F-5502-41CC-A14F-0C47526F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43FDA-CB3A-4108-96F0-59492489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61D5E-FC01-4547-BE49-24A73C34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E1625-D219-46D1-B76D-CCAAC1BE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3D6D2-6A70-415F-AADB-FD776ABD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E4736-13C8-47A0-8EDC-2C1B88E0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4BCA2-56C8-4320-A02E-D062600D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1E729-1124-4489-A483-A8C52745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네 종류를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3532F-767E-4CE8-96C9-DB3FAB53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FCCE1-0A06-4C16-97D6-136CD1DA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09D4B-72CA-4D87-BEE7-551AA800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오류의 retry 여부를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13FDE-311D-4A75-9421-0A976315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65137-A338-4CD6-8976-466F7CBA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3A609-074C-42E1-B68F-2DD174F1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attempts와 backoff를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4D2CD-B5E9-4322-8BCE-D216A26D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8795F-C1DC-4C64-A083-58A4D5D1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03265-315B-4CF7-A0F2-664CF0B8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 후 상태를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83443-9EF8-4A05-A061-ACEAAAAA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32EE7-4BED-4FE8-B39B-1D4BF405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BD426-8B01-4AF7-B800-8FA86F75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retry matrix</a:t>
            </a:r>
          </a:p>
        </p:txBody>
      </p:sp>
    </p:spTree>
    <p:extLst>
      <p:ext uri="{BB962C8B-B14F-4D97-AF65-F5344CB8AC3E}">
        <p14:creationId xmlns:p14="http://schemas.microsoft.com/office/powerpoint/2010/main" val="620242445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34E9BA-D426-495E-9C43-D481E50E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8D5B4-949F-4197-97C1-EC882072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Reviewer 역할극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2B798-B6D2-4B7F-9C28-FF4D142D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E7819-E7E9-46F7-A19C-D84E41E1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A2C7E-40C5-4322-B52D-FE4A58BA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B69A8-EE96-473B-887A-E90FB04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E9D93-CE2C-4526-84EE-FF3267B3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AC872-17D3-4022-93FD-3D42FB43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F45CB-4DF5-49B2-B1C8-F144FCD7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7C04A-B0CF-43B9-91A5-70EEF622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C6A5D-4AFD-4083-A08E-74F82F2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33607-8B87-4136-BACB-FC1735E0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A는 Agent, B는 Reviewer가 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0F072-9F57-4AAC-9BC0-0400C274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D9559-7EAB-4F88-8E5C-C5B9F492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B0687-8173-4126-A917-7669BA29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초안과 evidence를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94D07-C013-4704-92D9-816BE82D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20CFC-EFC2-4514-AF43-270D9C36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063EA-FF30-4A4C-BBD7-862677B4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approve/edit/reject와 이유를 남긴다.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52D22C-FE67-4C96-84F8-07966BAF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C391E-6385-41BA-9C6E-7C8AD6BD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49745-25EF-47BE-BFDB-97C566DA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역할을 바꾸고 낮은 confidence 사례를 반복한다.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0280E-4C19-46E6-B944-1AAC55D8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F80E7-1114-460B-8A4E-98A6CF01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50F82B-A8CD-4B78-83D5-17E66AD6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review event 2건</a:t>
            </a:r>
          </a:p>
        </p:txBody>
      </p:sp>
    </p:spTree>
    <p:extLst>
      <p:ext uri="{BB962C8B-B14F-4D97-AF65-F5344CB8AC3E}">
        <p14:creationId xmlns:p14="http://schemas.microsoft.com/office/powerpoint/2010/main" val="814704280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4AA32-13A2-431B-A094-977D3593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78866-325C-4B4A-A035-5CC622F3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State에 모든 것을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B455B-D048-4F47-88D7-F2DDAFA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93C5D-37B7-488B-8912-49792E31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94F62-769E-42F5-8965-B1D2F857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93B7D-85F4-458E-9B71-BB103086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37C54-546B-46C6-A194-FACC3A4F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80B0D-A87F-4798-B3A1-9C1E0897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4A7E3-C34D-4E9F-8C1F-7117ADBE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A0E74-2457-4199-AB0D-E858CE09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8EAE1-2372-461D-B669-7AEE7CB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거대한 message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E9546-9B86-406D-9C27-878997AF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ADD9F-2D4E-4CD8-8138-C211A6C4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audio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B7EE0-05BC-4A0A-B558-42C60CE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F5CD7-605E-41A0-9426-573FC6EB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장기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C734D-0BAC-4403-81E2-08CA38D9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0210F-E7B9-46CC-B3AD-6952168D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32B56-4BB4-4E15-B57C-3C4CAF4A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A2F99-AC45-4C05-9F14-CA16AC25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structured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F0C59-7E74-42B8-8716-47BA1C2D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1989E-2B2D-4620-AB12-68FB146A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원본은 보호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19140-CDE9-4081-BEE6-8A0492E9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39833-3C2E-4FF1-81C7-DD0746C4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AC34B0-42EF-4123-8992-C4CAD9CC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4A426-ABBE-43D5-AAE7-F2514ECC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계약</a:t>
            </a:r>
          </a:p>
        </p:txBody>
      </p:sp>
    </p:spTree>
    <p:extLst>
      <p:ext uri="{BB962C8B-B14F-4D97-AF65-F5344CB8AC3E}">
        <p14:creationId xmlns:p14="http://schemas.microsoft.com/office/powerpoint/2010/main" val="1505804698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60F35-C87E-49D0-B33C-2A0CFF54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BA8AB-F230-44A2-B43B-4B0FAC26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interrupt를 try/except로 감쌈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DF07D-305A-4F79-8B17-14E9668D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79615-E323-4EDB-891F-095A7691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4816D-B817-4771-AD5E-DABE8942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D2F6D-2461-4A8F-A386-48DB220E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CC447-1F12-4832-9E41-EA97658F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A6A8B-DF46-4501-B9E4-055C4EF0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47E86-3821-4853-A645-2AA17691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CACD2-1791-4763-84D7-5F92AA90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AFA4B-44E0-4B97-BAA8-0D431D64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신호를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24594-4B7C-4672-8989-24552B37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617E7-DFE1-4E51-8408-1734786D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재개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3A87E-8308-4904-A90F-C561BF81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F417A-8F2E-4BB3-9377-487FE87A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혼란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C53C2-9966-4575-97D0-A40E50EA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3378D-4608-4CEF-B81E-D5978847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52823-2D2A-4D0D-8B3C-66139EFA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1E530-DA80-4AF7-B0AA-BA6E6311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interrupt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2BC55-8119-4BAD-A4F3-34A30C9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71E21-0F40-4620-9224-E79C3352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B8DD2-4E52-4691-BFD9-098556DF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72C92-2BBB-4D7B-A6F0-A6BB4FC6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8E3BC-A740-4165-96DA-4EB35F04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F81BBE-1636-4EDD-A183-33D53CFA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resume</a:t>
            </a:r>
          </a:p>
        </p:txBody>
      </p:sp>
    </p:spTree>
    <p:extLst>
      <p:ext uri="{BB962C8B-B14F-4D97-AF65-F5344CB8AC3E}">
        <p14:creationId xmlns:p14="http://schemas.microsoft.com/office/powerpoint/2010/main" val="1303704905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62981-36EC-4B01-AD09-4FC20763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7119F-631B-4F8C-99BB-78FEF074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승인 전에 외부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084BA-5E72-4E94-803D-5859B8E4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DA44E-7712-4A05-B882-6EA453DF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E5F23-132A-4B40-9A52-1AE60E98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7001A-031C-45A1-B305-8FBE72F1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BA0B8-75A7-4969-82C3-2E6A361A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C9E36-DCC6-4833-8378-4D4E576F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B7BEB-FF4F-4DF0-8909-2B8CCF50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C0936-F7CA-48B9-B663-78D5935E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8743C-2DAC-4824-93B0-4DA01282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재실행 중복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F1D77-5C89-461D-9B3F-621DE791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57C58-7F6C-46A3-9362-F01F5DBB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AC972-4D1F-4BD5-808B-F1121419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89361-A5B3-4EA7-BDBB-CD4BBB8C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취소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E68DF-F70E-445C-B739-8FD72DBC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852E6-AFFE-4637-9DF1-A6B47D47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추적 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9A454-57EC-4200-A004-2720383A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3F0E2-4449-45D0-A244-A2B0551C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D054F-401F-4240-A351-061C4B62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7AC15-2B00-412A-8F66-D1D7B671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27BAD-B3BC-4463-8967-65A7B85A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64C31-3DAA-4D87-9ED8-EF5036E9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8D2E7B-0C27-4D79-AFBE-5E261BF5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75F48-E430-49D6-9943-5106DA49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</p:spTree>
    <p:extLst>
      <p:ext uri="{BB962C8B-B14F-4D97-AF65-F5344CB8AC3E}">
        <p14:creationId xmlns:p14="http://schemas.microsoft.com/office/powerpoint/2010/main" val="557396842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A9AD18-F345-4A06-9D5B-DEF6F452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4534E-A7D3-4554-A7A5-5243CCA9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Human Approval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D5AAD-707A-4DD7-BE54-8389B310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40798-BAFE-4D0F-A9CD-A1BC1CBF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97158-2FD3-4FAC-8132-8ED604BD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6D70C-CC86-42ED-B3E5-8AA86F6D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E69E5-DA33-4F07-B21F-B713878E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승인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025FE-293A-4393-B57D-F71D3825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F6298-35E3-4A4A-8D92-DCD47533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23F20-D7F1-4F8C-9810-5ED03292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D3B82-2821-4334-9C53-356DFB17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29452-8162-42C2-9003-0E96CABD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E3DAC-8A49-475A-A45D-0B9914F9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BA816-CC76-4AE4-90BA-6765313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B08DB-45CB-4995-BD3D-D639AB8A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8D782-1D53-488E-A9B6-D92A0AE7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C2CC1-C03E-4FAA-903D-AE1655CD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금액·계약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0603B-A8F9-493B-AEF9-71D613BF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DF125-77E9-43DD-887D-6EF13E1F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95A8EF-3C89-48B3-A8A3-9EB87DF8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53F16-5D85-46F2-9F7F-4196B53B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A30A5-AC85-4C67-B9FA-85E3B6BB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315C44-2225-4122-988D-383DCDF8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2BC64-C1B0-4E5B-A231-21B9A97F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1EFC38-4283-445C-8638-155AE1C7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1645471260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8C5A6-4F3D-49AC-AA41-E077FFA0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CFC51-5A70-4E48-8617-D8BC08C0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16시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31D8D-844D-4588-8E1F-0112F72C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AE7B2-0B24-4307-87E4-BAC774AE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30C1E-D3A8-4B6A-A5F8-7CF9308F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16:00–17:00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001B1-205A-466F-820F-FF3EEF16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9F853-5C02-4977-B298-AD23673D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B0760-7018-412E-9C1E-8D990FFA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EF5BE-0570-49A1-A8B8-52FB7B19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1F233-5FA4-4F8F-8615-CF3B7B7B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State와 chat history의 차이를 설명할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BE38D-1A32-42CD-8E87-CFEE1F84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3FAE9-5155-42CE-8682-03CB991B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3E400-7C4D-4E9B-8F34-E9193B00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 전에 idempotency를 왜 확인해야 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30332-6364-4AD5-9901-CD71A566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71C5C-3F41-4D3A-9EFA-820FDBFE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70CE4-317C-440C-9BD8-875A3B98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event에 남길 필드를 네 가지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678282061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BD643-570C-4437-9D90-8CDF0C50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B72A1-48AE-421B-8D8A-951E82C7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B356E-84BF-4ACF-B447-083BBF51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STT부터 LangSmith까지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53390-FD88-4221-964A-F4770021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Managed 회의 기능과 local STT 원리를 구분하고, trace·dataset·evaluation으로 40시간의 평가 루프를 닫습니다.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009B4-C535-4417-850B-AC51911B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A232C-F8A7-4A39-8E66-9983A64E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전체 architecture · 관측 필드 · 다음 32시간 실행 지도</a:t>
            </a:r>
          </a:p>
        </p:txBody>
      </p:sp>
    </p:spTree>
    <p:extLst>
      <p:ext uri="{BB962C8B-B14F-4D97-AF65-F5344CB8AC3E}">
        <p14:creationId xmlns:p14="http://schemas.microsoft.com/office/powerpoint/2010/main" val="1790887896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1524A-8CCE-42B9-9566-C9A90D86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HOUR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958C6-9BC4-486D-AA1D-3368A48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17:00–18:00 · 이 시간의 학습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4123A-0BE9-4F79-8D35-B8FD633F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75642-7FDF-4C34-9D9A-1045D83D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4D4B7-628C-4071-835F-8F2F1C1D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73E79-25D3-4D71-8EFA-3BCDDF5F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D228C-C021-44BA-8FE1-03572A35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4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STT→LLM→Validation→Human Approval→Publish 흐름에서 무엇을 관측하고 어떤 기준으로 배포를 보류할지 설명합니다.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F089B-44CF-40CC-8B7B-2913988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21A6D-4A9C-4544-9C7E-81207CA4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B47BE-9560-4EEB-ADE3-448BD8F2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장 한 주장으로 업무 의미를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6E3FA-3CD5-4119-ACA8-B30A8C1A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6FD6E-0A37-4936-8993-C6F782EC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EE424-CEDC-4123-9075-5BEF78A8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위치를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84822-3F1B-4884-A9CA-322EDB61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39219-8D37-4239-AF2A-187D4E52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따라하기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CF5EF-6D05-4785-82C5-C76E93CB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작은 단위를 같은 순서로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1D014-B06B-41A1-916D-EF59F380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00B16-02B3-43EC-B9A8-FE0BA96D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실패·복구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57DC1-BBEA-4D0A-A997-E6B65410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코드를 분류하고 대체 경로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024F1-7D1F-4573-ACDC-82D4B4F2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5AFEA-F083-4845-812C-7FB3F7F0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증거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A21D8-59DC-4741-851B-48A2B647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파일·테스트·commit·설명으로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1576253093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40311-D9E4-4DA5-8C20-002657E2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3E7D1-CC0A-4112-A855-9B5AC7D7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— Speech to 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4C2FA-9D06-4555-A58E-4F0B2E4C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0F716-E1BB-4AA0-8C7D-D6320707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C9C18-1A7E-4B4A-B388-0006E9C1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48EB0-8429-44E1-8E48-28E57F09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3E64A-3DA4-406C-84E8-713D58A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E0414-A862-4D3F-ABEA-B6DC3E2D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사람의 음성을 문자와 타임스탬프로 변환하는 기술입니다.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F4136-634E-42DD-AFCC-E1D7068F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3FB5B-0B79-4149-83D3-3F2B7D26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6128A-E50A-4C30-9E49-26B3DDAF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내용을 검색·요약·평가하려면 먼저 검토 가능한 텍스트가 필요합니다.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88EBE-22EA-47E2-8859-E842AB5E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020FD-AD2C-48DD-AD64-042369A5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faster-whisper가 audio를 segment 배열로 변환합니다.</a:t>
            </a:r>
          </a:p>
        </p:txBody>
      </p:sp>
    </p:spTree>
    <p:extLst>
      <p:ext uri="{BB962C8B-B14F-4D97-AF65-F5344CB8AC3E}">
        <p14:creationId xmlns:p14="http://schemas.microsoft.com/office/powerpoint/2010/main" val="205618037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B2DE8-8841-4DCC-A94A-AD1A979D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424FF-9B4E-4B03-B01B-9208DC49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— Execution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D3D1C-80EB-428C-BC8B-71BE651C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2DEB1-01E1-4FD4-9CE5-CDFBFB74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6EB2B-1B9A-4904-BA3A-5CA3B050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E42C4-7780-4C9F-8FB7-1323D84D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6D477-B45D-47BA-B1B0-BD00D256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83DBB-AA01-4121-9490-E339200D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요청 안에서 Node·LLM·Tool이 어떤 입력과 출력을 냈는지 연결한 실행 기록입니다.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72841-D499-4267-95C6-4F97E52D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09205-600D-4439-BF3E-D6316F75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CE146-D385-43A4-807F-C9847C30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느린 단계·실패 원인·사람 수정량을 실제 실행 단위로 찾을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83018-6C3C-4DC7-B715-632256C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4D940-407C-4978-B765-C12ACC31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run tree에서 Graph 아래 child run을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501831695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8DABD-A984-4D6D-9539-6F3AB1FB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3EC38-1C24-43FB-8B6B-A4A2B5A5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/ Experiment — Fixed Inputs / Compared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EA3FC-5B24-4EB4-A4D5-83CA8885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48668-260A-4F05-83B3-FAE11CF3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A8BD3-3EFE-4471-885D-E6F0490B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C9C53-3BB1-44D3-851B-A39E00F3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3BA55-77A9-416A-A3D0-0E0267A7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55A83-9850-4CE1-94E1-B8F1C8F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Dataset은 평가 입력 묶음이고 Experiment는 같은 입력으로 특정 버전을 실행한 결과 묶음입니다.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20DF8-588F-4C68-AF4D-F2C064B8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C479E-7DC7-4AA3-8DAE-3A87D6AC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BD0C7-DDC1-44F6-B19C-3C98CE50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프롬프트·모델·Graph 변경 전후를 재현 가능하게 비교합니다.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3FAE3-5FFB-46D9-B18C-02948126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C60B0-E5D9-49BE-809E-173255BD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day2-v1 데이터셋에 baseline과 candidate를 각각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964576729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5F777-FAB2-493C-96B0-68FD3FBF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BF694-7C5C-4F20-9106-C1F894F5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Gate — Ship or Hold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1561F-67CF-4718-B4EF-115ED178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21BB5-4723-47DC-96A6-FBD28B1E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1989B-616C-4522-80CB-159017AD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158D2-6428-4EF8-B439-8213F858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32792-E67C-41EE-9CFF-5AF03340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FB47-2F7E-459C-B27D-2993D373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품질·안전·지연시간 기준을 모두 통과할 때만 배포를 허용하는 규칙입니다.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04D4C-1C36-4773-A3C8-284D8D6F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661B3-ACFC-4982-B1F0-B610268E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672AF-F16E-45F0-9619-3C0DA58D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점수를 실제 운영 결정인 READY 또는 HOLD로 바꿉니다.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7F889-079C-4F87-BB51-CFDE5681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 수업의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F7770-63CC-4DCA-8B09-3DB5AEC9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98%·근거 연결 90%·오발행 0건을 모두 만족해야 READY입니다.</a:t>
            </a:r>
          </a:p>
        </p:txBody>
      </p:sp>
    </p:spTree>
    <p:extLst>
      <p:ext uri="{BB962C8B-B14F-4D97-AF65-F5344CB8AC3E}">
        <p14:creationId xmlns:p14="http://schemas.microsoft.com/office/powerpoint/2010/main" val="84730059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10776-B18E-4CDA-B027-556E8E3D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45829-904A-4D0A-8AB8-038A8775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기능은 현업의 현재 출발점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AAD0C-8F0D-454D-847F-C5415935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89807-0574-4ACD-B99F-C629F455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350F0-6B50-4B8B-BB6E-3CA6BE39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3798A-2826-4164-A8BD-CF9EAEB2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A33D2-E5F6-41F0-ABA7-63581562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2082F-F92B-4B0F-BB64-103EFE47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등은 전사·노트 기능을 제공하지만 계정·edition·관리자 설정에 의존한다.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C86F9-D357-4597-8849-D0DC4605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빠른 활용 / 정책·보존 / 지원 언어·edition 확인</a:t>
            </a:r>
          </a:p>
        </p:txBody>
      </p:sp>
    </p:spTree>
    <p:extLst>
      <p:ext uri="{BB962C8B-B14F-4D97-AF65-F5344CB8AC3E}">
        <p14:creationId xmlns:p14="http://schemas.microsoft.com/office/powerpoint/2010/main" val="1746381991"/>
      </p:ext>
    </p:extLst>
  </p:cSld>
</p:sld>
</file>

<file path=ppt/slides/slide2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DD7C9-4C6A-4CA8-A394-BE93DFE9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B9357-0BB6-46A5-94F6-9D83A940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수업의 local STT는 원리를 이해하는 최소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492DE-19C7-44DC-AF06-14D3C017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9A080-563D-40FE-A120-817D5FF5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1ABCE-DA20-4539-8A56-9CB1B1B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8DDC5-90E8-471C-89E3-B3379E74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1EAB0-1C79-478A-89AF-712DCFFE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또는 whisper.cpp로 audio→segment contract를 직접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2F84F-63E3-4D59-899B-8EF55E9F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8EF2D-61BF-4664-A372-30654358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7358A-6776-4664-ACE2-9CAEBC56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AE33F-0C0A-4D83-A2E1-E6DF3E57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2B003-F2C7-4F96-996A-EEEEACA8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9E429-F727-40E1-9936-1C5525B8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 선택</a:t>
            </a:r>
          </a:p>
        </p:txBody>
      </p:sp>
    </p:spTree>
    <p:extLst>
      <p:ext uri="{BB962C8B-B14F-4D97-AF65-F5344CB8AC3E}">
        <p14:creationId xmlns:p14="http://schemas.microsoft.com/office/powerpoint/2010/main" val="935629493"/>
      </p:ext>
    </p:extLst>
  </p:cSld>
</p:sld>
</file>

<file path=ppt/slides/slide2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E67F2-66B3-49DD-A919-55A60B10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7E217-7BF7-4D36-84DB-CCB5BF9D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품질은 WER 하나로 끝나지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AB5BF-A428-43B5-A519-C07B32D5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79CF3-7101-42CD-890E-B5D8F7FD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C537E-FD57-4E53-9996-58C1E8ED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3D60A-3D83-4947-906F-3F1CBA72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7399D-5FAC-4B46-9DD2-EBA30A69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441CC-1497-4594-8A45-6D60062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업무에서는 이름·숫자·날짜·Action Item 근거 오류를 별도로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86E6D-C1C2-44A4-B369-6FB83123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empty·repetition / entity error / timestamp / human correction</a:t>
            </a:r>
          </a:p>
        </p:txBody>
      </p:sp>
    </p:spTree>
    <p:extLst>
      <p:ext uri="{BB962C8B-B14F-4D97-AF65-F5344CB8AC3E}">
        <p14:creationId xmlns:p14="http://schemas.microsoft.com/office/powerpoint/2010/main" val="128217282"/>
      </p:ext>
    </p:extLst>
  </p:cSld>
</p:sld>
</file>

<file path=ppt/slides/slide2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EEF11-44CF-4963-B630-C2617227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264AD-35B2-49DA-97CF-E2CE5F92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trace는 실행의 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3EF1E-21A0-44C2-A4D9-A3CF9E29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390B5-6CF2-47D2-BB30-6F211B74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C07A2-B92E-402B-B864-A634385F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D9A22-8F4F-4C66-8EB8-D545398E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44CF3-F162-4D05-9472-7FA4107D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graph run 아래 node·LLM·tool의 input/output·latency·error를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C9FEC-5899-46CF-BA03-6B460A9A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88F11-1A42-4D78-B230-290B3721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parent-child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C5763-CD4E-495B-80F2-9A315500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C5797-EBAA-4B2B-96B5-66378719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F7897-50FD-4905-A44F-5EE5357C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8FA1A-0D1A-4B87-BB5A-7299D85A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D2671-7050-45FB-AAE2-463E0D9F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847E6-E077-4ED5-B40C-71DD437D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828149337"/>
      </p:ext>
    </p:extLst>
  </p:cSld>
</p:sld>
</file>

<file path=ppt/slides/slide2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DF6FB-1F79-4F08-A44A-339529A1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258B5-72B2-4DD1-98C4-FE34D937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trace 전에 줄인다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7DA9B-B239-43F3-B49B-189B1A0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5ABA7-1B07-451B-8E4B-15EB75DC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76606-312A-4044-BF97-3DC22286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91D05-2921-4E75-B9C1-6F192C4F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6705D-3913-41A7-BAED-64AF5357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E00F8-0326-444C-9A94-50C27094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715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계정에는 공개·합성 샘플만 전송하고 원문·secret을 masking한다.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5CC49-8A21-4EFF-99FC-3A79EC37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anonymize / sampling / local JSONL / retention 확인</a:t>
            </a:r>
          </a:p>
        </p:txBody>
      </p:sp>
    </p:spTree>
    <p:extLst>
      <p:ext uri="{BB962C8B-B14F-4D97-AF65-F5344CB8AC3E}">
        <p14:creationId xmlns:p14="http://schemas.microsoft.com/office/powerpoint/2010/main" val="858424496"/>
      </p:ext>
    </p:extLst>
  </p:cSld>
</p:sld>
</file>

<file path=ppt/slides/slide2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75F4E-15D7-4744-89D8-E38686F0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8BE41-D307-4BA1-A300-CA04C0A1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Dataset이 평가 입력을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2B2A0-688F-4A75-B38A-8DD24748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CA0EB-4DEA-4D1B-9C64-3C4681AE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89C1F-DB7E-4B45-B4AD-F6E670FA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F79D4-92B0-4E87-939E-9C9D4959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5C67C-61BE-41DB-A5EC-6B9B874B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example과 실패 사례를 dataset으로 만들고 experiment를 반복한다.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D2AD7-2B35-43B0-A42F-6F9144B0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42562-9E37-4F00-8435-B9C87C7F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1FB7A-85F9-4F8D-AF64-BD5DEF4E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33D4B-FD3C-4733-B9A1-BD32B775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022B9-16F5-433D-85A8-C80A9834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C6C14-1323-4057-969B-2207FA20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6A2FD-83E3-426C-B6CE-820E85CC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68CEE-7C45-41C1-9B62-87208B27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1750930542"/>
      </p:ext>
    </p:extLst>
  </p:cSld>
</p:sld>
</file>

<file path=ppt/slides/slide2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C21E5-E364-4E35-A3B2-0F83C2E6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3883F-2038-4519-95BF-B1616D3C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4565B-C1A4-49AE-BDDE-C8E4BC93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7ED55-A9F5-4DA6-A7FB-CDD6AEB7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AEA19-C8F3-4E96-81C5-AEB44819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FF44F-1B2D-4DC1-8DDC-EAF556F5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78596-7D7E-4DAD-8055-922F0CDF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7BE13-D2FB-4870-B542-2F900814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485CD-342B-42AC-A94B-559CC470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6BD0B-E9D8-47EF-A623-F2956752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metadata·STT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DCC8E-0DFB-417C-96F5-E991C9FE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425E9-A7DC-415A-9C86-F58C12E5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43F72-2362-48C0-A2C8-DA80E51B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154A1-FD70-479F-BF25-AEEFB450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LLM·schema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82D50-0E9F-45B3-A25D-72DC4783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EC7D8-658F-4EAB-BE8B-931FA435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C7B8E-08DE-49F3-ABF7-1D0A0B02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25C64-503B-4BD5-B48A-F20551D4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evidence·interrupt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CBECB-B630-4BB6-8D12-1A8E36C9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70983-742A-4894-97A5-C451FF34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0785E-9FFF-4A90-B50D-B5CBAFD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D2E0E-1608-43F4-AA75-C0765B3B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승인·idempotency</a:t>
            </a:r>
          </a:p>
        </p:txBody>
      </p:sp>
    </p:spTree>
    <p:extLst>
      <p:ext uri="{BB962C8B-B14F-4D97-AF65-F5344CB8AC3E}">
        <p14:creationId xmlns:p14="http://schemas.microsoft.com/office/powerpoint/2010/main" val="465559169"/>
      </p:ext>
    </p:extLst>
  </p:cSld>
</p:sld>
</file>

<file path=ppt/slides/slide2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9B968-4040-4EC2-9F74-7F42B4A9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CEEE3-9F9B-403A-8144-C5BE1048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7BD88-47E7-4AC6-94F5-31FB283F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72BB2-9817-4FF7-ABCD-BF2540B3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89085-0805-45D5-AB93-C5AFF2EF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DE521-C886-4FD2-A5FF-93EAC2EA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04CD6-41DA-4F8E-AC93-6FAE41D1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D6401-BD4C-447C-A10B-286C754F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2342A-874C-40AD-BEFF-79FCA588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800B6-8C41-4537-B4BD-643A7603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format·duration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214E8-E13F-42A7-97B9-7E0EEC3D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D04C4-56C6-452B-B172-AD853C54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D0CCC-339C-44BB-B0E4-54C8657D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8C200-50B0-4BCB-B9CB-BE6E722E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9925F-337A-435B-BA20-FE9E5E96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EE21D-05E7-4B2A-8415-222BF3CF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09ACA-E44F-4D64-85BE-59523796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EF7F8-2E9A-4429-A538-AA071F9D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empty·repeat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255A9-5F06-4B0B-AC43-89E97FD1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D06B3-21A8-4911-A64A-BE783664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9067F-0620-4299-AEB9-0A555270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E7544-D160-427C-AFA8-2B2F6021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transcript</a:t>
            </a:r>
          </a:p>
        </p:txBody>
      </p:sp>
    </p:spTree>
    <p:extLst>
      <p:ext uri="{BB962C8B-B14F-4D97-AF65-F5344CB8AC3E}">
        <p14:creationId xmlns:p14="http://schemas.microsoft.com/office/powerpoint/2010/main" val="2079869455"/>
      </p:ext>
    </p:extLst>
  </p:cSld>
</p:sld>
</file>

<file path=ppt/slides/slide2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98CB6-39FB-4EF4-A4A4-C197109A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9FB90-9CF8-43A9-B313-879C32E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6C720-A540-488E-9773-8B70B7E0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CB2C1-1C91-422B-B158-44F800D5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9EA32-3219-4B86-A863-7E41AF7B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278F7-2F39-4111-BC23-CC61C1C8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B9C01-8A0A-4951-870E-67092B2A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6D089-E935-406C-A4DD-B6CA1C0C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67F2D-23BB-4A38-A37A-04B3911F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A3B5E-E69A-4FDE-9991-09B7C5F2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알고 싶나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8101D-83C6-4B73-92B3-6C653F1E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899B8-318C-44BA-8B22-95BA7359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B90DB-929B-421A-9B8B-BC4FCCF0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2A846-C00F-4ABF-A9DF-3B64B833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어떤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0C426-DAD6-4BD8-8777-1B1EBA22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CEF1C-BAFA-42A5-BC34-1274D810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2DE32-F279-49C7-8501-3A8E15F7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383B3-52BB-4456-806A-121853C3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숨기나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94A42-4339-4DEA-93DA-D42853F4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54301-0C75-4D18-8164-3320CC81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F91D7-8BC8-4B52-A704-66833D14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8DA8A-EEFC-429E-94EB-4921CA0E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tree·filter</a:t>
            </a:r>
          </a:p>
        </p:txBody>
      </p:sp>
    </p:spTree>
    <p:extLst>
      <p:ext uri="{BB962C8B-B14F-4D97-AF65-F5344CB8AC3E}">
        <p14:creationId xmlns:p14="http://schemas.microsoft.com/office/powerpoint/2010/main" val="2104679481"/>
      </p:ext>
    </p:extLst>
  </p:cSld>
</p:sld>
</file>

<file path=ppt/slides/slide2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BE41F-66C2-4FFC-98B0-B223F3F5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4D464-D266-4DF5-93A7-E5591561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E194A-D026-4F9D-8A09-10486123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117B1-84BB-4A9A-99BD-EA026C46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03B4E-4A9E-4C88-8B12-3815DDC9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04ED5-0C74-4A78-BE18-6DB1F59E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CEC84-1CBE-482D-99C8-20B8474E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B5374-6194-4F1F-80CE-FFD20A8D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C8054-B0E1-4E9C-B6E3-8A3795BF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029E6-CA21-4513-8710-FD7BC7C0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3–5건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51667-7AED-45A7-82CD-F717E0AC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FCF08-D017-4C84-904D-60F3FE05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AD1EA-DFFB-411D-A687-03631AB5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A72F0-A356-415A-A480-2BDA7421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예외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DC7C5-DF2A-49A0-AC19-F3C26064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AC8AC-389B-4237-8B00-7AB448C5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DAE1E-FE1E-49EB-BCC5-41D764DE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13D0D-FE98-43C1-ADB2-EA8EB98C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25102-8144-46B9-A90D-F9668F95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2411F-2E04-4FF1-85AD-F4EF385C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DA08F-FF31-4206-A4D1-53038985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46302-667F-46C6-BA31-72F8914A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입력 비교</a:t>
            </a:r>
          </a:p>
        </p:txBody>
      </p:sp>
    </p:spTree>
    <p:extLst>
      <p:ext uri="{BB962C8B-B14F-4D97-AF65-F5344CB8AC3E}">
        <p14:creationId xmlns:p14="http://schemas.microsoft.com/office/powerpoint/2010/main" val="1003615098"/>
      </p:ext>
    </p:extLst>
  </p:cSld>
</p:sld>
</file>

<file path=ppt/slides/slide2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0B799-1AC5-4FF8-B730-3DCFE056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CBA51-CB25-4DBF-B972-D244F3D4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F1B73-0EB0-4EA1-85EA-F854F1DF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F2106-EC98-4A68-A21D-80AE746B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EDF84-A061-4622-9F94-581F8400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1B57B-D673-4D0B-BC00-1F52F1A9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92A23-DC16-4C4D-B756-7D9B21C1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56E8E-C358-4844-829C-E95EF2F2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EAFD7-7AB5-4DFE-B6CA-F5921AF7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9ACD8-359A-4D42-B091-1B987572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6A135-A22F-4D5F-9CDF-3050AE14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A7DCA-3D9C-4DBA-9B78-3EF5798F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5251D-2A56-434B-9C64-F20F7726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25BED-0D28-4618-86DA-69054C86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382D4-BC46-4083-ACDC-A42735BF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B8E51-059A-457F-BA62-6E23E11E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16124-EF33-4A2F-8F84-FBA46BC6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FA351-E3AA-4EDE-98E4-2F30DAAF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human rubric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4504E-6974-4D90-A062-14303C1B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5A6B3-0EC2-488D-A218-63309459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35908-7836-4A18-8D43-A7D709E4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299C6-BC98-4B07-8768-0CE4D7C6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</p:spTree>
    <p:extLst>
      <p:ext uri="{BB962C8B-B14F-4D97-AF65-F5344CB8AC3E}">
        <p14:creationId xmlns:p14="http://schemas.microsoft.com/office/powerpoint/2010/main" val="1159244550"/>
      </p:ext>
    </p:extLst>
  </p:cSld>
</p:sld>
</file>

<file path=ppt/slides/slide2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079506-AD7D-4801-9614-0900E7ED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AE065-51D9-4561-AE22-A041FED4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화면은 이 순서로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F0E0B-DBBB-4525-BF4C-6E892654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1E0B4-4F9C-4C37-A982-E4C50562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AB421-1425-4137-AA6D-CB71FCB8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FAFA6-2462-491C-8C41-CF036A91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F741D-16D3-48BD-9D96-57D86A45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다음 장부터 화면마다 ‘어디를 보고, 무엇을 하고, 어떤 신호가 나오면 끝인지’를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D9C10-DE9B-4BF9-9538-07367417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C6843-2266-454C-AF28-7329FFC9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C0332-CA55-4DCE-9DAA-BD427DC0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8FFA6-638A-4622-834A-B14F4917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69AF6-018F-4DED-BFA0-E2A5C01F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CE1A1-DE7F-4FA5-A814-BE7899FD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0BF63-3883-48DD-91B3-F9015DD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6B258-5168-4BF0-88E6-94290C84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3B616-8C13-4C35-8788-452F59DE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97ABC-C19E-4C35-BEE1-DA8EDB80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C4917-301E-45EA-BCE7-21DD31F8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F2802-07BB-42ED-8627-871E1FDB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387C3-B2DD-47F0-843F-722A5BCE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89D71-DD8D-4406-B159-937C72DC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0ECC1-A0C2-4343-A755-020A44D0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24F9B-25DD-4213-9FB9-76B7F890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6FBAC-1720-46C5-BDE3-B9F33155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66C06-2A87-4686-8391-2921BA2D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896DDF-6034-48FD-AEAB-21B29D22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A9EA9-6686-41ED-91CC-DFCEB837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FBC65D-7B5F-46DA-9FEF-0A5E0DCD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1626D3-1867-4FF7-B515-14BD9DD8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7E7CE-D6E9-4E91-8EE4-10C9643C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247752-563C-4FC6-8240-5DA1D41B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101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4E7ABA-76A3-486F-B41F-6BE79FA9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435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0950135"/>
      </p:ext>
    </p:extLst>
  </p:cSld>
</p:sld>
</file>

<file path=ppt/slides/slide2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737A5-C04B-4E74-8177-3C2A0B5D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936E4-021D-483B-B10F-5B023717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DA1CC-7A13-4381-A6A4-9EC40663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5881D-CA56-4510-8E34-2B7D3DAC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7F6BB-AAF3-4339-B559-ACC63528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F3A31-70F7-471F-9C90-985B4507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05F20-8AC4-43BC-A8C5-5E973374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1E3E4-CD54-401A-A0E8-D84F2A11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19693-3422-4063-9A8C-8A62301A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 재구현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6CB85-11D0-41C8-A655-F3A6BAA6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2592D-E0A1-44A0-A934-73F37E04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model·device·compute_type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48405-5931-401B-8853-BF47F87E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E7549-8930-40DA-ACDD-CA83A719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segments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B0A41-144D-4CC1-B90E-3D06F462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296FB-2F80-403C-96FF-31FDC476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80831-B9C9-4C10-8ACD-0E7C808A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a877c07d44ed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A6E40-3D2F-4191-AD53-B748EC1B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10493709"/>
      </p:ext>
    </p:extLst>
  </p:cSld>
</p:sld>
</file>

<file path=ppt/slides/slide2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EA8DA-5207-448C-BD72-4559FDF8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3DC56-ECA5-44F5-ADFA-461F979E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1156A-81A0-48D9-82C3-41C9FDA5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4422C-2465-4E74-A598-E7BBA3CD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0C8DA-3CFE-4589-AFDD-6818FDD8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DA741-7392-4727-A8C0-ECD7D92A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EA3A0-B60E-45BC-A3BC-DE49C34F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AAC4C-35CA-4F5F-BE26-5165684A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7D71C-AD9E-4789-97B3-3D00FDCE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C/C++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0988B-38BA-4556-B27C-972BDA03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42A83-E8B0-4669-9F2F-6477EEC1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다양한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3F041-B096-403E-983F-FE6D2D39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8BC00-3CDF-47FA-B289-07C3D22B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 실습 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027D3-3E0C-46DD-B3CB-5F6C83EA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6AC40-5E45-4EE8-8D18-0FACC0A0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4CA87-C4A1-46EC-BA01-506CC20A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874f03001459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031D3-7EE7-4F39-80C2-C85DEE85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whisper.cpp 공식 GitHub</a:t>
            </a:r>
          </a:p>
        </p:txBody>
      </p:sp>
    </p:spTree>
    <p:extLst>
      <p:ext uri="{BB962C8B-B14F-4D97-AF65-F5344CB8AC3E}">
        <p14:creationId xmlns:p14="http://schemas.microsoft.com/office/powerpoint/2010/main" val="951506677"/>
      </p:ext>
    </p:extLst>
  </p:cSld>
</p:sld>
</file>

<file path=ppt/slides/slide2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F9F0E-693B-490E-B97B-3CEFB11F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3CCE1-2829-47F0-BAC9-2B4147DA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0F288-823E-46F0-B201-F8559B4D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13287-7DA2-49FB-8775-87C780F4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31BE6-1827-41D7-8BB3-F25DD023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3AD3B-9849-4AFC-9B32-002EDE25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FC4E0-185F-4E92-9EBD-A9B0F48D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2E6E0-18DD-4981-9BC6-690235F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B3879-6C56-4AA2-9C74-BE94CCF9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구독·관리자 설정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716A0-7931-4F5B-80B8-A576B03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E2864-7EA2-4A47-9D1D-87054B47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전사·요약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50333-4384-4421-92D9-B1186FE7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FD392-A23E-4480-98BB-435846E2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local은 예외·통제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F804B-C451-4563-B500-BCA805AB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DC7C5-8D8C-4B15-A347-40F23C78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591C7-5411-4DBF-BCCC-5E38BB4A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b017cd0224a0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F4626-EDA5-4A15-ABD7-8CCCE2BB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Take notes for me 도움말</a:t>
            </a:r>
          </a:p>
        </p:txBody>
      </p:sp>
    </p:spTree>
    <p:extLst>
      <p:ext uri="{BB962C8B-B14F-4D97-AF65-F5344CB8AC3E}">
        <p14:creationId xmlns:p14="http://schemas.microsoft.com/office/powerpoint/2010/main" val="302536280"/>
      </p:ext>
    </p:extLst>
  </p:cSld>
</p:sld>
</file>

<file path=ppt/slides/slide2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3ACCE-7CEE-4EE6-B72B-8358ACEF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88FCE-C2BC-4891-82C1-29F3797A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6EE3E-C19A-4BE2-A5EE-1E0FBF4E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B2BBE-4D03-4ADD-80F5-6955F307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DE3AF-FBDA-4A52-BA20-B64FF7AE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028F0-70A4-44A1-8CFB-AE3F5B69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09A39-6037-448D-9295-95F76BA3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DFDED-8B95-43B7-9D91-0108316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64449-C17A-4F38-AA29-A9874D41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input/output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92C7D-DDFE-45C1-8B9A-17DCEB2D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11E51-AEC2-4337-8075-93CD4AC7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latency·token·error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C64AD-E71E-4207-8617-7C07A5AE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22B7F-6366-48BE-92EF-57B6D894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metadata·tag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12A0F-2311-4850-A4C3-A8F97764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96110-87D9-459C-B41C-5E69ACFE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FDF39-3E30-4707-9CE0-F8A84843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040c0d2604b9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FD052-765E-4EA6-8DF9-A07F86A0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Observability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934605234"/>
      </p:ext>
    </p:extLst>
  </p:cSld>
</p:sld>
</file>

<file path=ppt/slides/slide2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BFAB9-FDE8-4C69-AD4C-92397892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5/5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0CF3F-7410-4D74-9165-49F5F0AA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FEE9B-CA74-471B-A3E4-42BE0770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1B319-3622-4FDD-94F1-00C15ECA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18F92-2F85-4438-ABCE-88D33C1E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8368A-E4F4-49D2-805B-6B6630ED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67A58-E5E3-44DF-B1E4-4E1E5157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2617E-DBBB-4B2C-9E2A-7FB68031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A31F1-602F-4743-ACE2-96E6B76F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28941-86FE-48B4-9E08-F9A184C4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6A9AE-1300-4D8F-AC00-6AC1BC44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online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7A2BD-FEF0-4516-959B-BE9F6E30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D9322-ADBF-4855-B78B-81C7A14B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39333-DA5A-4162-B090-F587D860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73DCC-3222-45FE-B3CD-9A6F93EB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7B2E1-BDD0-4B1D-A6F1-3AA13CA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c384cae8547f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9CC0B-B20F-4AFF-8A5E-0F4832F4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Evaluation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477622010"/>
      </p:ext>
    </p:extLst>
  </p:cSld>
</p:sld>
</file>

<file path=ppt/slides/slide2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5C689-1CC0-492D-A3F1-4A2445F2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0E3CB-AC9B-4435-8E65-000FDDE9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최소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828BE-09EC-4603-9089-65B0EFEE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D7519-EAB8-448E-8C17-68B24262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4893D-4C72-4670-8A33-B72AC5CA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8B830-5610-47DF-BA01-018E3322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97AE9-7BA9-4EB9-B387-81B318BD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24021-20FC-4DB6-B2AD-49A927D8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CPU int8 경로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ABDC1-36F6-46CD-8693-E535D477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308B8-C0B5-40C7-84D8-9E1DFB86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language 명시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FB0DB-9A68-47E5-83F3-77BA3EC0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3FEDC-914D-4FE5-AF41-C162F0D5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timestamp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2874B-39D8-4FE9-B555-C9A82630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E19BD-3BDD-4D58-A4BF-FF78DAA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generator 소비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0EEEC-F97C-4FA4-A728-D9EB147D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CC0A7-5CD9-4CBA-B1DE-80E0D07A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03FBE-2C08-46D7-AB7D-545692A5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faster_whisper import WhisperModel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WhisperModel("small", device="cpu", compute_type="int8")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segments, info = model.transcribe(audio_path, language="ko")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[{"start": s.start, "end": s.end, "text": s.text}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for s in segments]</a:t>
            </a:r>
          </a:p>
        </p:txBody>
      </p:sp>
    </p:spTree>
    <p:extLst>
      <p:ext uri="{BB962C8B-B14F-4D97-AF65-F5344CB8AC3E}">
        <p14:creationId xmlns:p14="http://schemas.microsoft.com/office/powerpoint/2010/main" val="1212462670"/>
      </p:ext>
    </p:extLst>
  </p:cSld>
</p:sld>
</file>

<file path=ppt/slides/slide2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29A5E-9A7A-4D43-AE17-47C835E5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D4070-87B2-485C-A6BA-60C59759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20052-BDBA-401F-8B75-0FE22E13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F3906-7B72-4DE9-A290-9BC94AD2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3D705-CD95-494D-A73F-CE0A43FF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9A6CC-91B2-4FCD-A923-8F60D656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EE273-118B-4641-A972-FEF30687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9EFEA-B8C3-4EA1-95BF-C60EC79B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EE533-6C5F-4950-AF57-E9C61789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2E0F3-C35C-4254-BD7C-551EDB61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BC562-8B78-4A4A-BE89-B613694C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31A61-4A8C-48EF-9AF1-25FB4FD9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지나치게 희소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00F2F-B9A3-409C-8F4D-13063C59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4B1B9-7269-4855-A543-9A73BF56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C8DA2-8958-426A-ABCC-71E67743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9F3F4-86ED-4108-8EC5-44290A9F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A1954-C8B2-4077-A03A-F800F54D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flags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not text.strip(): flags.append("EMPTY")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repeated_ratio(text) &gt; 0.35: flags.append("REPETITION")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duration &gt; 0 and len(text) / duration &lt; 0.5: flags.append("TOO_SPARSE")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flags: status = "NEEDS_REVIEW"</a:t>
            </a:r>
          </a:p>
        </p:txBody>
      </p:sp>
    </p:spTree>
    <p:extLst>
      <p:ext uri="{BB962C8B-B14F-4D97-AF65-F5344CB8AC3E}">
        <p14:creationId xmlns:p14="http://schemas.microsoft.com/office/powerpoint/2010/main" val="271518856"/>
      </p:ext>
    </p:extLst>
  </p:cSld>
</p:sld>
</file>

<file path=ppt/slides/slide2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B9948-4E00-44EF-A204-4D183043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8DC38-64E5-4D33-808B-38083489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환경 변수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ADE0E-24A2-4A37-A892-ECCEE52F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8FED0-FD24-4394-AFDB-A453B587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ED5AE-64EF-4B70-8A9A-BE429F0D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044AE-942D-40C9-8A87-536FD48E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E3636-E385-45A0-BFC1-4A74B7A5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E0C55-5924-4ACF-BE10-0F186746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FCA45-01F9-4FC4-BC03-D9C2BE5F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6E1D5-CCCB-4B5A-B41A-A7D708B0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 환경 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DD0E3-4BF1-476E-8F59-4640D651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16F93-8B65-44BC-8B09-E8F7C1E2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샘플만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AE949-9293-44EE-9B0F-E4752118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FD35F-1CCB-4C2E-A837-C750B349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tracing off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122E9-DDA3-4BD1-AFFE-FF61D931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40D90-6AF6-427F-B8B1-2D8A085F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E8A70-2F6C-49F0-B1E1-82530196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LANGSMITH_TRACING=true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LANGSMITH_PROJECT=ipa-k-work-copilot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LANGSMITH_API_KEY is set outside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never print or commit the key</a:t>
            </a:r>
          </a:p>
        </p:txBody>
      </p:sp>
    </p:spTree>
    <p:extLst>
      <p:ext uri="{BB962C8B-B14F-4D97-AF65-F5344CB8AC3E}">
        <p14:creationId xmlns:p14="http://schemas.microsoft.com/office/powerpoint/2010/main" val="1593466892"/>
      </p:ext>
    </p:extLst>
  </p:cSld>
</p:sld>
</file>

<file path=ppt/slides/slide2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1F038-99A9-42CB-B5F9-D1DE6DAB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FC614-C663-42BF-A2FD-17EA5FD2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53C24-AB35-4C47-9D53-C43ECF93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FD246-20C0-483D-B3D9-7780C8E5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F0B8D-732A-4170-BF18-9C1F33F5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7B7B7-E997-429A-8FE4-25845817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5351F-1DE7-42C7-86D7-8AA7712D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A6E64-EC4B-47F6-BFA8-E9A9D805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0BEDE-09C5-40EE-A96B-E30C5479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F71A3-EF0E-4A7B-AE33-C68021A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provider·model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B35D8-6BCB-4FC1-B8B2-7B5D1104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750E8-93AC-4C96-8F6B-ED344F8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D63B7-28C8-44D7-B4FC-AA942435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C2D8F-52C4-4CB9-9BB8-7C501AFA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민감성·fallback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A1ADB-E24B-45D8-9563-1129C753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7396F-FDBF-4939-A476-D56BF379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B0759-C869-4C20-92E4-14932A57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metadata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"dataset_version": "day2-v1",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"thread_id": request_id,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"contains_pii":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"fallback_used":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9530547"/>
      </p:ext>
    </p:extLst>
  </p:cSld>
</p:sld>
</file>

<file path=ppt/slides/slide2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F691C-F650-444E-BBDC-C75B9EFA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5BCF2-7CF2-474C-8695-5F0A91C8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DF52-1EF6-42E6-89F7-74F065BB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2BB25-5CED-4844-98B5-DEEDC691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F239F-92BA-45FF-B20D-EA132F75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0406A-DE89-459A-8C4F-064CB962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E193B-C2AE-4D4E-A5D3-BE2EAAEA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10789-770E-4F28-A455-CEA4F304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연결률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52FA3-284B-436A-A649-408229F4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23D81-333E-4CBE-BC96-EED42912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3E3F5-29F3-46A6-AA2A-0325A5BD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6CA36-EC79-4681-B50B-3CB7D399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계산 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5568B-C5D4-4341-B515-47C6DEA5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8DF9D-CB11-4A41-BF4A-4CA79D7B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threshold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E3EA7-208F-458F-A5DF-234A92AE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A3BA1-421D-4C67-881A-90A801B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2EABC-90D0-4776-A1FC-4CC2E755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evidence_rate(output):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claims = output["decisions"] + output["action_items"]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linked = [c for c in claims if c.get("evidence_ids")]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len(linked) / max(1, len(claims))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schema_pass(output):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MeetingResult.model_validate(output) is not None</a:t>
            </a:r>
          </a:p>
        </p:txBody>
      </p:sp>
    </p:spTree>
    <p:extLst>
      <p:ext uri="{BB962C8B-B14F-4D97-AF65-F5344CB8AC3E}">
        <p14:creationId xmlns:p14="http://schemas.microsoft.com/office/powerpoint/2010/main" val="2083075563"/>
      </p:ext>
    </p:extLst>
  </p:cSld>
</p:sld>
</file>

<file path=ppt/slides/slide2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93C37B-7EB7-4DE2-9E9E-333AD4CC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2D8A4-8423-4513-9A64-CAA00AB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Managed vs Local 선택표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F6D77-873B-420F-BBFF-D9B4504F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0252A-031A-4554-B0C0-89141F74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83F99-2CE7-4595-AC57-2CD7FB80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B0004-E10F-4576-85DA-70113145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390A9-7267-4B91-AF3D-483BF5A6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FD947-9132-4ABC-966C-8BDD77BF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1A494-54BF-4718-BDF0-1D149217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27FE9-9889-4B65-872C-1F106B2B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75829-4113-4AF8-B2DA-7205CD13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785DD-354A-490F-8DC1-6977CF5B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조직의 회의 도구를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CD733-630F-4AC4-90F2-E9E4DDE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7861D-A731-40EE-B4F2-89AE378C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C2486-1B3F-4D24-A4B0-89703B4E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 제공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FDE5B-1421-4948-BFE9-98FD5B9B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50981-3129-43F3-9109-78E7B24C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B14AC-3E9E-4C1E-83FB-CC8852C8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계정·보존·권한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68BC6A-44B0-43EB-A874-31896AF9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3B6D4-6C40-4365-AAE2-FEC38659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60F0D-84EF-4182-9E91-CED6AFBE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최소 실습이 필요한 이유를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00196-36D3-4AAE-A217-36392EA3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515E5-C833-4BCC-9BD7-65304C1C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102196-3146-4121-AB6B-65D054CA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Managed/Local 비교표</a:t>
            </a:r>
          </a:p>
        </p:txBody>
      </p:sp>
    </p:spTree>
    <p:extLst>
      <p:ext uri="{BB962C8B-B14F-4D97-AF65-F5344CB8AC3E}">
        <p14:creationId xmlns:p14="http://schemas.microsoft.com/office/powerpoint/2010/main" val="279276143"/>
      </p:ext>
    </p:extLst>
  </p:cSld>
</p:sld>
</file>

<file path=ppt/slides/slide2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86ED84-3768-403E-98C6-7F43291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0408C-3CA7-4BFD-8746-597C5CF8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STT quality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90CC3-F14E-4633-8653-BB9B8C66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38F97-330A-4417-90AD-A0DAE3CB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345B7-DD54-4F79-882A-79003ACA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0AC1F-9A74-44D8-B931-085B104A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197D9-A6CC-4B83-ACD5-FC83D815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695CE-47AC-4EB1-ACCF-0A84B42E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8E348-B3AB-424E-AD4D-FEF14992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B0804-6E74-403E-A40A-2FDE15FD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52A5E-C227-4E68-9FC7-3D0DC0DD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5F5FE-921A-44B2-8973-01559850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기준을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B85BC-CF73-4AB1-81E7-73493DC0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2FF8A-8EA8-4B19-9AF3-AD865076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97677-C7AB-4558-9F87-1F75F424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기준을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B1375-B599-452B-9377-4C9DAC76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366B4-4047-4058-856B-963444DC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7E991-E323-4704-92CF-CFD01416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이름·날짜 오류를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9933E-F47F-437A-998E-0A39BD45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FB4AB-2C70-4D5E-8613-2EB39C1B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307FE6-58D3-4380-B40B-31C93453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검토로 보내는 조건을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192AA-BE9A-4A3C-B5CA-F2EF7E8C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F8F16-A94B-4A04-8E70-B9BE3D83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A38C2-6620-4215-8135-8FD05732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STT review rule</a:t>
            </a:r>
          </a:p>
        </p:txBody>
      </p:sp>
    </p:spTree>
    <p:extLst>
      <p:ext uri="{BB962C8B-B14F-4D97-AF65-F5344CB8AC3E}">
        <p14:creationId xmlns:p14="http://schemas.microsoft.com/office/powerpoint/2010/main" val="2146019365"/>
      </p:ext>
    </p:extLst>
  </p:cSld>
</p:sld>
</file>

<file path=ppt/slides/slide2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4DFE1-6F6B-4C9F-B0FD-81C9E2F8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0F7AB-704A-4ED8-880C-C4D2405F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Trace에서 답할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1694D-C183-48FC-A3E4-0CE0ACF8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9769D-AEEB-4ACC-97BA-31052901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96F5D-5D2D-47E0-BEE7-F91EBD74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BF094-A4C6-4485-BADF-6CB4FE4E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E738D-598D-4723-9070-B9D0594F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C1B6A-1FD7-4503-AE3E-971E2343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FF4B4-CA99-4382-BA7B-F6DD1738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C11FF-95C8-4266-937F-29AD1ED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8E192-B7F0-47B2-A288-A6C3AEFE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84B9E-4154-4F68-8D23-F019ABD0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느린 node를 묻는다.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4FF3E-2AE6-4E94-9877-10D2EFDE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96736-5310-49F5-8766-8942A535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65411-96A2-4038-AA1D-2D3C7B3C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자주 실패한 오류를 묻는다.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11248-842D-425A-98ED-F3872496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B8037-EEE3-4FD3-ACC2-C364E2D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8E0DA-95C4-4CC5-8359-B33ED3C5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많이 수정한 필드를 묻는다.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65ECC-C048-4706-84DB-06E45E7D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A1F52-E8A4-4157-86FE-5D2C111E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937B6-BC2B-4BB7-9657-288AB3DD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질문에 필요한 metadata를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D9717-B7FE-49F7-9D77-E2CC6832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FDD24-6620-4E04-9DFE-E670D939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58EC0D-14D4-4325-B7E6-23355CD1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질문 3개 + 필드</a:t>
            </a:r>
          </a:p>
        </p:txBody>
      </p:sp>
    </p:spTree>
    <p:extLst>
      <p:ext uri="{BB962C8B-B14F-4D97-AF65-F5344CB8AC3E}">
        <p14:creationId xmlns:p14="http://schemas.microsoft.com/office/powerpoint/2010/main" val="2097913891"/>
      </p:ext>
    </p:extLst>
  </p:cSld>
</p:sld>
</file>

<file path=ppt/slides/slide2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1571F-B1B1-43BE-AD6E-CED0B8A3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C2CA3-AD18-4924-9035-E22D2D02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Evaluation dataset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10135-657C-416F-8F6B-50149D6E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EB92F-1923-4866-9BA6-D9FE5B14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E6A9B-9909-4DB8-8468-EC33C965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FF4F8-47B9-4D2C-903E-CD8C7377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2E489-EEA7-4F33-8E50-871A75E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33622-5D4D-459F-A0EF-669A9C44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3F121-EFF5-4CFE-9A64-333E51D5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B3A05-311A-4545-8EDA-571A973D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21ED4-5769-40F5-8D47-D7033473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833D8-179D-4D82-BF43-65966EFF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 2건을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FF16A-F3DC-41CC-AAEB-E030D150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41681-9E17-4F58-A133-54AD19E1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D5A42-F0BE-42E6-9A9A-E47FDCA3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무음·모호한 날짜·근거 누락 사례를 추가한다.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BE879-C7D0-498E-B8E1-B06A8A94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5D36F-E4ED-4932-8B23-B5955587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89D4F-8904-4C4A-99DA-0AF22D6C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JSON을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ABD95-9061-4380-974A-EDEBDCB4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BE4B3-39E9-4EC2-9D9C-E0034ED6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89D10-8611-487E-878B-1CCB98B2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 evaluator를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4485C-19C7-41AB-A6EC-8ECC8E14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86CF1-C177-48CA-9637-34B7E3F7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39C4D-6FB1-4072-81D7-18FA251C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dataset 5건 설계</a:t>
            </a:r>
          </a:p>
        </p:txBody>
      </p:sp>
    </p:spTree>
    <p:extLst>
      <p:ext uri="{BB962C8B-B14F-4D97-AF65-F5344CB8AC3E}">
        <p14:creationId xmlns:p14="http://schemas.microsoft.com/office/powerpoint/2010/main" val="788746843"/>
      </p:ext>
    </p:extLst>
  </p:cSld>
</p:sld>
</file>

<file path=ppt/slides/slide2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5AF47-260F-44EE-B8FF-CDD31302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C2B4C-C5CE-4670-AD5F-C594492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STT 결과를 정답으로 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BE60C-B998-479B-BB40-95DD5BB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7884C-A42B-4E9F-8E8F-9EE63618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0121F-A25E-44A8-A8EC-FB7B71BE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6D5E2-5C4A-46E8-B651-0E2F6323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9274A-30B2-40A7-BD1A-E5031379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974DE-65FB-42A7-AB32-D3A136D6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053D4-F12F-4E1B-A25E-1337AB7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99899-EE75-45A0-9C1B-20927A4C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E8D93-BB66-47CC-98D9-DA93F778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이름·숫자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B7036-9793-4C24-BBCA-0DB7A657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D66ED-DF0B-4D29-BFE9-00CBC38C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62181-626D-4E80-8DB6-BD892658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39269-71A3-41CF-BBA0-15C2C1F5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혼동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9BD35-3BEF-475D-B43F-1155E85D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B8498-A247-4F9C-B139-1274FFF4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5B2CE-798F-4D16-8BD6-731D10FF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B0569-304B-4D36-9886-FA4044B8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F37AF-3C4B-4FCE-9DA5-37C03052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C3CB8-7613-4094-A450-C2C929D9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audio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6440D-9EC0-42DF-8978-E6ECEA16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4C1FD-A07A-4B8B-9D7A-4BEC835D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B0950F-10C9-48CD-A428-426BDA31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16D14-96C5-4ACA-B39B-C08AE32B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evidence</a:t>
            </a:r>
          </a:p>
        </p:txBody>
      </p:sp>
    </p:spTree>
    <p:extLst>
      <p:ext uri="{BB962C8B-B14F-4D97-AF65-F5344CB8AC3E}">
        <p14:creationId xmlns:p14="http://schemas.microsoft.com/office/powerpoint/2010/main" val="771245055"/>
      </p:ext>
    </p:extLst>
  </p:cSld>
</p:sld>
</file>

<file path=ppt/slides/slide2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BF5E1-9DB4-4DB4-8D32-D66141CA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6AACE-58ED-4D36-89E0-A8C7437E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모든 trace에 원문 전송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B40EF-A6E6-45BA-AAE7-F61B4167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3029A-A5E6-4744-96CD-A7EB2A45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87C40-D377-433D-9F34-2B7EA27F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A524F-D368-4CDA-A151-556C7074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E18BF-9411-4473-B3DA-0BDA9CD2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22940-FDE9-4B67-B59E-9F6A25AA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40B1F-DA4D-4C0A-866B-D894CB1B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1EBB8-99B3-47A6-AB59-919F2839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86455-EF04-41A5-BF7B-9DDF5112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4EB71-7D35-42FF-8F3F-E8B22CF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1C6B6-FD31-4326-90EB-3CD79CE3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기밀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FB970-5DE9-40F3-A6EA-8D8A0AF8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1DE8F-503C-4BA0-A0FF-8BC1382A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보존 정책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311AE-17F9-4383-A252-EFCFE606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32BA6-90DD-4122-946D-9F43731D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 혼용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09730-61F9-480F-86AE-AE916CAB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0588C-58E0-4DFC-92B1-74188D67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샘플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58A96-FDAA-44F9-BBA5-FF4C605B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5C58A-6035-40CF-9159-55DB8EB5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masking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289A1-78D0-452D-81C6-9D6BAA04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FCFBA4-A1FA-4FF5-9364-A8D1E6B1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 최소화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B4A93-9B9B-40B8-A7AE-148A4D53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F9B21-175F-444C-B5E7-B55E0DCC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 fallback</a:t>
            </a:r>
          </a:p>
        </p:txBody>
      </p:sp>
    </p:spTree>
    <p:extLst>
      <p:ext uri="{BB962C8B-B14F-4D97-AF65-F5344CB8AC3E}">
        <p14:creationId xmlns:p14="http://schemas.microsoft.com/office/powerpoint/2010/main" val="1387327391"/>
      </p:ext>
    </p:extLst>
  </p:cSld>
</p:sld>
</file>

<file path=ppt/slides/slide2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FC98C1-9B2B-4F5C-85FD-E82927E5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FCAAF-DA56-48AA-8D44-AD25B88E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trace만 보고 평가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BA69A-0E04-4AEF-9E5C-C1B03CFB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F039D-8002-4F2C-92CC-37E6E06F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49E3F-BB7E-4151-BBBF-29005812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C11BE-20B4-45B9-A1D7-CA55DF2D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B3B8C-0213-4F1A-AFF4-355C7A34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022A2-1E82-47E2-8B4F-9B6E08EC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352BF-05A3-4D40-AC46-7662F501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44193-1CAF-4FD4-B1D6-752624BF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3A655-B7EC-47F9-AC5D-9EE42020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관찰은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97E19-3221-4EDC-9DBE-B9754687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36979-4732-4235-9953-87E98C39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1B8C6-0485-41EC-A285-20F038FB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4A7AE-B10B-4DA7-93B4-EA2CE2E4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회귀 판단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AD30F-229C-434F-BB28-F6DF5A84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A2619-ED78-4E1B-A11C-38FE09F6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결정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42954-FC65-443F-9EC1-620519A0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93D1A-0C98-4FEF-935D-39429F47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B1AF3-2F84-432E-AE0B-6440A64A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BD61A-F908-4F21-8B59-D8631F90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4A38E-6D8A-4954-BDAE-AE28A57E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750C2-8BA5-40B6-84FC-11E5FC03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58C58-2ABF-4613-A1EA-D8414E6A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B654C-F465-41F6-9C56-DEFE8EDC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gate·HOLD</a:t>
            </a:r>
          </a:p>
        </p:txBody>
      </p:sp>
    </p:spTree>
    <p:extLst>
      <p:ext uri="{BB962C8B-B14F-4D97-AF65-F5344CB8AC3E}">
        <p14:creationId xmlns:p14="http://schemas.microsoft.com/office/powerpoint/2010/main" val="2118726145"/>
      </p:ext>
    </p:extLst>
  </p:cSld>
</p:sld>
</file>

<file path=ppt/slides/slide2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552673-D41B-482B-8CEE-D2E69159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026EA-D925-4761-ABE9-8A258BD9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운영 dashboard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F3DBD-0684-4DFD-8852-4CA22F4B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016A4-36C7-42CA-9EAE-F824E22D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F52A1-C97B-42A4-9FE3-884F7955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1B554-5D31-4C1E-BBC3-0F396B69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8E435-EE83-4B5D-AA15-99C254CD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매일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D5D5E-8B8B-4357-97AD-D428EBEB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배포 전 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8F53E-AF98-41F4-A97B-73592083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C3C4F-4ACF-42DB-B1D2-098206A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DC6D6-802B-4E37-A017-DE284F7D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failure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24751-C2DB-41F6-BB73-EDD87AEE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54090-529E-4523-BD99-7AF49A84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E5613-767A-4E3C-BC43-278C0BA6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FA7DD-8AF7-400E-BA23-A1E2AB22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E954B-AA8D-46E5-B537-9A154A10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6FBBB-4151-4ADE-A481-875C4AE9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cost·fallback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DA5A5-F5EB-445F-B132-A936D06A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39C41-B724-4319-80EF-EFFC74D0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34565-CE31-477B-A86C-D349C2C9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665B2-1296-4710-B045-FF8B6672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9DF6B-7201-4D4B-882B-A0A70086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1436C-BCCF-4C9A-9DD2-7E758273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false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ADADD-2071-4D16-B9D0-0095D1C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A25BC-3A09-4377-A6D3-F80B1C2F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rollback 기준</a:t>
            </a:r>
          </a:p>
        </p:txBody>
      </p:sp>
    </p:spTree>
    <p:extLst>
      <p:ext uri="{BB962C8B-B14F-4D97-AF65-F5344CB8AC3E}">
        <p14:creationId xmlns:p14="http://schemas.microsoft.com/office/powerpoint/2010/main" val="530801510"/>
      </p:ext>
    </p:extLst>
  </p:cSld>
</p:sld>
</file>

<file path=ppt/slides/slide3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00460-5C72-42BC-B0C4-B605C84E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4533A-8441-41B6-8202-7C4F1A28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Exit Ticket · 다음 32시간으로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11B70-F461-428D-91DC-FF1AB54D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E3573-27AF-4B5F-B912-0B3F3808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07AC6-0D99-4929-96DE-C78E84B8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17:00–18:00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09948-491A-4865-8D3B-E2F439C4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300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EB8D0-31BD-42CD-B15E-86E9942B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개인 작성 3분 → 짝 설명 3분 → 전체 공유 4분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8CC21-201E-4BA0-8F64-72861669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6DF6F-15EA-4A5F-B4E5-C7E2242F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834D7-7760-455F-80B3-25BB773E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STT·LLM·LangChain·LangGraph·LangSmith의 역할을 한 줄씩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CA74E-A459-4756-B210-72AE7396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A9F60-40BD-4017-BBED-96A9B6F2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4C899-BB38-4AA5-B25D-7751009E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 전에 Human Approval과 idempotency가 필요한 이유는?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40AA7-44BF-44F9-BD8D-E66AA635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C143F-5D96-40FA-85EA-E400155E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1D7BB-AEAB-49B8-9946-18C595A1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프로젝트가 HOLD되는 release gate를 한 가지 정의했는가?</a:t>
            </a:r>
          </a:p>
        </p:txBody>
      </p:sp>
    </p:spTree>
    <p:extLst>
      <p:ext uri="{BB962C8B-B14F-4D97-AF65-F5344CB8AC3E}">
        <p14:creationId xmlns:p14="http://schemas.microsoft.com/office/powerpoint/2010/main" val="1947533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2026-08-22T06:28:27.2220000Z</dcterms:created>
  <dcterms:modified xsi:type="dcterms:W3CDTF">2026-08-22T06:28:27.2220000Z</dcterms:modified>
</coreProperties>
</file>